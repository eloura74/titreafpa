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y="5143500" cx="9144000"/>
  <p:notesSz cx="6858000" cy="9144000"/>
  <p:embeddedFontLst>
    <p:embeddedFont>
      <p:font typeface="Raleway"/>
      <p:regular r:id="rId78"/>
      <p:bold r:id="rId79"/>
      <p:italic r:id="rId80"/>
      <p:boldItalic r:id="rId81"/>
    </p:embeddedFont>
    <p:embeddedFont>
      <p:font typeface="Imprima"/>
      <p:regular r:id="rId82"/>
    </p:embeddedFont>
    <p:embeddedFont>
      <p:font typeface="Roboto"/>
      <p:regular r:id="rId83"/>
      <p:bold r:id="rId84"/>
      <p:italic r:id="rId85"/>
      <p:boldItalic r:id="rId86"/>
    </p:embeddedFont>
    <p:embeddedFont>
      <p:font typeface="Poppins"/>
      <p:regular r:id="rId87"/>
      <p:bold r:id="rId88"/>
      <p:italic r:id="rId89"/>
      <p:boldItalic r:id="rId90"/>
    </p:embeddedFont>
    <p:embeddedFont>
      <p:font typeface="Anaheim"/>
      <p:regular r:id="rId91"/>
      <p:bold r:id="rId92"/>
    </p:embeddedFont>
    <p:embeddedFont>
      <p:font typeface="Laila"/>
      <p:regular r:id="rId93"/>
      <p:bold r:id="rId94"/>
    </p:embeddedFont>
    <p:embeddedFont>
      <p:font typeface="Aref Ruqaa"/>
      <p:regular r:id="rId95"/>
      <p:bold r:id="rId96"/>
    </p:embeddedFont>
    <p:embeddedFont>
      <p:font typeface="PT Sans"/>
      <p:regular r:id="rId97"/>
      <p:bold r:id="rId98"/>
      <p:italic r:id="rId99"/>
      <p:boldItalic r:id="rId100"/>
    </p:embeddedFont>
    <p:embeddedFont>
      <p:font typeface="Roboto Mono"/>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FA8229-D43F-449B-B948-48CD0B558B5B}">
  <a:tblStyle styleId="{1EFA8229-D43F-449B-B948-48CD0B558B5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42" Type="http://schemas.openxmlformats.org/officeDocument/2006/relationships/slide" Target="slides/slide37.xml"/><Relationship Id="rId47" Type="http://schemas.openxmlformats.org/officeDocument/2006/relationships/slide" Target="slides/slide42.xml"/><Relationship Id="rId21" Type="http://schemas.openxmlformats.org/officeDocument/2006/relationships/slide" Target="slides/slide16.xml"/><Relationship Id="rId84" Type="http://schemas.openxmlformats.org/officeDocument/2006/relationships/font" Target="fonts/Roboto-bold.fntdata"/><Relationship Id="rId89" Type="http://schemas.openxmlformats.org/officeDocument/2006/relationships/font" Target="fonts/Poppins-italic.fntdata"/><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07" Type="http://schemas.openxmlformats.org/officeDocument/2006/relationships/customXml" Target="../customXml/item3.xml"/><Relationship Id="rId102" Type="http://schemas.openxmlformats.org/officeDocument/2006/relationships/font" Target="fonts/RobotoMono-bold.fntdata"/><Relationship Id="rId32" Type="http://schemas.openxmlformats.org/officeDocument/2006/relationships/slide" Target="slides/slide27.xml"/><Relationship Id="rId37" Type="http://schemas.openxmlformats.org/officeDocument/2006/relationships/slide" Target="slides/slide32.xml"/><Relationship Id="rId11" Type="http://schemas.openxmlformats.org/officeDocument/2006/relationships/slide" Target="slides/slide6.xml"/><Relationship Id="rId74" Type="http://schemas.openxmlformats.org/officeDocument/2006/relationships/slide" Target="slides/slide69.xml"/><Relationship Id="rId79" Type="http://schemas.openxmlformats.org/officeDocument/2006/relationships/font" Target="fonts/Raleway-bold.fntdata"/><Relationship Id="rId53" Type="http://schemas.openxmlformats.org/officeDocument/2006/relationships/slide" Target="slides/slide48.xml"/><Relationship Id="rId58" Type="http://schemas.openxmlformats.org/officeDocument/2006/relationships/slide" Target="slides/slide53.xml"/><Relationship Id="rId95" Type="http://schemas.openxmlformats.org/officeDocument/2006/relationships/font" Target="fonts/ArefRuqaa-regular.fntdata"/><Relationship Id="rId90" Type="http://schemas.openxmlformats.org/officeDocument/2006/relationships/font" Target="fonts/Poppins-boldItalic.fntdata"/><Relationship Id="rId5" Type="http://schemas.openxmlformats.org/officeDocument/2006/relationships/notesMaster" Target="notesMasters/notesMaster1.xml"/><Relationship Id="rId43" Type="http://schemas.openxmlformats.org/officeDocument/2006/relationships/slide" Target="slides/slide38.xml"/><Relationship Id="rId48" Type="http://schemas.openxmlformats.org/officeDocument/2006/relationships/slide" Target="slides/slide43.xml"/><Relationship Id="rId22" Type="http://schemas.openxmlformats.org/officeDocument/2006/relationships/slide" Target="slides/slide17.xml"/><Relationship Id="rId27" Type="http://schemas.openxmlformats.org/officeDocument/2006/relationships/slide" Target="slides/slide22.xml"/><Relationship Id="rId64" Type="http://schemas.openxmlformats.org/officeDocument/2006/relationships/slide" Target="slides/slide59.xml"/><Relationship Id="rId69" Type="http://schemas.openxmlformats.org/officeDocument/2006/relationships/slide" Target="slides/slide64.xml"/><Relationship Id="rId85" Type="http://schemas.openxmlformats.org/officeDocument/2006/relationships/font" Target="fonts/Roboto-italic.fntdata"/><Relationship Id="rId80" Type="http://schemas.openxmlformats.org/officeDocument/2006/relationships/font" Target="fonts/Raleway-italic.fntdata"/><Relationship Id="rId103" Type="http://schemas.openxmlformats.org/officeDocument/2006/relationships/font" Target="fonts/RobotoMono-italic.fntdata"/><Relationship Id="rId33" Type="http://schemas.openxmlformats.org/officeDocument/2006/relationships/slide" Target="slides/slide28.xml"/><Relationship Id="rId38" Type="http://schemas.openxmlformats.org/officeDocument/2006/relationships/slide" Target="slides/slide33.xml"/><Relationship Id="rId12" Type="http://schemas.openxmlformats.org/officeDocument/2006/relationships/slide" Target="slides/slide7.xml"/><Relationship Id="rId17" Type="http://schemas.openxmlformats.org/officeDocument/2006/relationships/slide" Target="slides/slide12.xml"/><Relationship Id="rId59" Type="http://schemas.openxmlformats.org/officeDocument/2006/relationships/slide" Target="slides/slide54.xml"/><Relationship Id="rId41" Type="http://schemas.openxmlformats.org/officeDocument/2006/relationships/slide" Target="slides/slide36.xml"/><Relationship Id="rId20" Type="http://schemas.openxmlformats.org/officeDocument/2006/relationships/slide" Target="slides/slide15.xml"/><Relationship Id="rId96" Type="http://schemas.openxmlformats.org/officeDocument/2006/relationships/font" Target="fonts/ArefRuqaa-bold.fntdata"/><Relationship Id="rId91" Type="http://schemas.openxmlformats.org/officeDocument/2006/relationships/font" Target="fonts/Anaheim-regular.fntdata"/><Relationship Id="rId83" Type="http://schemas.openxmlformats.org/officeDocument/2006/relationships/font" Target="fonts/Roboto-regular.fntdata"/><Relationship Id="rId88" Type="http://schemas.openxmlformats.org/officeDocument/2006/relationships/font" Target="fonts/Poppins-bold.fntdata"/><Relationship Id="rId75" Type="http://schemas.openxmlformats.org/officeDocument/2006/relationships/slide" Target="slides/slide70.xml"/><Relationship Id="rId70" Type="http://schemas.openxmlformats.org/officeDocument/2006/relationships/slide" Target="slides/slide65.xml"/><Relationship Id="rId62" Type="http://schemas.openxmlformats.org/officeDocument/2006/relationships/slide" Target="slides/slide57.xml"/><Relationship Id="rId54" Type="http://schemas.openxmlformats.org/officeDocument/2006/relationships/slide" Target="slides/slide49.xml"/><Relationship Id="rId1" Type="http://schemas.openxmlformats.org/officeDocument/2006/relationships/theme" Target="theme/theme1.xml"/><Relationship Id="rId6" Type="http://schemas.openxmlformats.org/officeDocument/2006/relationships/slide" Target="slides/slide1.xml"/><Relationship Id="rId49" Type="http://schemas.openxmlformats.org/officeDocument/2006/relationships/slide" Target="slides/slide44.xml"/><Relationship Id="rId36" Type="http://schemas.openxmlformats.org/officeDocument/2006/relationships/slide" Target="slides/slide31.xml"/><Relationship Id="rId23" Type="http://schemas.openxmlformats.org/officeDocument/2006/relationships/slide" Target="slides/slide18.xml"/><Relationship Id="rId28" Type="http://schemas.openxmlformats.org/officeDocument/2006/relationships/slide" Target="slides/slide23.xml"/><Relationship Id="rId15" Type="http://schemas.openxmlformats.org/officeDocument/2006/relationships/slide" Target="slides/slide10.xml"/><Relationship Id="rId57" Type="http://schemas.openxmlformats.org/officeDocument/2006/relationships/slide" Target="slides/slide52.xml"/><Relationship Id="rId106" Type="http://schemas.openxmlformats.org/officeDocument/2006/relationships/customXml" Target="../customXml/item2.xml"/><Relationship Id="rId44" Type="http://schemas.openxmlformats.org/officeDocument/2006/relationships/slide" Target="slides/slide39.xml"/><Relationship Id="rId101" Type="http://schemas.openxmlformats.org/officeDocument/2006/relationships/font" Target="fonts/RobotoMono-regular.fntdata"/><Relationship Id="rId31" Type="http://schemas.openxmlformats.org/officeDocument/2006/relationships/slide" Target="slides/slide26.xml"/><Relationship Id="rId94" Type="http://schemas.openxmlformats.org/officeDocument/2006/relationships/font" Target="fonts/Laila-bold.fntdata"/><Relationship Id="rId99" Type="http://schemas.openxmlformats.org/officeDocument/2006/relationships/font" Target="fonts/PTSans-italic.fntdata"/><Relationship Id="rId10" Type="http://schemas.openxmlformats.org/officeDocument/2006/relationships/slide" Target="slides/slide5.xml"/><Relationship Id="rId86" Type="http://schemas.openxmlformats.org/officeDocument/2006/relationships/font" Target="fonts/Roboto-boldItalic.fntdata"/><Relationship Id="rId81" Type="http://schemas.openxmlformats.org/officeDocument/2006/relationships/font" Target="fonts/Raleway-boldItalic.fntdata"/><Relationship Id="rId73" Type="http://schemas.openxmlformats.org/officeDocument/2006/relationships/slide" Target="slides/slide68.xml"/><Relationship Id="rId78" Type="http://schemas.openxmlformats.org/officeDocument/2006/relationships/font" Target="fonts/Raleway-regular.fntdata"/><Relationship Id="rId65" Type="http://schemas.openxmlformats.org/officeDocument/2006/relationships/slide" Target="slides/slide60.xml"/><Relationship Id="rId60" Type="http://schemas.openxmlformats.org/officeDocument/2006/relationships/slide" Target="slides/slide55.xml"/><Relationship Id="rId52" Type="http://schemas.openxmlformats.org/officeDocument/2006/relationships/slide" Target="slides/slide47.xml"/><Relationship Id="rId4" Type="http://schemas.openxmlformats.org/officeDocument/2006/relationships/slideMaster" Target="slideMasters/slideMaster1.xml"/><Relationship Id="rId9" Type="http://schemas.openxmlformats.org/officeDocument/2006/relationships/slide" Target="slides/slide4.xml"/><Relationship Id="rId39" Type="http://schemas.openxmlformats.org/officeDocument/2006/relationships/slide" Target="slides/slide34.xml"/><Relationship Id="rId13" Type="http://schemas.openxmlformats.org/officeDocument/2006/relationships/slide" Target="slides/slide8.xml"/><Relationship Id="rId18" Type="http://schemas.openxmlformats.org/officeDocument/2006/relationships/slide" Target="slides/slide13.xml"/><Relationship Id="rId104" Type="http://schemas.openxmlformats.org/officeDocument/2006/relationships/font" Target="fonts/RobotoMono-boldItalic.fntdata"/><Relationship Id="rId34" Type="http://schemas.openxmlformats.org/officeDocument/2006/relationships/slide" Target="slides/slide29.xml"/><Relationship Id="rId97" Type="http://schemas.openxmlformats.org/officeDocument/2006/relationships/font" Target="fonts/PTSans-regular.fntdata"/><Relationship Id="rId76" Type="http://schemas.openxmlformats.org/officeDocument/2006/relationships/slide" Target="slides/slide71.xml"/><Relationship Id="rId50" Type="http://schemas.openxmlformats.org/officeDocument/2006/relationships/slide" Target="slides/slide45.xml"/><Relationship Id="rId55" Type="http://schemas.openxmlformats.org/officeDocument/2006/relationships/slide" Target="slides/slide50.xml"/><Relationship Id="rId92" Type="http://schemas.openxmlformats.org/officeDocument/2006/relationships/font" Target="fonts/Anaheim-bold.fntdata"/><Relationship Id="rId7" Type="http://schemas.openxmlformats.org/officeDocument/2006/relationships/slide" Target="slides/slide2.xml"/><Relationship Id="rId71" Type="http://schemas.openxmlformats.org/officeDocument/2006/relationships/slide" Target="slides/slide66.xml"/><Relationship Id="rId29" Type="http://schemas.openxmlformats.org/officeDocument/2006/relationships/slide" Target="slides/slide24.xml"/><Relationship Id="rId2" Type="http://schemas.openxmlformats.org/officeDocument/2006/relationships/presProps" Target="presProps.xml"/><Relationship Id="rId40" Type="http://schemas.openxmlformats.org/officeDocument/2006/relationships/slide" Target="slides/slide35.xml"/><Relationship Id="rId45" Type="http://schemas.openxmlformats.org/officeDocument/2006/relationships/slide" Target="slides/slide40.xml"/><Relationship Id="rId24" Type="http://schemas.openxmlformats.org/officeDocument/2006/relationships/slide" Target="slides/slide19.xml"/><Relationship Id="rId87" Type="http://schemas.openxmlformats.org/officeDocument/2006/relationships/font" Target="fonts/Poppins-regular.fntdata"/><Relationship Id="rId66" Type="http://schemas.openxmlformats.org/officeDocument/2006/relationships/slide" Target="slides/slide61.xml"/><Relationship Id="rId82" Type="http://schemas.openxmlformats.org/officeDocument/2006/relationships/font" Target="fonts/Imprima-regular.fntdata"/><Relationship Id="rId61" Type="http://schemas.openxmlformats.org/officeDocument/2006/relationships/slide" Target="slides/slide56.xml"/><Relationship Id="rId19" Type="http://schemas.openxmlformats.org/officeDocument/2006/relationships/slide" Target="slides/slide14.xml"/><Relationship Id="rId100" Type="http://schemas.openxmlformats.org/officeDocument/2006/relationships/font" Target="fonts/PTSans-boldItalic.fntdata"/><Relationship Id="rId30" Type="http://schemas.openxmlformats.org/officeDocument/2006/relationships/slide" Target="slides/slide25.xml"/><Relationship Id="rId35" Type="http://schemas.openxmlformats.org/officeDocument/2006/relationships/slide" Target="slides/slide30.xml"/><Relationship Id="rId14" Type="http://schemas.openxmlformats.org/officeDocument/2006/relationships/slide" Target="slides/slide9.xml"/><Relationship Id="rId77" Type="http://schemas.openxmlformats.org/officeDocument/2006/relationships/slide" Target="slides/slide72.xml"/><Relationship Id="rId56" Type="http://schemas.openxmlformats.org/officeDocument/2006/relationships/slide" Target="slides/slide51.xml"/><Relationship Id="rId105" Type="http://schemas.openxmlformats.org/officeDocument/2006/relationships/customXml" Target="../customXml/item1.xml"/><Relationship Id="rId98" Type="http://schemas.openxmlformats.org/officeDocument/2006/relationships/font" Target="fonts/PTSans-bold.fntdata"/><Relationship Id="rId93" Type="http://schemas.openxmlformats.org/officeDocument/2006/relationships/font" Target="fonts/Laila-regular.fntdata"/><Relationship Id="rId8" Type="http://schemas.openxmlformats.org/officeDocument/2006/relationships/slide" Target="slides/slide3.xml"/><Relationship Id="rId72" Type="http://schemas.openxmlformats.org/officeDocument/2006/relationships/slide" Target="slides/slide67.xml"/><Relationship Id="rId51" Type="http://schemas.openxmlformats.org/officeDocument/2006/relationships/slide" Target="slides/slide46.xml"/><Relationship Id="rId3" Type="http://schemas.openxmlformats.org/officeDocument/2006/relationships/tableStyles" Target="tableStyles.xml"/><Relationship Id="rId46" Type="http://schemas.openxmlformats.org/officeDocument/2006/relationships/slide" Target="slides/slide41.xml"/><Relationship Id="rId25" Type="http://schemas.openxmlformats.org/officeDocument/2006/relationships/slide" Target="slides/slide20.xml"/><Relationship Id="rId67"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8" name="Google Shape;110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2ede5f11ff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6" name="Google Shape;1116;g2ede5f11ff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4C4442"/>
                </a:solidFill>
                <a:latin typeface="Poppins"/>
                <a:ea typeface="Poppins"/>
                <a:cs typeface="Poppins"/>
                <a:sym typeface="Poppins"/>
              </a:rPr>
              <a:t>Je m'appelle NINACH Amir, j'ai 29 ans et je suis en reconversion professionnelle dans le développement web. Auparavant, j'ai travaillé en tant que Manager Commercial et Commercial terrain. Passionné par les échecs et les jeux de stratégie, j'ai également un grand intérêt pour les nouvelles technologies et une forte inclination pour la conception intégrale de projets.</a:t>
            </a:r>
            <a:endParaRPr sz="1800">
              <a:solidFill>
                <a:srgbClr val="4C4442"/>
              </a:solidFill>
              <a:latin typeface="Poppins"/>
              <a:ea typeface="Poppins"/>
              <a:cs typeface="Poppins"/>
              <a:sym typeface="Poppins"/>
            </a:endParaRPr>
          </a:p>
          <a:p>
            <a:pPr indent="0" lvl="0" marL="0" rtl="0" algn="l">
              <a:spcBef>
                <a:spcPts val="10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d431007ba2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d431007ba2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8f9a6fac2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8f9a6fac2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UX Persona (ou Persona Utilisateur):</a:t>
            </a:r>
            <a:r>
              <a:rPr lang="en">
                <a:solidFill>
                  <a:schemeClr val="dk1"/>
                </a:solidFill>
              </a:rPr>
              <a:t> Un personnage fictif mais réaliste basé sur des recherches réelles, représentant un utilisateur cible pour comprendre ses besoins, comportements, objectifs et frustrations. Utilisé pour guider la conception et améliorer l'expérience utilisateur.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Scrum master : </a:t>
            </a:r>
            <a:r>
              <a:rPr lang="en"/>
              <a:t>veillé à la cohésion de l’équipe et au bon déroulement du développement tout au long du projet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Une user story est une description simple d'une fonctionnalité du point de vue de l'utilisateur final. Elle sert à comprendre ce que l'utilisateur veut accomplir avec le produit, et aide les équipes de développement à créer des fonctionnalités qui répondent aux besoins des utilisateurs. On s’est servi de Trello sous forme de kanban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2a8dbbde9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2a8dbbde9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g2a8dbbde93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2" name="Google Shape;1342;g2a8dbbde93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2a8dbbde93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2a8dbbde93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g28f9a6fac2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4" name="Google Shape;1364;g28f9a6fac2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2a8dbbde93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2a8dbbde93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28f9a6fac2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5" name="Google Shape;1385;g28f9a6fac2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a8dbbde93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a8dbbde93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2a8dbbde93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g2a8dbbde93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2a8dbbde93b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2a8dbbde93b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3" name="Shape 1433"/>
        <p:cNvGrpSpPr/>
        <p:nvPr/>
      </p:nvGrpSpPr>
      <p:grpSpPr>
        <a:xfrm>
          <a:off x="0" y="0"/>
          <a:ext cx="0" cy="0"/>
          <a:chOff x="0" y="0"/>
          <a:chExt cx="0" cy="0"/>
        </a:xfrm>
      </p:grpSpPr>
      <p:sp>
        <p:nvSpPr>
          <p:cNvPr id="1434" name="Google Shape;1434;g28f9a6fac2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5" name="Google Shape;1435;g28f9a6fac2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28f9a6fac2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28f9a6fac2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28f9a6fac2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28f9a6fac2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g28f9a6fac26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7" name="Google Shape;1457;g28f9a6fac26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2a8dbbde93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2a8dbbde93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Hébergement de la base de données : AlwaysData</a:t>
            </a:r>
            <a:br>
              <a:rPr lang="en"/>
            </a:br>
            <a:r>
              <a:rPr lang="en"/>
              <a:t>Outil pour gerer MySQL : PhpMyAdmin</a:t>
            </a:r>
            <a:br>
              <a:rPr lang="en"/>
            </a:br>
            <a:r>
              <a:rPr lang="en"/>
              <a:t>SGBD : MySQL</a:t>
            </a:r>
            <a:br>
              <a:rPr lang="en"/>
            </a:br>
            <a:r>
              <a:rPr lang="en"/>
              <a:t>Language : SQL</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2edadf16b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2edadf16b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Objectif :</a:t>
            </a:r>
            <a:r>
              <a:rPr lang="en">
                <a:solidFill>
                  <a:schemeClr val="dk1"/>
                </a:solidFill>
              </a:rPr>
              <a:t> Décrire de manière abstraite et indépendante de toute considération technique l’ensemble des données de l’application.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2ede5f11ff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2ede5f11ff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g2edadf16b7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8" name="Google Shape;1498;g2edadf16b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2edadf16b7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2edadf16b7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2" name="Shape 1512"/>
        <p:cNvGrpSpPr/>
        <p:nvPr/>
      </p:nvGrpSpPr>
      <p:grpSpPr>
        <a:xfrm>
          <a:off x="0" y="0"/>
          <a:ext cx="0" cy="0"/>
          <a:chOff x="0" y="0"/>
          <a:chExt cx="0" cy="0"/>
        </a:xfrm>
      </p:grpSpPr>
      <p:sp>
        <p:nvSpPr>
          <p:cNvPr id="1513" name="Google Shape;1513;g2ede5f11ff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4" name="Google Shape;1514;g2ede5f11ff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2edadf16b7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2edadf16b7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a8dbbde93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5" name="Google Shape;1535;g2a8dbbde93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API :</a:t>
            </a:r>
            <a:r>
              <a:rPr lang="en">
                <a:solidFill>
                  <a:schemeClr val="dk1"/>
                </a:solidFill>
              </a:rPr>
              <a:t> Une interface permettant à des applications de communiquer entre elles.</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REST</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Un style d'architecture pour les API utilisant HTTP pour les opérations CRUD (Create, Read, Update, Delete).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Stateless</a:t>
            </a:r>
            <a:r>
              <a:rPr lang="en">
                <a:solidFill>
                  <a:schemeClr val="dk1"/>
                </a:solidFill>
              </a:rPr>
              <a:t> signifie que chaque requête du client vers le serveur est indépendante et autonome.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2a8dbbde93b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2a8dbbde93b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Roboto"/>
                <a:ea typeface="Roboto"/>
                <a:cs typeface="Roboto"/>
                <a:sym typeface="Roboto"/>
              </a:rPr>
              <a:t>Dans ce projet React joue en quelque sorte le rôle de la vue car il n’y en a pas dans notre back-end</a:t>
            </a:r>
            <a:endParaRPr sz="1300">
              <a:latin typeface="Roboto"/>
              <a:ea typeface="Roboto"/>
              <a:cs typeface="Roboto"/>
              <a:sym typeface="Roboto"/>
            </a:endParaRPr>
          </a:p>
          <a:p>
            <a:pPr indent="0" lvl="0" marL="0" rtl="0" algn="l">
              <a:spcBef>
                <a:spcPts val="0"/>
              </a:spcBef>
              <a:spcAft>
                <a:spcPts val="0"/>
              </a:spcAft>
              <a:buNone/>
            </a:pPr>
            <a:r>
              <a:rPr b="1" lang="en" sz="1300">
                <a:solidFill>
                  <a:srgbClr val="434343"/>
                </a:solidFill>
                <a:latin typeface="Roboto"/>
                <a:ea typeface="Roboto"/>
                <a:cs typeface="Roboto"/>
                <a:sym typeface="Roboto"/>
              </a:rPr>
              <a:t>Modèle (Model):</a:t>
            </a:r>
            <a:r>
              <a:rPr lang="en" sz="1300">
                <a:solidFill>
                  <a:schemeClr val="dk1"/>
                </a:solidFill>
                <a:latin typeface="Roboto"/>
                <a:ea typeface="Roboto"/>
                <a:cs typeface="Roboto"/>
                <a:sym typeface="Roboto"/>
              </a:rPr>
              <a:t> </a:t>
            </a:r>
            <a:r>
              <a:rPr lang="en" sz="1300">
                <a:solidFill>
                  <a:srgbClr val="434343"/>
                </a:solidFill>
                <a:latin typeface="Roboto"/>
                <a:ea typeface="Roboto"/>
                <a:cs typeface="Roboto"/>
                <a:sym typeface="Roboto"/>
              </a:rPr>
              <a:t>L</a:t>
            </a:r>
            <a:r>
              <a:rPr lang="en" sz="1300">
                <a:solidFill>
                  <a:schemeClr val="dk1"/>
                </a:solidFill>
                <a:latin typeface="Roboto"/>
                <a:ea typeface="Roboto"/>
                <a:cs typeface="Roboto"/>
                <a:sym typeface="Roboto"/>
              </a:rPr>
              <a:t>e modèle gère toutes les opérations de base de données. </a:t>
            </a:r>
            <a:endParaRPr sz="1300">
              <a:solidFill>
                <a:schemeClr val="dk1"/>
              </a:solidFill>
              <a:latin typeface="Roboto"/>
              <a:ea typeface="Roboto"/>
              <a:cs typeface="Roboto"/>
              <a:sym typeface="Roboto"/>
            </a:endParaRPr>
          </a:p>
          <a:p>
            <a:pPr indent="0" lvl="0" marL="0" rtl="0" algn="l">
              <a:spcBef>
                <a:spcPts val="0"/>
              </a:spcBef>
              <a:spcAft>
                <a:spcPts val="0"/>
              </a:spcAft>
              <a:buNone/>
            </a:pPr>
            <a:r>
              <a:rPr b="1" lang="en" sz="1300">
                <a:solidFill>
                  <a:srgbClr val="434343"/>
                </a:solidFill>
                <a:latin typeface="Roboto"/>
                <a:ea typeface="Roboto"/>
                <a:cs typeface="Roboto"/>
                <a:sym typeface="Roboto"/>
              </a:rPr>
              <a:t>Contrôleur (Controller):</a:t>
            </a:r>
            <a:r>
              <a:rPr lang="en" sz="1300">
                <a:solidFill>
                  <a:schemeClr val="dk1"/>
                </a:solidFill>
                <a:latin typeface="Roboto"/>
                <a:ea typeface="Roboto"/>
                <a:cs typeface="Roboto"/>
                <a:sym typeface="Roboto"/>
              </a:rPr>
              <a:t>Les contrôleurs traitent les demandes entrantes, délèguent la gestion des données aux modèles, et renvoient les réponses appropriées aux clients. Ils servent de pont entre le modèle et la vue. Par exemple, </a:t>
            </a:r>
            <a:r>
              <a:rPr lang="en" sz="1300">
                <a:solidFill>
                  <a:srgbClr val="188038"/>
                </a:solidFill>
                <a:latin typeface="Roboto"/>
                <a:ea typeface="Roboto"/>
                <a:cs typeface="Roboto"/>
                <a:sym typeface="Roboto"/>
              </a:rPr>
              <a:t>commentControllers.js</a:t>
            </a:r>
            <a:r>
              <a:rPr lang="en" sz="1300">
                <a:solidFill>
                  <a:schemeClr val="dk1"/>
                </a:solidFill>
                <a:latin typeface="Roboto"/>
                <a:ea typeface="Roboto"/>
                <a:cs typeface="Roboto"/>
                <a:sym typeface="Roboto"/>
              </a:rPr>
              <a:t> gère les opérations CRUD pour les commentaires.</a:t>
            </a:r>
            <a:endParaRPr sz="1300">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g2ede5f11fff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5" name="Google Shape;1555;g2ede5f11fff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4" name="Shape 1564"/>
        <p:cNvGrpSpPr/>
        <p:nvPr/>
      </p:nvGrpSpPr>
      <p:grpSpPr>
        <a:xfrm>
          <a:off x="0" y="0"/>
          <a:ext cx="0" cy="0"/>
          <a:chOff x="0" y="0"/>
          <a:chExt cx="0" cy="0"/>
        </a:xfrm>
      </p:grpSpPr>
      <p:sp>
        <p:nvSpPr>
          <p:cNvPr id="1565" name="Google Shape;1565;g2ede5f11fff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6" name="Google Shape;1566;g2ede5f11ff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g2ede5f11ff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6" name="Google Shape;1576;g2ede5f11ff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2ede5f11ff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6" name="Google Shape;1586;g2ede5f11ff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g2ede5f11fff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6" name="Google Shape;1596;g2ede5f11fff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Présente les opérations crud similaire dans les méthodes à celle des commentaires sauf notifications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g2a8dbbde93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6" name="Google Shape;1606;g2a8dbbde93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Simplification d’un objet complexe en montrant que les détails essentiels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2" name="Shape 1612"/>
        <p:cNvGrpSpPr/>
        <p:nvPr/>
      </p:nvGrpSpPr>
      <p:grpSpPr>
        <a:xfrm>
          <a:off x="0" y="0"/>
          <a:ext cx="0" cy="0"/>
          <a:chOff x="0" y="0"/>
          <a:chExt cx="0" cy="0"/>
        </a:xfrm>
      </p:grpSpPr>
      <p:sp>
        <p:nvSpPr>
          <p:cNvPr id="1613" name="Google Shape;1613;g2ede5f11ff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4" name="Google Shape;1614;g2ede5f11ff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2ede5f11ff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2ede5f11ff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0" name="Shape 1630"/>
        <p:cNvGrpSpPr/>
        <p:nvPr/>
      </p:nvGrpSpPr>
      <p:grpSpPr>
        <a:xfrm>
          <a:off x="0" y="0"/>
          <a:ext cx="0" cy="0"/>
          <a:chOff x="0" y="0"/>
          <a:chExt cx="0" cy="0"/>
        </a:xfrm>
      </p:grpSpPr>
      <p:sp>
        <p:nvSpPr>
          <p:cNvPr id="1631" name="Google Shape;1631;g2ede5f11ff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2" name="Google Shape;1632;g2ede5f11ff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0" name="Shape 1640"/>
        <p:cNvGrpSpPr/>
        <p:nvPr/>
      </p:nvGrpSpPr>
      <p:grpSpPr>
        <a:xfrm>
          <a:off x="0" y="0"/>
          <a:ext cx="0" cy="0"/>
          <a:chOff x="0" y="0"/>
          <a:chExt cx="0" cy="0"/>
        </a:xfrm>
      </p:grpSpPr>
      <p:sp>
        <p:nvSpPr>
          <p:cNvPr id="1641" name="Google Shape;1641;g2ede5f11ff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2" name="Google Shape;1642;g2ede5f11ff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8" name="Shape 1648"/>
        <p:cNvGrpSpPr/>
        <p:nvPr/>
      </p:nvGrpSpPr>
      <p:grpSpPr>
        <a:xfrm>
          <a:off x="0" y="0"/>
          <a:ext cx="0" cy="0"/>
          <a:chOff x="0" y="0"/>
          <a:chExt cx="0" cy="0"/>
        </a:xfrm>
      </p:grpSpPr>
      <p:sp>
        <p:nvSpPr>
          <p:cNvPr id="1649" name="Google Shape;1649;g2ede5f11fff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0" name="Google Shape;1650;g2ede5f11fff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segment illustre comment une simple requête PUT peut changer le statut d'une notification de "non lue" à "lue", en modifiant un champ booléen.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7" name="Shape 1657"/>
        <p:cNvGrpSpPr/>
        <p:nvPr/>
      </p:nvGrpSpPr>
      <p:grpSpPr>
        <a:xfrm>
          <a:off x="0" y="0"/>
          <a:ext cx="0" cy="0"/>
          <a:chOff x="0" y="0"/>
          <a:chExt cx="0" cy="0"/>
        </a:xfrm>
      </p:grpSpPr>
      <p:sp>
        <p:nvSpPr>
          <p:cNvPr id="1658" name="Google Shape;1658;g2eed3af9438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9" name="Google Shape;1659;g2eed3af9438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Elles préviennent les injections SQL en séparant clairement les instructions SQL des données utilisées dans ces instructions.</a:t>
            </a:r>
            <a:endParaRPr/>
          </a:p>
          <a:p>
            <a:pPr indent="0" lvl="0" marL="0" rtl="0" algn="l">
              <a:spcBef>
                <a:spcPts val="0"/>
              </a:spcBef>
              <a:spcAft>
                <a:spcPts val="0"/>
              </a:spcAft>
              <a:buNone/>
            </a:pPr>
            <a:r>
              <a:rPr lang="en"/>
              <a:t> Cela rend également les requêtes plus efficaces à exécuter, car le plan d'exécution de la requête peut être réutilisé  souvent avec des paramètres différents, réduisant ainsi la charge sur le système de gestion de base de données.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5" name="Shape 1665"/>
        <p:cNvGrpSpPr/>
        <p:nvPr/>
      </p:nvGrpSpPr>
      <p:grpSpPr>
        <a:xfrm>
          <a:off x="0" y="0"/>
          <a:ext cx="0" cy="0"/>
          <a:chOff x="0" y="0"/>
          <a:chExt cx="0" cy="0"/>
        </a:xfrm>
      </p:grpSpPr>
      <p:sp>
        <p:nvSpPr>
          <p:cNvPr id="1666" name="Google Shape;1666;g2ede5f11fff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7" name="Google Shape;1667;g2ede5f11fff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Poppins"/>
                <a:ea typeface="Poppins"/>
                <a:cs typeface="Poppins"/>
                <a:sym typeface="Poppins"/>
              </a:rPr>
              <a:t>Argon2 est utilisé pour sécuriser les mots de passe en les hachant avant de les stocker dans une base de données. Ce procédé transforme le mot de passe en une chaîne de caractères complexe et pratiquement impossible à inverser.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2ede5f11fff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2ede5f11fff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Cette configuration exécute </a:t>
            </a:r>
            <a:r>
              <a:rPr lang="en">
                <a:solidFill>
                  <a:srgbClr val="188038"/>
                </a:solidFill>
                <a:latin typeface="Roboto Mono"/>
                <a:ea typeface="Roboto Mono"/>
                <a:cs typeface="Roboto Mono"/>
                <a:sym typeface="Roboto Mono"/>
              </a:rPr>
              <a:t>sendDailyNotification</a:t>
            </a:r>
            <a:r>
              <a:rPr lang="en">
                <a:solidFill>
                  <a:schemeClr val="dk1"/>
                </a:solidFill>
              </a:rPr>
              <a:t> toutes les 12 heures, garantissant que les utilisateurs reçoivent régulièrement des citations inspirantes.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1" name="Shape 1681"/>
        <p:cNvGrpSpPr/>
        <p:nvPr/>
      </p:nvGrpSpPr>
      <p:grpSpPr>
        <a:xfrm>
          <a:off x="0" y="0"/>
          <a:ext cx="0" cy="0"/>
          <a:chOff x="0" y="0"/>
          <a:chExt cx="0" cy="0"/>
        </a:xfrm>
      </p:grpSpPr>
      <p:sp>
        <p:nvSpPr>
          <p:cNvPr id="1682" name="Google Shape;1682;g2ede5f11ff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3" name="Google Shape;1683;g2ede5f11ff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 service de citations joue un rôle crucial dans la fourniture de contenu dynamique aux utilisateurs. Il récupère une citation aléatoire à partir de notre API Restful.</a:t>
            </a:r>
            <a:r>
              <a:rPr lang="en">
                <a:solidFill>
                  <a:schemeClr val="dk1"/>
                </a:solidFill>
              </a:rPr>
              <a:t>Cette fonction montre comment après avoir récupéré une citation via </a:t>
            </a:r>
            <a:r>
              <a:rPr lang="en">
                <a:solidFill>
                  <a:srgbClr val="188038"/>
                </a:solidFill>
                <a:latin typeface="Roboto Mono"/>
                <a:ea typeface="Roboto Mono"/>
                <a:cs typeface="Roboto Mono"/>
                <a:sym typeface="Roboto Mono"/>
              </a:rPr>
              <a:t>fetchDailyQuote</a:t>
            </a:r>
            <a:r>
              <a:rPr lang="en">
                <a:solidFill>
                  <a:schemeClr val="dk1"/>
                </a:solidFill>
              </a:rPr>
              <a:t>, le système envoie automatiquement cette citation à tous les utilisateurs enregistrés, transformant efficacement une simple opération de récupération de données en un puissant outil de communication et d'engagement utilisateur.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0" name="Shape 1690"/>
        <p:cNvGrpSpPr/>
        <p:nvPr/>
      </p:nvGrpSpPr>
      <p:grpSpPr>
        <a:xfrm>
          <a:off x="0" y="0"/>
          <a:ext cx="0" cy="0"/>
          <a:chOff x="0" y="0"/>
          <a:chExt cx="0" cy="0"/>
        </a:xfrm>
      </p:grpSpPr>
      <p:sp>
        <p:nvSpPr>
          <p:cNvPr id="1691" name="Google Shape;1691;g2ede5f11fff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2" name="Google Shape;1692;g2ede5f11fff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REACT JS et Tailwind CSS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2a8dbbde93b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4" name="Google Shape;1704;g2a8dbbde93b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5" name="Shape 1715"/>
        <p:cNvGrpSpPr/>
        <p:nvPr/>
      </p:nvGrpSpPr>
      <p:grpSpPr>
        <a:xfrm>
          <a:off x="0" y="0"/>
          <a:ext cx="0" cy="0"/>
          <a:chOff x="0" y="0"/>
          <a:chExt cx="0" cy="0"/>
        </a:xfrm>
      </p:grpSpPr>
      <p:sp>
        <p:nvSpPr>
          <p:cNvPr id="1716" name="Google Shape;1716;g2ede5f11fff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7" name="Google Shape;1717;g2ede5f11fff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2ede5f11fff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2ede5f11fff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Chaque composant a été soigneusement conçu pour offrir une expérience utilisateur cohérente et agréable, quelle que soit la taille de l'écran. Cela garantit non seulement une meilleure accessibilité mais aussi une plus grande satisfaction des utilisateurs.</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5" name="Shape 1735"/>
        <p:cNvGrpSpPr/>
        <p:nvPr/>
      </p:nvGrpSpPr>
      <p:grpSpPr>
        <a:xfrm>
          <a:off x="0" y="0"/>
          <a:ext cx="0" cy="0"/>
          <a:chOff x="0" y="0"/>
          <a:chExt cx="0" cy="0"/>
        </a:xfrm>
      </p:grpSpPr>
      <p:sp>
        <p:nvSpPr>
          <p:cNvPr id="1736" name="Google Shape;1736;g2ee68556d47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7" name="Google Shape;1737;g2ee68556d47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t>Dans notre projet, React Router joue un rôle crucial en gérant la navigation entre les différentes pages de l'application sans recharger la page. Cette bibliothèque nous permet de construire une application web single-page (SPA) avec des transitions fluides et des URL accessibles, améliorant ainsi l'expérience utilisateur et la performance globale</a:t>
            </a:r>
            <a:r>
              <a:rPr lang="en"/>
              <a: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g2ede5f11fff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6" name="Google Shape;1746;g2ede5f11fff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Cet exemple montre comment envoyer une requête POST pour ajouter un nouveau commentaire en utilisant Axios. L'authentification est gérée via un token JWT inclus dans les headers, démontrant la gestion sécurisée des sessions utilisateurs.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2ede5f11ff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2ede5f11ff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Cet exemple illustre l'utilisation d'une requête PUT pour marquer une notification comme lue. L'authentification via token montre également comment Axios permet de sécuriser et personnaliser les interactions avec l'API selon l'utilisateur connecté.</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g2ede5f11fff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5" name="Google Shape;1765;g2ede5f11fff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Formik fonctionne en 3 étapes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2ede5f11fff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2ede5f11fff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2ede5f11ff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4" name="Google Shape;1784;g2ede5f11ff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Ces caractéristiques font de Formik un choix robuste pour la gestion des formulaires dans les applications React, simplifiant la validation, la gestion des erreurs et les interactions avec les serveurs back-end.</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1" name="Shape 1791"/>
        <p:cNvGrpSpPr/>
        <p:nvPr/>
      </p:nvGrpSpPr>
      <p:grpSpPr>
        <a:xfrm>
          <a:off x="0" y="0"/>
          <a:ext cx="0" cy="0"/>
          <a:chOff x="0" y="0"/>
          <a:chExt cx="0" cy="0"/>
        </a:xfrm>
      </p:grpSpPr>
      <p:sp>
        <p:nvSpPr>
          <p:cNvPr id="1792" name="Google Shape;1792;g2ee68556d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3" name="Google Shape;1793;g2ee68556d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88038"/>
                </a:solidFill>
                <a:latin typeface="Roboto Mono"/>
                <a:ea typeface="Roboto Mono"/>
                <a:cs typeface="Roboto Mono"/>
                <a:sym typeface="Roboto Mono"/>
              </a:rPr>
              <a:t>useRef</a:t>
            </a:r>
            <a:r>
              <a:rPr lang="en">
                <a:solidFill>
                  <a:schemeClr val="dk1"/>
                </a:solidFill>
              </a:rPr>
              <a:t> dans React est utilisé pour maintenir une référence directe à l'élément DOM de la modal. Cela permet de détecter les clics en dehors de la modal pour la fermer automatiquement, améliorant ainsi l'interaction utilisateur en rendant la fermeture de la modal intuitive.</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g2ede5f11fff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1" name="Google Shape;1801;g2ede5f11fff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3" name="Shape 1813"/>
        <p:cNvGrpSpPr/>
        <p:nvPr/>
      </p:nvGrpSpPr>
      <p:grpSpPr>
        <a:xfrm>
          <a:off x="0" y="0"/>
          <a:ext cx="0" cy="0"/>
          <a:chOff x="0" y="0"/>
          <a:chExt cx="0" cy="0"/>
        </a:xfrm>
      </p:grpSpPr>
      <p:sp>
        <p:nvSpPr>
          <p:cNvPr id="1814" name="Google Shape;1814;g2ede5f11fff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5" name="Google Shape;1815;g2ede5f11fff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 code charge les trois derniers commentaires de la citation et met à jour l'état local avec ces commentaires.</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2ede5f11ff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4" name="Google Shape;1824;g2ede5f11ff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Ces exemples montrent comment on utilise </a:t>
            </a:r>
            <a:r>
              <a:rPr lang="en">
                <a:solidFill>
                  <a:srgbClr val="188038"/>
                </a:solidFill>
                <a:latin typeface="Roboto Mono"/>
                <a:ea typeface="Roboto Mono"/>
                <a:cs typeface="Roboto Mono"/>
                <a:sym typeface="Roboto Mono"/>
              </a:rPr>
              <a:t>useState</a:t>
            </a:r>
            <a:r>
              <a:rPr lang="en">
                <a:solidFill>
                  <a:schemeClr val="dk1"/>
                </a:solidFill>
              </a:rPr>
              <a:t> et </a:t>
            </a:r>
            <a:r>
              <a:rPr lang="en">
                <a:solidFill>
                  <a:srgbClr val="188038"/>
                </a:solidFill>
                <a:latin typeface="Roboto Mono"/>
                <a:ea typeface="Roboto Mono"/>
                <a:cs typeface="Roboto Mono"/>
                <a:sym typeface="Roboto Mono"/>
              </a:rPr>
              <a:t>useEffect</a:t>
            </a:r>
            <a:r>
              <a:rPr lang="en">
                <a:solidFill>
                  <a:schemeClr val="dk1"/>
                </a:solidFill>
              </a:rPr>
              <a:t> pour gérer les états et les effets secondaires dans vos composants React, et comment l'affichage conditionnel aide à contrôler les éléments de l'interface utilisateur qui doivent être visibles en fonction des conditions spécifiques.</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2ee68556d4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4" name="Google Shape;1834;g2ee68556d4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Poppins"/>
                <a:ea typeface="Poppins"/>
                <a:cs typeface="Poppins"/>
                <a:sym typeface="Poppins"/>
              </a:rPr>
              <a:t>Pour la barre de navigation, nous avons choisi une combinaison de couleurs avec un rapport de contraste de 7.84:1, assurant une excellente visibilité et conformité aux normes WCAG AA et AAA pour tout type de texte. Cette combinaison offre une lisibilité optimale pour tous les utilisateurs, y compris ceux ayant des déficiences visuelles.</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2ee68556d4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4" name="Google Shape;1844;g2ee68556d4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Poppins"/>
                <a:ea typeface="Poppins"/>
                <a:cs typeface="Poppins"/>
                <a:sym typeface="Poppins"/>
              </a:rPr>
              <a:t>Bien que cette configuration ne passe pas les critères WCAG pour le texte normal elle reste conforme pour les textes de grande taille et les composants graphiques, ce qui en fait un choix adapté pour les titres et les éléments décoratifs où la lisibilité est moins cruciale mais où l'esthétique est importante.</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g2ee68556d4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3" name="Google Shape;1853;g2ee68556d4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2ee68556d47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2ee68556d47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L'analyse Lighthouse montre de bons scores pour notre application, mais le SEO est légèrement en retrait en raison de l'utilisation de React, une SPA qui limite le référencement naturel. Pour améliorer le SEO, nous pourrions envisager le Server Side Rendering (SSR) ou utiliser Next.js, qui pré-rend le contenu côté serveur, augmentant ainsi sa visibilité pour les moteurs de recherche.</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7" name="Shape 1867"/>
        <p:cNvGrpSpPr/>
        <p:nvPr/>
      </p:nvGrpSpPr>
      <p:grpSpPr>
        <a:xfrm>
          <a:off x="0" y="0"/>
          <a:ext cx="0" cy="0"/>
          <a:chOff x="0" y="0"/>
          <a:chExt cx="0" cy="0"/>
        </a:xfrm>
      </p:grpSpPr>
      <p:sp>
        <p:nvSpPr>
          <p:cNvPr id="1868" name="Google Shape;1868;g2ee68556d47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9" name="Google Shape;1869;g2ee68556d47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9" name="Shape 1879"/>
        <p:cNvGrpSpPr/>
        <p:nvPr/>
      </p:nvGrpSpPr>
      <p:grpSpPr>
        <a:xfrm>
          <a:off x="0" y="0"/>
          <a:ext cx="0" cy="0"/>
          <a:chOff x="0" y="0"/>
          <a:chExt cx="0" cy="0"/>
        </a:xfrm>
      </p:grpSpPr>
      <p:sp>
        <p:nvSpPr>
          <p:cNvPr id="1880" name="Google Shape;1880;g2ee68556d47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1" name="Google Shape;1881;g2ee68556d47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 tests unitaires évaluent chaque composant ou module de votre application indépendamment pour vérifier qu'il fonctionne correctement.</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2ee68556d4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0" name="Google Shape;1890;g2ee68556d4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7" name="Shape 1897"/>
        <p:cNvGrpSpPr/>
        <p:nvPr/>
      </p:nvGrpSpPr>
      <p:grpSpPr>
        <a:xfrm>
          <a:off x="0" y="0"/>
          <a:ext cx="0" cy="0"/>
          <a:chOff x="0" y="0"/>
          <a:chExt cx="0" cy="0"/>
        </a:xfrm>
      </p:grpSpPr>
      <p:sp>
        <p:nvSpPr>
          <p:cNvPr id="1898" name="Google Shape;1898;g2ee68556d47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9" name="Google Shape;1899;g2ee68556d47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9" name="Shape 1909"/>
        <p:cNvGrpSpPr/>
        <p:nvPr/>
      </p:nvGrpSpPr>
      <p:grpSpPr>
        <a:xfrm>
          <a:off x="0" y="0"/>
          <a:ext cx="0" cy="0"/>
          <a:chOff x="0" y="0"/>
          <a:chExt cx="0" cy="0"/>
        </a:xfrm>
      </p:grpSpPr>
      <p:sp>
        <p:nvSpPr>
          <p:cNvPr id="1910" name="Google Shape;1910;g2ee68556d47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1" name="Google Shape;1911;g2ee68556d47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Parler de </a:t>
            </a:r>
            <a:r>
              <a:rPr lang="en">
                <a:solidFill>
                  <a:schemeClr val="dk1"/>
                </a:solidFill>
              </a:rPr>
              <a:t>Tests de navigation post-déploiement ensuite le déploiement sur Render a permis Intégration fluide et déploiement continu sur Render, offrant une expérience utilisateur stable et réactive.</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2ee68556d47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2ee68556d47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2ee68556d47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1" name="Google Shape;1931;g2ee68556d47_1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g2ee68556d47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9" name="Google Shape;1939;g2ee68556d47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2a8dbbde93b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2a8dbbde93b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1" name="Google Shape;11;p2"/>
          <p:cNvSpPr txBox="1"/>
          <p:nvPr>
            <p:ph type="ctrTitle"/>
          </p:nvPr>
        </p:nvSpPr>
        <p:spPr>
          <a:xfrm>
            <a:off x="1510738" y="1412063"/>
            <a:ext cx="6122700" cy="1788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Clr>
                <a:srgbClr val="191919"/>
              </a:buClr>
              <a:buSzPts val="5200"/>
              <a:buNone/>
              <a:defRPr sz="4800">
                <a:latin typeface="Aref Ruqaa"/>
                <a:ea typeface="Aref Ruqaa"/>
                <a:cs typeface="Aref Ruqaa"/>
                <a:sym typeface="Aref Ruqaa"/>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2" name="Google Shape;12;p2"/>
          <p:cNvSpPr txBox="1"/>
          <p:nvPr>
            <p:ph idx="1" type="subTitle"/>
          </p:nvPr>
        </p:nvSpPr>
        <p:spPr>
          <a:xfrm>
            <a:off x="2272475" y="3355900"/>
            <a:ext cx="4759200" cy="464400"/>
          </a:xfrm>
          <a:prstGeom prst="rect">
            <a:avLst/>
          </a:prstGeom>
          <a:solidFill>
            <a:schemeClr val="dk2"/>
          </a:solidFill>
          <a:effectLst>
            <a:outerShdw blurRad="57150" rotWithShape="0" algn="bl" dir="5400000" dist="19050">
              <a:srgbClr val="000000">
                <a:alpha val="37000"/>
              </a:srgbClr>
            </a:outerShdw>
          </a:effectLst>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solidFill>
                  <a:schemeClr val="dk1"/>
                </a:solidFill>
                <a:latin typeface="Poppins"/>
                <a:ea typeface="Poppins"/>
                <a:cs typeface="Poppins"/>
                <a:sym typeface="Poppi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3" name="Google Shape;13;p2"/>
          <p:cNvGrpSpPr/>
          <p:nvPr/>
        </p:nvGrpSpPr>
        <p:grpSpPr>
          <a:xfrm>
            <a:off x="-1662108" y="-2553387"/>
            <a:ext cx="10977560" cy="8327671"/>
            <a:chOff x="-1662108" y="-2553387"/>
            <a:chExt cx="10977560" cy="8327671"/>
          </a:xfrm>
        </p:grpSpPr>
        <p:grpSp>
          <p:nvGrpSpPr>
            <p:cNvPr id="14" name="Google Shape;14;p2"/>
            <p:cNvGrpSpPr/>
            <p:nvPr/>
          </p:nvGrpSpPr>
          <p:grpSpPr>
            <a:xfrm>
              <a:off x="231778" y="4786839"/>
              <a:ext cx="3313113" cy="987425"/>
              <a:chOff x="-473072" y="4603989"/>
              <a:chExt cx="3313113" cy="987425"/>
            </a:xfrm>
          </p:grpSpPr>
          <p:sp>
            <p:nvSpPr>
              <p:cNvPr id="15" name="Google Shape;15;p2"/>
              <p:cNvSpPr/>
              <p:nvPr/>
            </p:nvSpPr>
            <p:spPr>
              <a:xfrm>
                <a:off x="-473072" y="4603989"/>
                <a:ext cx="3313113" cy="987425"/>
              </a:xfrm>
              <a:custGeom>
                <a:rect b="b" l="l" r="r" t="t"/>
                <a:pathLst>
                  <a:path extrusionOk="0" h="262" w="878">
                    <a:moveTo>
                      <a:pt x="871" y="170"/>
                    </a:moveTo>
                    <a:cubicBezTo>
                      <a:pt x="872" y="167"/>
                      <a:pt x="877" y="163"/>
                      <a:pt x="877" y="159"/>
                    </a:cubicBezTo>
                    <a:cubicBezTo>
                      <a:pt x="877" y="156"/>
                      <a:pt x="876" y="152"/>
                      <a:pt x="875" y="149"/>
                    </a:cubicBezTo>
                    <a:cubicBezTo>
                      <a:pt x="875" y="146"/>
                      <a:pt x="873" y="143"/>
                      <a:pt x="872" y="139"/>
                    </a:cubicBezTo>
                    <a:cubicBezTo>
                      <a:pt x="871" y="136"/>
                      <a:pt x="872" y="132"/>
                      <a:pt x="872" y="129"/>
                    </a:cubicBezTo>
                    <a:cubicBezTo>
                      <a:pt x="872" y="124"/>
                      <a:pt x="872" y="118"/>
                      <a:pt x="873" y="113"/>
                    </a:cubicBezTo>
                    <a:cubicBezTo>
                      <a:pt x="874" y="107"/>
                      <a:pt x="878" y="103"/>
                      <a:pt x="875" y="97"/>
                    </a:cubicBezTo>
                    <a:cubicBezTo>
                      <a:pt x="874" y="95"/>
                      <a:pt x="873" y="94"/>
                      <a:pt x="872" y="92"/>
                    </a:cubicBezTo>
                    <a:cubicBezTo>
                      <a:pt x="872" y="90"/>
                      <a:pt x="872" y="88"/>
                      <a:pt x="872" y="86"/>
                    </a:cubicBezTo>
                    <a:cubicBezTo>
                      <a:pt x="871" y="84"/>
                      <a:pt x="869" y="84"/>
                      <a:pt x="868" y="82"/>
                    </a:cubicBezTo>
                    <a:cubicBezTo>
                      <a:pt x="865" y="77"/>
                      <a:pt x="867" y="72"/>
                      <a:pt x="869" y="69"/>
                    </a:cubicBezTo>
                    <a:cubicBezTo>
                      <a:pt x="870" y="66"/>
                      <a:pt x="871" y="63"/>
                      <a:pt x="870" y="60"/>
                    </a:cubicBezTo>
                    <a:cubicBezTo>
                      <a:pt x="868" y="58"/>
                      <a:pt x="865" y="58"/>
                      <a:pt x="864" y="56"/>
                    </a:cubicBezTo>
                    <a:cubicBezTo>
                      <a:pt x="862" y="53"/>
                      <a:pt x="862" y="50"/>
                      <a:pt x="860" y="47"/>
                    </a:cubicBezTo>
                    <a:cubicBezTo>
                      <a:pt x="858" y="46"/>
                      <a:pt x="856" y="45"/>
                      <a:pt x="854" y="44"/>
                    </a:cubicBezTo>
                    <a:cubicBezTo>
                      <a:pt x="849" y="41"/>
                      <a:pt x="844" y="40"/>
                      <a:pt x="840" y="34"/>
                    </a:cubicBezTo>
                    <a:cubicBezTo>
                      <a:pt x="836" y="28"/>
                      <a:pt x="835" y="25"/>
                      <a:pt x="828" y="22"/>
                    </a:cubicBezTo>
                    <a:cubicBezTo>
                      <a:pt x="824" y="20"/>
                      <a:pt x="820" y="19"/>
                      <a:pt x="815" y="20"/>
                    </a:cubicBezTo>
                    <a:cubicBezTo>
                      <a:pt x="811" y="20"/>
                      <a:pt x="805" y="19"/>
                      <a:pt x="801" y="19"/>
                    </a:cubicBezTo>
                    <a:cubicBezTo>
                      <a:pt x="796" y="20"/>
                      <a:pt x="791" y="22"/>
                      <a:pt x="786" y="21"/>
                    </a:cubicBezTo>
                    <a:cubicBezTo>
                      <a:pt x="780" y="20"/>
                      <a:pt x="773" y="18"/>
                      <a:pt x="767" y="16"/>
                    </a:cubicBezTo>
                    <a:cubicBezTo>
                      <a:pt x="765" y="15"/>
                      <a:pt x="762" y="12"/>
                      <a:pt x="760" y="12"/>
                    </a:cubicBezTo>
                    <a:cubicBezTo>
                      <a:pt x="756" y="12"/>
                      <a:pt x="757" y="17"/>
                      <a:pt x="755" y="19"/>
                    </a:cubicBezTo>
                    <a:cubicBezTo>
                      <a:pt x="753" y="20"/>
                      <a:pt x="751" y="17"/>
                      <a:pt x="748" y="17"/>
                    </a:cubicBezTo>
                    <a:cubicBezTo>
                      <a:pt x="747" y="18"/>
                      <a:pt x="746" y="19"/>
                      <a:pt x="745" y="19"/>
                    </a:cubicBezTo>
                    <a:cubicBezTo>
                      <a:pt x="742" y="20"/>
                      <a:pt x="738" y="20"/>
                      <a:pt x="735" y="20"/>
                    </a:cubicBezTo>
                    <a:cubicBezTo>
                      <a:pt x="730" y="20"/>
                      <a:pt x="724" y="16"/>
                      <a:pt x="719" y="19"/>
                    </a:cubicBezTo>
                    <a:cubicBezTo>
                      <a:pt x="713" y="22"/>
                      <a:pt x="709" y="20"/>
                      <a:pt x="704" y="21"/>
                    </a:cubicBezTo>
                    <a:cubicBezTo>
                      <a:pt x="700" y="22"/>
                      <a:pt x="697" y="24"/>
                      <a:pt x="694" y="25"/>
                    </a:cubicBezTo>
                    <a:cubicBezTo>
                      <a:pt x="691" y="26"/>
                      <a:pt x="687" y="29"/>
                      <a:pt x="685" y="29"/>
                    </a:cubicBezTo>
                    <a:cubicBezTo>
                      <a:pt x="682" y="29"/>
                      <a:pt x="678" y="25"/>
                      <a:pt x="675" y="23"/>
                    </a:cubicBezTo>
                    <a:cubicBezTo>
                      <a:pt x="671" y="20"/>
                      <a:pt x="666" y="16"/>
                      <a:pt x="661" y="14"/>
                    </a:cubicBezTo>
                    <a:cubicBezTo>
                      <a:pt x="657" y="13"/>
                      <a:pt x="651" y="12"/>
                      <a:pt x="647" y="11"/>
                    </a:cubicBezTo>
                    <a:cubicBezTo>
                      <a:pt x="641" y="10"/>
                      <a:pt x="637" y="13"/>
                      <a:pt x="631" y="12"/>
                    </a:cubicBezTo>
                    <a:cubicBezTo>
                      <a:pt x="626" y="11"/>
                      <a:pt x="620" y="9"/>
                      <a:pt x="614" y="10"/>
                    </a:cubicBezTo>
                    <a:cubicBezTo>
                      <a:pt x="609" y="11"/>
                      <a:pt x="604" y="12"/>
                      <a:pt x="599" y="12"/>
                    </a:cubicBezTo>
                    <a:cubicBezTo>
                      <a:pt x="592" y="12"/>
                      <a:pt x="585" y="13"/>
                      <a:pt x="578" y="9"/>
                    </a:cubicBezTo>
                    <a:cubicBezTo>
                      <a:pt x="575" y="7"/>
                      <a:pt x="573" y="3"/>
                      <a:pt x="570" y="7"/>
                    </a:cubicBezTo>
                    <a:cubicBezTo>
                      <a:pt x="569" y="8"/>
                      <a:pt x="569" y="11"/>
                      <a:pt x="568" y="12"/>
                    </a:cubicBezTo>
                    <a:cubicBezTo>
                      <a:pt x="567" y="12"/>
                      <a:pt x="565" y="12"/>
                      <a:pt x="565" y="12"/>
                    </a:cubicBezTo>
                    <a:cubicBezTo>
                      <a:pt x="563" y="14"/>
                      <a:pt x="562" y="15"/>
                      <a:pt x="559" y="16"/>
                    </a:cubicBezTo>
                    <a:cubicBezTo>
                      <a:pt x="557" y="16"/>
                      <a:pt x="555" y="15"/>
                      <a:pt x="553" y="16"/>
                    </a:cubicBezTo>
                    <a:cubicBezTo>
                      <a:pt x="551" y="16"/>
                      <a:pt x="550" y="17"/>
                      <a:pt x="549" y="19"/>
                    </a:cubicBezTo>
                    <a:cubicBezTo>
                      <a:pt x="548" y="20"/>
                      <a:pt x="546" y="21"/>
                      <a:pt x="545" y="21"/>
                    </a:cubicBezTo>
                    <a:cubicBezTo>
                      <a:pt x="544" y="21"/>
                      <a:pt x="544" y="20"/>
                      <a:pt x="543" y="20"/>
                    </a:cubicBezTo>
                    <a:cubicBezTo>
                      <a:pt x="541" y="20"/>
                      <a:pt x="539" y="21"/>
                      <a:pt x="536" y="21"/>
                    </a:cubicBezTo>
                    <a:cubicBezTo>
                      <a:pt x="532" y="22"/>
                      <a:pt x="528" y="21"/>
                      <a:pt x="525" y="20"/>
                    </a:cubicBezTo>
                    <a:cubicBezTo>
                      <a:pt x="520" y="20"/>
                      <a:pt x="518" y="20"/>
                      <a:pt x="514" y="23"/>
                    </a:cubicBezTo>
                    <a:cubicBezTo>
                      <a:pt x="511" y="25"/>
                      <a:pt x="510" y="26"/>
                      <a:pt x="506" y="23"/>
                    </a:cubicBezTo>
                    <a:cubicBezTo>
                      <a:pt x="504" y="22"/>
                      <a:pt x="502" y="19"/>
                      <a:pt x="500" y="18"/>
                    </a:cubicBezTo>
                    <a:cubicBezTo>
                      <a:pt x="498" y="17"/>
                      <a:pt x="495" y="18"/>
                      <a:pt x="493" y="18"/>
                    </a:cubicBezTo>
                    <a:cubicBezTo>
                      <a:pt x="489" y="18"/>
                      <a:pt x="484" y="16"/>
                      <a:pt x="480" y="16"/>
                    </a:cubicBezTo>
                    <a:cubicBezTo>
                      <a:pt x="476" y="15"/>
                      <a:pt x="472" y="13"/>
                      <a:pt x="468" y="14"/>
                    </a:cubicBezTo>
                    <a:cubicBezTo>
                      <a:pt x="462" y="15"/>
                      <a:pt x="455" y="18"/>
                      <a:pt x="449" y="19"/>
                    </a:cubicBezTo>
                    <a:cubicBezTo>
                      <a:pt x="445" y="20"/>
                      <a:pt x="442" y="18"/>
                      <a:pt x="438" y="18"/>
                    </a:cubicBezTo>
                    <a:cubicBezTo>
                      <a:pt x="432" y="18"/>
                      <a:pt x="432" y="17"/>
                      <a:pt x="428" y="11"/>
                    </a:cubicBezTo>
                    <a:cubicBezTo>
                      <a:pt x="424" y="7"/>
                      <a:pt x="420" y="3"/>
                      <a:pt x="414" y="5"/>
                    </a:cubicBezTo>
                    <a:cubicBezTo>
                      <a:pt x="410" y="6"/>
                      <a:pt x="409" y="7"/>
                      <a:pt x="405" y="6"/>
                    </a:cubicBezTo>
                    <a:cubicBezTo>
                      <a:pt x="403" y="5"/>
                      <a:pt x="401" y="5"/>
                      <a:pt x="399" y="5"/>
                    </a:cubicBezTo>
                    <a:cubicBezTo>
                      <a:pt x="393" y="5"/>
                      <a:pt x="391" y="8"/>
                      <a:pt x="386" y="8"/>
                    </a:cubicBezTo>
                    <a:cubicBezTo>
                      <a:pt x="374" y="8"/>
                      <a:pt x="364" y="10"/>
                      <a:pt x="353" y="10"/>
                    </a:cubicBezTo>
                    <a:cubicBezTo>
                      <a:pt x="348" y="10"/>
                      <a:pt x="340" y="9"/>
                      <a:pt x="336" y="12"/>
                    </a:cubicBezTo>
                    <a:cubicBezTo>
                      <a:pt x="332" y="15"/>
                      <a:pt x="332" y="16"/>
                      <a:pt x="328" y="16"/>
                    </a:cubicBezTo>
                    <a:cubicBezTo>
                      <a:pt x="324" y="16"/>
                      <a:pt x="320" y="16"/>
                      <a:pt x="317" y="16"/>
                    </a:cubicBezTo>
                    <a:cubicBezTo>
                      <a:pt x="314" y="16"/>
                      <a:pt x="312" y="14"/>
                      <a:pt x="310" y="14"/>
                    </a:cubicBezTo>
                    <a:cubicBezTo>
                      <a:pt x="307" y="13"/>
                      <a:pt x="303" y="14"/>
                      <a:pt x="300" y="14"/>
                    </a:cubicBezTo>
                    <a:cubicBezTo>
                      <a:pt x="281" y="14"/>
                      <a:pt x="281" y="14"/>
                      <a:pt x="281" y="14"/>
                    </a:cubicBezTo>
                    <a:cubicBezTo>
                      <a:pt x="277" y="14"/>
                      <a:pt x="272" y="15"/>
                      <a:pt x="269" y="14"/>
                    </a:cubicBezTo>
                    <a:cubicBezTo>
                      <a:pt x="264" y="12"/>
                      <a:pt x="262" y="7"/>
                      <a:pt x="258" y="5"/>
                    </a:cubicBezTo>
                    <a:cubicBezTo>
                      <a:pt x="253" y="2"/>
                      <a:pt x="247" y="6"/>
                      <a:pt x="242" y="8"/>
                    </a:cubicBezTo>
                    <a:cubicBezTo>
                      <a:pt x="240" y="9"/>
                      <a:pt x="237" y="11"/>
                      <a:pt x="234" y="10"/>
                    </a:cubicBezTo>
                    <a:cubicBezTo>
                      <a:pt x="230" y="10"/>
                      <a:pt x="229" y="4"/>
                      <a:pt x="226" y="3"/>
                    </a:cubicBezTo>
                    <a:cubicBezTo>
                      <a:pt x="224" y="2"/>
                      <a:pt x="222" y="3"/>
                      <a:pt x="220" y="3"/>
                    </a:cubicBezTo>
                    <a:cubicBezTo>
                      <a:pt x="216" y="2"/>
                      <a:pt x="216" y="0"/>
                      <a:pt x="213" y="4"/>
                    </a:cubicBezTo>
                    <a:cubicBezTo>
                      <a:pt x="209" y="8"/>
                      <a:pt x="209" y="8"/>
                      <a:pt x="203" y="8"/>
                    </a:cubicBezTo>
                    <a:cubicBezTo>
                      <a:pt x="201" y="8"/>
                      <a:pt x="197" y="9"/>
                      <a:pt x="195" y="8"/>
                    </a:cubicBezTo>
                    <a:cubicBezTo>
                      <a:pt x="192" y="8"/>
                      <a:pt x="190" y="6"/>
                      <a:pt x="187" y="7"/>
                    </a:cubicBezTo>
                    <a:cubicBezTo>
                      <a:pt x="185" y="7"/>
                      <a:pt x="182" y="8"/>
                      <a:pt x="179" y="8"/>
                    </a:cubicBezTo>
                    <a:cubicBezTo>
                      <a:pt x="175" y="9"/>
                      <a:pt x="172" y="11"/>
                      <a:pt x="168" y="10"/>
                    </a:cubicBezTo>
                    <a:cubicBezTo>
                      <a:pt x="165" y="10"/>
                      <a:pt x="162" y="9"/>
                      <a:pt x="159" y="9"/>
                    </a:cubicBezTo>
                    <a:cubicBezTo>
                      <a:pt x="156" y="8"/>
                      <a:pt x="154" y="9"/>
                      <a:pt x="151" y="7"/>
                    </a:cubicBezTo>
                    <a:cubicBezTo>
                      <a:pt x="148" y="6"/>
                      <a:pt x="148" y="4"/>
                      <a:pt x="145" y="5"/>
                    </a:cubicBezTo>
                    <a:cubicBezTo>
                      <a:pt x="142" y="7"/>
                      <a:pt x="143" y="8"/>
                      <a:pt x="140" y="8"/>
                    </a:cubicBezTo>
                    <a:cubicBezTo>
                      <a:pt x="139" y="9"/>
                      <a:pt x="138" y="8"/>
                      <a:pt x="137" y="8"/>
                    </a:cubicBezTo>
                    <a:cubicBezTo>
                      <a:pt x="135" y="8"/>
                      <a:pt x="133" y="8"/>
                      <a:pt x="130" y="8"/>
                    </a:cubicBezTo>
                    <a:cubicBezTo>
                      <a:pt x="127" y="8"/>
                      <a:pt x="127" y="9"/>
                      <a:pt x="125" y="10"/>
                    </a:cubicBezTo>
                    <a:cubicBezTo>
                      <a:pt x="123" y="11"/>
                      <a:pt x="124" y="12"/>
                      <a:pt x="123" y="12"/>
                    </a:cubicBezTo>
                    <a:cubicBezTo>
                      <a:pt x="122" y="13"/>
                      <a:pt x="119" y="12"/>
                      <a:pt x="118" y="12"/>
                    </a:cubicBezTo>
                    <a:cubicBezTo>
                      <a:pt x="114" y="12"/>
                      <a:pt x="111" y="14"/>
                      <a:pt x="107" y="14"/>
                    </a:cubicBezTo>
                    <a:cubicBezTo>
                      <a:pt x="105" y="14"/>
                      <a:pt x="102" y="14"/>
                      <a:pt x="99" y="14"/>
                    </a:cubicBezTo>
                    <a:cubicBezTo>
                      <a:pt x="93" y="15"/>
                      <a:pt x="90" y="17"/>
                      <a:pt x="83" y="14"/>
                    </a:cubicBezTo>
                    <a:cubicBezTo>
                      <a:pt x="72" y="9"/>
                      <a:pt x="61" y="11"/>
                      <a:pt x="49" y="10"/>
                    </a:cubicBezTo>
                    <a:cubicBezTo>
                      <a:pt x="42" y="10"/>
                      <a:pt x="40" y="17"/>
                      <a:pt x="36" y="23"/>
                    </a:cubicBezTo>
                    <a:cubicBezTo>
                      <a:pt x="32" y="22"/>
                      <a:pt x="30" y="15"/>
                      <a:pt x="25" y="14"/>
                    </a:cubicBezTo>
                    <a:cubicBezTo>
                      <a:pt x="20" y="13"/>
                      <a:pt x="16" y="14"/>
                      <a:pt x="12" y="15"/>
                    </a:cubicBezTo>
                    <a:cubicBezTo>
                      <a:pt x="7" y="17"/>
                      <a:pt x="4" y="13"/>
                      <a:pt x="0" y="11"/>
                    </a:cubicBezTo>
                    <a:cubicBezTo>
                      <a:pt x="0" y="261"/>
                      <a:pt x="0" y="261"/>
                      <a:pt x="0" y="261"/>
                    </a:cubicBezTo>
                    <a:cubicBezTo>
                      <a:pt x="4" y="261"/>
                      <a:pt x="8" y="261"/>
                      <a:pt x="11" y="259"/>
                    </a:cubicBezTo>
                    <a:cubicBezTo>
                      <a:pt x="17" y="256"/>
                      <a:pt x="22" y="253"/>
                      <a:pt x="28" y="253"/>
                    </a:cubicBezTo>
                    <a:cubicBezTo>
                      <a:pt x="34" y="254"/>
                      <a:pt x="41" y="253"/>
                      <a:pt x="47" y="253"/>
                    </a:cubicBezTo>
                    <a:cubicBezTo>
                      <a:pt x="48" y="253"/>
                      <a:pt x="50" y="253"/>
                      <a:pt x="52" y="254"/>
                    </a:cubicBezTo>
                    <a:cubicBezTo>
                      <a:pt x="54" y="254"/>
                      <a:pt x="56" y="257"/>
                      <a:pt x="58" y="258"/>
                    </a:cubicBezTo>
                    <a:cubicBezTo>
                      <a:pt x="61" y="258"/>
                      <a:pt x="61" y="255"/>
                      <a:pt x="64" y="254"/>
                    </a:cubicBezTo>
                    <a:cubicBezTo>
                      <a:pt x="66" y="253"/>
                      <a:pt x="69" y="253"/>
                      <a:pt x="70" y="253"/>
                    </a:cubicBezTo>
                    <a:cubicBezTo>
                      <a:pt x="74" y="252"/>
                      <a:pt x="76" y="253"/>
                      <a:pt x="80" y="253"/>
                    </a:cubicBezTo>
                    <a:cubicBezTo>
                      <a:pt x="84" y="254"/>
                      <a:pt x="88" y="250"/>
                      <a:pt x="92" y="249"/>
                    </a:cubicBezTo>
                    <a:cubicBezTo>
                      <a:pt x="99" y="248"/>
                      <a:pt x="102" y="255"/>
                      <a:pt x="108" y="256"/>
                    </a:cubicBezTo>
                    <a:cubicBezTo>
                      <a:pt x="113" y="256"/>
                      <a:pt x="117" y="255"/>
                      <a:pt x="122" y="255"/>
                    </a:cubicBezTo>
                    <a:cubicBezTo>
                      <a:pt x="126" y="255"/>
                      <a:pt x="130" y="256"/>
                      <a:pt x="134" y="255"/>
                    </a:cubicBezTo>
                    <a:cubicBezTo>
                      <a:pt x="136" y="255"/>
                      <a:pt x="138" y="254"/>
                      <a:pt x="140" y="253"/>
                    </a:cubicBezTo>
                    <a:cubicBezTo>
                      <a:pt x="144" y="253"/>
                      <a:pt x="149" y="255"/>
                      <a:pt x="154" y="254"/>
                    </a:cubicBezTo>
                    <a:cubicBezTo>
                      <a:pt x="158" y="253"/>
                      <a:pt x="162" y="250"/>
                      <a:pt x="167" y="252"/>
                    </a:cubicBezTo>
                    <a:cubicBezTo>
                      <a:pt x="170" y="253"/>
                      <a:pt x="173" y="255"/>
                      <a:pt x="176" y="256"/>
                    </a:cubicBezTo>
                    <a:cubicBezTo>
                      <a:pt x="178" y="257"/>
                      <a:pt x="180" y="257"/>
                      <a:pt x="182" y="257"/>
                    </a:cubicBezTo>
                    <a:cubicBezTo>
                      <a:pt x="191" y="257"/>
                      <a:pt x="199" y="262"/>
                      <a:pt x="207" y="261"/>
                    </a:cubicBezTo>
                    <a:cubicBezTo>
                      <a:pt x="217" y="259"/>
                      <a:pt x="224" y="255"/>
                      <a:pt x="234" y="255"/>
                    </a:cubicBezTo>
                    <a:cubicBezTo>
                      <a:pt x="237" y="255"/>
                      <a:pt x="241" y="258"/>
                      <a:pt x="244" y="257"/>
                    </a:cubicBezTo>
                    <a:cubicBezTo>
                      <a:pt x="246" y="257"/>
                      <a:pt x="248" y="254"/>
                      <a:pt x="250" y="254"/>
                    </a:cubicBezTo>
                    <a:cubicBezTo>
                      <a:pt x="252" y="253"/>
                      <a:pt x="254" y="251"/>
                      <a:pt x="257" y="251"/>
                    </a:cubicBezTo>
                    <a:cubicBezTo>
                      <a:pt x="261" y="249"/>
                      <a:pt x="263" y="251"/>
                      <a:pt x="267" y="252"/>
                    </a:cubicBezTo>
                    <a:cubicBezTo>
                      <a:pt x="270" y="252"/>
                      <a:pt x="274" y="251"/>
                      <a:pt x="277" y="252"/>
                    </a:cubicBezTo>
                    <a:cubicBezTo>
                      <a:pt x="280" y="253"/>
                      <a:pt x="282" y="254"/>
                      <a:pt x="286" y="254"/>
                    </a:cubicBezTo>
                    <a:cubicBezTo>
                      <a:pt x="294" y="253"/>
                      <a:pt x="302" y="249"/>
                      <a:pt x="310" y="246"/>
                    </a:cubicBezTo>
                    <a:cubicBezTo>
                      <a:pt x="317" y="244"/>
                      <a:pt x="325" y="243"/>
                      <a:pt x="331" y="247"/>
                    </a:cubicBezTo>
                    <a:cubicBezTo>
                      <a:pt x="333" y="248"/>
                      <a:pt x="335" y="251"/>
                      <a:pt x="336" y="248"/>
                    </a:cubicBezTo>
                    <a:cubicBezTo>
                      <a:pt x="340" y="249"/>
                      <a:pt x="344" y="252"/>
                      <a:pt x="348" y="253"/>
                    </a:cubicBezTo>
                    <a:cubicBezTo>
                      <a:pt x="353" y="254"/>
                      <a:pt x="353" y="249"/>
                      <a:pt x="357" y="248"/>
                    </a:cubicBezTo>
                    <a:cubicBezTo>
                      <a:pt x="365" y="247"/>
                      <a:pt x="374" y="250"/>
                      <a:pt x="381" y="248"/>
                    </a:cubicBezTo>
                    <a:cubicBezTo>
                      <a:pt x="388" y="246"/>
                      <a:pt x="390" y="240"/>
                      <a:pt x="398" y="244"/>
                    </a:cubicBezTo>
                    <a:cubicBezTo>
                      <a:pt x="402" y="247"/>
                      <a:pt x="407" y="247"/>
                      <a:pt x="412" y="249"/>
                    </a:cubicBezTo>
                    <a:cubicBezTo>
                      <a:pt x="417" y="251"/>
                      <a:pt x="421" y="252"/>
                      <a:pt x="427" y="252"/>
                    </a:cubicBezTo>
                    <a:cubicBezTo>
                      <a:pt x="431" y="252"/>
                      <a:pt x="435" y="252"/>
                      <a:pt x="440" y="252"/>
                    </a:cubicBezTo>
                    <a:cubicBezTo>
                      <a:pt x="444" y="252"/>
                      <a:pt x="447" y="253"/>
                      <a:pt x="451" y="256"/>
                    </a:cubicBezTo>
                    <a:cubicBezTo>
                      <a:pt x="459" y="260"/>
                      <a:pt x="462" y="249"/>
                      <a:pt x="469" y="248"/>
                    </a:cubicBezTo>
                    <a:cubicBezTo>
                      <a:pt x="478" y="246"/>
                      <a:pt x="486" y="249"/>
                      <a:pt x="494" y="250"/>
                    </a:cubicBezTo>
                    <a:cubicBezTo>
                      <a:pt x="499" y="250"/>
                      <a:pt x="503" y="249"/>
                      <a:pt x="508" y="250"/>
                    </a:cubicBezTo>
                    <a:cubicBezTo>
                      <a:pt x="511" y="251"/>
                      <a:pt x="514" y="252"/>
                      <a:pt x="518" y="251"/>
                    </a:cubicBezTo>
                    <a:cubicBezTo>
                      <a:pt x="522" y="251"/>
                      <a:pt x="526" y="248"/>
                      <a:pt x="530" y="248"/>
                    </a:cubicBezTo>
                    <a:cubicBezTo>
                      <a:pt x="545" y="246"/>
                      <a:pt x="558" y="258"/>
                      <a:pt x="573" y="255"/>
                    </a:cubicBezTo>
                    <a:cubicBezTo>
                      <a:pt x="577" y="255"/>
                      <a:pt x="578" y="253"/>
                      <a:pt x="581" y="251"/>
                    </a:cubicBezTo>
                    <a:cubicBezTo>
                      <a:pt x="585" y="249"/>
                      <a:pt x="590" y="250"/>
                      <a:pt x="594" y="250"/>
                    </a:cubicBezTo>
                    <a:cubicBezTo>
                      <a:pt x="600" y="250"/>
                      <a:pt x="606" y="250"/>
                      <a:pt x="613" y="251"/>
                    </a:cubicBezTo>
                    <a:cubicBezTo>
                      <a:pt x="616" y="252"/>
                      <a:pt x="618" y="252"/>
                      <a:pt x="622" y="251"/>
                    </a:cubicBezTo>
                    <a:cubicBezTo>
                      <a:pt x="629" y="248"/>
                      <a:pt x="636" y="245"/>
                      <a:pt x="644" y="244"/>
                    </a:cubicBezTo>
                    <a:cubicBezTo>
                      <a:pt x="656" y="242"/>
                      <a:pt x="667" y="249"/>
                      <a:pt x="679" y="251"/>
                    </a:cubicBezTo>
                    <a:cubicBezTo>
                      <a:pt x="687" y="252"/>
                      <a:pt x="695" y="255"/>
                      <a:pt x="703" y="253"/>
                    </a:cubicBezTo>
                    <a:cubicBezTo>
                      <a:pt x="714" y="251"/>
                      <a:pt x="723" y="255"/>
                      <a:pt x="733" y="257"/>
                    </a:cubicBezTo>
                    <a:cubicBezTo>
                      <a:pt x="738" y="258"/>
                      <a:pt x="738" y="256"/>
                      <a:pt x="743" y="253"/>
                    </a:cubicBezTo>
                    <a:cubicBezTo>
                      <a:pt x="747" y="251"/>
                      <a:pt x="749" y="253"/>
                      <a:pt x="754" y="254"/>
                    </a:cubicBezTo>
                    <a:cubicBezTo>
                      <a:pt x="758" y="254"/>
                      <a:pt x="757" y="254"/>
                      <a:pt x="761" y="255"/>
                    </a:cubicBezTo>
                    <a:cubicBezTo>
                      <a:pt x="763" y="257"/>
                      <a:pt x="764" y="257"/>
                      <a:pt x="767" y="257"/>
                    </a:cubicBezTo>
                    <a:cubicBezTo>
                      <a:pt x="771" y="258"/>
                      <a:pt x="774" y="257"/>
                      <a:pt x="778" y="257"/>
                    </a:cubicBezTo>
                    <a:cubicBezTo>
                      <a:pt x="781" y="257"/>
                      <a:pt x="784" y="257"/>
                      <a:pt x="787" y="257"/>
                    </a:cubicBezTo>
                    <a:cubicBezTo>
                      <a:pt x="791" y="258"/>
                      <a:pt x="794" y="260"/>
                      <a:pt x="798" y="259"/>
                    </a:cubicBezTo>
                    <a:cubicBezTo>
                      <a:pt x="803" y="258"/>
                      <a:pt x="807" y="255"/>
                      <a:pt x="812" y="253"/>
                    </a:cubicBezTo>
                    <a:cubicBezTo>
                      <a:pt x="814" y="253"/>
                      <a:pt x="816" y="251"/>
                      <a:pt x="817" y="250"/>
                    </a:cubicBezTo>
                    <a:cubicBezTo>
                      <a:pt x="821" y="249"/>
                      <a:pt x="826" y="250"/>
                      <a:pt x="830" y="250"/>
                    </a:cubicBezTo>
                    <a:cubicBezTo>
                      <a:pt x="834" y="250"/>
                      <a:pt x="837" y="248"/>
                      <a:pt x="841" y="248"/>
                    </a:cubicBezTo>
                    <a:cubicBezTo>
                      <a:pt x="842" y="243"/>
                      <a:pt x="843" y="237"/>
                      <a:pt x="846" y="235"/>
                    </a:cubicBezTo>
                    <a:cubicBezTo>
                      <a:pt x="848" y="233"/>
                      <a:pt x="851" y="233"/>
                      <a:pt x="853" y="233"/>
                    </a:cubicBezTo>
                    <a:cubicBezTo>
                      <a:pt x="858" y="233"/>
                      <a:pt x="857" y="233"/>
                      <a:pt x="858" y="228"/>
                    </a:cubicBezTo>
                    <a:cubicBezTo>
                      <a:pt x="861" y="223"/>
                      <a:pt x="864" y="219"/>
                      <a:pt x="867" y="214"/>
                    </a:cubicBezTo>
                    <a:cubicBezTo>
                      <a:pt x="869" y="210"/>
                      <a:pt x="872" y="207"/>
                      <a:pt x="872" y="202"/>
                    </a:cubicBezTo>
                    <a:cubicBezTo>
                      <a:pt x="871" y="198"/>
                      <a:pt x="869" y="194"/>
                      <a:pt x="868" y="189"/>
                    </a:cubicBezTo>
                    <a:cubicBezTo>
                      <a:pt x="868" y="183"/>
                      <a:pt x="868" y="176"/>
                      <a:pt x="871" y="170"/>
                    </a:cubicBezTo>
                    <a:close/>
                  </a:path>
                </a:pathLst>
              </a:custGeom>
              <a:solidFill>
                <a:schemeClr val="dk2"/>
              </a:solidFill>
              <a:ln>
                <a:noFill/>
              </a:ln>
              <a:effectLst>
                <a:outerShdw blurRad="57150" rotWithShape="0" algn="bl" dir="13500000" dist="19050">
                  <a:srgbClr val="000000">
                    <a:alpha val="3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473072" y="4645264"/>
                <a:ext cx="3279775" cy="904875"/>
              </a:xfrm>
              <a:custGeom>
                <a:rect b="b" l="l" r="r" t="t"/>
                <a:pathLst>
                  <a:path extrusionOk="0" h="240" w="869">
                    <a:moveTo>
                      <a:pt x="861" y="156"/>
                    </a:moveTo>
                    <a:cubicBezTo>
                      <a:pt x="863" y="153"/>
                      <a:pt x="868" y="149"/>
                      <a:pt x="868" y="145"/>
                    </a:cubicBezTo>
                    <a:cubicBezTo>
                      <a:pt x="868" y="143"/>
                      <a:pt x="866" y="139"/>
                      <a:pt x="865" y="137"/>
                    </a:cubicBezTo>
                    <a:cubicBezTo>
                      <a:pt x="865" y="133"/>
                      <a:pt x="863" y="131"/>
                      <a:pt x="862" y="127"/>
                    </a:cubicBezTo>
                    <a:cubicBezTo>
                      <a:pt x="862" y="124"/>
                      <a:pt x="862" y="121"/>
                      <a:pt x="862" y="118"/>
                    </a:cubicBezTo>
                    <a:cubicBezTo>
                      <a:pt x="862" y="113"/>
                      <a:pt x="862" y="109"/>
                      <a:pt x="863" y="104"/>
                    </a:cubicBezTo>
                    <a:cubicBezTo>
                      <a:pt x="864" y="98"/>
                      <a:pt x="869" y="94"/>
                      <a:pt x="865" y="89"/>
                    </a:cubicBezTo>
                    <a:cubicBezTo>
                      <a:pt x="864" y="87"/>
                      <a:pt x="863" y="86"/>
                      <a:pt x="863" y="84"/>
                    </a:cubicBezTo>
                    <a:cubicBezTo>
                      <a:pt x="862" y="83"/>
                      <a:pt x="863" y="81"/>
                      <a:pt x="862" y="79"/>
                    </a:cubicBezTo>
                    <a:cubicBezTo>
                      <a:pt x="861" y="77"/>
                      <a:pt x="859" y="77"/>
                      <a:pt x="858" y="75"/>
                    </a:cubicBezTo>
                    <a:cubicBezTo>
                      <a:pt x="856" y="71"/>
                      <a:pt x="857" y="66"/>
                      <a:pt x="859" y="63"/>
                    </a:cubicBezTo>
                    <a:cubicBezTo>
                      <a:pt x="860" y="60"/>
                      <a:pt x="862" y="58"/>
                      <a:pt x="860" y="55"/>
                    </a:cubicBezTo>
                    <a:cubicBezTo>
                      <a:pt x="859" y="53"/>
                      <a:pt x="855" y="53"/>
                      <a:pt x="854" y="51"/>
                    </a:cubicBezTo>
                    <a:cubicBezTo>
                      <a:pt x="852" y="49"/>
                      <a:pt x="853" y="46"/>
                      <a:pt x="850" y="43"/>
                    </a:cubicBezTo>
                    <a:cubicBezTo>
                      <a:pt x="849" y="42"/>
                      <a:pt x="846" y="41"/>
                      <a:pt x="844" y="40"/>
                    </a:cubicBezTo>
                    <a:cubicBezTo>
                      <a:pt x="839" y="37"/>
                      <a:pt x="834" y="37"/>
                      <a:pt x="831" y="32"/>
                    </a:cubicBezTo>
                    <a:cubicBezTo>
                      <a:pt x="828" y="28"/>
                      <a:pt x="827" y="26"/>
                      <a:pt x="824" y="24"/>
                    </a:cubicBezTo>
                    <a:cubicBezTo>
                      <a:pt x="823" y="22"/>
                      <a:pt x="821" y="21"/>
                      <a:pt x="819" y="21"/>
                    </a:cubicBezTo>
                    <a:cubicBezTo>
                      <a:pt x="815" y="19"/>
                      <a:pt x="811" y="18"/>
                      <a:pt x="806" y="18"/>
                    </a:cubicBezTo>
                    <a:cubicBezTo>
                      <a:pt x="802" y="18"/>
                      <a:pt x="797" y="17"/>
                      <a:pt x="792" y="18"/>
                    </a:cubicBezTo>
                    <a:cubicBezTo>
                      <a:pt x="788" y="18"/>
                      <a:pt x="785" y="20"/>
                      <a:pt x="781" y="20"/>
                    </a:cubicBezTo>
                    <a:cubicBezTo>
                      <a:pt x="780" y="20"/>
                      <a:pt x="779" y="20"/>
                      <a:pt x="777" y="20"/>
                    </a:cubicBezTo>
                    <a:cubicBezTo>
                      <a:pt x="771" y="19"/>
                      <a:pt x="764" y="17"/>
                      <a:pt x="759" y="15"/>
                    </a:cubicBezTo>
                    <a:cubicBezTo>
                      <a:pt x="757" y="14"/>
                      <a:pt x="754" y="11"/>
                      <a:pt x="752" y="11"/>
                    </a:cubicBezTo>
                    <a:cubicBezTo>
                      <a:pt x="748" y="11"/>
                      <a:pt x="749" y="16"/>
                      <a:pt x="747" y="18"/>
                    </a:cubicBezTo>
                    <a:cubicBezTo>
                      <a:pt x="744" y="18"/>
                      <a:pt x="742" y="16"/>
                      <a:pt x="740" y="16"/>
                    </a:cubicBezTo>
                    <a:cubicBezTo>
                      <a:pt x="739" y="16"/>
                      <a:pt x="738" y="17"/>
                      <a:pt x="738" y="17"/>
                    </a:cubicBezTo>
                    <a:cubicBezTo>
                      <a:pt x="737" y="17"/>
                      <a:pt x="737" y="17"/>
                      <a:pt x="737" y="18"/>
                    </a:cubicBezTo>
                    <a:cubicBezTo>
                      <a:pt x="734" y="18"/>
                      <a:pt x="730" y="18"/>
                      <a:pt x="727" y="18"/>
                    </a:cubicBezTo>
                    <a:cubicBezTo>
                      <a:pt x="721" y="18"/>
                      <a:pt x="716" y="15"/>
                      <a:pt x="711" y="18"/>
                    </a:cubicBezTo>
                    <a:cubicBezTo>
                      <a:pt x="705" y="20"/>
                      <a:pt x="701" y="18"/>
                      <a:pt x="696" y="20"/>
                    </a:cubicBezTo>
                    <a:cubicBezTo>
                      <a:pt x="695" y="20"/>
                      <a:pt x="695" y="20"/>
                      <a:pt x="695" y="20"/>
                    </a:cubicBezTo>
                    <a:cubicBezTo>
                      <a:pt x="692" y="21"/>
                      <a:pt x="689" y="22"/>
                      <a:pt x="686" y="23"/>
                    </a:cubicBezTo>
                    <a:cubicBezTo>
                      <a:pt x="684" y="24"/>
                      <a:pt x="680" y="27"/>
                      <a:pt x="677" y="27"/>
                    </a:cubicBezTo>
                    <a:cubicBezTo>
                      <a:pt x="674" y="27"/>
                      <a:pt x="670" y="23"/>
                      <a:pt x="668" y="21"/>
                    </a:cubicBezTo>
                    <a:cubicBezTo>
                      <a:pt x="663" y="18"/>
                      <a:pt x="659" y="15"/>
                      <a:pt x="654" y="13"/>
                    </a:cubicBezTo>
                    <a:cubicBezTo>
                      <a:pt x="653" y="13"/>
                      <a:pt x="652" y="13"/>
                      <a:pt x="651" y="13"/>
                    </a:cubicBezTo>
                    <a:cubicBezTo>
                      <a:pt x="648" y="12"/>
                      <a:pt x="643" y="11"/>
                      <a:pt x="640" y="10"/>
                    </a:cubicBezTo>
                    <a:cubicBezTo>
                      <a:pt x="634" y="9"/>
                      <a:pt x="630" y="12"/>
                      <a:pt x="624" y="11"/>
                    </a:cubicBezTo>
                    <a:cubicBezTo>
                      <a:pt x="619" y="10"/>
                      <a:pt x="614" y="9"/>
                      <a:pt x="608" y="10"/>
                    </a:cubicBezTo>
                    <a:cubicBezTo>
                      <a:pt x="608" y="10"/>
                      <a:pt x="608" y="10"/>
                      <a:pt x="607" y="10"/>
                    </a:cubicBezTo>
                    <a:cubicBezTo>
                      <a:pt x="602" y="10"/>
                      <a:pt x="597" y="11"/>
                      <a:pt x="592" y="11"/>
                    </a:cubicBezTo>
                    <a:cubicBezTo>
                      <a:pt x="585" y="11"/>
                      <a:pt x="578" y="12"/>
                      <a:pt x="572" y="9"/>
                    </a:cubicBezTo>
                    <a:cubicBezTo>
                      <a:pt x="569" y="7"/>
                      <a:pt x="567" y="4"/>
                      <a:pt x="565" y="5"/>
                    </a:cubicBezTo>
                    <a:cubicBezTo>
                      <a:pt x="564" y="5"/>
                      <a:pt x="564" y="6"/>
                      <a:pt x="564" y="6"/>
                    </a:cubicBezTo>
                    <a:cubicBezTo>
                      <a:pt x="562" y="8"/>
                      <a:pt x="563" y="10"/>
                      <a:pt x="562" y="11"/>
                    </a:cubicBezTo>
                    <a:cubicBezTo>
                      <a:pt x="561" y="12"/>
                      <a:pt x="559" y="11"/>
                      <a:pt x="558" y="12"/>
                    </a:cubicBezTo>
                    <a:cubicBezTo>
                      <a:pt x="556" y="13"/>
                      <a:pt x="556" y="14"/>
                      <a:pt x="553" y="15"/>
                    </a:cubicBezTo>
                    <a:cubicBezTo>
                      <a:pt x="551" y="15"/>
                      <a:pt x="549" y="14"/>
                      <a:pt x="547" y="15"/>
                    </a:cubicBezTo>
                    <a:cubicBezTo>
                      <a:pt x="544" y="15"/>
                      <a:pt x="544" y="16"/>
                      <a:pt x="542" y="18"/>
                    </a:cubicBezTo>
                    <a:cubicBezTo>
                      <a:pt x="542" y="18"/>
                      <a:pt x="540" y="19"/>
                      <a:pt x="539" y="19"/>
                    </a:cubicBezTo>
                    <a:cubicBezTo>
                      <a:pt x="538" y="20"/>
                      <a:pt x="538" y="18"/>
                      <a:pt x="537" y="18"/>
                    </a:cubicBezTo>
                    <a:cubicBezTo>
                      <a:pt x="535" y="18"/>
                      <a:pt x="533" y="19"/>
                      <a:pt x="530" y="20"/>
                    </a:cubicBezTo>
                    <a:cubicBezTo>
                      <a:pt x="527" y="20"/>
                      <a:pt x="524" y="20"/>
                      <a:pt x="522" y="19"/>
                    </a:cubicBezTo>
                    <a:cubicBezTo>
                      <a:pt x="521" y="19"/>
                      <a:pt x="520" y="19"/>
                      <a:pt x="519" y="19"/>
                    </a:cubicBezTo>
                    <a:cubicBezTo>
                      <a:pt x="514" y="18"/>
                      <a:pt x="513" y="19"/>
                      <a:pt x="509" y="21"/>
                    </a:cubicBezTo>
                    <a:cubicBezTo>
                      <a:pt x="505" y="23"/>
                      <a:pt x="504" y="23"/>
                      <a:pt x="501" y="22"/>
                    </a:cubicBezTo>
                    <a:cubicBezTo>
                      <a:pt x="498" y="20"/>
                      <a:pt x="497" y="18"/>
                      <a:pt x="494" y="17"/>
                    </a:cubicBezTo>
                    <a:cubicBezTo>
                      <a:pt x="492" y="16"/>
                      <a:pt x="490" y="16"/>
                      <a:pt x="487" y="16"/>
                    </a:cubicBezTo>
                    <a:cubicBezTo>
                      <a:pt x="484" y="16"/>
                      <a:pt x="481" y="16"/>
                      <a:pt x="478" y="15"/>
                    </a:cubicBezTo>
                    <a:cubicBezTo>
                      <a:pt x="477" y="15"/>
                      <a:pt x="476" y="15"/>
                      <a:pt x="474" y="15"/>
                    </a:cubicBezTo>
                    <a:cubicBezTo>
                      <a:pt x="471" y="14"/>
                      <a:pt x="467" y="12"/>
                      <a:pt x="463" y="13"/>
                    </a:cubicBezTo>
                    <a:cubicBezTo>
                      <a:pt x="457" y="14"/>
                      <a:pt x="450" y="16"/>
                      <a:pt x="444" y="18"/>
                    </a:cubicBezTo>
                    <a:cubicBezTo>
                      <a:pt x="441" y="18"/>
                      <a:pt x="438" y="17"/>
                      <a:pt x="435" y="16"/>
                    </a:cubicBezTo>
                    <a:cubicBezTo>
                      <a:pt x="435" y="16"/>
                      <a:pt x="434" y="16"/>
                      <a:pt x="433" y="16"/>
                    </a:cubicBezTo>
                    <a:cubicBezTo>
                      <a:pt x="427" y="16"/>
                      <a:pt x="427" y="15"/>
                      <a:pt x="423" y="11"/>
                    </a:cubicBezTo>
                    <a:cubicBezTo>
                      <a:pt x="419" y="6"/>
                      <a:pt x="415" y="3"/>
                      <a:pt x="409" y="5"/>
                    </a:cubicBezTo>
                    <a:cubicBezTo>
                      <a:pt x="406" y="6"/>
                      <a:pt x="405" y="6"/>
                      <a:pt x="401" y="5"/>
                    </a:cubicBezTo>
                    <a:cubicBezTo>
                      <a:pt x="398" y="5"/>
                      <a:pt x="397" y="4"/>
                      <a:pt x="394" y="4"/>
                    </a:cubicBezTo>
                    <a:cubicBezTo>
                      <a:pt x="393" y="4"/>
                      <a:pt x="393" y="5"/>
                      <a:pt x="392" y="5"/>
                    </a:cubicBezTo>
                    <a:cubicBezTo>
                      <a:pt x="388" y="5"/>
                      <a:pt x="386" y="8"/>
                      <a:pt x="381" y="8"/>
                    </a:cubicBezTo>
                    <a:cubicBezTo>
                      <a:pt x="370" y="8"/>
                      <a:pt x="360" y="10"/>
                      <a:pt x="349" y="10"/>
                    </a:cubicBezTo>
                    <a:cubicBezTo>
                      <a:pt x="349" y="10"/>
                      <a:pt x="349" y="10"/>
                      <a:pt x="349" y="10"/>
                    </a:cubicBezTo>
                    <a:cubicBezTo>
                      <a:pt x="344" y="10"/>
                      <a:pt x="336" y="8"/>
                      <a:pt x="332" y="11"/>
                    </a:cubicBezTo>
                    <a:cubicBezTo>
                      <a:pt x="329" y="14"/>
                      <a:pt x="329" y="14"/>
                      <a:pt x="324" y="15"/>
                    </a:cubicBezTo>
                    <a:cubicBezTo>
                      <a:pt x="321" y="15"/>
                      <a:pt x="317" y="15"/>
                      <a:pt x="313" y="15"/>
                    </a:cubicBezTo>
                    <a:cubicBezTo>
                      <a:pt x="311" y="14"/>
                      <a:pt x="309" y="13"/>
                      <a:pt x="306" y="13"/>
                    </a:cubicBezTo>
                    <a:cubicBezTo>
                      <a:pt x="306" y="13"/>
                      <a:pt x="306" y="13"/>
                      <a:pt x="305" y="13"/>
                    </a:cubicBezTo>
                    <a:cubicBezTo>
                      <a:pt x="303" y="12"/>
                      <a:pt x="299" y="13"/>
                      <a:pt x="296" y="13"/>
                    </a:cubicBezTo>
                    <a:cubicBezTo>
                      <a:pt x="278" y="13"/>
                      <a:pt x="278" y="13"/>
                      <a:pt x="278" y="13"/>
                    </a:cubicBezTo>
                    <a:cubicBezTo>
                      <a:pt x="274" y="13"/>
                      <a:pt x="269" y="14"/>
                      <a:pt x="266" y="13"/>
                    </a:cubicBezTo>
                    <a:cubicBezTo>
                      <a:pt x="264" y="12"/>
                      <a:pt x="263" y="11"/>
                      <a:pt x="262" y="11"/>
                    </a:cubicBezTo>
                    <a:cubicBezTo>
                      <a:pt x="260" y="9"/>
                      <a:pt x="258" y="6"/>
                      <a:pt x="256" y="5"/>
                    </a:cubicBezTo>
                    <a:cubicBezTo>
                      <a:pt x="250" y="2"/>
                      <a:pt x="244" y="5"/>
                      <a:pt x="239" y="8"/>
                    </a:cubicBezTo>
                    <a:cubicBezTo>
                      <a:pt x="237" y="8"/>
                      <a:pt x="234" y="10"/>
                      <a:pt x="232" y="10"/>
                    </a:cubicBezTo>
                    <a:cubicBezTo>
                      <a:pt x="228" y="9"/>
                      <a:pt x="227" y="4"/>
                      <a:pt x="223" y="3"/>
                    </a:cubicBezTo>
                    <a:cubicBezTo>
                      <a:pt x="222" y="2"/>
                      <a:pt x="220" y="3"/>
                      <a:pt x="219" y="3"/>
                    </a:cubicBezTo>
                    <a:cubicBezTo>
                      <a:pt x="218" y="3"/>
                      <a:pt x="218" y="3"/>
                      <a:pt x="217" y="3"/>
                    </a:cubicBezTo>
                    <a:cubicBezTo>
                      <a:pt x="213" y="2"/>
                      <a:pt x="214" y="0"/>
                      <a:pt x="211" y="3"/>
                    </a:cubicBezTo>
                    <a:cubicBezTo>
                      <a:pt x="207" y="7"/>
                      <a:pt x="206" y="8"/>
                      <a:pt x="201" y="8"/>
                    </a:cubicBezTo>
                    <a:cubicBezTo>
                      <a:pt x="199" y="8"/>
                      <a:pt x="195" y="8"/>
                      <a:pt x="193" y="8"/>
                    </a:cubicBezTo>
                    <a:cubicBezTo>
                      <a:pt x="190" y="7"/>
                      <a:pt x="188" y="6"/>
                      <a:pt x="185" y="6"/>
                    </a:cubicBezTo>
                    <a:cubicBezTo>
                      <a:pt x="183" y="7"/>
                      <a:pt x="180" y="7"/>
                      <a:pt x="177" y="8"/>
                    </a:cubicBezTo>
                    <a:cubicBezTo>
                      <a:pt x="177" y="8"/>
                      <a:pt x="176" y="8"/>
                      <a:pt x="176" y="8"/>
                    </a:cubicBezTo>
                    <a:cubicBezTo>
                      <a:pt x="172" y="9"/>
                      <a:pt x="170" y="10"/>
                      <a:pt x="166" y="10"/>
                    </a:cubicBezTo>
                    <a:cubicBezTo>
                      <a:pt x="163" y="9"/>
                      <a:pt x="160" y="8"/>
                      <a:pt x="157" y="8"/>
                    </a:cubicBezTo>
                    <a:cubicBezTo>
                      <a:pt x="154" y="8"/>
                      <a:pt x="152" y="8"/>
                      <a:pt x="149" y="7"/>
                    </a:cubicBezTo>
                    <a:cubicBezTo>
                      <a:pt x="147" y="6"/>
                      <a:pt x="147" y="3"/>
                      <a:pt x="143" y="5"/>
                    </a:cubicBezTo>
                    <a:cubicBezTo>
                      <a:pt x="140" y="7"/>
                      <a:pt x="142" y="8"/>
                      <a:pt x="138" y="8"/>
                    </a:cubicBezTo>
                    <a:cubicBezTo>
                      <a:pt x="137" y="8"/>
                      <a:pt x="137" y="8"/>
                      <a:pt x="136" y="8"/>
                    </a:cubicBezTo>
                    <a:cubicBezTo>
                      <a:pt x="135" y="8"/>
                      <a:pt x="134" y="8"/>
                      <a:pt x="132" y="8"/>
                    </a:cubicBezTo>
                    <a:cubicBezTo>
                      <a:pt x="131" y="8"/>
                      <a:pt x="130" y="8"/>
                      <a:pt x="129" y="8"/>
                    </a:cubicBezTo>
                    <a:cubicBezTo>
                      <a:pt x="126" y="8"/>
                      <a:pt x="126" y="8"/>
                      <a:pt x="123" y="10"/>
                    </a:cubicBezTo>
                    <a:cubicBezTo>
                      <a:pt x="122" y="10"/>
                      <a:pt x="123" y="11"/>
                      <a:pt x="121" y="11"/>
                    </a:cubicBezTo>
                    <a:cubicBezTo>
                      <a:pt x="120" y="12"/>
                      <a:pt x="118" y="11"/>
                      <a:pt x="117" y="11"/>
                    </a:cubicBezTo>
                    <a:cubicBezTo>
                      <a:pt x="113" y="11"/>
                      <a:pt x="110" y="13"/>
                      <a:pt x="106" y="13"/>
                    </a:cubicBezTo>
                    <a:cubicBezTo>
                      <a:pt x="104" y="13"/>
                      <a:pt x="101" y="13"/>
                      <a:pt x="98" y="13"/>
                    </a:cubicBezTo>
                    <a:cubicBezTo>
                      <a:pt x="92" y="14"/>
                      <a:pt x="89" y="15"/>
                      <a:pt x="82" y="13"/>
                    </a:cubicBezTo>
                    <a:cubicBezTo>
                      <a:pt x="71" y="9"/>
                      <a:pt x="60" y="10"/>
                      <a:pt x="48" y="10"/>
                    </a:cubicBezTo>
                    <a:cubicBezTo>
                      <a:pt x="42" y="9"/>
                      <a:pt x="39" y="16"/>
                      <a:pt x="36" y="21"/>
                    </a:cubicBezTo>
                    <a:cubicBezTo>
                      <a:pt x="32" y="20"/>
                      <a:pt x="30" y="14"/>
                      <a:pt x="24" y="13"/>
                    </a:cubicBezTo>
                    <a:cubicBezTo>
                      <a:pt x="20" y="12"/>
                      <a:pt x="16" y="13"/>
                      <a:pt x="12" y="14"/>
                    </a:cubicBezTo>
                    <a:cubicBezTo>
                      <a:pt x="7" y="16"/>
                      <a:pt x="4" y="12"/>
                      <a:pt x="0" y="10"/>
                    </a:cubicBezTo>
                    <a:cubicBezTo>
                      <a:pt x="0" y="239"/>
                      <a:pt x="0" y="239"/>
                      <a:pt x="0" y="239"/>
                    </a:cubicBezTo>
                    <a:cubicBezTo>
                      <a:pt x="4" y="239"/>
                      <a:pt x="8" y="239"/>
                      <a:pt x="11" y="237"/>
                    </a:cubicBezTo>
                    <a:cubicBezTo>
                      <a:pt x="17" y="234"/>
                      <a:pt x="22" y="232"/>
                      <a:pt x="28" y="232"/>
                    </a:cubicBezTo>
                    <a:cubicBezTo>
                      <a:pt x="34" y="232"/>
                      <a:pt x="40" y="232"/>
                      <a:pt x="46" y="232"/>
                    </a:cubicBezTo>
                    <a:cubicBezTo>
                      <a:pt x="48" y="232"/>
                      <a:pt x="49" y="232"/>
                      <a:pt x="51" y="232"/>
                    </a:cubicBezTo>
                    <a:cubicBezTo>
                      <a:pt x="53" y="233"/>
                      <a:pt x="55" y="235"/>
                      <a:pt x="57" y="236"/>
                    </a:cubicBezTo>
                    <a:cubicBezTo>
                      <a:pt x="61" y="237"/>
                      <a:pt x="61" y="234"/>
                      <a:pt x="64" y="232"/>
                    </a:cubicBezTo>
                    <a:cubicBezTo>
                      <a:pt x="65" y="232"/>
                      <a:pt x="68" y="232"/>
                      <a:pt x="70" y="231"/>
                    </a:cubicBezTo>
                    <a:cubicBezTo>
                      <a:pt x="73" y="231"/>
                      <a:pt x="75" y="232"/>
                      <a:pt x="79" y="232"/>
                    </a:cubicBezTo>
                    <a:cubicBezTo>
                      <a:pt x="83" y="232"/>
                      <a:pt x="87" y="228"/>
                      <a:pt x="91" y="228"/>
                    </a:cubicBezTo>
                    <a:cubicBezTo>
                      <a:pt x="98" y="227"/>
                      <a:pt x="100" y="234"/>
                      <a:pt x="107" y="234"/>
                    </a:cubicBezTo>
                    <a:cubicBezTo>
                      <a:pt x="111" y="234"/>
                      <a:pt x="116" y="234"/>
                      <a:pt x="120" y="234"/>
                    </a:cubicBezTo>
                    <a:cubicBezTo>
                      <a:pt x="124" y="234"/>
                      <a:pt x="129" y="235"/>
                      <a:pt x="132" y="234"/>
                    </a:cubicBezTo>
                    <a:cubicBezTo>
                      <a:pt x="133" y="234"/>
                      <a:pt x="133" y="234"/>
                      <a:pt x="133" y="234"/>
                    </a:cubicBezTo>
                    <a:cubicBezTo>
                      <a:pt x="135" y="233"/>
                      <a:pt x="136" y="232"/>
                      <a:pt x="138" y="232"/>
                    </a:cubicBezTo>
                    <a:cubicBezTo>
                      <a:pt x="143" y="232"/>
                      <a:pt x="148" y="233"/>
                      <a:pt x="152" y="232"/>
                    </a:cubicBezTo>
                    <a:cubicBezTo>
                      <a:pt x="157" y="231"/>
                      <a:pt x="160" y="229"/>
                      <a:pt x="165" y="231"/>
                    </a:cubicBezTo>
                    <a:cubicBezTo>
                      <a:pt x="168" y="231"/>
                      <a:pt x="171" y="234"/>
                      <a:pt x="174" y="235"/>
                    </a:cubicBezTo>
                    <a:cubicBezTo>
                      <a:pt x="174" y="235"/>
                      <a:pt x="175" y="235"/>
                      <a:pt x="176" y="235"/>
                    </a:cubicBezTo>
                    <a:cubicBezTo>
                      <a:pt x="177" y="235"/>
                      <a:pt x="179" y="235"/>
                      <a:pt x="180" y="235"/>
                    </a:cubicBezTo>
                    <a:cubicBezTo>
                      <a:pt x="188" y="236"/>
                      <a:pt x="197" y="240"/>
                      <a:pt x="205" y="239"/>
                    </a:cubicBezTo>
                    <a:cubicBezTo>
                      <a:pt x="210" y="238"/>
                      <a:pt x="214" y="236"/>
                      <a:pt x="219" y="235"/>
                    </a:cubicBezTo>
                    <a:cubicBezTo>
                      <a:pt x="223" y="234"/>
                      <a:pt x="227" y="233"/>
                      <a:pt x="232" y="234"/>
                    </a:cubicBezTo>
                    <a:cubicBezTo>
                      <a:pt x="235" y="234"/>
                      <a:pt x="238" y="236"/>
                      <a:pt x="241" y="236"/>
                    </a:cubicBezTo>
                    <a:cubicBezTo>
                      <a:pt x="243" y="235"/>
                      <a:pt x="245" y="233"/>
                      <a:pt x="247" y="232"/>
                    </a:cubicBezTo>
                    <a:cubicBezTo>
                      <a:pt x="250" y="231"/>
                      <a:pt x="251" y="230"/>
                      <a:pt x="254" y="229"/>
                    </a:cubicBezTo>
                    <a:cubicBezTo>
                      <a:pt x="257" y="229"/>
                      <a:pt x="259" y="230"/>
                      <a:pt x="262" y="230"/>
                    </a:cubicBezTo>
                    <a:cubicBezTo>
                      <a:pt x="263" y="230"/>
                      <a:pt x="263" y="230"/>
                      <a:pt x="264" y="231"/>
                    </a:cubicBezTo>
                    <a:cubicBezTo>
                      <a:pt x="267" y="231"/>
                      <a:pt x="271" y="230"/>
                      <a:pt x="274" y="231"/>
                    </a:cubicBezTo>
                    <a:cubicBezTo>
                      <a:pt x="277" y="232"/>
                      <a:pt x="279" y="232"/>
                      <a:pt x="283" y="232"/>
                    </a:cubicBezTo>
                    <a:cubicBezTo>
                      <a:pt x="291" y="232"/>
                      <a:pt x="298" y="228"/>
                      <a:pt x="305" y="226"/>
                    </a:cubicBezTo>
                    <a:cubicBezTo>
                      <a:pt x="306" y="226"/>
                      <a:pt x="306" y="226"/>
                      <a:pt x="307" y="225"/>
                    </a:cubicBezTo>
                    <a:cubicBezTo>
                      <a:pt x="313" y="224"/>
                      <a:pt x="322" y="222"/>
                      <a:pt x="328" y="226"/>
                    </a:cubicBezTo>
                    <a:cubicBezTo>
                      <a:pt x="330" y="227"/>
                      <a:pt x="331" y="230"/>
                      <a:pt x="332" y="227"/>
                    </a:cubicBezTo>
                    <a:cubicBezTo>
                      <a:pt x="336" y="228"/>
                      <a:pt x="340" y="231"/>
                      <a:pt x="344" y="231"/>
                    </a:cubicBezTo>
                    <a:cubicBezTo>
                      <a:pt x="346" y="232"/>
                      <a:pt x="347" y="231"/>
                      <a:pt x="349" y="230"/>
                    </a:cubicBezTo>
                    <a:cubicBezTo>
                      <a:pt x="350" y="229"/>
                      <a:pt x="351" y="227"/>
                      <a:pt x="353" y="227"/>
                    </a:cubicBezTo>
                    <a:cubicBezTo>
                      <a:pt x="361" y="226"/>
                      <a:pt x="370" y="229"/>
                      <a:pt x="377" y="227"/>
                    </a:cubicBezTo>
                    <a:cubicBezTo>
                      <a:pt x="384" y="225"/>
                      <a:pt x="385" y="220"/>
                      <a:pt x="392" y="223"/>
                    </a:cubicBezTo>
                    <a:cubicBezTo>
                      <a:pt x="392" y="223"/>
                      <a:pt x="393" y="223"/>
                      <a:pt x="393" y="224"/>
                    </a:cubicBezTo>
                    <a:cubicBezTo>
                      <a:pt x="397" y="226"/>
                      <a:pt x="402" y="226"/>
                      <a:pt x="407" y="228"/>
                    </a:cubicBezTo>
                    <a:cubicBezTo>
                      <a:pt x="413" y="230"/>
                      <a:pt x="416" y="230"/>
                      <a:pt x="422" y="230"/>
                    </a:cubicBezTo>
                    <a:cubicBezTo>
                      <a:pt x="426" y="230"/>
                      <a:pt x="430" y="230"/>
                      <a:pt x="435" y="230"/>
                    </a:cubicBezTo>
                    <a:cubicBezTo>
                      <a:pt x="435" y="230"/>
                      <a:pt x="435" y="230"/>
                      <a:pt x="435" y="230"/>
                    </a:cubicBezTo>
                    <a:cubicBezTo>
                      <a:pt x="439" y="231"/>
                      <a:pt x="442" y="232"/>
                      <a:pt x="446" y="234"/>
                    </a:cubicBezTo>
                    <a:cubicBezTo>
                      <a:pt x="454" y="238"/>
                      <a:pt x="457" y="228"/>
                      <a:pt x="464" y="227"/>
                    </a:cubicBezTo>
                    <a:cubicBezTo>
                      <a:pt x="469" y="226"/>
                      <a:pt x="474" y="227"/>
                      <a:pt x="478" y="227"/>
                    </a:cubicBezTo>
                    <a:cubicBezTo>
                      <a:pt x="482" y="228"/>
                      <a:pt x="485" y="229"/>
                      <a:pt x="489" y="229"/>
                    </a:cubicBezTo>
                    <a:cubicBezTo>
                      <a:pt x="493" y="229"/>
                      <a:pt x="498" y="228"/>
                      <a:pt x="502" y="229"/>
                    </a:cubicBezTo>
                    <a:cubicBezTo>
                      <a:pt x="506" y="230"/>
                      <a:pt x="509" y="231"/>
                      <a:pt x="512" y="230"/>
                    </a:cubicBezTo>
                    <a:cubicBezTo>
                      <a:pt x="515" y="230"/>
                      <a:pt x="518" y="228"/>
                      <a:pt x="522" y="228"/>
                    </a:cubicBezTo>
                    <a:cubicBezTo>
                      <a:pt x="522" y="227"/>
                      <a:pt x="523" y="227"/>
                      <a:pt x="524" y="227"/>
                    </a:cubicBezTo>
                    <a:cubicBezTo>
                      <a:pt x="538" y="226"/>
                      <a:pt x="551" y="236"/>
                      <a:pt x="565" y="234"/>
                    </a:cubicBezTo>
                    <a:cubicBezTo>
                      <a:pt x="566" y="234"/>
                      <a:pt x="566" y="234"/>
                      <a:pt x="567" y="234"/>
                    </a:cubicBezTo>
                    <a:cubicBezTo>
                      <a:pt x="571" y="233"/>
                      <a:pt x="571" y="231"/>
                      <a:pt x="575" y="229"/>
                    </a:cubicBezTo>
                    <a:cubicBezTo>
                      <a:pt x="579" y="228"/>
                      <a:pt x="584" y="229"/>
                      <a:pt x="587" y="229"/>
                    </a:cubicBezTo>
                    <a:cubicBezTo>
                      <a:pt x="594" y="229"/>
                      <a:pt x="600" y="229"/>
                      <a:pt x="606" y="230"/>
                    </a:cubicBezTo>
                    <a:cubicBezTo>
                      <a:pt x="607" y="230"/>
                      <a:pt x="607" y="230"/>
                      <a:pt x="608" y="230"/>
                    </a:cubicBezTo>
                    <a:cubicBezTo>
                      <a:pt x="611" y="231"/>
                      <a:pt x="612" y="230"/>
                      <a:pt x="615" y="230"/>
                    </a:cubicBezTo>
                    <a:cubicBezTo>
                      <a:pt x="622" y="227"/>
                      <a:pt x="629" y="225"/>
                      <a:pt x="637" y="224"/>
                    </a:cubicBezTo>
                    <a:cubicBezTo>
                      <a:pt x="642" y="223"/>
                      <a:pt x="647" y="223"/>
                      <a:pt x="651" y="225"/>
                    </a:cubicBezTo>
                    <a:cubicBezTo>
                      <a:pt x="658" y="226"/>
                      <a:pt x="665" y="229"/>
                      <a:pt x="672" y="230"/>
                    </a:cubicBezTo>
                    <a:cubicBezTo>
                      <a:pt x="680" y="231"/>
                      <a:pt x="687" y="233"/>
                      <a:pt x="695" y="232"/>
                    </a:cubicBezTo>
                    <a:cubicBezTo>
                      <a:pt x="695" y="232"/>
                      <a:pt x="695" y="232"/>
                      <a:pt x="695" y="232"/>
                    </a:cubicBezTo>
                    <a:cubicBezTo>
                      <a:pt x="706" y="229"/>
                      <a:pt x="715" y="233"/>
                      <a:pt x="725" y="235"/>
                    </a:cubicBezTo>
                    <a:cubicBezTo>
                      <a:pt x="730" y="236"/>
                      <a:pt x="730" y="234"/>
                      <a:pt x="734" y="232"/>
                    </a:cubicBezTo>
                    <a:cubicBezTo>
                      <a:pt x="736" y="231"/>
                      <a:pt x="737" y="231"/>
                      <a:pt x="738" y="231"/>
                    </a:cubicBezTo>
                    <a:cubicBezTo>
                      <a:pt x="740" y="231"/>
                      <a:pt x="742" y="232"/>
                      <a:pt x="746" y="232"/>
                    </a:cubicBezTo>
                    <a:cubicBezTo>
                      <a:pt x="749" y="233"/>
                      <a:pt x="749" y="232"/>
                      <a:pt x="752" y="234"/>
                    </a:cubicBezTo>
                    <a:cubicBezTo>
                      <a:pt x="755" y="235"/>
                      <a:pt x="756" y="236"/>
                      <a:pt x="759" y="236"/>
                    </a:cubicBezTo>
                    <a:cubicBezTo>
                      <a:pt x="762" y="236"/>
                      <a:pt x="765" y="236"/>
                      <a:pt x="769" y="236"/>
                    </a:cubicBezTo>
                    <a:cubicBezTo>
                      <a:pt x="772" y="236"/>
                      <a:pt x="775" y="235"/>
                      <a:pt x="778" y="236"/>
                    </a:cubicBezTo>
                    <a:cubicBezTo>
                      <a:pt x="779" y="236"/>
                      <a:pt x="780" y="236"/>
                      <a:pt x="781" y="236"/>
                    </a:cubicBezTo>
                    <a:cubicBezTo>
                      <a:pt x="784" y="237"/>
                      <a:pt x="786" y="238"/>
                      <a:pt x="790" y="237"/>
                    </a:cubicBezTo>
                    <a:cubicBezTo>
                      <a:pt x="794" y="236"/>
                      <a:pt x="798" y="234"/>
                      <a:pt x="803" y="232"/>
                    </a:cubicBezTo>
                    <a:cubicBezTo>
                      <a:pt x="805" y="231"/>
                      <a:pt x="807" y="230"/>
                      <a:pt x="808" y="229"/>
                    </a:cubicBezTo>
                    <a:cubicBezTo>
                      <a:pt x="812" y="228"/>
                      <a:pt x="817" y="229"/>
                      <a:pt x="821" y="229"/>
                    </a:cubicBezTo>
                    <a:cubicBezTo>
                      <a:pt x="822" y="229"/>
                      <a:pt x="823" y="229"/>
                      <a:pt x="824" y="228"/>
                    </a:cubicBezTo>
                    <a:cubicBezTo>
                      <a:pt x="827" y="228"/>
                      <a:pt x="829" y="227"/>
                      <a:pt x="832" y="227"/>
                    </a:cubicBezTo>
                    <a:cubicBezTo>
                      <a:pt x="832" y="223"/>
                      <a:pt x="834" y="217"/>
                      <a:pt x="837" y="215"/>
                    </a:cubicBezTo>
                    <a:cubicBezTo>
                      <a:pt x="839" y="214"/>
                      <a:pt x="841" y="214"/>
                      <a:pt x="844" y="213"/>
                    </a:cubicBezTo>
                    <a:cubicBezTo>
                      <a:pt x="848" y="213"/>
                      <a:pt x="847" y="213"/>
                      <a:pt x="849" y="209"/>
                    </a:cubicBezTo>
                    <a:cubicBezTo>
                      <a:pt x="851" y="204"/>
                      <a:pt x="854" y="200"/>
                      <a:pt x="857" y="196"/>
                    </a:cubicBezTo>
                    <a:cubicBezTo>
                      <a:pt x="860" y="193"/>
                      <a:pt x="862" y="189"/>
                      <a:pt x="862" y="185"/>
                    </a:cubicBezTo>
                    <a:cubicBezTo>
                      <a:pt x="862" y="181"/>
                      <a:pt x="859" y="177"/>
                      <a:pt x="859" y="173"/>
                    </a:cubicBezTo>
                    <a:cubicBezTo>
                      <a:pt x="858" y="168"/>
                      <a:pt x="858" y="161"/>
                      <a:pt x="861" y="156"/>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7" name="Google Shape;17;p2"/>
            <p:cNvGrpSpPr/>
            <p:nvPr/>
          </p:nvGrpSpPr>
          <p:grpSpPr>
            <a:xfrm rot="3985741">
              <a:off x="-1684534" y="2999360"/>
              <a:ext cx="3085301" cy="1944424"/>
              <a:chOff x="-1887271" y="3488301"/>
              <a:chExt cx="3085184" cy="1944350"/>
            </a:xfrm>
          </p:grpSpPr>
          <p:sp>
            <p:nvSpPr>
              <p:cNvPr id="18" name="Google Shape;18;p2"/>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 name="Google Shape;20;p2"/>
            <p:cNvGrpSpPr/>
            <p:nvPr/>
          </p:nvGrpSpPr>
          <p:grpSpPr>
            <a:xfrm rot="1709548">
              <a:off x="-1149377" y="-2011822"/>
              <a:ext cx="3010347" cy="2913940"/>
              <a:chOff x="-1614876" y="-1008200"/>
              <a:chExt cx="3010620" cy="2914205"/>
            </a:xfrm>
          </p:grpSpPr>
          <p:sp>
            <p:nvSpPr>
              <p:cNvPr id="21" name="Google Shape;21;p2"/>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2"/>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 name="Google Shape;23;p2"/>
            <p:cNvGrpSpPr/>
            <p:nvPr/>
          </p:nvGrpSpPr>
          <p:grpSpPr>
            <a:xfrm rot="10800000">
              <a:off x="6056313" y="-413012"/>
              <a:ext cx="3259139" cy="1028700"/>
              <a:chOff x="5662613" y="-252412"/>
              <a:chExt cx="3259139" cy="1028700"/>
            </a:xfrm>
          </p:grpSpPr>
          <p:sp>
            <p:nvSpPr>
              <p:cNvPr id="24" name="Google Shape;24;p2"/>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 name="Google Shape;26;p2"/>
            <p:cNvGrpSpPr/>
            <p:nvPr/>
          </p:nvGrpSpPr>
          <p:grpSpPr>
            <a:xfrm>
              <a:off x="7462923" y="3592400"/>
              <a:ext cx="1760698" cy="1655955"/>
              <a:chOff x="7071322" y="3223960"/>
              <a:chExt cx="2152706" cy="2024642"/>
            </a:xfrm>
          </p:grpSpPr>
          <p:sp>
            <p:nvSpPr>
              <p:cNvPr id="27" name="Google Shape;27;p2"/>
              <p:cNvSpPr/>
              <p:nvPr/>
            </p:nvSpPr>
            <p:spPr>
              <a:xfrm rot="10800000">
                <a:off x="7071322" y="3223960"/>
                <a:ext cx="2152706" cy="2024642"/>
              </a:xfrm>
              <a:custGeom>
                <a:rect b="b" l="l" r="r" t="t"/>
                <a:pathLst>
                  <a:path extrusionOk="0" h="57785" w="64380">
                    <a:moveTo>
                      <a:pt x="6704" y="0"/>
                    </a:moveTo>
                    <a:cubicBezTo>
                      <a:pt x="3010" y="0"/>
                      <a:pt x="1" y="2976"/>
                      <a:pt x="1" y="6690"/>
                    </a:cubicBezTo>
                    <a:lnTo>
                      <a:pt x="1" y="57784"/>
                    </a:lnTo>
                    <a:cubicBezTo>
                      <a:pt x="335" y="57420"/>
                      <a:pt x="730" y="57085"/>
                      <a:pt x="1156" y="56842"/>
                    </a:cubicBezTo>
                    <a:lnTo>
                      <a:pt x="882" y="56690"/>
                    </a:lnTo>
                    <a:lnTo>
                      <a:pt x="1217" y="56234"/>
                    </a:lnTo>
                    <a:cubicBezTo>
                      <a:pt x="1217" y="56022"/>
                      <a:pt x="1308" y="55839"/>
                      <a:pt x="1490" y="55778"/>
                    </a:cubicBezTo>
                    <a:cubicBezTo>
                      <a:pt x="1521" y="55657"/>
                      <a:pt x="1582" y="55535"/>
                      <a:pt x="1612" y="55383"/>
                    </a:cubicBezTo>
                    <a:cubicBezTo>
                      <a:pt x="1612" y="55262"/>
                      <a:pt x="1703" y="55170"/>
                      <a:pt x="1794" y="55110"/>
                    </a:cubicBezTo>
                    <a:lnTo>
                      <a:pt x="1794" y="55140"/>
                    </a:lnTo>
                    <a:cubicBezTo>
                      <a:pt x="1864" y="55233"/>
                      <a:pt x="1969" y="55273"/>
                      <a:pt x="2123" y="55273"/>
                    </a:cubicBezTo>
                    <a:cubicBezTo>
                      <a:pt x="2171" y="55273"/>
                      <a:pt x="2223" y="55269"/>
                      <a:pt x="2281" y="55262"/>
                    </a:cubicBezTo>
                    <a:cubicBezTo>
                      <a:pt x="2341" y="55049"/>
                      <a:pt x="2433" y="54867"/>
                      <a:pt x="2524" y="54654"/>
                    </a:cubicBezTo>
                    <a:cubicBezTo>
                      <a:pt x="2493" y="54441"/>
                      <a:pt x="2493" y="54198"/>
                      <a:pt x="2554" y="53955"/>
                    </a:cubicBezTo>
                    <a:lnTo>
                      <a:pt x="2676" y="53955"/>
                    </a:lnTo>
                    <a:cubicBezTo>
                      <a:pt x="2767" y="53985"/>
                      <a:pt x="2858" y="54015"/>
                      <a:pt x="2949" y="54076"/>
                    </a:cubicBezTo>
                    <a:cubicBezTo>
                      <a:pt x="3436" y="53529"/>
                      <a:pt x="3952" y="53043"/>
                      <a:pt x="4500" y="52587"/>
                    </a:cubicBezTo>
                    <a:cubicBezTo>
                      <a:pt x="5168" y="51979"/>
                      <a:pt x="5715" y="51462"/>
                      <a:pt x="6323" y="50976"/>
                    </a:cubicBezTo>
                    <a:cubicBezTo>
                      <a:pt x="6414" y="50672"/>
                      <a:pt x="6627" y="50459"/>
                      <a:pt x="6931" y="50368"/>
                    </a:cubicBezTo>
                    <a:lnTo>
                      <a:pt x="7144" y="50368"/>
                    </a:lnTo>
                    <a:cubicBezTo>
                      <a:pt x="7661" y="50034"/>
                      <a:pt x="8208" y="49760"/>
                      <a:pt x="8755" y="49517"/>
                    </a:cubicBezTo>
                    <a:cubicBezTo>
                      <a:pt x="8877" y="49486"/>
                      <a:pt x="8998" y="49456"/>
                      <a:pt x="9150" y="49456"/>
                    </a:cubicBezTo>
                    <a:cubicBezTo>
                      <a:pt x="9150" y="49426"/>
                      <a:pt x="9180" y="49365"/>
                      <a:pt x="9211" y="49335"/>
                    </a:cubicBezTo>
                    <a:cubicBezTo>
                      <a:pt x="9484" y="48939"/>
                      <a:pt x="9728" y="48514"/>
                      <a:pt x="9971" y="48119"/>
                    </a:cubicBezTo>
                    <a:lnTo>
                      <a:pt x="10366" y="48028"/>
                    </a:lnTo>
                    <a:cubicBezTo>
                      <a:pt x="10683" y="47770"/>
                      <a:pt x="11077" y="47629"/>
                      <a:pt x="11473" y="47629"/>
                    </a:cubicBezTo>
                    <a:cubicBezTo>
                      <a:pt x="11685" y="47629"/>
                      <a:pt x="11897" y="47669"/>
                      <a:pt x="12098" y="47754"/>
                    </a:cubicBezTo>
                    <a:cubicBezTo>
                      <a:pt x="12919" y="47146"/>
                      <a:pt x="13649" y="46994"/>
                      <a:pt x="14804" y="46720"/>
                    </a:cubicBezTo>
                    <a:cubicBezTo>
                      <a:pt x="14956" y="46675"/>
                      <a:pt x="15108" y="46652"/>
                      <a:pt x="15256" y="46652"/>
                    </a:cubicBezTo>
                    <a:cubicBezTo>
                      <a:pt x="15404" y="46652"/>
                      <a:pt x="15548" y="46675"/>
                      <a:pt x="15685" y="46720"/>
                    </a:cubicBezTo>
                    <a:cubicBezTo>
                      <a:pt x="15868" y="46690"/>
                      <a:pt x="16020" y="46599"/>
                      <a:pt x="16141" y="46447"/>
                    </a:cubicBezTo>
                    <a:lnTo>
                      <a:pt x="16080" y="46295"/>
                    </a:lnTo>
                    <a:cubicBezTo>
                      <a:pt x="16171" y="46295"/>
                      <a:pt x="16293" y="46325"/>
                      <a:pt x="16384" y="46325"/>
                    </a:cubicBezTo>
                    <a:cubicBezTo>
                      <a:pt x="16536" y="46295"/>
                      <a:pt x="16688" y="46265"/>
                      <a:pt x="16840" y="46234"/>
                    </a:cubicBezTo>
                    <a:cubicBezTo>
                      <a:pt x="16962" y="46143"/>
                      <a:pt x="17053" y="46021"/>
                      <a:pt x="17144" y="45930"/>
                    </a:cubicBezTo>
                    <a:cubicBezTo>
                      <a:pt x="17203" y="45945"/>
                      <a:pt x="17257" y="45953"/>
                      <a:pt x="17305" y="45953"/>
                    </a:cubicBezTo>
                    <a:cubicBezTo>
                      <a:pt x="17454" y="45953"/>
                      <a:pt x="17547" y="45879"/>
                      <a:pt x="17570" y="45717"/>
                    </a:cubicBezTo>
                    <a:cubicBezTo>
                      <a:pt x="17600" y="45687"/>
                      <a:pt x="17630" y="45687"/>
                      <a:pt x="17691" y="45657"/>
                    </a:cubicBezTo>
                    <a:cubicBezTo>
                      <a:pt x="17934" y="45383"/>
                      <a:pt x="18117" y="45079"/>
                      <a:pt x="18330" y="44806"/>
                    </a:cubicBezTo>
                    <a:cubicBezTo>
                      <a:pt x="17965" y="44410"/>
                      <a:pt x="18603" y="44319"/>
                      <a:pt x="18725" y="44106"/>
                    </a:cubicBezTo>
                    <a:cubicBezTo>
                      <a:pt x="18968" y="44106"/>
                      <a:pt x="19150" y="44046"/>
                      <a:pt x="19211" y="43863"/>
                    </a:cubicBezTo>
                    <a:cubicBezTo>
                      <a:pt x="19363" y="43651"/>
                      <a:pt x="19424" y="43407"/>
                      <a:pt x="19393" y="43164"/>
                    </a:cubicBezTo>
                    <a:cubicBezTo>
                      <a:pt x="19029" y="42344"/>
                      <a:pt x="19029" y="42344"/>
                      <a:pt x="20153" y="42283"/>
                    </a:cubicBezTo>
                    <a:lnTo>
                      <a:pt x="20305" y="42283"/>
                    </a:lnTo>
                    <a:cubicBezTo>
                      <a:pt x="20305" y="42283"/>
                      <a:pt x="20488" y="42131"/>
                      <a:pt x="20457" y="42100"/>
                    </a:cubicBezTo>
                    <a:cubicBezTo>
                      <a:pt x="20366" y="41918"/>
                      <a:pt x="20396" y="41705"/>
                      <a:pt x="20548" y="41584"/>
                    </a:cubicBezTo>
                    <a:cubicBezTo>
                      <a:pt x="20579" y="41614"/>
                      <a:pt x="20609" y="41675"/>
                      <a:pt x="20609" y="41736"/>
                    </a:cubicBezTo>
                    <a:cubicBezTo>
                      <a:pt x="20609" y="41888"/>
                      <a:pt x="20609" y="41979"/>
                      <a:pt x="20852" y="42009"/>
                    </a:cubicBezTo>
                    <a:cubicBezTo>
                      <a:pt x="21065" y="42009"/>
                      <a:pt x="21217" y="42009"/>
                      <a:pt x="21217" y="41857"/>
                    </a:cubicBezTo>
                    <a:cubicBezTo>
                      <a:pt x="21278" y="41553"/>
                      <a:pt x="21582" y="41340"/>
                      <a:pt x="21764" y="41097"/>
                    </a:cubicBezTo>
                    <a:cubicBezTo>
                      <a:pt x="21582" y="40702"/>
                      <a:pt x="21886" y="40489"/>
                      <a:pt x="22190" y="40246"/>
                    </a:cubicBezTo>
                    <a:cubicBezTo>
                      <a:pt x="22342" y="40155"/>
                      <a:pt x="22433" y="39973"/>
                      <a:pt x="22403" y="39790"/>
                    </a:cubicBezTo>
                    <a:cubicBezTo>
                      <a:pt x="22372" y="39608"/>
                      <a:pt x="22463" y="39456"/>
                      <a:pt x="22646" y="39365"/>
                    </a:cubicBezTo>
                    <a:cubicBezTo>
                      <a:pt x="22919" y="39182"/>
                      <a:pt x="23193" y="39000"/>
                      <a:pt x="23497" y="38818"/>
                    </a:cubicBezTo>
                    <a:cubicBezTo>
                      <a:pt x="23545" y="38789"/>
                      <a:pt x="23557" y="38778"/>
                      <a:pt x="23557" y="38778"/>
                    </a:cubicBezTo>
                    <a:lnTo>
                      <a:pt x="23557" y="38778"/>
                    </a:lnTo>
                    <a:cubicBezTo>
                      <a:pt x="23557" y="38778"/>
                      <a:pt x="23504" y="38827"/>
                      <a:pt x="23649" y="38848"/>
                    </a:cubicBezTo>
                    <a:cubicBezTo>
                      <a:pt x="23710" y="38848"/>
                      <a:pt x="23801" y="39000"/>
                      <a:pt x="23770" y="39061"/>
                    </a:cubicBezTo>
                    <a:lnTo>
                      <a:pt x="23710" y="39122"/>
                    </a:lnTo>
                    <a:cubicBezTo>
                      <a:pt x="24196" y="38757"/>
                      <a:pt x="24773" y="38453"/>
                      <a:pt x="25412" y="37997"/>
                    </a:cubicBezTo>
                    <a:cubicBezTo>
                      <a:pt x="25594" y="37815"/>
                      <a:pt x="25777" y="37663"/>
                      <a:pt x="25989" y="37511"/>
                    </a:cubicBezTo>
                    <a:cubicBezTo>
                      <a:pt x="26050" y="37419"/>
                      <a:pt x="26141" y="37328"/>
                      <a:pt x="26202" y="37237"/>
                    </a:cubicBezTo>
                    <a:cubicBezTo>
                      <a:pt x="26232" y="37085"/>
                      <a:pt x="26293" y="36903"/>
                      <a:pt x="26384" y="36720"/>
                    </a:cubicBezTo>
                    <a:cubicBezTo>
                      <a:pt x="26415" y="36660"/>
                      <a:pt x="26536" y="36629"/>
                      <a:pt x="26628" y="36599"/>
                    </a:cubicBezTo>
                    <a:cubicBezTo>
                      <a:pt x="26628" y="36599"/>
                      <a:pt x="26719" y="36629"/>
                      <a:pt x="26749" y="36660"/>
                    </a:cubicBezTo>
                    <a:lnTo>
                      <a:pt x="26749" y="36720"/>
                    </a:lnTo>
                    <a:cubicBezTo>
                      <a:pt x="27053" y="36416"/>
                      <a:pt x="27357" y="36143"/>
                      <a:pt x="27661" y="35900"/>
                    </a:cubicBezTo>
                    <a:cubicBezTo>
                      <a:pt x="28178" y="35322"/>
                      <a:pt x="28695" y="34775"/>
                      <a:pt x="29242" y="34258"/>
                    </a:cubicBezTo>
                    <a:cubicBezTo>
                      <a:pt x="29394" y="34089"/>
                      <a:pt x="29611" y="34005"/>
                      <a:pt x="29832" y="34005"/>
                    </a:cubicBezTo>
                    <a:cubicBezTo>
                      <a:pt x="30009" y="34005"/>
                      <a:pt x="30187" y="34059"/>
                      <a:pt x="30336" y="34167"/>
                    </a:cubicBezTo>
                    <a:cubicBezTo>
                      <a:pt x="30427" y="33985"/>
                      <a:pt x="30518" y="33802"/>
                      <a:pt x="30609" y="33620"/>
                    </a:cubicBezTo>
                    <a:cubicBezTo>
                      <a:pt x="30579" y="33590"/>
                      <a:pt x="30518" y="33529"/>
                      <a:pt x="30549" y="33498"/>
                    </a:cubicBezTo>
                    <a:cubicBezTo>
                      <a:pt x="30579" y="33377"/>
                      <a:pt x="30609" y="33286"/>
                      <a:pt x="30701" y="33194"/>
                    </a:cubicBezTo>
                    <a:cubicBezTo>
                      <a:pt x="31126" y="32708"/>
                      <a:pt x="31369" y="32161"/>
                      <a:pt x="31795" y="31735"/>
                    </a:cubicBezTo>
                    <a:cubicBezTo>
                      <a:pt x="31886" y="31675"/>
                      <a:pt x="31992" y="31644"/>
                      <a:pt x="32099" y="31644"/>
                    </a:cubicBezTo>
                    <a:cubicBezTo>
                      <a:pt x="32205" y="31644"/>
                      <a:pt x="32312" y="31675"/>
                      <a:pt x="32403" y="31735"/>
                    </a:cubicBezTo>
                    <a:cubicBezTo>
                      <a:pt x="32555" y="31887"/>
                      <a:pt x="32707" y="32070"/>
                      <a:pt x="32889" y="32222"/>
                    </a:cubicBezTo>
                    <a:lnTo>
                      <a:pt x="32950" y="32222"/>
                    </a:lnTo>
                    <a:lnTo>
                      <a:pt x="33953" y="32313"/>
                    </a:lnTo>
                    <a:lnTo>
                      <a:pt x="34196" y="32131"/>
                    </a:lnTo>
                    <a:cubicBezTo>
                      <a:pt x="34223" y="31290"/>
                      <a:pt x="34904" y="30643"/>
                      <a:pt x="35720" y="30643"/>
                    </a:cubicBezTo>
                    <a:cubicBezTo>
                      <a:pt x="35818" y="30643"/>
                      <a:pt x="35918" y="30652"/>
                      <a:pt x="36020" y="30672"/>
                    </a:cubicBezTo>
                    <a:lnTo>
                      <a:pt x="36567" y="30459"/>
                    </a:lnTo>
                    <a:lnTo>
                      <a:pt x="36597" y="30459"/>
                    </a:lnTo>
                    <a:cubicBezTo>
                      <a:pt x="36689" y="30125"/>
                      <a:pt x="36871" y="29851"/>
                      <a:pt x="37114" y="29638"/>
                    </a:cubicBezTo>
                    <a:cubicBezTo>
                      <a:pt x="37175" y="29608"/>
                      <a:pt x="37327" y="29608"/>
                      <a:pt x="37418" y="29608"/>
                    </a:cubicBezTo>
                    <a:cubicBezTo>
                      <a:pt x="37448" y="29608"/>
                      <a:pt x="37509" y="29638"/>
                      <a:pt x="37540" y="29699"/>
                    </a:cubicBezTo>
                    <a:cubicBezTo>
                      <a:pt x="37600" y="29790"/>
                      <a:pt x="37631" y="29912"/>
                      <a:pt x="37661" y="30033"/>
                    </a:cubicBezTo>
                    <a:cubicBezTo>
                      <a:pt x="37692" y="30125"/>
                      <a:pt x="37692" y="30246"/>
                      <a:pt x="37813" y="30337"/>
                    </a:cubicBezTo>
                    <a:cubicBezTo>
                      <a:pt x="37874" y="30368"/>
                      <a:pt x="37935" y="30398"/>
                      <a:pt x="38026" y="30428"/>
                    </a:cubicBezTo>
                    <a:cubicBezTo>
                      <a:pt x="38051" y="30441"/>
                      <a:pt x="38082" y="30448"/>
                      <a:pt x="38113" y="30448"/>
                    </a:cubicBezTo>
                    <a:cubicBezTo>
                      <a:pt x="38157" y="30448"/>
                      <a:pt x="38203" y="30434"/>
                      <a:pt x="38239" y="30398"/>
                    </a:cubicBezTo>
                    <a:cubicBezTo>
                      <a:pt x="38330" y="30307"/>
                      <a:pt x="38360" y="30185"/>
                      <a:pt x="38512" y="30185"/>
                    </a:cubicBezTo>
                    <a:cubicBezTo>
                      <a:pt x="38573" y="30125"/>
                      <a:pt x="38604" y="30094"/>
                      <a:pt x="38695" y="30033"/>
                    </a:cubicBezTo>
                    <a:cubicBezTo>
                      <a:pt x="38938" y="29912"/>
                      <a:pt x="39181" y="29790"/>
                      <a:pt x="39485" y="29729"/>
                    </a:cubicBezTo>
                    <a:cubicBezTo>
                      <a:pt x="39897" y="29002"/>
                      <a:pt x="40696" y="28700"/>
                      <a:pt x="41526" y="28700"/>
                    </a:cubicBezTo>
                    <a:cubicBezTo>
                      <a:pt x="41737" y="28700"/>
                      <a:pt x="41950" y="28720"/>
                      <a:pt x="42160" y="28757"/>
                    </a:cubicBezTo>
                    <a:cubicBezTo>
                      <a:pt x="42266" y="28571"/>
                      <a:pt x="42396" y="28477"/>
                      <a:pt x="42610" y="28477"/>
                    </a:cubicBezTo>
                    <a:cubicBezTo>
                      <a:pt x="42640" y="28477"/>
                      <a:pt x="42673" y="28479"/>
                      <a:pt x="42707" y="28483"/>
                    </a:cubicBezTo>
                    <a:cubicBezTo>
                      <a:pt x="42829" y="28483"/>
                      <a:pt x="42950" y="28514"/>
                      <a:pt x="43041" y="28514"/>
                    </a:cubicBezTo>
                    <a:cubicBezTo>
                      <a:pt x="43109" y="28534"/>
                      <a:pt x="43176" y="28543"/>
                      <a:pt x="43242" y="28543"/>
                    </a:cubicBezTo>
                    <a:cubicBezTo>
                      <a:pt x="43474" y="28543"/>
                      <a:pt x="43690" y="28423"/>
                      <a:pt x="43832" y="28210"/>
                    </a:cubicBezTo>
                    <a:cubicBezTo>
                      <a:pt x="43953" y="27997"/>
                      <a:pt x="44044" y="27754"/>
                      <a:pt x="44136" y="27541"/>
                    </a:cubicBezTo>
                    <a:cubicBezTo>
                      <a:pt x="44257" y="27328"/>
                      <a:pt x="44440" y="27176"/>
                      <a:pt x="44652" y="27085"/>
                    </a:cubicBezTo>
                    <a:cubicBezTo>
                      <a:pt x="44865" y="26963"/>
                      <a:pt x="45260" y="26994"/>
                      <a:pt x="45321" y="26781"/>
                    </a:cubicBezTo>
                    <a:cubicBezTo>
                      <a:pt x="45443" y="26416"/>
                      <a:pt x="45321" y="25991"/>
                      <a:pt x="45017" y="25717"/>
                    </a:cubicBezTo>
                    <a:cubicBezTo>
                      <a:pt x="44987" y="25687"/>
                      <a:pt x="44956" y="25656"/>
                      <a:pt x="44926" y="25626"/>
                    </a:cubicBezTo>
                    <a:cubicBezTo>
                      <a:pt x="44622" y="25352"/>
                      <a:pt x="44652" y="24896"/>
                      <a:pt x="44956" y="24623"/>
                    </a:cubicBezTo>
                    <a:cubicBezTo>
                      <a:pt x="45047" y="24562"/>
                      <a:pt x="45139" y="24532"/>
                      <a:pt x="45230" y="24532"/>
                    </a:cubicBezTo>
                    <a:cubicBezTo>
                      <a:pt x="45327" y="24532"/>
                      <a:pt x="45424" y="24571"/>
                      <a:pt x="45506" y="24571"/>
                    </a:cubicBezTo>
                    <a:cubicBezTo>
                      <a:pt x="45526" y="24571"/>
                      <a:pt x="45546" y="24568"/>
                      <a:pt x="45564" y="24562"/>
                    </a:cubicBezTo>
                    <a:cubicBezTo>
                      <a:pt x="45620" y="24551"/>
                      <a:pt x="45679" y="24544"/>
                      <a:pt x="45742" y="24544"/>
                    </a:cubicBezTo>
                    <a:cubicBezTo>
                      <a:pt x="45850" y="24544"/>
                      <a:pt x="45965" y="24565"/>
                      <a:pt x="46081" y="24623"/>
                    </a:cubicBezTo>
                    <a:cubicBezTo>
                      <a:pt x="46172" y="24045"/>
                      <a:pt x="46476" y="23529"/>
                      <a:pt x="46871" y="23134"/>
                    </a:cubicBezTo>
                    <a:cubicBezTo>
                      <a:pt x="47165" y="22840"/>
                      <a:pt x="47559" y="22685"/>
                      <a:pt x="47965" y="22685"/>
                    </a:cubicBezTo>
                    <a:cubicBezTo>
                      <a:pt x="48190" y="22685"/>
                      <a:pt x="48418" y="22732"/>
                      <a:pt x="48634" y="22830"/>
                    </a:cubicBezTo>
                    <a:lnTo>
                      <a:pt x="48968" y="22708"/>
                    </a:lnTo>
                    <a:cubicBezTo>
                      <a:pt x="49029" y="22434"/>
                      <a:pt x="49151" y="22191"/>
                      <a:pt x="49303" y="21948"/>
                    </a:cubicBezTo>
                    <a:cubicBezTo>
                      <a:pt x="49637" y="21492"/>
                      <a:pt x="50123" y="21127"/>
                      <a:pt x="50671" y="20945"/>
                    </a:cubicBezTo>
                    <a:cubicBezTo>
                      <a:pt x="50762" y="20520"/>
                      <a:pt x="50975" y="20124"/>
                      <a:pt x="51248" y="19790"/>
                    </a:cubicBezTo>
                    <a:cubicBezTo>
                      <a:pt x="51461" y="19608"/>
                      <a:pt x="51674" y="19425"/>
                      <a:pt x="51917" y="19304"/>
                    </a:cubicBezTo>
                    <a:cubicBezTo>
                      <a:pt x="51856" y="18453"/>
                      <a:pt x="52403" y="17602"/>
                      <a:pt x="53163" y="17054"/>
                    </a:cubicBezTo>
                    <a:cubicBezTo>
                      <a:pt x="53163" y="16659"/>
                      <a:pt x="53193" y="16234"/>
                      <a:pt x="53163" y="15808"/>
                    </a:cubicBezTo>
                    <a:cubicBezTo>
                      <a:pt x="53102" y="15383"/>
                      <a:pt x="53163" y="14927"/>
                      <a:pt x="53285" y="14532"/>
                    </a:cubicBezTo>
                    <a:cubicBezTo>
                      <a:pt x="52890" y="14136"/>
                      <a:pt x="52859" y="13346"/>
                      <a:pt x="53589" y="13225"/>
                    </a:cubicBezTo>
                    <a:cubicBezTo>
                      <a:pt x="54075" y="13133"/>
                      <a:pt x="54561" y="13012"/>
                      <a:pt x="55017" y="12829"/>
                    </a:cubicBezTo>
                    <a:cubicBezTo>
                      <a:pt x="55078" y="12799"/>
                      <a:pt x="55146" y="12784"/>
                      <a:pt x="55219" y="12784"/>
                    </a:cubicBezTo>
                    <a:cubicBezTo>
                      <a:pt x="55291" y="12784"/>
                      <a:pt x="55367" y="12799"/>
                      <a:pt x="55443" y="12829"/>
                    </a:cubicBezTo>
                    <a:cubicBezTo>
                      <a:pt x="55504" y="12708"/>
                      <a:pt x="55564" y="12617"/>
                      <a:pt x="55625" y="12525"/>
                    </a:cubicBezTo>
                    <a:cubicBezTo>
                      <a:pt x="55747" y="12343"/>
                      <a:pt x="55959" y="12191"/>
                      <a:pt x="56172" y="12130"/>
                    </a:cubicBezTo>
                    <a:cubicBezTo>
                      <a:pt x="56324" y="12070"/>
                      <a:pt x="56567" y="12100"/>
                      <a:pt x="56719" y="12039"/>
                    </a:cubicBezTo>
                    <a:cubicBezTo>
                      <a:pt x="56780" y="11948"/>
                      <a:pt x="56841" y="11857"/>
                      <a:pt x="56902" y="11766"/>
                    </a:cubicBezTo>
                    <a:cubicBezTo>
                      <a:pt x="57023" y="11462"/>
                      <a:pt x="56963" y="11127"/>
                      <a:pt x="56719" y="10884"/>
                    </a:cubicBezTo>
                    <a:cubicBezTo>
                      <a:pt x="56689" y="10854"/>
                      <a:pt x="56659" y="10793"/>
                      <a:pt x="56628" y="10763"/>
                    </a:cubicBezTo>
                    <a:cubicBezTo>
                      <a:pt x="56446" y="10550"/>
                      <a:pt x="56446" y="10215"/>
                      <a:pt x="56628" y="9972"/>
                    </a:cubicBezTo>
                    <a:cubicBezTo>
                      <a:pt x="56628" y="9638"/>
                      <a:pt x="56811" y="9334"/>
                      <a:pt x="57145" y="9182"/>
                    </a:cubicBezTo>
                    <a:cubicBezTo>
                      <a:pt x="57145" y="8817"/>
                      <a:pt x="57388" y="8452"/>
                      <a:pt x="57753" y="8361"/>
                    </a:cubicBezTo>
                    <a:cubicBezTo>
                      <a:pt x="58133" y="8240"/>
                      <a:pt x="58490" y="8224"/>
                      <a:pt x="58843" y="8224"/>
                    </a:cubicBezTo>
                    <a:cubicBezTo>
                      <a:pt x="58961" y="8224"/>
                      <a:pt x="59078" y="8226"/>
                      <a:pt x="59196" y="8226"/>
                    </a:cubicBezTo>
                    <a:cubicBezTo>
                      <a:pt x="59431" y="8226"/>
                      <a:pt x="59668" y="8219"/>
                      <a:pt x="59911" y="8179"/>
                    </a:cubicBezTo>
                    <a:cubicBezTo>
                      <a:pt x="61704" y="7814"/>
                      <a:pt x="61400" y="7054"/>
                      <a:pt x="62373" y="5990"/>
                    </a:cubicBezTo>
                    <a:cubicBezTo>
                      <a:pt x="62677" y="5717"/>
                      <a:pt x="63011" y="5504"/>
                      <a:pt x="63346" y="5291"/>
                    </a:cubicBezTo>
                    <a:cubicBezTo>
                      <a:pt x="63346" y="5139"/>
                      <a:pt x="63376" y="4957"/>
                      <a:pt x="63498" y="4805"/>
                    </a:cubicBezTo>
                    <a:cubicBezTo>
                      <a:pt x="63619" y="4653"/>
                      <a:pt x="63710" y="4501"/>
                      <a:pt x="63832" y="4349"/>
                    </a:cubicBezTo>
                    <a:cubicBezTo>
                      <a:pt x="63802" y="3650"/>
                      <a:pt x="64379" y="2282"/>
                      <a:pt x="63254" y="1249"/>
                    </a:cubicBezTo>
                    <a:cubicBezTo>
                      <a:pt x="62768" y="808"/>
                      <a:pt x="62525" y="702"/>
                      <a:pt x="62229" y="702"/>
                    </a:cubicBezTo>
                    <a:cubicBezTo>
                      <a:pt x="61952" y="702"/>
                      <a:pt x="61629" y="794"/>
                      <a:pt x="61019" y="794"/>
                    </a:cubicBezTo>
                    <a:cubicBezTo>
                      <a:pt x="60975" y="794"/>
                      <a:pt x="60930" y="794"/>
                      <a:pt x="60884" y="793"/>
                    </a:cubicBezTo>
                    <a:lnTo>
                      <a:pt x="6870" y="2"/>
                    </a:lnTo>
                    <a:cubicBezTo>
                      <a:pt x="6815" y="1"/>
                      <a:pt x="6759" y="0"/>
                      <a:pt x="6704" y="0"/>
                    </a:cubicBezTo>
                    <a:close/>
                  </a:path>
                </a:pathLst>
              </a:custGeom>
              <a:solidFill>
                <a:schemeClr val="dk2"/>
              </a:solidFill>
              <a:ln>
                <a:noFill/>
              </a:ln>
              <a:effectLst>
                <a:outerShdw blurRad="42863" rotWithShape="0" algn="bl" dir="11220000" dist="476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rot="10800000">
                <a:off x="7106409" y="3356921"/>
                <a:ext cx="2117619" cy="1891681"/>
              </a:xfrm>
              <a:custGeom>
                <a:rect b="b" l="l" r="r" t="t"/>
                <a:pathLst>
                  <a:path extrusionOk="0" h="54106" w="63255">
                    <a:moveTo>
                      <a:pt x="6232" y="1"/>
                    </a:moveTo>
                    <a:cubicBezTo>
                      <a:pt x="2797" y="1"/>
                      <a:pt x="1" y="2797"/>
                      <a:pt x="1" y="6232"/>
                    </a:cubicBezTo>
                    <a:lnTo>
                      <a:pt x="1" y="54105"/>
                    </a:lnTo>
                    <a:cubicBezTo>
                      <a:pt x="305" y="53771"/>
                      <a:pt x="670" y="53467"/>
                      <a:pt x="1065" y="53254"/>
                    </a:cubicBezTo>
                    <a:lnTo>
                      <a:pt x="822" y="53102"/>
                    </a:lnTo>
                    <a:lnTo>
                      <a:pt x="1156" y="52676"/>
                    </a:lnTo>
                    <a:cubicBezTo>
                      <a:pt x="1156" y="52494"/>
                      <a:pt x="1186" y="52342"/>
                      <a:pt x="1369" y="52251"/>
                    </a:cubicBezTo>
                    <a:cubicBezTo>
                      <a:pt x="1430" y="52129"/>
                      <a:pt x="1460" y="52038"/>
                      <a:pt x="1490" y="51917"/>
                    </a:cubicBezTo>
                    <a:cubicBezTo>
                      <a:pt x="1521" y="51795"/>
                      <a:pt x="1582" y="51704"/>
                      <a:pt x="1673" y="51643"/>
                    </a:cubicBezTo>
                    <a:lnTo>
                      <a:pt x="1673" y="51673"/>
                    </a:lnTo>
                    <a:cubicBezTo>
                      <a:pt x="1720" y="51791"/>
                      <a:pt x="1822" y="51836"/>
                      <a:pt x="1964" y="51836"/>
                    </a:cubicBezTo>
                    <a:cubicBezTo>
                      <a:pt x="2006" y="51836"/>
                      <a:pt x="2050" y="51832"/>
                      <a:pt x="2098" y="51825"/>
                    </a:cubicBezTo>
                    <a:cubicBezTo>
                      <a:pt x="2159" y="51613"/>
                      <a:pt x="2250" y="51430"/>
                      <a:pt x="2341" y="51278"/>
                    </a:cubicBezTo>
                    <a:cubicBezTo>
                      <a:pt x="2311" y="51035"/>
                      <a:pt x="2311" y="50822"/>
                      <a:pt x="2372" y="50610"/>
                    </a:cubicBezTo>
                    <a:cubicBezTo>
                      <a:pt x="2387" y="50594"/>
                      <a:pt x="2402" y="50587"/>
                      <a:pt x="2417" y="50587"/>
                    </a:cubicBezTo>
                    <a:cubicBezTo>
                      <a:pt x="2433" y="50587"/>
                      <a:pt x="2448" y="50594"/>
                      <a:pt x="2463" y="50610"/>
                    </a:cubicBezTo>
                    <a:cubicBezTo>
                      <a:pt x="2554" y="50640"/>
                      <a:pt x="2645" y="50670"/>
                      <a:pt x="2737" y="50701"/>
                    </a:cubicBezTo>
                    <a:cubicBezTo>
                      <a:pt x="3193" y="50214"/>
                      <a:pt x="3648" y="49758"/>
                      <a:pt x="4196" y="49363"/>
                    </a:cubicBezTo>
                    <a:cubicBezTo>
                      <a:pt x="4804" y="48847"/>
                      <a:pt x="5320" y="48360"/>
                      <a:pt x="5867" y="47935"/>
                    </a:cubicBezTo>
                    <a:cubicBezTo>
                      <a:pt x="5959" y="47661"/>
                      <a:pt x="6171" y="47418"/>
                      <a:pt x="6445" y="47357"/>
                    </a:cubicBezTo>
                    <a:cubicBezTo>
                      <a:pt x="6506" y="47357"/>
                      <a:pt x="6566" y="47357"/>
                      <a:pt x="6627" y="47388"/>
                    </a:cubicBezTo>
                    <a:cubicBezTo>
                      <a:pt x="7114" y="47084"/>
                      <a:pt x="7630" y="46840"/>
                      <a:pt x="8147" y="46658"/>
                    </a:cubicBezTo>
                    <a:cubicBezTo>
                      <a:pt x="8269" y="46628"/>
                      <a:pt x="8390" y="46597"/>
                      <a:pt x="8512" y="46597"/>
                    </a:cubicBezTo>
                    <a:cubicBezTo>
                      <a:pt x="8542" y="46567"/>
                      <a:pt x="8542" y="46537"/>
                      <a:pt x="8573" y="46476"/>
                    </a:cubicBezTo>
                    <a:cubicBezTo>
                      <a:pt x="8846" y="46111"/>
                      <a:pt x="9059" y="45716"/>
                      <a:pt x="9302" y="45351"/>
                    </a:cubicBezTo>
                    <a:lnTo>
                      <a:pt x="9667" y="45290"/>
                    </a:lnTo>
                    <a:cubicBezTo>
                      <a:pt x="9944" y="45050"/>
                      <a:pt x="10288" y="44934"/>
                      <a:pt x="10639" y="44934"/>
                    </a:cubicBezTo>
                    <a:cubicBezTo>
                      <a:pt x="10865" y="44934"/>
                      <a:pt x="11094" y="44982"/>
                      <a:pt x="11308" y="45078"/>
                    </a:cubicBezTo>
                    <a:cubicBezTo>
                      <a:pt x="12068" y="44561"/>
                      <a:pt x="12767" y="44439"/>
                      <a:pt x="13861" y="44196"/>
                    </a:cubicBezTo>
                    <a:cubicBezTo>
                      <a:pt x="13983" y="44181"/>
                      <a:pt x="14105" y="44173"/>
                      <a:pt x="14226" y="44173"/>
                    </a:cubicBezTo>
                    <a:cubicBezTo>
                      <a:pt x="14348" y="44173"/>
                      <a:pt x="14469" y="44181"/>
                      <a:pt x="14591" y="44196"/>
                    </a:cubicBezTo>
                    <a:cubicBezTo>
                      <a:pt x="14895" y="43923"/>
                      <a:pt x="15168" y="43619"/>
                      <a:pt x="15503" y="43345"/>
                    </a:cubicBezTo>
                    <a:cubicBezTo>
                      <a:pt x="15928" y="43011"/>
                      <a:pt x="16597" y="42919"/>
                      <a:pt x="16445" y="42464"/>
                    </a:cubicBezTo>
                    <a:cubicBezTo>
                      <a:pt x="16384" y="42190"/>
                      <a:pt x="16445" y="41916"/>
                      <a:pt x="16658" y="41704"/>
                    </a:cubicBezTo>
                    <a:cubicBezTo>
                      <a:pt x="16719" y="41643"/>
                      <a:pt x="16810" y="41552"/>
                      <a:pt x="16901" y="41491"/>
                    </a:cubicBezTo>
                    <a:cubicBezTo>
                      <a:pt x="16871" y="41369"/>
                      <a:pt x="16871" y="41248"/>
                      <a:pt x="16871" y="41126"/>
                    </a:cubicBezTo>
                    <a:cubicBezTo>
                      <a:pt x="16958" y="40599"/>
                      <a:pt x="17413" y="40213"/>
                      <a:pt x="17909" y="40213"/>
                    </a:cubicBezTo>
                    <a:cubicBezTo>
                      <a:pt x="17928" y="40213"/>
                      <a:pt x="17946" y="40213"/>
                      <a:pt x="17965" y="40214"/>
                    </a:cubicBezTo>
                    <a:cubicBezTo>
                      <a:pt x="18086" y="40123"/>
                      <a:pt x="18360" y="40123"/>
                      <a:pt x="18846" y="40123"/>
                    </a:cubicBezTo>
                    <a:lnTo>
                      <a:pt x="18998" y="40123"/>
                    </a:lnTo>
                    <a:cubicBezTo>
                      <a:pt x="19029" y="40093"/>
                      <a:pt x="19181" y="39971"/>
                      <a:pt x="19181" y="39941"/>
                    </a:cubicBezTo>
                    <a:cubicBezTo>
                      <a:pt x="19089" y="39789"/>
                      <a:pt x="19120" y="39576"/>
                      <a:pt x="19272" y="39454"/>
                    </a:cubicBezTo>
                    <a:cubicBezTo>
                      <a:pt x="19302" y="39485"/>
                      <a:pt x="19302" y="39546"/>
                      <a:pt x="19302" y="39606"/>
                    </a:cubicBezTo>
                    <a:cubicBezTo>
                      <a:pt x="19302" y="39728"/>
                      <a:pt x="19302" y="39850"/>
                      <a:pt x="19545" y="39880"/>
                    </a:cubicBezTo>
                    <a:cubicBezTo>
                      <a:pt x="19758" y="39880"/>
                      <a:pt x="19880" y="39880"/>
                      <a:pt x="19910" y="39728"/>
                    </a:cubicBezTo>
                    <a:cubicBezTo>
                      <a:pt x="19971" y="39454"/>
                      <a:pt x="20245" y="39272"/>
                      <a:pt x="20427" y="39029"/>
                    </a:cubicBezTo>
                    <a:cubicBezTo>
                      <a:pt x="20245" y="38664"/>
                      <a:pt x="20548" y="38451"/>
                      <a:pt x="20852" y="38239"/>
                    </a:cubicBezTo>
                    <a:cubicBezTo>
                      <a:pt x="21004" y="38147"/>
                      <a:pt x="21065" y="37965"/>
                      <a:pt x="21035" y="37813"/>
                    </a:cubicBezTo>
                    <a:cubicBezTo>
                      <a:pt x="21004" y="37631"/>
                      <a:pt x="21096" y="37479"/>
                      <a:pt x="21248" y="37387"/>
                    </a:cubicBezTo>
                    <a:cubicBezTo>
                      <a:pt x="21521" y="37205"/>
                      <a:pt x="21795" y="37053"/>
                      <a:pt x="22068" y="36901"/>
                    </a:cubicBezTo>
                    <a:cubicBezTo>
                      <a:pt x="22126" y="36872"/>
                      <a:pt x="22144" y="36862"/>
                      <a:pt x="22148" y="36862"/>
                    </a:cubicBezTo>
                    <a:cubicBezTo>
                      <a:pt x="22155" y="36862"/>
                      <a:pt x="22096" y="36911"/>
                      <a:pt x="22220" y="36932"/>
                    </a:cubicBezTo>
                    <a:cubicBezTo>
                      <a:pt x="22980" y="36080"/>
                      <a:pt x="23740" y="35442"/>
                      <a:pt x="24804" y="35138"/>
                    </a:cubicBezTo>
                    <a:cubicBezTo>
                      <a:pt x="24834" y="35077"/>
                      <a:pt x="24865" y="35017"/>
                      <a:pt x="24865" y="34956"/>
                    </a:cubicBezTo>
                    <a:cubicBezTo>
                      <a:pt x="24895" y="34895"/>
                      <a:pt x="25017" y="34834"/>
                      <a:pt x="25108" y="34804"/>
                    </a:cubicBezTo>
                    <a:cubicBezTo>
                      <a:pt x="25169" y="34834"/>
                      <a:pt x="25199" y="34865"/>
                      <a:pt x="25229" y="34895"/>
                    </a:cubicBezTo>
                    <a:lnTo>
                      <a:pt x="25260" y="34925"/>
                    </a:lnTo>
                    <a:cubicBezTo>
                      <a:pt x="25533" y="34682"/>
                      <a:pt x="25807" y="34409"/>
                      <a:pt x="26111" y="34166"/>
                    </a:cubicBezTo>
                    <a:cubicBezTo>
                      <a:pt x="26628" y="33649"/>
                      <a:pt x="27144" y="33132"/>
                      <a:pt x="27661" y="32646"/>
                    </a:cubicBezTo>
                    <a:cubicBezTo>
                      <a:pt x="27809" y="32482"/>
                      <a:pt x="28018" y="32397"/>
                      <a:pt x="28227" y="32397"/>
                    </a:cubicBezTo>
                    <a:cubicBezTo>
                      <a:pt x="28406" y="32397"/>
                      <a:pt x="28585" y="32459"/>
                      <a:pt x="28725" y="32585"/>
                    </a:cubicBezTo>
                    <a:cubicBezTo>
                      <a:pt x="28816" y="32403"/>
                      <a:pt x="28907" y="32251"/>
                      <a:pt x="28998" y="32068"/>
                    </a:cubicBezTo>
                    <a:cubicBezTo>
                      <a:pt x="28968" y="32038"/>
                      <a:pt x="28907" y="31977"/>
                      <a:pt x="28938" y="31947"/>
                    </a:cubicBezTo>
                    <a:cubicBezTo>
                      <a:pt x="28938" y="31825"/>
                      <a:pt x="28998" y="31734"/>
                      <a:pt x="29059" y="31643"/>
                    </a:cubicBezTo>
                    <a:cubicBezTo>
                      <a:pt x="29485" y="31187"/>
                      <a:pt x="29728" y="30670"/>
                      <a:pt x="30154" y="30245"/>
                    </a:cubicBezTo>
                    <a:cubicBezTo>
                      <a:pt x="30245" y="30184"/>
                      <a:pt x="30351" y="30153"/>
                      <a:pt x="30454" y="30153"/>
                    </a:cubicBezTo>
                    <a:cubicBezTo>
                      <a:pt x="30556" y="30153"/>
                      <a:pt x="30655" y="30184"/>
                      <a:pt x="30731" y="30245"/>
                    </a:cubicBezTo>
                    <a:lnTo>
                      <a:pt x="30822" y="30245"/>
                    </a:lnTo>
                    <a:cubicBezTo>
                      <a:pt x="31521" y="30214"/>
                      <a:pt x="32129" y="30001"/>
                      <a:pt x="32737" y="29910"/>
                    </a:cubicBezTo>
                    <a:cubicBezTo>
                      <a:pt x="33034" y="29515"/>
                      <a:pt x="33491" y="29260"/>
                      <a:pt x="33961" y="29260"/>
                    </a:cubicBezTo>
                    <a:cubicBezTo>
                      <a:pt x="34070" y="29260"/>
                      <a:pt x="34179" y="29274"/>
                      <a:pt x="34287" y="29302"/>
                    </a:cubicBezTo>
                    <a:lnTo>
                      <a:pt x="34865" y="29089"/>
                    </a:lnTo>
                    <a:lnTo>
                      <a:pt x="34895" y="29089"/>
                    </a:lnTo>
                    <a:cubicBezTo>
                      <a:pt x="34926" y="28938"/>
                      <a:pt x="34986" y="28786"/>
                      <a:pt x="35078" y="28664"/>
                    </a:cubicBezTo>
                    <a:cubicBezTo>
                      <a:pt x="35382" y="27813"/>
                      <a:pt x="37053" y="27934"/>
                      <a:pt x="37813" y="27904"/>
                    </a:cubicBezTo>
                    <a:cubicBezTo>
                      <a:pt x="37965" y="27889"/>
                      <a:pt x="38110" y="27881"/>
                      <a:pt x="38250" y="27881"/>
                    </a:cubicBezTo>
                    <a:cubicBezTo>
                      <a:pt x="38391" y="27881"/>
                      <a:pt x="38528" y="27889"/>
                      <a:pt x="38664" y="27904"/>
                    </a:cubicBezTo>
                    <a:cubicBezTo>
                      <a:pt x="38847" y="27843"/>
                      <a:pt x="39029" y="27722"/>
                      <a:pt x="39181" y="27570"/>
                    </a:cubicBezTo>
                    <a:cubicBezTo>
                      <a:pt x="39504" y="27354"/>
                      <a:pt x="39888" y="27231"/>
                      <a:pt x="40278" y="27231"/>
                    </a:cubicBezTo>
                    <a:cubicBezTo>
                      <a:pt x="40440" y="27231"/>
                      <a:pt x="40602" y="27252"/>
                      <a:pt x="40762" y="27296"/>
                    </a:cubicBezTo>
                    <a:cubicBezTo>
                      <a:pt x="40807" y="27281"/>
                      <a:pt x="40853" y="27273"/>
                      <a:pt x="40898" y="27273"/>
                    </a:cubicBezTo>
                    <a:cubicBezTo>
                      <a:pt x="40944" y="27273"/>
                      <a:pt x="40990" y="27281"/>
                      <a:pt x="41035" y="27296"/>
                    </a:cubicBezTo>
                    <a:cubicBezTo>
                      <a:pt x="41157" y="27296"/>
                      <a:pt x="41248" y="27327"/>
                      <a:pt x="41370" y="27327"/>
                    </a:cubicBezTo>
                    <a:cubicBezTo>
                      <a:pt x="41438" y="27337"/>
                      <a:pt x="41504" y="27342"/>
                      <a:pt x="41565" y="27342"/>
                    </a:cubicBezTo>
                    <a:cubicBezTo>
                      <a:pt x="41855" y="27342"/>
                      <a:pt x="42059" y="27229"/>
                      <a:pt x="42160" y="27053"/>
                    </a:cubicBezTo>
                    <a:cubicBezTo>
                      <a:pt x="42281" y="26810"/>
                      <a:pt x="42373" y="26597"/>
                      <a:pt x="42464" y="26384"/>
                    </a:cubicBezTo>
                    <a:cubicBezTo>
                      <a:pt x="42585" y="26172"/>
                      <a:pt x="42768" y="26020"/>
                      <a:pt x="42981" y="25928"/>
                    </a:cubicBezTo>
                    <a:cubicBezTo>
                      <a:pt x="43193" y="25837"/>
                      <a:pt x="43619" y="25868"/>
                      <a:pt x="43649" y="25655"/>
                    </a:cubicBezTo>
                    <a:cubicBezTo>
                      <a:pt x="43771" y="25290"/>
                      <a:pt x="43649" y="24864"/>
                      <a:pt x="43345" y="24621"/>
                    </a:cubicBezTo>
                    <a:cubicBezTo>
                      <a:pt x="43315" y="24591"/>
                      <a:pt x="43254" y="24561"/>
                      <a:pt x="43224" y="24530"/>
                    </a:cubicBezTo>
                    <a:cubicBezTo>
                      <a:pt x="42920" y="24257"/>
                      <a:pt x="42950" y="23770"/>
                      <a:pt x="43254" y="23527"/>
                    </a:cubicBezTo>
                    <a:cubicBezTo>
                      <a:pt x="43345" y="23466"/>
                      <a:pt x="43436" y="23436"/>
                      <a:pt x="43528" y="23436"/>
                    </a:cubicBezTo>
                    <a:cubicBezTo>
                      <a:pt x="43625" y="23436"/>
                      <a:pt x="43722" y="23475"/>
                      <a:pt x="43804" y="23475"/>
                    </a:cubicBezTo>
                    <a:cubicBezTo>
                      <a:pt x="43824" y="23475"/>
                      <a:pt x="43844" y="23472"/>
                      <a:pt x="43862" y="23466"/>
                    </a:cubicBezTo>
                    <a:cubicBezTo>
                      <a:pt x="43929" y="23455"/>
                      <a:pt x="43995" y="23448"/>
                      <a:pt x="44062" y="23448"/>
                    </a:cubicBezTo>
                    <a:cubicBezTo>
                      <a:pt x="44178" y="23448"/>
                      <a:pt x="44293" y="23469"/>
                      <a:pt x="44409" y="23527"/>
                    </a:cubicBezTo>
                    <a:cubicBezTo>
                      <a:pt x="44500" y="22980"/>
                      <a:pt x="44774" y="22463"/>
                      <a:pt x="45199" y="22068"/>
                    </a:cubicBezTo>
                    <a:cubicBezTo>
                      <a:pt x="45503" y="21783"/>
                      <a:pt x="45890" y="21641"/>
                      <a:pt x="46286" y="21641"/>
                    </a:cubicBezTo>
                    <a:cubicBezTo>
                      <a:pt x="46524" y="21641"/>
                      <a:pt x="46765" y="21692"/>
                      <a:pt x="46993" y="21795"/>
                    </a:cubicBezTo>
                    <a:lnTo>
                      <a:pt x="47357" y="21703"/>
                    </a:lnTo>
                    <a:cubicBezTo>
                      <a:pt x="47388" y="21430"/>
                      <a:pt x="47509" y="21187"/>
                      <a:pt x="47692" y="20974"/>
                    </a:cubicBezTo>
                    <a:cubicBezTo>
                      <a:pt x="48026" y="20488"/>
                      <a:pt x="48513" y="20153"/>
                      <a:pt x="49060" y="19971"/>
                    </a:cubicBezTo>
                    <a:cubicBezTo>
                      <a:pt x="49181" y="19545"/>
                      <a:pt x="49364" y="19150"/>
                      <a:pt x="49668" y="18816"/>
                    </a:cubicBezTo>
                    <a:cubicBezTo>
                      <a:pt x="49850" y="18633"/>
                      <a:pt x="50063" y="18481"/>
                      <a:pt x="50336" y="18360"/>
                    </a:cubicBezTo>
                    <a:cubicBezTo>
                      <a:pt x="50336" y="17509"/>
                      <a:pt x="50731" y="16718"/>
                      <a:pt x="51400" y="16263"/>
                    </a:cubicBezTo>
                    <a:cubicBezTo>
                      <a:pt x="51552" y="15685"/>
                      <a:pt x="51704" y="14986"/>
                      <a:pt x="51461" y="14439"/>
                    </a:cubicBezTo>
                    <a:cubicBezTo>
                      <a:pt x="51309" y="14165"/>
                      <a:pt x="51339" y="13801"/>
                      <a:pt x="51522" y="13557"/>
                    </a:cubicBezTo>
                    <a:cubicBezTo>
                      <a:pt x="51461" y="13466"/>
                      <a:pt x="51431" y="13345"/>
                      <a:pt x="51431" y="13193"/>
                    </a:cubicBezTo>
                    <a:cubicBezTo>
                      <a:pt x="51400" y="12858"/>
                      <a:pt x="51643" y="12554"/>
                      <a:pt x="51978" y="12463"/>
                    </a:cubicBezTo>
                    <a:cubicBezTo>
                      <a:pt x="52065" y="12397"/>
                      <a:pt x="52200" y="12347"/>
                      <a:pt x="52326" y="12347"/>
                    </a:cubicBezTo>
                    <a:cubicBezTo>
                      <a:pt x="52374" y="12347"/>
                      <a:pt x="52422" y="12355"/>
                      <a:pt x="52464" y="12372"/>
                    </a:cubicBezTo>
                    <a:cubicBezTo>
                      <a:pt x="52586" y="12402"/>
                      <a:pt x="52707" y="12433"/>
                      <a:pt x="52798" y="12463"/>
                    </a:cubicBezTo>
                    <a:cubicBezTo>
                      <a:pt x="52887" y="12490"/>
                      <a:pt x="52978" y="12503"/>
                      <a:pt x="53068" y="12503"/>
                    </a:cubicBezTo>
                    <a:cubicBezTo>
                      <a:pt x="53287" y="12503"/>
                      <a:pt x="53499" y="12423"/>
                      <a:pt x="53649" y="12250"/>
                    </a:cubicBezTo>
                    <a:cubicBezTo>
                      <a:pt x="53801" y="12068"/>
                      <a:pt x="53893" y="11825"/>
                      <a:pt x="54045" y="11642"/>
                    </a:cubicBezTo>
                    <a:cubicBezTo>
                      <a:pt x="54197" y="11460"/>
                      <a:pt x="54379" y="11308"/>
                      <a:pt x="54622" y="11247"/>
                    </a:cubicBezTo>
                    <a:cubicBezTo>
                      <a:pt x="54804" y="11186"/>
                      <a:pt x="55048" y="11217"/>
                      <a:pt x="55200" y="11156"/>
                    </a:cubicBezTo>
                    <a:cubicBezTo>
                      <a:pt x="55260" y="11065"/>
                      <a:pt x="55321" y="10974"/>
                      <a:pt x="55382" y="10883"/>
                    </a:cubicBezTo>
                    <a:cubicBezTo>
                      <a:pt x="55504" y="10579"/>
                      <a:pt x="55412" y="10244"/>
                      <a:pt x="55169" y="10001"/>
                    </a:cubicBezTo>
                    <a:cubicBezTo>
                      <a:pt x="55139" y="9971"/>
                      <a:pt x="55108" y="9940"/>
                      <a:pt x="55078" y="9910"/>
                    </a:cubicBezTo>
                    <a:cubicBezTo>
                      <a:pt x="54896" y="9667"/>
                      <a:pt x="54896" y="9363"/>
                      <a:pt x="55078" y="9120"/>
                    </a:cubicBezTo>
                    <a:cubicBezTo>
                      <a:pt x="55078" y="8785"/>
                      <a:pt x="55260" y="8451"/>
                      <a:pt x="55595" y="8329"/>
                    </a:cubicBezTo>
                    <a:cubicBezTo>
                      <a:pt x="55595" y="7934"/>
                      <a:pt x="55838" y="7600"/>
                      <a:pt x="56203" y="7478"/>
                    </a:cubicBezTo>
                    <a:cubicBezTo>
                      <a:pt x="56598" y="7372"/>
                      <a:pt x="56978" y="7364"/>
                      <a:pt x="57354" y="7364"/>
                    </a:cubicBezTo>
                    <a:cubicBezTo>
                      <a:pt x="57417" y="7364"/>
                      <a:pt x="57479" y="7364"/>
                      <a:pt x="57542" y="7364"/>
                    </a:cubicBezTo>
                    <a:cubicBezTo>
                      <a:pt x="57854" y="7364"/>
                      <a:pt x="58166" y="7359"/>
                      <a:pt x="58482" y="7296"/>
                    </a:cubicBezTo>
                    <a:cubicBezTo>
                      <a:pt x="60397" y="6931"/>
                      <a:pt x="60032" y="6171"/>
                      <a:pt x="61066" y="5107"/>
                    </a:cubicBezTo>
                    <a:cubicBezTo>
                      <a:pt x="61370" y="4864"/>
                      <a:pt x="61704" y="4621"/>
                      <a:pt x="62069" y="4439"/>
                    </a:cubicBezTo>
                    <a:cubicBezTo>
                      <a:pt x="62069" y="4256"/>
                      <a:pt x="62099" y="4074"/>
                      <a:pt x="62221" y="3922"/>
                    </a:cubicBezTo>
                    <a:cubicBezTo>
                      <a:pt x="62343" y="3770"/>
                      <a:pt x="62464" y="3618"/>
                      <a:pt x="62586" y="3466"/>
                    </a:cubicBezTo>
                    <a:cubicBezTo>
                      <a:pt x="62525" y="2797"/>
                      <a:pt x="62950" y="2159"/>
                      <a:pt x="63254" y="1369"/>
                    </a:cubicBezTo>
                    <a:cubicBezTo>
                      <a:pt x="62160" y="487"/>
                      <a:pt x="60792" y="1"/>
                      <a:pt x="593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p2"/>
              <p:cNvGrpSpPr/>
              <p:nvPr/>
            </p:nvGrpSpPr>
            <p:grpSpPr>
              <a:xfrm rot="10800000">
                <a:off x="7984865" y="4119996"/>
                <a:ext cx="1239152" cy="1128603"/>
                <a:chOff x="390884" y="252477"/>
                <a:chExt cx="1001254" cy="911929"/>
              </a:xfrm>
            </p:grpSpPr>
            <p:sp>
              <p:nvSpPr>
                <p:cNvPr id="30" name="Google Shape;30;p2"/>
                <p:cNvSpPr/>
                <p:nvPr/>
              </p:nvSpPr>
              <p:spPr>
                <a:xfrm>
                  <a:off x="448429" y="835607"/>
                  <a:ext cx="11187" cy="9831"/>
                </a:xfrm>
                <a:custGeom>
                  <a:rect b="b" l="l" r="r" t="t"/>
                  <a:pathLst>
                    <a:path extrusionOk="0" h="348" w="396">
                      <a:moveTo>
                        <a:pt x="212" y="1"/>
                      </a:moveTo>
                      <a:cubicBezTo>
                        <a:pt x="174" y="1"/>
                        <a:pt x="133" y="17"/>
                        <a:pt x="92" y="58"/>
                      </a:cubicBezTo>
                      <a:cubicBezTo>
                        <a:pt x="0" y="180"/>
                        <a:pt x="0" y="210"/>
                        <a:pt x="92" y="301"/>
                      </a:cubicBezTo>
                      <a:cubicBezTo>
                        <a:pt x="122" y="332"/>
                        <a:pt x="160" y="347"/>
                        <a:pt x="202" y="347"/>
                      </a:cubicBezTo>
                      <a:cubicBezTo>
                        <a:pt x="244" y="347"/>
                        <a:pt x="289" y="332"/>
                        <a:pt x="335" y="301"/>
                      </a:cubicBezTo>
                      <a:cubicBezTo>
                        <a:pt x="396" y="241"/>
                        <a:pt x="396" y="119"/>
                        <a:pt x="335" y="58"/>
                      </a:cubicBezTo>
                      <a:cubicBezTo>
                        <a:pt x="301" y="25"/>
                        <a:pt x="259" y="1"/>
                        <a:pt x="21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1229814" y="464886"/>
                  <a:ext cx="12063" cy="9605"/>
                </a:xfrm>
                <a:custGeom>
                  <a:rect b="b" l="l" r="r" t="t"/>
                  <a:pathLst>
                    <a:path extrusionOk="0" h="340" w="427">
                      <a:moveTo>
                        <a:pt x="205" y="1"/>
                      </a:moveTo>
                      <a:cubicBezTo>
                        <a:pt x="170" y="1"/>
                        <a:pt x="134" y="24"/>
                        <a:pt x="92" y="81"/>
                      </a:cubicBezTo>
                      <a:cubicBezTo>
                        <a:pt x="31" y="172"/>
                        <a:pt x="1" y="233"/>
                        <a:pt x="92" y="294"/>
                      </a:cubicBezTo>
                      <a:cubicBezTo>
                        <a:pt x="153" y="324"/>
                        <a:pt x="191" y="339"/>
                        <a:pt x="225" y="339"/>
                      </a:cubicBezTo>
                      <a:cubicBezTo>
                        <a:pt x="259" y="339"/>
                        <a:pt x="289" y="324"/>
                        <a:pt x="335" y="294"/>
                      </a:cubicBezTo>
                      <a:cubicBezTo>
                        <a:pt x="396" y="233"/>
                        <a:pt x="426" y="142"/>
                        <a:pt x="335" y="81"/>
                      </a:cubicBezTo>
                      <a:cubicBezTo>
                        <a:pt x="286" y="32"/>
                        <a:pt x="246" y="1"/>
                        <a:pt x="20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125912" y="326491"/>
                  <a:ext cx="27516" cy="17515"/>
                </a:xfrm>
                <a:custGeom>
                  <a:rect b="b" l="l" r="r" t="t"/>
                  <a:pathLst>
                    <a:path extrusionOk="0" h="620" w="974">
                      <a:moveTo>
                        <a:pt x="514" y="1"/>
                      </a:moveTo>
                      <a:cubicBezTo>
                        <a:pt x="414" y="1"/>
                        <a:pt x="314" y="87"/>
                        <a:pt x="213" y="147"/>
                      </a:cubicBezTo>
                      <a:cubicBezTo>
                        <a:pt x="122" y="208"/>
                        <a:pt x="1" y="268"/>
                        <a:pt x="61" y="420"/>
                      </a:cubicBezTo>
                      <a:cubicBezTo>
                        <a:pt x="92" y="542"/>
                        <a:pt x="274" y="512"/>
                        <a:pt x="396" y="542"/>
                      </a:cubicBezTo>
                      <a:cubicBezTo>
                        <a:pt x="504" y="542"/>
                        <a:pt x="644" y="620"/>
                        <a:pt x="792" y="620"/>
                      </a:cubicBezTo>
                      <a:cubicBezTo>
                        <a:pt x="852" y="620"/>
                        <a:pt x="913" y="607"/>
                        <a:pt x="973" y="572"/>
                      </a:cubicBezTo>
                      <a:cubicBezTo>
                        <a:pt x="913" y="390"/>
                        <a:pt x="821" y="208"/>
                        <a:pt x="669" y="86"/>
                      </a:cubicBezTo>
                      <a:cubicBezTo>
                        <a:pt x="617" y="24"/>
                        <a:pt x="566" y="1"/>
                        <a:pt x="5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16740" y="374770"/>
                  <a:ext cx="12035" cy="9549"/>
                </a:xfrm>
                <a:custGeom>
                  <a:rect b="b" l="l" r="r" t="t"/>
                  <a:pathLst>
                    <a:path extrusionOk="0" h="338" w="426">
                      <a:moveTo>
                        <a:pt x="251" y="0"/>
                      </a:moveTo>
                      <a:cubicBezTo>
                        <a:pt x="219" y="0"/>
                        <a:pt x="185" y="7"/>
                        <a:pt x="152" y="18"/>
                      </a:cubicBezTo>
                      <a:cubicBezTo>
                        <a:pt x="61" y="110"/>
                        <a:pt x="0" y="201"/>
                        <a:pt x="122" y="292"/>
                      </a:cubicBezTo>
                      <a:cubicBezTo>
                        <a:pt x="152" y="322"/>
                        <a:pt x="190" y="338"/>
                        <a:pt x="232" y="338"/>
                      </a:cubicBezTo>
                      <a:cubicBezTo>
                        <a:pt x="274" y="338"/>
                        <a:pt x="319" y="322"/>
                        <a:pt x="365" y="292"/>
                      </a:cubicBezTo>
                      <a:cubicBezTo>
                        <a:pt x="426" y="262"/>
                        <a:pt x="426" y="140"/>
                        <a:pt x="395" y="79"/>
                      </a:cubicBezTo>
                      <a:cubicBezTo>
                        <a:pt x="357" y="21"/>
                        <a:pt x="306" y="0"/>
                        <a:pt x="25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1037463" y="347791"/>
                  <a:ext cx="4322" cy="3842"/>
                </a:xfrm>
                <a:custGeom>
                  <a:rect b="b" l="l" r="r" t="t"/>
                  <a:pathLst>
                    <a:path extrusionOk="0" h="136" w="153">
                      <a:moveTo>
                        <a:pt x="62" y="1"/>
                      </a:moveTo>
                      <a:cubicBezTo>
                        <a:pt x="31" y="62"/>
                        <a:pt x="31" y="92"/>
                        <a:pt x="1" y="122"/>
                      </a:cubicBezTo>
                      <a:cubicBezTo>
                        <a:pt x="21" y="122"/>
                        <a:pt x="41" y="136"/>
                        <a:pt x="62" y="136"/>
                      </a:cubicBezTo>
                      <a:cubicBezTo>
                        <a:pt x="72" y="136"/>
                        <a:pt x="82" y="133"/>
                        <a:pt x="92" y="122"/>
                      </a:cubicBezTo>
                      <a:cubicBezTo>
                        <a:pt x="92" y="92"/>
                        <a:pt x="123" y="62"/>
                        <a:pt x="15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230662" y="503193"/>
                  <a:ext cx="10340" cy="8955"/>
                </a:xfrm>
                <a:custGeom>
                  <a:rect b="b" l="l" r="r" t="t"/>
                  <a:pathLst>
                    <a:path extrusionOk="0" h="317" w="366">
                      <a:moveTo>
                        <a:pt x="217" y="0"/>
                      </a:moveTo>
                      <a:cubicBezTo>
                        <a:pt x="187" y="0"/>
                        <a:pt x="155" y="10"/>
                        <a:pt x="123" y="32"/>
                      </a:cubicBezTo>
                      <a:cubicBezTo>
                        <a:pt x="1" y="62"/>
                        <a:pt x="31" y="153"/>
                        <a:pt x="62" y="214"/>
                      </a:cubicBezTo>
                      <a:cubicBezTo>
                        <a:pt x="85" y="283"/>
                        <a:pt x="142" y="317"/>
                        <a:pt x="207" y="317"/>
                      </a:cubicBezTo>
                      <a:cubicBezTo>
                        <a:pt x="229" y="317"/>
                        <a:pt x="252" y="313"/>
                        <a:pt x="275" y="305"/>
                      </a:cubicBezTo>
                      <a:cubicBezTo>
                        <a:pt x="335" y="275"/>
                        <a:pt x="366" y="184"/>
                        <a:pt x="335" y="93"/>
                      </a:cubicBezTo>
                      <a:cubicBezTo>
                        <a:pt x="316" y="34"/>
                        <a:pt x="271"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023733" y="346096"/>
                  <a:ext cx="3475" cy="2599"/>
                </a:xfrm>
                <a:custGeom>
                  <a:rect b="b" l="l" r="r" t="t"/>
                  <a:pathLst>
                    <a:path extrusionOk="0" h="92" w="123">
                      <a:moveTo>
                        <a:pt x="1" y="0"/>
                      </a:moveTo>
                      <a:cubicBezTo>
                        <a:pt x="1" y="0"/>
                        <a:pt x="1" y="91"/>
                        <a:pt x="1" y="91"/>
                      </a:cubicBezTo>
                      <a:lnTo>
                        <a:pt x="122" y="91"/>
                      </a:lnTo>
                      <a:lnTo>
                        <a:pt x="122"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1192892" y="503221"/>
                  <a:ext cx="11187" cy="9548"/>
                </a:xfrm>
                <a:custGeom>
                  <a:rect b="b" l="l" r="r" t="t"/>
                  <a:pathLst>
                    <a:path extrusionOk="0" h="338" w="396">
                      <a:moveTo>
                        <a:pt x="192" y="0"/>
                      </a:moveTo>
                      <a:cubicBezTo>
                        <a:pt x="166" y="0"/>
                        <a:pt x="142" y="11"/>
                        <a:pt x="122" y="31"/>
                      </a:cubicBezTo>
                      <a:cubicBezTo>
                        <a:pt x="31" y="92"/>
                        <a:pt x="1" y="183"/>
                        <a:pt x="92" y="274"/>
                      </a:cubicBezTo>
                      <a:cubicBezTo>
                        <a:pt x="111" y="312"/>
                        <a:pt x="153" y="338"/>
                        <a:pt x="203" y="338"/>
                      </a:cubicBezTo>
                      <a:cubicBezTo>
                        <a:pt x="235" y="338"/>
                        <a:pt x="270" y="328"/>
                        <a:pt x="305" y="304"/>
                      </a:cubicBezTo>
                      <a:cubicBezTo>
                        <a:pt x="365" y="274"/>
                        <a:pt x="396" y="213"/>
                        <a:pt x="365" y="122"/>
                      </a:cubicBezTo>
                      <a:cubicBezTo>
                        <a:pt x="305" y="41"/>
                        <a:pt x="244" y="0"/>
                        <a:pt x="1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76891" y="362425"/>
                  <a:ext cx="19803" cy="18193"/>
                </a:xfrm>
                <a:custGeom>
                  <a:rect b="b" l="l" r="r" t="t"/>
                  <a:pathLst>
                    <a:path extrusionOk="0" h="644" w="701">
                      <a:moveTo>
                        <a:pt x="269" y="1"/>
                      </a:moveTo>
                      <a:cubicBezTo>
                        <a:pt x="224" y="1"/>
                        <a:pt x="169" y="27"/>
                        <a:pt x="92" y="91"/>
                      </a:cubicBezTo>
                      <a:cubicBezTo>
                        <a:pt x="1" y="243"/>
                        <a:pt x="123" y="364"/>
                        <a:pt x="244" y="516"/>
                      </a:cubicBezTo>
                      <a:cubicBezTo>
                        <a:pt x="300" y="591"/>
                        <a:pt x="357" y="643"/>
                        <a:pt x="420" y="643"/>
                      </a:cubicBezTo>
                      <a:cubicBezTo>
                        <a:pt x="460" y="643"/>
                        <a:pt x="502" y="624"/>
                        <a:pt x="548" y="577"/>
                      </a:cubicBezTo>
                      <a:cubicBezTo>
                        <a:pt x="700" y="395"/>
                        <a:pt x="518" y="273"/>
                        <a:pt x="426" y="121"/>
                      </a:cubicBezTo>
                      <a:cubicBezTo>
                        <a:pt x="374" y="51"/>
                        <a:pt x="331" y="1"/>
                        <a:pt x="2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99565" y="337509"/>
                  <a:ext cx="26640" cy="27883"/>
                </a:xfrm>
                <a:custGeom>
                  <a:rect b="b" l="l" r="r" t="t"/>
                  <a:pathLst>
                    <a:path extrusionOk="0" h="987" w="943">
                      <a:moveTo>
                        <a:pt x="608" y="0"/>
                      </a:moveTo>
                      <a:cubicBezTo>
                        <a:pt x="517" y="152"/>
                        <a:pt x="365" y="213"/>
                        <a:pt x="213" y="334"/>
                      </a:cubicBezTo>
                      <a:cubicBezTo>
                        <a:pt x="0" y="486"/>
                        <a:pt x="61" y="669"/>
                        <a:pt x="183" y="851"/>
                      </a:cubicBezTo>
                      <a:cubicBezTo>
                        <a:pt x="236" y="940"/>
                        <a:pt x="320" y="987"/>
                        <a:pt x="411" y="987"/>
                      </a:cubicBezTo>
                      <a:cubicBezTo>
                        <a:pt x="476" y="987"/>
                        <a:pt x="545" y="963"/>
                        <a:pt x="608" y="912"/>
                      </a:cubicBezTo>
                      <a:cubicBezTo>
                        <a:pt x="790" y="821"/>
                        <a:pt x="942" y="699"/>
                        <a:pt x="821" y="426"/>
                      </a:cubicBezTo>
                      <a:cubicBezTo>
                        <a:pt x="760" y="304"/>
                        <a:pt x="608" y="182"/>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412354" y="334062"/>
                  <a:ext cx="12910" cy="10678"/>
                </a:xfrm>
                <a:custGeom>
                  <a:rect b="b" l="l" r="r" t="t"/>
                  <a:pathLst>
                    <a:path extrusionOk="0" h="378" w="457">
                      <a:moveTo>
                        <a:pt x="244" y="0"/>
                      </a:moveTo>
                      <a:cubicBezTo>
                        <a:pt x="153" y="122"/>
                        <a:pt x="92" y="244"/>
                        <a:pt x="1" y="365"/>
                      </a:cubicBezTo>
                      <a:cubicBezTo>
                        <a:pt x="45" y="374"/>
                        <a:pt x="90" y="378"/>
                        <a:pt x="134" y="378"/>
                      </a:cubicBezTo>
                      <a:cubicBezTo>
                        <a:pt x="242" y="378"/>
                        <a:pt x="349" y="356"/>
                        <a:pt x="457" y="335"/>
                      </a:cubicBezTo>
                      <a:cubicBezTo>
                        <a:pt x="366" y="213"/>
                        <a:pt x="305" y="122"/>
                        <a:pt x="24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142241" y="437541"/>
                  <a:ext cx="145149" cy="143849"/>
                </a:xfrm>
                <a:custGeom>
                  <a:rect b="b" l="l" r="r" t="t"/>
                  <a:pathLst>
                    <a:path extrusionOk="0" h="5092" w="5138">
                      <a:moveTo>
                        <a:pt x="3304" y="970"/>
                      </a:moveTo>
                      <a:cubicBezTo>
                        <a:pt x="3350" y="970"/>
                        <a:pt x="3398" y="1000"/>
                        <a:pt x="3435" y="1018"/>
                      </a:cubicBezTo>
                      <a:cubicBezTo>
                        <a:pt x="3496" y="1079"/>
                        <a:pt x="3496" y="1170"/>
                        <a:pt x="3435" y="1231"/>
                      </a:cubicBezTo>
                      <a:cubicBezTo>
                        <a:pt x="3407" y="1272"/>
                        <a:pt x="3374" y="1289"/>
                        <a:pt x="3340" y="1289"/>
                      </a:cubicBezTo>
                      <a:cubicBezTo>
                        <a:pt x="3298" y="1289"/>
                        <a:pt x="3256" y="1265"/>
                        <a:pt x="3222" y="1231"/>
                      </a:cubicBezTo>
                      <a:cubicBezTo>
                        <a:pt x="3161" y="1201"/>
                        <a:pt x="3161" y="1110"/>
                        <a:pt x="3222" y="1018"/>
                      </a:cubicBezTo>
                      <a:cubicBezTo>
                        <a:pt x="3246" y="983"/>
                        <a:pt x="3275" y="970"/>
                        <a:pt x="3304" y="970"/>
                      </a:cubicBezTo>
                      <a:close/>
                      <a:moveTo>
                        <a:pt x="3320" y="2314"/>
                      </a:moveTo>
                      <a:cubicBezTo>
                        <a:pt x="3387" y="2314"/>
                        <a:pt x="3450" y="2348"/>
                        <a:pt x="3496" y="2417"/>
                      </a:cubicBezTo>
                      <a:cubicBezTo>
                        <a:pt x="3496" y="2508"/>
                        <a:pt x="3496" y="2569"/>
                        <a:pt x="3405" y="2629"/>
                      </a:cubicBezTo>
                      <a:cubicBezTo>
                        <a:pt x="3384" y="2629"/>
                        <a:pt x="3361" y="2633"/>
                        <a:pt x="3336" y="2633"/>
                      </a:cubicBezTo>
                      <a:cubicBezTo>
                        <a:pt x="3286" y="2633"/>
                        <a:pt x="3232" y="2619"/>
                        <a:pt x="3192" y="2538"/>
                      </a:cubicBezTo>
                      <a:cubicBezTo>
                        <a:pt x="3161" y="2417"/>
                        <a:pt x="3161" y="2386"/>
                        <a:pt x="3253" y="2325"/>
                      </a:cubicBezTo>
                      <a:cubicBezTo>
                        <a:pt x="3275" y="2318"/>
                        <a:pt x="3298" y="2314"/>
                        <a:pt x="3320" y="2314"/>
                      </a:cubicBezTo>
                      <a:close/>
                      <a:moveTo>
                        <a:pt x="1976" y="2325"/>
                      </a:moveTo>
                      <a:cubicBezTo>
                        <a:pt x="2037" y="2325"/>
                        <a:pt x="2098" y="2366"/>
                        <a:pt x="2158" y="2447"/>
                      </a:cubicBezTo>
                      <a:cubicBezTo>
                        <a:pt x="2158" y="2538"/>
                        <a:pt x="2128" y="2599"/>
                        <a:pt x="2067" y="2629"/>
                      </a:cubicBezTo>
                      <a:cubicBezTo>
                        <a:pt x="2044" y="2653"/>
                        <a:pt x="2012" y="2663"/>
                        <a:pt x="1979" y="2663"/>
                      </a:cubicBezTo>
                      <a:cubicBezTo>
                        <a:pt x="1927" y="2663"/>
                        <a:pt x="1873" y="2637"/>
                        <a:pt x="1854" y="2599"/>
                      </a:cubicBezTo>
                      <a:cubicBezTo>
                        <a:pt x="1794" y="2508"/>
                        <a:pt x="1824" y="2417"/>
                        <a:pt x="1885" y="2356"/>
                      </a:cubicBezTo>
                      <a:cubicBezTo>
                        <a:pt x="1915" y="2336"/>
                        <a:pt x="1946" y="2325"/>
                        <a:pt x="1976" y="2325"/>
                      </a:cubicBezTo>
                      <a:close/>
                      <a:moveTo>
                        <a:pt x="3500" y="1"/>
                      </a:moveTo>
                      <a:cubicBezTo>
                        <a:pt x="3385" y="1"/>
                        <a:pt x="3255" y="34"/>
                        <a:pt x="3131" y="107"/>
                      </a:cubicBezTo>
                      <a:cubicBezTo>
                        <a:pt x="2928" y="251"/>
                        <a:pt x="2698" y="534"/>
                        <a:pt x="2493" y="534"/>
                      </a:cubicBezTo>
                      <a:cubicBezTo>
                        <a:pt x="2482" y="534"/>
                        <a:pt x="2472" y="534"/>
                        <a:pt x="2462" y="532"/>
                      </a:cubicBezTo>
                      <a:cubicBezTo>
                        <a:pt x="2358" y="515"/>
                        <a:pt x="2261" y="505"/>
                        <a:pt x="2173" y="505"/>
                      </a:cubicBezTo>
                      <a:cubicBezTo>
                        <a:pt x="1799" y="505"/>
                        <a:pt x="1575" y="679"/>
                        <a:pt x="1550" y="1170"/>
                      </a:cubicBezTo>
                      <a:cubicBezTo>
                        <a:pt x="791" y="1535"/>
                        <a:pt x="547" y="2204"/>
                        <a:pt x="304" y="2933"/>
                      </a:cubicBezTo>
                      <a:cubicBezTo>
                        <a:pt x="183" y="3207"/>
                        <a:pt x="0" y="3359"/>
                        <a:pt x="213" y="3632"/>
                      </a:cubicBezTo>
                      <a:cubicBezTo>
                        <a:pt x="377" y="3838"/>
                        <a:pt x="486" y="4029"/>
                        <a:pt x="661" y="4029"/>
                      </a:cubicBezTo>
                      <a:cubicBezTo>
                        <a:pt x="745" y="4029"/>
                        <a:pt x="844" y="3984"/>
                        <a:pt x="973" y="3876"/>
                      </a:cubicBezTo>
                      <a:cubicBezTo>
                        <a:pt x="1022" y="3834"/>
                        <a:pt x="1067" y="3818"/>
                        <a:pt x="1109" y="3818"/>
                      </a:cubicBezTo>
                      <a:cubicBezTo>
                        <a:pt x="1223" y="3818"/>
                        <a:pt x="1318" y="3939"/>
                        <a:pt x="1429" y="4028"/>
                      </a:cubicBezTo>
                      <a:cubicBezTo>
                        <a:pt x="1672" y="4332"/>
                        <a:pt x="1763" y="4727"/>
                        <a:pt x="1611" y="5091"/>
                      </a:cubicBezTo>
                      <a:cubicBezTo>
                        <a:pt x="2067" y="4909"/>
                        <a:pt x="2979" y="4423"/>
                        <a:pt x="3070" y="4240"/>
                      </a:cubicBezTo>
                      <a:cubicBezTo>
                        <a:pt x="3222" y="3906"/>
                        <a:pt x="3405" y="3541"/>
                        <a:pt x="3617" y="3237"/>
                      </a:cubicBezTo>
                      <a:cubicBezTo>
                        <a:pt x="3749" y="3000"/>
                        <a:pt x="3493" y="2467"/>
                        <a:pt x="3936" y="2467"/>
                      </a:cubicBezTo>
                      <a:cubicBezTo>
                        <a:pt x="4004" y="2467"/>
                        <a:pt x="4089" y="2479"/>
                        <a:pt x="4195" y="2508"/>
                      </a:cubicBezTo>
                      <a:cubicBezTo>
                        <a:pt x="4202" y="2510"/>
                        <a:pt x="4208" y="2511"/>
                        <a:pt x="4215" y="2511"/>
                      </a:cubicBezTo>
                      <a:cubicBezTo>
                        <a:pt x="4295" y="2511"/>
                        <a:pt x="4345" y="2347"/>
                        <a:pt x="4316" y="2234"/>
                      </a:cubicBezTo>
                      <a:cubicBezTo>
                        <a:pt x="4286" y="2113"/>
                        <a:pt x="4347" y="2021"/>
                        <a:pt x="4438" y="1930"/>
                      </a:cubicBezTo>
                      <a:cubicBezTo>
                        <a:pt x="4620" y="1748"/>
                        <a:pt x="5137" y="1626"/>
                        <a:pt x="4955" y="1383"/>
                      </a:cubicBezTo>
                      <a:cubicBezTo>
                        <a:pt x="4902" y="1293"/>
                        <a:pt x="4846" y="1259"/>
                        <a:pt x="4787" y="1259"/>
                      </a:cubicBezTo>
                      <a:cubicBezTo>
                        <a:pt x="4607" y="1259"/>
                        <a:pt x="4401" y="1581"/>
                        <a:pt x="4195" y="1626"/>
                      </a:cubicBezTo>
                      <a:cubicBezTo>
                        <a:pt x="4134" y="1626"/>
                        <a:pt x="4073" y="1657"/>
                        <a:pt x="3830" y="1748"/>
                      </a:cubicBezTo>
                      <a:cubicBezTo>
                        <a:pt x="4195" y="1201"/>
                        <a:pt x="3708" y="836"/>
                        <a:pt x="3830" y="350"/>
                      </a:cubicBezTo>
                      <a:cubicBezTo>
                        <a:pt x="3890" y="129"/>
                        <a:pt x="3725" y="1"/>
                        <a:pt x="35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999693" y="252477"/>
                  <a:ext cx="67857" cy="40397"/>
                </a:xfrm>
                <a:custGeom>
                  <a:rect b="b" l="l" r="r" t="t"/>
                  <a:pathLst>
                    <a:path extrusionOk="0" h="1430" w="2402">
                      <a:moveTo>
                        <a:pt x="1034" y="1"/>
                      </a:moveTo>
                      <a:cubicBezTo>
                        <a:pt x="1034" y="31"/>
                        <a:pt x="1034" y="92"/>
                        <a:pt x="1004" y="122"/>
                      </a:cubicBezTo>
                      <a:cubicBezTo>
                        <a:pt x="1095" y="183"/>
                        <a:pt x="1064" y="244"/>
                        <a:pt x="1004" y="305"/>
                      </a:cubicBezTo>
                      <a:cubicBezTo>
                        <a:pt x="981" y="316"/>
                        <a:pt x="959" y="323"/>
                        <a:pt x="938" y="323"/>
                      </a:cubicBezTo>
                      <a:cubicBezTo>
                        <a:pt x="902" y="323"/>
                        <a:pt x="871" y="302"/>
                        <a:pt x="852" y="244"/>
                      </a:cubicBezTo>
                      <a:lnTo>
                        <a:pt x="31" y="122"/>
                      </a:lnTo>
                      <a:lnTo>
                        <a:pt x="31" y="122"/>
                      </a:lnTo>
                      <a:cubicBezTo>
                        <a:pt x="1" y="457"/>
                        <a:pt x="274" y="366"/>
                        <a:pt x="365" y="487"/>
                      </a:cubicBezTo>
                      <a:cubicBezTo>
                        <a:pt x="517" y="670"/>
                        <a:pt x="244" y="822"/>
                        <a:pt x="335" y="974"/>
                      </a:cubicBezTo>
                      <a:cubicBezTo>
                        <a:pt x="396" y="1126"/>
                        <a:pt x="487" y="1278"/>
                        <a:pt x="608" y="1430"/>
                      </a:cubicBezTo>
                      <a:lnTo>
                        <a:pt x="1946" y="609"/>
                      </a:lnTo>
                      <a:cubicBezTo>
                        <a:pt x="2015" y="730"/>
                        <a:pt x="2094" y="802"/>
                        <a:pt x="2183" y="802"/>
                      </a:cubicBezTo>
                      <a:cubicBezTo>
                        <a:pt x="2251" y="802"/>
                        <a:pt x="2323" y="761"/>
                        <a:pt x="2402" y="670"/>
                      </a:cubicBezTo>
                      <a:cubicBezTo>
                        <a:pt x="2335" y="519"/>
                        <a:pt x="2259" y="451"/>
                        <a:pt x="2173" y="451"/>
                      </a:cubicBezTo>
                      <a:cubicBezTo>
                        <a:pt x="2104" y="451"/>
                        <a:pt x="2028" y="496"/>
                        <a:pt x="1946" y="578"/>
                      </a:cubicBezTo>
                      <a:cubicBezTo>
                        <a:pt x="1855" y="457"/>
                        <a:pt x="1733" y="335"/>
                        <a:pt x="1855" y="214"/>
                      </a:cubicBezTo>
                      <a:cubicBezTo>
                        <a:pt x="1946" y="122"/>
                        <a:pt x="2037" y="62"/>
                        <a:pt x="212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90884" y="402313"/>
                  <a:ext cx="103932" cy="205773"/>
                </a:xfrm>
                <a:custGeom>
                  <a:rect b="b" l="l" r="r" t="t"/>
                  <a:pathLst>
                    <a:path extrusionOk="0" h="7284" w="3679">
                      <a:moveTo>
                        <a:pt x="3466" y="1"/>
                      </a:moveTo>
                      <a:cubicBezTo>
                        <a:pt x="3421" y="1"/>
                        <a:pt x="3375" y="16"/>
                        <a:pt x="3345" y="47"/>
                      </a:cubicBezTo>
                      <a:cubicBezTo>
                        <a:pt x="3162" y="168"/>
                        <a:pt x="2980" y="259"/>
                        <a:pt x="2828" y="411"/>
                      </a:cubicBezTo>
                      <a:cubicBezTo>
                        <a:pt x="2575" y="683"/>
                        <a:pt x="2211" y="831"/>
                        <a:pt x="1847" y="831"/>
                      </a:cubicBezTo>
                      <a:cubicBezTo>
                        <a:pt x="1640" y="831"/>
                        <a:pt x="1434" y="784"/>
                        <a:pt x="1247" y="685"/>
                      </a:cubicBezTo>
                      <a:cubicBezTo>
                        <a:pt x="1217" y="685"/>
                        <a:pt x="1156" y="715"/>
                        <a:pt x="1095" y="746"/>
                      </a:cubicBezTo>
                      <a:cubicBezTo>
                        <a:pt x="974" y="898"/>
                        <a:pt x="1126" y="989"/>
                        <a:pt x="1156" y="1110"/>
                      </a:cubicBezTo>
                      <a:cubicBezTo>
                        <a:pt x="1308" y="1566"/>
                        <a:pt x="1126" y="1749"/>
                        <a:pt x="670" y="1931"/>
                      </a:cubicBezTo>
                      <a:cubicBezTo>
                        <a:pt x="457" y="1992"/>
                        <a:pt x="244" y="2022"/>
                        <a:pt x="1" y="2022"/>
                      </a:cubicBezTo>
                      <a:lnTo>
                        <a:pt x="1" y="3998"/>
                      </a:lnTo>
                      <a:cubicBezTo>
                        <a:pt x="396" y="4028"/>
                        <a:pt x="761" y="4150"/>
                        <a:pt x="1095" y="4302"/>
                      </a:cubicBezTo>
                      <a:cubicBezTo>
                        <a:pt x="1186" y="4363"/>
                        <a:pt x="1278" y="4515"/>
                        <a:pt x="1369" y="4515"/>
                      </a:cubicBezTo>
                      <a:cubicBezTo>
                        <a:pt x="1411" y="4508"/>
                        <a:pt x="1451" y="4504"/>
                        <a:pt x="1490" y="4504"/>
                      </a:cubicBezTo>
                      <a:cubicBezTo>
                        <a:pt x="1786" y="4504"/>
                        <a:pt x="1970" y="4702"/>
                        <a:pt x="1916" y="4971"/>
                      </a:cubicBezTo>
                      <a:cubicBezTo>
                        <a:pt x="1891" y="5121"/>
                        <a:pt x="2011" y="5624"/>
                        <a:pt x="1660" y="5624"/>
                      </a:cubicBezTo>
                      <a:cubicBezTo>
                        <a:pt x="1586" y="5624"/>
                        <a:pt x="1491" y="5601"/>
                        <a:pt x="1369" y="5548"/>
                      </a:cubicBezTo>
                      <a:cubicBezTo>
                        <a:pt x="1354" y="5541"/>
                        <a:pt x="1341" y="5537"/>
                        <a:pt x="1331" y="5537"/>
                      </a:cubicBezTo>
                      <a:cubicBezTo>
                        <a:pt x="1253" y="5537"/>
                        <a:pt x="1270" y="5711"/>
                        <a:pt x="1217" y="5791"/>
                      </a:cubicBezTo>
                      <a:cubicBezTo>
                        <a:pt x="913" y="6217"/>
                        <a:pt x="1521" y="6642"/>
                        <a:pt x="1247" y="7068"/>
                      </a:cubicBezTo>
                      <a:cubicBezTo>
                        <a:pt x="1223" y="7117"/>
                        <a:pt x="1297" y="7206"/>
                        <a:pt x="1375" y="7206"/>
                      </a:cubicBezTo>
                      <a:cubicBezTo>
                        <a:pt x="1394" y="7206"/>
                        <a:pt x="1412" y="7201"/>
                        <a:pt x="1430" y="7189"/>
                      </a:cubicBezTo>
                      <a:cubicBezTo>
                        <a:pt x="1464" y="7165"/>
                        <a:pt x="1497" y="7156"/>
                        <a:pt x="1530" y="7156"/>
                      </a:cubicBezTo>
                      <a:cubicBezTo>
                        <a:pt x="1651" y="7156"/>
                        <a:pt x="1770" y="7284"/>
                        <a:pt x="1917" y="7284"/>
                      </a:cubicBezTo>
                      <a:cubicBezTo>
                        <a:pt x="1982" y="7284"/>
                        <a:pt x="2051" y="7259"/>
                        <a:pt x="2129" y="7189"/>
                      </a:cubicBezTo>
                      <a:cubicBezTo>
                        <a:pt x="1916" y="6703"/>
                        <a:pt x="1734" y="6126"/>
                        <a:pt x="2341" y="5700"/>
                      </a:cubicBezTo>
                      <a:cubicBezTo>
                        <a:pt x="2463" y="5609"/>
                        <a:pt x="2402" y="5487"/>
                        <a:pt x="2341" y="5396"/>
                      </a:cubicBezTo>
                      <a:cubicBezTo>
                        <a:pt x="2281" y="5275"/>
                        <a:pt x="2159" y="5123"/>
                        <a:pt x="2220" y="4910"/>
                      </a:cubicBezTo>
                      <a:cubicBezTo>
                        <a:pt x="2341" y="4545"/>
                        <a:pt x="2189" y="4332"/>
                        <a:pt x="1825" y="4302"/>
                      </a:cubicBezTo>
                      <a:cubicBezTo>
                        <a:pt x="1308" y="4211"/>
                        <a:pt x="1247" y="3724"/>
                        <a:pt x="1004" y="3420"/>
                      </a:cubicBezTo>
                      <a:cubicBezTo>
                        <a:pt x="761" y="3116"/>
                        <a:pt x="1126" y="3025"/>
                        <a:pt x="1278" y="2843"/>
                      </a:cubicBezTo>
                      <a:cubicBezTo>
                        <a:pt x="1399" y="2691"/>
                        <a:pt x="1308" y="2569"/>
                        <a:pt x="1308" y="2417"/>
                      </a:cubicBezTo>
                      <a:cubicBezTo>
                        <a:pt x="1338" y="1992"/>
                        <a:pt x="1612" y="1597"/>
                        <a:pt x="2007" y="1414"/>
                      </a:cubicBezTo>
                      <a:cubicBezTo>
                        <a:pt x="2281" y="1262"/>
                        <a:pt x="2554" y="1050"/>
                        <a:pt x="2828" y="867"/>
                      </a:cubicBezTo>
                      <a:cubicBezTo>
                        <a:pt x="3101" y="685"/>
                        <a:pt x="3314" y="533"/>
                        <a:pt x="3557" y="350"/>
                      </a:cubicBezTo>
                      <a:cubicBezTo>
                        <a:pt x="3648" y="290"/>
                        <a:pt x="3679" y="138"/>
                        <a:pt x="3588" y="47"/>
                      </a:cubicBezTo>
                      <a:cubicBezTo>
                        <a:pt x="3557" y="16"/>
                        <a:pt x="3512" y="1"/>
                        <a:pt x="346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049497" y="297140"/>
                  <a:ext cx="28" cy="28"/>
                </a:xfrm>
                <a:custGeom>
                  <a:rect b="b" l="l" r="r" t="t"/>
                  <a:pathLst>
                    <a:path extrusionOk="0" h="1" w="1">
                      <a:moveTo>
                        <a:pt x="0" y="0"/>
                      </a:moveTo>
                      <a:lnTo>
                        <a:pt x="0"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940453" y="285388"/>
                  <a:ext cx="123678" cy="139527"/>
                </a:xfrm>
                <a:custGeom>
                  <a:rect b="b" l="l" r="r" t="t"/>
                  <a:pathLst>
                    <a:path extrusionOk="0" h="4939" w="4378">
                      <a:moveTo>
                        <a:pt x="3070" y="2119"/>
                      </a:moveTo>
                      <a:lnTo>
                        <a:pt x="3070" y="2240"/>
                      </a:lnTo>
                      <a:lnTo>
                        <a:pt x="2918" y="2240"/>
                      </a:lnTo>
                      <a:lnTo>
                        <a:pt x="2918" y="2149"/>
                      </a:lnTo>
                      <a:cubicBezTo>
                        <a:pt x="2979" y="2149"/>
                        <a:pt x="3009" y="2119"/>
                        <a:pt x="3070" y="2119"/>
                      </a:cubicBezTo>
                      <a:close/>
                      <a:moveTo>
                        <a:pt x="3587" y="2240"/>
                      </a:moveTo>
                      <a:cubicBezTo>
                        <a:pt x="3557" y="2271"/>
                        <a:pt x="3526" y="2301"/>
                        <a:pt x="3526" y="2362"/>
                      </a:cubicBezTo>
                      <a:lnTo>
                        <a:pt x="3435" y="2362"/>
                      </a:lnTo>
                      <a:cubicBezTo>
                        <a:pt x="3465" y="2301"/>
                        <a:pt x="3465" y="2271"/>
                        <a:pt x="3496" y="2240"/>
                      </a:cubicBezTo>
                      <a:close/>
                      <a:moveTo>
                        <a:pt x="1965" y="0"/>
                      </a:moveTo>
                      <a:cubicBezTo>
                        <a:pt x="1774" y="0"/>
                        <a:pt x="1559" y="185"/>
                        <a:pt x="1327" y="185"/>
                      </a:cubicBezTo>
                      <a:cubicBezTo>
                        <a:pt x="1251" y="185"/>
                        <a:pt x="1174" y="165"/>
                        <a:pt x="1094" y="113"/>
                      </a:cubicBezTo>
                      <a:cubicBezTo>
                        <a:pt x="1064" y="143"/>
                        <a:pt x="1003" y="204"/>
                        <a:pt x="973" y="234"/>
                      </a:cubicBezTo>
                      <a:cubicBezTo>
                        <a:pt x="1034" y="386"/>
                        <a:pt x="1186" y="538"/>
                        <a:pt x="1186" y="720"/>
                      </a:cubicBezTo>
                      <a:cubicBezTo>
                        <a:pt x="1155" y="1237"/>
                        <a:pt x="1216" y="1784"/>
                        <a:pt x="1398" y="2301"/>
                      </a:cubicBezTo>
                      <a:cubicBezTo>
                        <a:pt x="1459" y="2423"/>
                        <a:pt x="1398" y="2544"/>
                        <a:pt x="1307" y="2605"/>
                      </a:cubicBezTo>
                      <a:cubicBezTo>
                        <a:pt x="1125" y="2696"/>
                        <a:pt x="1034" y="2909"/>
                        <a:pt x="1003" y="3091"/>
                      </a:cubicBezTo>
                      <a:cubicBezTo>
                        <a:pt x="978" y="3345"/>
                        <a:pt x="1016" y="3788"/>
                        <a:pt x="642" y="3788"/>
                      </a:cubicBezTo>
                      <a:cubicBezTo>
                        <a:pt x="568" y="3788"/>
                        <a:pt x="476" y="3770"/>
                        <a:pt x="365" y="3730"/>
                      </a:cubicBezTo>
                      <a:cubicBezTo>
                        <a:pt x="356" y="3727"/>
                        <a:pt x="347" y="3726"/>
                        <a:pt x="337" y="3726"/>
                      </a:cubicBezTo>
                      <a:cubicBezTo>
                        <a:pt x="209" y="3726"/>
                        <a:pt x="0" y="3902"/>
                        <a:pt x="0" y="4155"/>
                      </a:cubicBezTo>
                      <a:cubicBezTo>
                        <a:pt x="304" y="4307"/>
                        <a:pt x="578" y="4520"/>
                        <a:pt x="851" y="4763"/>
                      </a:cubicBezTo>
                      <a:cubicBezTo>
                        <a:pt x="952" y="4878"/>
                        <a:pt x="1093" y="4938"/>
                        <a:pt x="1223" y="4938"/>
                      </a:cubicBezTo>
                      <a:cubicBezTo>
                        <a:pt x="1369" y="4938"/>
                        <a:pt x="1502" y="4863"/>
                        <a:pt x="1550" y="4702"/>
                      </a:cubicBezTo>
                      <a:cubicBezTo>
                        <a:pt x="1672" y="4277"/>
                        <a:pt x="1885" y="3790"/>
                        <a:pt x="1733" y="3426"/>
                      </a:cubicBezTo>
                      <a:cubicBezTo>
                        <a:pt x="1550" y="2939"/>
                        <a:pt x="1794" y="2544"/>
                        <a:pt x="1763" y="2119"/>
                      </a:cubicBezTo>
                      <a:cubicBezTo>
                        <a:pt x="1790" y="1901"/>
                        <a:pt x="1958" y="1799"/>
                        <a:pt x="2128" y="1799"/>
                      </a:cubicBezTo>
                      <a:cubicBezTo>
                        <a:pt x="2340" y="1799"/>
                        <a:pt x="2557" y="1955"/>
                        <a:pt x="2523" y="2240"/>
                      </a:cubicBezTo>
                      <a:cubicBezTo>
                        <a:pt x="2401" y="2423"/>
                        <a:pt x="2493" y="2666"/>
                        <a:pt x="2705" y="2757"/>
                      </a:cubicBezTo>
                      <a:cubicBezTo>
                        <a:pt x="3101" y="2848"/>
                        <a:pt x="3435" y="3122"/>
                        <a:pt x="3617" y="3486"/>
                      </a:cubicBezTo>
                      <a:cubicBezTo>
                        <a:pt x="3654" y="3560"/>
                        <a:pt x="3736" y="3600"/>
                        <a:pt x="3821" y="3600"/>
                      </a:cubicBezTo>
                      <a:cubicBezTo>
                        <a:pt x="3877" y="3600"/>
                        <a:pt x="3934" y="3583"/>
                        <a:pt x="3982" y="3547"/>
                      </a:cubicBezTo>
                      <a:cubicBezTo>
                        <a:pt x="4134" y="3456"/>
                        <a:pt x="4377" y="3334"/>
                        <a:pt x="4256" y="3152"/>
                      </a:cubicBezTo>
                      <a:cubicBezTo>
                        <a:pt x="4104" y="2879"/>
                        <a:pt x="4164" y="2605"/>
                        <a:pt x="4104" y="2331"/>
                      </a:cubicBezTo>
                      <a:cubicBezTo>
                        <a:pt x="4060" y="2155"/>
                        <a:pt x="3984" y="1899"/>
                        <a:pt x="3783" y="1899"/>
                      </a:cubicBezTo>
                      <a:cubicBezTo>
                        <a:pt x="3707" y="1899"/>
                        <a:pt x="3613" y="1936"/>
                        <a:pt x="3496" y="2027"/>
                      </a:cubicBezTo>
                      <a:cubicBezTo>
                        <a:pt x="3439" y="2075"/>
                        <a:pt x="3389" y="2095"/>
                        <a:pt x="3346" y="2095"/>
                      </a:cubicBezTo>
                      <a:cubicBezTo>
                        <a:pt x="3250" y="2095"/>
                        <a:pt x="3192" y="1992"/>
                        <a:pt x="3192" y="1845"/>
                      </a:cubicBezTo>
                      <a:cubicBezTo>
                        <a:pt x="3131" y="1511"/>
                        <a:pt x="3313" y="1176"/>
                        <a:pt x="3617" y="1055"/>
                      </a:cubicBezTo>
                      <a:cubicBezTo>
                        <a:pt x="3860" y="933"/>
                        <a:pt x="4073" y="751"/>
                        <a:pt x="3860" y="416"/>
                      </a:cubicBezTo>
                      <a:lnTo>
                        <a:pt x="3860" y="416"/>
                      </a:lnTo>
                      <a:cubicBezTo>
                        <a:pt x="3642" y="504"/>
                        <a:pt x="3471" y="794"/>
                        <a:pt x="3235" y="794"/>
                      </a:cubicBezTo>
                      <a:cubicBezTo>
                        <a:pt x="3142" y="794"/>
                        <a:pt x="3038" y="749"/>
                        <a:pt x="2918" y="629"/>
                      </a:cubicBezTo>
                      <a:cubicBezTo>
                        <a:pt x="2870" y="629"/>
                        <a:pt x="2821" y="668"/>
                        <a:pt x="2772" y="668"/>
                      </a:cubicBezTo>
                      <a:cubicBezTo>
                        <a:pt x="2760" y="668"/>
                        <a:pt x="2748" y="666"/>
                        <a:pt x="2736" y="660"/>
                      </a:cubicBezTo>
                      <a:cubicBezTo>
                        <a:pt x="2371" y="599"/>
                        <a:pt x="2371" y="113"/>
                        <a:pt x="2067" y="21"/>
                      </a:cubicBezTo>
                      <a:cubicBezTo>
                        <a:pt x="2034" y="7"/>
                        <a:pt x="2000" y="0"/>
                        <a:pt x="196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72078" y="292846"/>
                  <a:ext cx="119385" cy="139131"/>
                </a:xfrm>
                <a:custGeom>
                  <a:rect b="b" l="l" r="r" t="t"/>
                  <a:pathLst>
                    <a:path extrusionOk="0" h="4925" w="4226">
                      <a:moveTo>
                        <a:pt x="1581" y="1581"/>
                      </a:moveTo>
                      <a:cubicBezTo>
                        <a:pt x="1581" y="1763"/>
                        <a:pt x="1733" y="1885"/>
                        <a:pt x="1794" y="2007"/>
                      </a:cubicBezTo>
                      <a:cubicBezTo>
                        <a:pt x="1946" y="2280"/>
                        <a:pt x="1763" y="2402"/>
                        <a:pt x="1581" y="2493"/>
                      </a:cubicBezTo>
                      <a:cubicBezTo>
                        <a:pt x="1533" y="2529"/>
                        <a:pt x="1476" y="2546"/>
                        <a:pt x="1420" y="2546"/>
                      </a:cubicBezTo>
                      <a:cubicBezTo>
                        <a:pt x="1335" y="2546"/>
                        <a:pt x="1253" y="2506"/>
                        <a:pt x="1216" y="2432"/>
                      </a:cubicBezTo>
                      <a:cubicBezTo>
                        <a:pt x="1034" y="2250"/>
                        <a:pt x="973" y="2067"/>
                        <a:pt x="1186" y="1915"/>
                      </a:cubicBezTo>
                      <a:lnTo>
                        <a:pt x="1216" y="1915"/>
                      </a:lnTo>
                      <a:cubicBezTo>
                        <a:pt x="1338" y="1794"/>
                        <a:pt x="1490" y="1733"/>
                        <a:pt x="1581" y="1581"/>
                      </a:cubicBezTo>
                      <a:close/>
                      <a:moveTo>
                        <a:pt x="1805" y="2907"/>
                      </a:moveTo>
                      <a:cubicBezTo>
                        <a:pt x="1869" y="2907"/>
                        <a:pt x="1924" y="2935"/>
                        <a:pt x="1946" y="2979"/>
                      </a:cubicBezTo>
                      <a:lnTo>
                        <a:pt x="1976" y="2979"/>
                      </a:lnTo>
                      <a:cubicBezTo>
                        <a:pt x="2007" y="3040"/>
                        <a:pt x="2007" y="3162"/>
                        <a:pt x="1946" y="3192"/>
                      </a:cubicBezTo>
                      <a:cubicBezTo>
                        <a:pt x="1900" y="3222"/>
                        <a:pt x="1855" y="3238"/>
                        <a:pt x="1813" y="3238"/>
                      </a:cubicBezTo>
                      <a:cubicBezTo>
                        <a:pt x="1771" y="3238"/>
                        <a:pt x="1733" y="3222"/>
                        <a:pt x="1703" y="3192"/>
                      </a:cubicBezTo>
                      <a:cubicBezTo>
                        <a:pt x="1581" y="3101"/>
                        <a:pt x="1642" y="3010"/>
                        <a:pt x="1733" y="2918"/>
                      </a:cubicBezTo>
                      <a:cubicBezTo>
                        <a:pt x="1757" y="2910"/>
                        <a:pt x="1782" y="2907"/>
                        <a:pt x="1805" y="2907"/>
                      </a:cubicBezTo>
                      <a:close/>
                      <a:moveTo>
                        <a:pt x="791" y="1"/>
                      </a:moveTo>
                      <a:cubicBezTo>
                        <a:pt x="548" y="61"/>
                        <a:pt x="274" y="152"/>
                        <a:pt x="274" y="396"/>
                      </a:cubicBezTo>
                      <a:cubicBezTo>
                        <a:pt x="274" y="639"/>
                        <a:pt x="0" y="882"/>
                        <a:pt x="183" y="1034"/>
                      </a:cubicBezTo>
                      <a:cubicBezTo>
                        <a:pt x="639" y="1429"/>
                        <a:pt x="396" y="1976"/>
                        <a:pt x="639" y="2402"/>
                      </a:cubicBezTo>
                      <a:cubicBezTo>
                        <a:pt x="779" y="2598"/>
                        <a:pt x="426" y="3081"/>
                        <a:pt x="900" y="3081"/>
                      </a:cubicBezTo>
                      <a:cubicBezTo>
                        <a:pt x="939" y="3081"/>
                        <a:pt x="983" y="3077"/>
                        <a:pt x="1034" y="3070"/>
                      </a:cubicBezTo>
                      <a:cubicBezTo>
                        <a:pt x="1064" y="3070"/>
                        <a:pt x="1095" y="3162"/>
                        <a:pt x="1095" y="3222"/>
                      </a:cubicBezTo>
                      <a:cubicBezTo>
                        <a:pt x="1368" y="4225"/>
                        <a:pt x="1459" y="4408"/>
                        <a:pt x="2159" y="4925"/>
                      </a:cubicBezTo>
                      <a:cubicBezTo>
                        <a:pt x="2219" y="4408"/>
                        <a:pt x="2311" y="3891"/>
                        <a:pt x="2432" y="3405"/>
                      </a:cubicBezTo>
                      <a:cubicBezTo>
                        <a:pt x="2584" y="2918"/>
                        <a:pt x="2007" y="2402"/>
                        <a:pt x="2584" y="1946"/>
                      </a:cubicBezTo>
                      <a:cubicBezTo>
                        <a:pt x="2645" y="2037"/>
                        <a:pt x="2736" y="2128"/>
                        <a:pt x="2827" y="2219"/>
                      </a:cubicBezTo>
                      <a:cubicBezTo>
                        <a:pt x="3011" y="2367"/>
                        <a:pt x="3229" y="2447"/>
                        <a:pt x="3453" y="2447"/>
                      </a:cubicBezTo>
                      <a:cubicBezTo>
                        <a:pt x="3599" y="2447"/>
                        <a:pt x="3747" y="2413"/>
                        <a:pt x="3891" y="2341"/>
                      </a:cubicBezTo>
                      <a:cubicBezTo>
                        <a:pt x="3982" y="2250"/>
                        <a:pt x="4074" y="2189"/>
                        <a:pt x="4013" y="2037"/>
                      </a:cubicBezTo>
                      <a:cubicBezTo>
                        <a:pt x="3979" y="1970"/>
                        <a:pt x="3927" y="1949"/>
                        <a:pt x="3872" y="1949"/>
                      </a:cubicBezTo>
                      <a:cubicBezTo>
                        <a:pt x="3827" y="1949"/>
                        <a:pt x="3780" y="1963"/>
                        <a:pt x="3739" y="1976"/>
                      </a:cubicBezTo>
                      <a:cubicBezTo>
                        <a:pt x="3660" y="1996"/>
                        <a:pt x="3555" y="2145"/>
                        <a:pt x="3415" y="2145"/>
                      </a:cubicBezTo>
                      <a:cubicBezTo>
                        <a:pt x="3341" y="2145"/>
                        <a:pt x="3257" y="2103"/>
                        <a:pt x="3162" y="1976"/>
                      </a:cubicBezTo>
                      <a:cubicBezTo>
                        <a:pt x="3496" y="1794"/>
                        <a:pt x="3496" y="1338"/>
                        <a:pt x="3739" y="1095"/>
                      </a:cubicBezTo>
                      <a:cubicBezTo>
                        <a:pt x="4225" y="669"/>
                        <a:pt x="3922" y="487"/>
                        <a:pt x="3587" y="213"/>
                      </a:cubicBezTo>
                      <a:cubicBezTo>
                        <a:pt x="3314" y="1004"/>
                        <a:pt x="2949" y="1520"/>
                        <a:pt x="2463" y="1672"/>
                      </a:cubicBezTo>
                      <a:cubicBezTo>
                        <a:pt x="2463" y="1490"/>
                        <a:pt x="2675" y="1308"/>
                        <a:pt x="2554" y="1156"/>
                      </a:cubicBezTo>
                      <a:cubicBezTo>
                        <a:pt x="2507" y="1109"/>
                        <a:pt x="2458" y="1091"/>
                        <a:pt x="2407" y="1091"/>
                      </a:cubicBezTo>
                      <a:cubicBezTo>
                        <a:pt x="2293" y="1091"/>
                        <a:pt x="2173" y="1183"/>
                        <a:pt x="2067" y="1247"/>
                      </a:cubicBezTo>
                      <a:lnTo>
                        <a:pt x="1551" y="1551"/>
                      </a:lnTo>
                      <a:cubicBezTo>
                        <a:pt x="1490" y="1490"/>
                        <a:pt x="1429" y="1429"/>
                        <a:pt x="1338" y="1429"/>
                      </a:cubicBezTo>
                      <a:cubicBezTo>
                        <a:pt x="760" y="1277"/>
                        <a:pt x="791" y="1277"/>
                        <a:pt x="821" y="669"/>
                      </a:cubicBezTo>
                      <a:cubicBezTo>
                        <a:pt x="821" y="456"/>
                        <a:pt x="1064" y="213"/>
                        <a:pt x="79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457017" y="1015839"/>
                  <a:ext cx="91050" cy="148567"/>
                </a:xfrm>
                <a:custGeom>
                  <a:rect b="b" l="l" r="r" t="t"/>
                  <a:pathLst>
                    <a:path extrusionOk="0" h="5259" w="3223">
                      <a:moveTo>
                        <a:pt x="3131" y="1"/>
                      </a:moveTo>
                      <a:lnTo>
                        <a:pt x="3131" y="1"/>
                      </a:lnTo>
                      <a:cubicBezTo>
                        <a:pt x="2706" y="365"/>
                        <a:pt x="1976" y="1"/>
                        <a:pt x="1855" y="791"/>
                      </a:cubicBezTo>
                      <a:cubicBezTo>
                        <a:pt x="1855" y="882"/>
                        <a:pt x="1672" y="943"/>
                        <a:pt x="1581" y="1004"/>
                      </a:cubicBezTo>
                      <a:cubicBezTo>
                        <a:pt x="1095" y="1247"/>
                        <a:pt x="821" y="1551"/>
                        <a:pt x="1216" y="2098"/>
                      </a:cubicBezTo>
                      <a:cubicBezTo>
                        <a:pt x="1095" y="2128"/>
                        <a:pt x="1034" y="2159"/>
                        <a:pt x="1004" y="2159"/>
                      </a:cubicBezTo>
                      <a:cubicBezTo>
                        <a:pt x="921" y="2113"/>
                        <a:pt x="835" y="2092"/>
                        <a:pt x="752" y="2092"/>
                      </a:cubicBezTo>
                      <a:cubicBezTo>
                        <a:pt x="562" y="2092"/>
                        <a:pt x="389" y="2202"/>
                        <a:pt x="304" y="2371"/>
                      </a:cubicBezTo>
                      <a:cubicBezTo>
                        <a:pt x="183" y="2615"/>
                        <a:pt x="426" y="2767"/>
                        <a:pt x="517" y="2919"/>
                      </a:cubicBezTo>
                      <a:cubicBezTo>
                        <a:pt x="608" y="3192"/>
                        <a:pt x="973" y="3374"/>
                        <a:pt x="821" y="3739"/>
                      </a:cubicBezTo>
                      <a:cubicBezTo>
                        <a:pt x="700" y="3739"/>
                        <a:pt x="578" y="3648"/>
                        <a:pt x="517" y="3557"/>
                      </a:cubicBezTo>
                      <a:cubicBezTo>
                        <a:pt x="451" y="3468"/>
                        <a:pt x="384" y="3347"/>
                        <a:pt x="294" y="3347"/>
                      </a:cubicBezTo>
                      <a:cubicBezTo>
                        <a:pt x="261" y="3347"/>
                        <a:pt x="224" y="3364"/>
                        <a:pt x="183" y="3405"/>
                      </a:cubicBezTo>
                      <a:cubicBezTo>
                        <a:pt x="0" y="3557"/>
                        <a:pt x="183" y="3709"/>
                        <a:pt x="274" y="3861"/>
                      </a:cubicBezTo>
                      <a:cubicBezTo>
                        <a:pt x="304" y="3922"/>
                        <a:pt x="365" y="3982"/>
                        <a:pt x="456" y="3982"/>
                      </a:cubicBezTo>
                      <a:cubicBezTo>
                        <a:pt x="1247" y="4074"/>
                        <a:pt x="1186" y="4651"/>
                        <a:pt x="1186" y="5259"/>
                      </a:cubicBezTo>
                      <a:cubicBezTo>
                        <a:pt x="1763" y="4955"/>
                        <a:pt x="2584" y="5259"/>
                        <a:pt x="2949" y="4378"/>
                      </a:cubicBezTo>
                      <a:cubicBezTo>
                        <a:pt x="2894" y="4365"/>
                        <a:pt x="2843" y="4359"/>
                        <a:pt x="2796" y="4359"/>
                      </a:cubicBezTo>
                      <a:cubicBezTo>
                        <a:pt x="2502" y="4359"/>
                        <a:pt x="2338" y="4577"/>
                        <a:pt x="2128" y="4681"/>
                      </a:cubicBezTo>
                      <a:cubicBezTo>
                        <a:pt x="2042" y="4725"/>
                        <a:pt x="1970" y="4754"/>
                        <a:pt x="1904" y="4754"/>
                      </a:cubicBezTo>
                      <a:cubicBezTo>
                        <a:pt x="1831" y="4754"/>
                        <a:pt x="1767" y="4717"/>
                        <a:pt x="1703" y="4621"/>
                      </a:cubicBezTo>
                      <a:cubicBezTo>
                        <a:pt x="1581" y="4408"/>
                        <a:pt x="1490" y="4256"/>
                        <a:pt x="1703" y="4165"/>
                      </a:cubicBezTo>
                      <a:cubicBezTo>
                        <a:pt x="2037" y="3952"/>
                        <a:pt x="2007" y="3587"/>
                        <a:pt x="2067" y="3314"/>
                      </a:cubicBezTo>
                      <a:cubicBezTo>
                        <a:pt x="2189" y="2919"/>
                        <a:pt x="2159" y="2493"/>
                        <a:pt x="2523" y="2128"/>
                      </a:cubicBezTo>
                      <a:cubicBezTo>
                        <a:pt x="2736" y="1916"/>
                        <a:pt x="2766" y="1551"/>
                        <a:pt x="2614" y="1277"/>
                      </a:cubicBezTo>
                      <a:cubicBezTo>
                        <a:pt x="2402" y="1004"/>
                        <a:pt x="2523" y="852"/>
                        <a:pt x="2736" y="700"/>
                      </a:cubicBezTo>
                      <a:cubicBezTo>
                        <a:pt x="2949" y="517"/>
                        <a:pt x="3222" y="487"/>
                        <a:pt x="313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391760" y="614525"/>
                  <a:ext cx="97067" cy="116729"/>
                </a:xfrm>
                <a:custGeom>
                  <a:rect b="b" l="l" r="r" t="t"/>
                  <a:pathLst>
                    <a:path extrusionOk="0" h="4132" w="3436">
                      <a:moveTo>
                        <a:pt x="454" y="1"/>
                      </a:moveTo>
                      <a:cubicBezTo>
                        <a:pt x="371" y="1"/>
                        <a:pt x="258" y="41"/>
                        <a:pt x="304" y="133"/>
                      </a:cubicBezTo>
                      <a:cubicBezTo>
                        <a:pt x="396" y="377"/>
                        <a:pt x="92" y="559"/>
                        <a:pt x="213" y="711"/>
                      </a:cubicBezTo>
                      <a:cubicBezTo>
                        <a:pt x="517" y="1136"/>
                        <a:pt x="365" y="1380"/>
                        <a:pt x="0" y="1592"/>
                      </a:cubicBezTo>
                      <a:lnTo>
                        <a:pt x="0" y="3811"/>
                      </a:lnTo>
                      <a:lnTo>
                        <a:pt x="92" y="3933"/>
                      </a:lnTo>
                      <a:cubicBezTo>
                        <a:pt x="183" y="4070"/>
                        <a:pt x="304" y="4092"/>
                        <a:pt x="434" y="4092"/>
                      </a:cubicBezTo>
                      <a:cubicBezTo>
                        <a:pt x="498" y="4092"/>
                        <a:pt x="565" y="4087"/>
                        <a:pt x="630" y="4087"/>
                      </a:cubicBezTo>
                      <a:cubicBezTo>
                        <a:pt x="696" y="4087"/>
                        <a:pt x="760" y="4092"/>
                        <a:pt x="821" y="4115"/>
                      </a:cubicBezTo>
                      <a:cubicBezTo>
                        <a:pt x="852" y="4127"/>
                        <a:pt x="877" y="4132"/>
                        <a:pt x="897" y="4132"/>
                      </a:cubicBezTo>
                      <a:cubicBezTo>
                        <a:pt x="1036" y="4132"/>
                        <a:pt x="950" y="3883"/>
                        <a:pt x="1003" y="3751"/>
                      </a:cubicBezTo>
                      <a:cubicBezTo>
                        <a:pt x="1179" y="3417"/>
                        <a:pt x="1507" y="3235"/>
                        <a:pt x="1840" y="3235"/>
                      </a:cubicBezTo>
                      <a:cubicBezTo>
                        <a:pt x="2084" y="3235"/>
                        <a:pt x="2331" y="3332"/>
                        <a:pt x="2523" y="3538"/>
                      </a:cubicBezTo>
                      <a:cubicBezTo>
                        <a:pt x="2641" y="3656"/>
                        <a:pt x="2741" y="3700"/>
                        <a:pt x="2827" y="3700"/>
                      </a:cubicBezTo>
                      <a:cubicBezTo>
                        <a:pt x="2964" y="3700"/>
                        <a:pt x="3068" y="3589"/>
                        <a:pt x="3162" y="3477"/>
                      </a:cubicBezTo>
                      <a:cubicBezTo>
                        <a:pt x="3435" y="3203"/>
                        <a:pt x="3131" y="3051"/>
                        <a:pt x="3010" y="2899"/>
                      </a:cubicBezTo>
                      <a:cubicBezTo>
                        <a:pt x="2969" y="2849"/>
                        <a:pt x="2912" y="2839"/>
                        <a:pt x="2847" y="2839"/>
                      </a:cubicBezTo>
                      <a:cubicBezTo>
                        <a:pt x="2805" y="2839"/>
                        <a:pt x="2759" y="2843"/>
                        <a:pt x="2713" y="2843"/>
                      </a:cubicBezTo>
                      <a:cubicBezTo>
                        <a:pt x="2622" y="2843"/>
                        <a:pt x="2530" y="2825"/>
                        <a:pt x="2462" y="2717"/>
                      </a:cubicBezTo>
                      <a:cubicBezTo>
                        <a:pt x="2098" y="2200"/>
                        <a:pt x="1581" y="1836"/>
                        <a:pt x="973" y="1714"/>
                      </a:cubicBezTo>
                      <a:cubicBezTo>
                        <a:pt x="851" y="1684"/>
                        <a:pt x="669" y="1471"/>
                        <a:pt x="699" y="1410"/>
                      </a:cubicBezTo>
                      <a:cubicBezTo>
                        <a:pt x="912" y="985"/>
                        <a:pt x="365" y="620"/>
                        <a:pt x="608" y="194"/>
                      </a:cubicBezTo>
                      <a:cubicBezTo>
                        <a:pt x="669" y="103"/>
                        <a:pt x="608" y="12"/>
                        <a:pt x="517" y="12"/>
                      </a:cubicBezTo>
                      <a:cubicBezTo>
                        <a:pt x="503" y="5"/>
                        <a:pt x="480" y="1"/>
                        <a:pt x="45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37726" y="602829"/>
                  <a:ext cx="95344" cy="100457"/>
                </a:xfrm>
                <a:custGeom>
                  <a:rect b="b" l="l" r="r" t="t"/>
                  <a:pathLst>
                    <a:path extrusionOk="0" h="3556" w="3375">
                      <a:moveTo>
                        <a:pt x="1855" y="0"/>
                      </a:moveTo>
                      <a:cubicBezTo>
                        <a:pt x="1703" y="0"/>
                        <a:pt x="1642" y="122"/>
                        <a:pt x="1612" y="274"/>
                      </a:cubicBezTo>
                      <a:cubicBezTo>
                        <a:pt x="1581" y="669"/>
                        <a:pt x="1612" y="1095"/>
                        <a:pt x="1125" y="1277"/>
                      </a:cubicBezTo>
                      <a:cubicBezTo>
                        <a:pt x="761" y="1459"/>
                        <a:pt x="821" y="1672"/>
                        <a:pt x="1004" y="2006"/>
                      </a:cubicBezTo>
                      <a:cubicBezTo>
                        <a:pt x="1216" y="2310"/>
                        <a:pt x="1551" y="2462"/>
                        <a:pt x="1368" y="3009"/>
                      </a:cubicBezTo>
                      <a:cubicBezTo>
                        <a:pt x="1160" y="2644"/>
                        <a:pt x="771" y="2413"/>
                        <a:pt x="377" y="2413"/>
                      </a:cubicBezTo>
                      <a:cubicBezTo>
                        <a:pt x="312" y="2413"/>
                        <a:pt x="247" y="2419"/>
                        <a:pt x="183" y="2432"/>
                      </a:cubicBezTo>
                      <a:cubicBezTo>
                        <a:pt x="122" y="2675"/>
                        <a:pt x="61" y="2918"/>
                        <a:pt x="1" y="3253"/>
                      </a:cubicBezTo>
                      <a:cubicBezTo>
                        <a:pt x="47" y="3242"/>
                        <a:pt x="93" y="3238"/>
                        <a:pt x="139" y="3238"/>
                      </a:cubicBezTo>
                      <a:cubicBezTo>
                        <a:pt x="354" y="3238"/>
                        <a:pt x="560" y="3336"/>
                        <a:pt x="756" y="3336"/>
                      </a:cubicBezTo>
                      <a:cubicBezTo>
                        <a:pt x="872" y="3336"/>
                        <a:pt x="985" y="3302"/>
                        <a:pt x="1095" y="3192"/>
                      </a:cubicBezTo>
                      <a:cubicBezTo>
                        <a:pt x="1133" y="3154"/>
                        <a:pt x="1182" y="3137"/>
                        <a:pt x="1233" y="3137"/>
                      </a:cubicBezTo>
                      <a:cubicBezTo>
                        <a:pt x="1303" y="3137"/>
                        <a:pt x="1376" y="3169"/>
                        <a:pt x="1429" y="3222"/>
                      </a:cubicBezTo>
                      <a:cubicBezTo>
                        <a:pt x="1519" y="3356"/>
                        <a:pt x="1608" y="3556"/>
                        <a:pt x="1770" y="3556"/>
                      </a:cubicBezTo>
                      <a:cubicBezTo>
                        <a:pt x="1828" y="3556"/>
                        <a:pt x="1896" y="3530"/>
                        <a:pt x="1976" y="3465"/>
                      </a:cubicBezTo>
                      <a:cubicBezTo>
                        <a:pt x="2159" y="3344"/>
                        <a:pt x="2493" y="3253"/>
                        <a:pt x="2493" y="3040"/>
                      </a:cubicBezTo>
                      <a:cubicBezTo>
                        <a:pt x="2493" y="2584"/>
                        <a:pt x="2858" y="2462"/>
                        <a:pt x="3071" y="2219"/>
                      </a:cubicBezTo>
                      <a:cubicBezTo>
                        <a:pt x="3283" y="2006"/>
                        <a:pt x="3375" y="1672"/>
                        <a:pt x="3283" y="1368"/>
                      </a:cubicBezTo>
                      <a:cubicBezTo>
                        <a:pt x="3259" y="1129"/>
                        <a:pt x="3066" y="965"/>
                        <a:pt x="2852" y="965"/>
                      </a:cubicBezTo>
                      <a:cubicBezTo>
                        <a:pt x="2794" y="965"/>
                        <a:pt x="2734" y="977"/>
                        <a:pt x="2675" y="1003"/>
                      </a:cubicBezTo>
                      <a:cubicBezTo>
                        <a:pt x="2669" y="1007"/>
                        <a:pt x="2662" y="1008"/>
                        <a:pt x="2654" y="1008"/>
                      </a:cubicBezTo>
                      <a:cubicBezTo>
                        <a:pt x="2594" y="1008"/>
                        <a:pt x="2513" y="912"/>
                        <a:pt x="2432" y="912"/>
                      </a:cubicBezTo>
                      <a:cubicBezTo>
                        <a:pt x="2007" y="912"/>
                        <a:pt x="1764" y="760"/>
                        <a:pt x="1946" y="304"/>
                      </a:cubicBezTo>
                      <a:cubicBezTo>
                        <a:pt x="2007" y="152"/>
                        <a:pt x="1976" y="31"/>
                        <a:pt x="185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852851" y="320954"/>
                  <a:ext cx="102208" cy="115034"/>
                </a:xfrm>
                <a:custGeom>
                  <a:rect b="b" l="l" r="r" t="t"/>
                  <a:pathLst>
                    <a:path extrusionOk="0" h="4072" w="3618">
                      <a:moveTo>
                        <a:pt x="1118" y="1477"/>
                      </a:moveTo>
                      <a:cubicBezTo>
                        <a:pt x="1192" y="1477"/>
                        <a:pt x="1240" y="1533"/>
                        <a:pt x="1277" y="1589"/>
                      </a:cubicBezTo>
                      <a:cubicBezTo>
                        <a:pt x="1338" y="1711"/>
                        <a:pt x="1551" y="1863"/>
                        <a:pt x="1399" y="2045"/>
                      </a:cubicBezTo>
                      <a:cubicBezTo>
                        <a:pt x="1361" y="2083"/>
                        <a:pt x="1324" y="2097"/>
                        <a:pt x="1288" y="2097"/>
                      </a:cubicBezTo>
                      <a:cubicBezTo>
                        <a:pt x="1208" y="2097"/>
                        <a:pt x="1137" y="2026"/>
                        <a:pt x="1095" y="1984"/>
                      </a:cubicBezTo>
                      <a:cubicBezTo>
                        <a:pt x="1004" y="1893"/>
                        <a:pt x="852" y="1741"/>
                        <a:pt x="943" y="1559"/>
                      </a:cubicBezTo>
                      <a:cubicBezTo>
                        <a:pt x="1014" y="1500"/>
                        <a:pt x="1071" y="1477"/>
                        <a:pt x="1118" y="1477"/>
                      </a:cubicBezTo>
                      <a:close/>
                      <a:moveTo>
                        <a:pt x="1911" y="0"/>
                      </a:moveTo>
                      <a:cubicBezTo>
                        <a:pt x="1800" y="0"/>
                        <a:pt x="1660" y="55"/>
                        <a:pt x="1490" y="161"/>
                      </a:cubicBezTo>
                      <a:cubicBezTo>
                        <a:pt x="1156" y="404"/>
                        <a:pt x="791" y="647"/>
                        <a:pt x="457" y="890"/>
                      </a:cubicBezTo>
                      <a:cubicBezTo>
                        <a:pt x="92" y="1133"/>
                        <a:pt x="1" y="1620"/>
                        <a:pt x="244" y="1984"/>
                      </a:cubicBezTo>
                      <a:cubicBezTo>
                        <a:pt x="332" y="1940"/>
                        <a:pt x="434" y="1889"/>
                        <a:pt x="510" y="1889"/>
                      </a:cubicBezTo>
                      <a:cubicBezTo>
                        <a:pt x="590" y="1889"/>
                        <a:pt x="640" y="1948"/>
                        <a:pt x="609" y="2136"/>
                      </a:cubicBezTo>
                      <a:cubicBezTo>
                        <a:pt x="548" y="2471"/>
                        <a:pt x="366" y="2775"/>
                        <a:pt x="548" y="3139"/>
                      </a:cubicBezTo>
                      <a:lnTo>
                        <a:pt x="1" y="3534"/>
                      </a:lnTo>
                      <a:cubicBezTo>
                        <a:pt x="1" y="3626"/>
                        <a:pt x="31" y="3686"/>
                        <a:pt x="92" y="3778"/>
                      </a:cubicBezTo>
                      <a:cubicBezTo>
                        <a:pt x="169" y="3881"/>
                        <a:pt x="203" y="4071"/>
                        <a:pt x="360" y="4071"/>
                      </a:cubicBezTo>
                      <a:cubicBezTo>
                        <a:pt x="388" y="4071"/>
                        <a:pt x="420" y="4065"/>
                        <a:pt x="457" y="4051"/>
                      </a:cubicBezTo>
                      <a:cubicBezTo>
                        <a:pt x="700" y="3960"/>
                        <a:pt x="518" y="3808"/>
                        <a:pt x="578" y="3656"/>
                      </a:cubicBezTo>
                      <a:cubicBezTo>
                        <a:pt x="639" y="3474"/>
                        <a:pt x="730" y="3291"/>
                        <a:pt x="578" y="3109"/>
                      </a:cubicBezTo>
                      <a:cubicBezTo>
                        <a:pt x="761" y="3018"/>
                        <a:pt x="974" y="2866"/>
                        <a:pt x="1126" y="2744"/>
                      </a:cubicBezTo>
                      <a:cubicBezTo>
                        <a:pt x="1429" y="2440"/>
                        <a:pt x="2007" y="2440"/>
                        <a:pt x="1977" y="1832"/>
                      </a:cubicBezTo>
                      <a:cubicBezTo>
                        <a:pt x="1977" y="1711"/>
                        <a:pt x="2098" y="1741"/>
                        <a:pt x="2250" y="1711"/>
                      </a:cubicBezTo>
                      <a:cubicBezTo>
                        <a:pt x="2269" y="1710"/>
                        <a:pt x="2287" y="1709"/>
                        <a:pt x="2304" y="1709"/>
                      </a:cubicBezTo>
                      <a:cubicBezTo>
                        <a:pt x="2789" y="1709"/>
                        <a:pt x="2677" y="2116"/>
                        <a:pt x="2706" y="2410"/>
                      </a:cubicBezTo>
                      <a:cubicBezTo>
                        <a:pt x="3010" y="2349"/>
                        <a:pt x="3314" y="2197"/>
                        <a:pt x="3527" y="1984"/>
                      </a:cubicBezTo>
                      <a:cubicBezTo>
                        <a:pt x="3588" y="1923"/>
                        <a:pt x="3618" y="1893"/>
                        <a:pt x="3618" y="1832"/>
                      </a:cubicBezTo>
                      <a:cubicBezTo>
                        <a:pt x="3618" y="1528"/>
                        <a:pt x="3405" y="1346"/>
                        <a:pt x="3253" y="1133"/>
                      </a:cubicBezTo>
                      <a:cubicBezTo>
                        <a:pt x="3071" y="920"/>
                        <a:pt x="3527" y="708"/>
                        <a:pt x="3192" y="495"/>
                      </a:cubicBezTo>
                      <a:cubicBezTo>
                        <a:pt x="3181" y="494"/>
                        <a:pt x="3169" y="493"/>
                        <a:pt x="3158" y="493"/>
                      </a:cubicBezTo>
                      <a:cubicBezTo>
                        <a:pt x="2827" y="493"/>
                        <a:pt x="2646" y="891"/>
                        <a:pt x="2315" y="891"/>
                      </a:cubicBezTo>
                      <a:cubicBezTo>
                        <a:pt x="2304" y="891"/>
                        <a:pt x="2292" y="891"/>
                        <a:pt x="2281" y="890"/>
                      </a:cubicBezTo>
                      <a:cubicBezTo>
                        <a:pt x="2250" y="829"/>
                        <a:pt x="2220" y="799"/>
                        <a:pt x="2189" y="738"/>
                      </a:cubicBezTo>
                      <a:cubicBezTo>
                        <a:pt x="2189" y="708"/>
                        <a:pt x="2250" y="647"/>
                        <a:pt x="2250" y="586"/>
                      </a:cubicBezTo>
                      <a:cubicBezTo>
                        <a:pt x="2230" y="190"/>
                        <a:pt x="2120" y="0"/>
                        <a:pt x="191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95662" y="430930"/>
                  <a:ext cx="76360" cy="173653"/>
                </a:xfrm>
                <a:custGeom>
                  <a:rect b="b" l="l" r="r" t="t"/>
                  <a:pathLst>
                    <a:path extrusionOk="0" h="6147" w="2703">
                      <a:moveTo>
                        <a:pt x="912" y="0"/>
                      </a:moveTo>
                      <a:cubicBezTo>
                        <a:pt x="823" y="0"/>
                        <a:pt x="735" y="32"/>
                        <a:pt x="669" y="97"/>
                      </a:cubicBezTo>
                      <a:cubicBezTo>
                        <a:pt x="487" y="280"/>
                        <a:pt x="152" y="341"/>
                        <a:pt x="152" y="736"/>
                      </a:cubicBezTo>
                      <a:cubicBezTo>
                        <a:pt x="517" y="736"/>
                        <a:pt x="851" y="979"/>
                        <a:pt x="973" y="1313"/>
                      </a:cubicBezTo>
                      <a:cubicBezTo>
                        <a:pt x="1125" y="1678"/>
                        <a:pt x="973" y="2073"/>
                        <a:pt x="1186" y="2407"/>
                      </a:cubicBezTo>
                      <a:cubicBezTo>
                        <a:pt x="730" y="2620"/>
                        <a:pt x="882" y="3319"/>
                        <a:pt x="335" y="3502"/>
                      </a:cubicBezTo>
                      <a:cubicBezTo>
                        <a:pt x="91" y="3623"/>
                        <a:pt x="0" y="3806"/>
                        <a:pt x="183" y="4079"/>
                      </a:cubicBezTo>
                      <a:cubicBezTo>
                        <a:pt x="304" y="4201"/>
                        <a:pt x="243" y="4322"/>
                        <a:pt x="243" y="4474"/>
                      </a:cubicBezTo>
                      <a:cubicBezTo>
                        <a:pt x="243" y="4878"/>
                        <a:pt x="332" y="5059"/>
                        <a:pt x="572" y="5059"/>
                      </a:cubicBezTo>
                      <a:cubicBezTo>
                        <a:pt x="676" y="5059"/>
                        <a:pt x="808" y="5025"/>
                        <a:pt x="973" y="4961"/>
                      </a:cubicBezTo>
                      <a:cubicBezTo>
                        <a:pt x="1011" y="4935"/>
                        <a:pt x="1050" y="4926"/>
                        <a:pt x="1089" y="4926"/>
                      </a:cubicBezTo>
                      <a:cubicBezTo>
                        <a:pt x="1141" y="4926"/>
                        <a:pt x="1194" y="4943"/>
                        <a:pt x="1246" y="4961"/>
                      </a:cubicBezTo>
                      <a:cubicBezTo>
                        <a:pt x="973" y="5477"/>
                        <a:pt x="1368" y="5781"/>
                        <a:pt x="1642" y="6116"/>
                      </a:cubicBezTo>
                      <a:cubicBezTo>
                        <a:pt x="1672" y="6146"/>
                        <a:pt x="1763" y="6146"/>
                        <a:pt x="1794" y="6146"/>
                      </a:cubicBezTo>
                      <a:cubicBezTo>
                        <a:pt x="1854" y="6116"/>
                        <a:pt x="1946" y="5994"/>
                        <a:pt x="1915" y="5933"/>
                      </a:cubicBezTo>
                      <a:cubicBezTo>
                        <a:pt x="1520" y="5477"/>
                        <a:pt x="1915" y="4991"/>
                        <a:pt x="1854" y="4444"/>
                      </a:cubicBezTo>
                      <a:lnTo>
                        <a:pt x="1854" y="4444"/>
                      </a:lnTo>
                      <a:cubicBezTo>
                        <a:pt x="1567" y="4540"/>
                        <a:pt x="1380" y="4602"/>
                        <a:pt x="1242" y="4602"/>
                      </a:cubicBezTo>
                      <a:cubicBezTo>
                        <a:pt x="985" y="4602"/>
                        <a:pt x="895" y="4388"/>
                        <a:pt x="639" y="3775"/>
                      </a:cubicBezTo>
                      <a:cubicBezTo>
                        <a:pt x="1611" y="3471"/>
                        <a:pt x="1368" y="2529"/>
                        <a:pt x="1581" y="1800"/>
                      </a:cubicBezTo>
                      <a:lnTo>
                        <a:pt x="1581" y="1800"/>
                      </a:lnTo>
                      <a:cubicBezTo>
                        <a:pt x="1885" y="1921"/>
                        <a:pt x="2189" y="1800"/>
                        <a:pt x="2493" y="1982"/>
                      </a:cubicBezTo>
                      <a:cubicBezTo>
                        <a:pt x="2510" y="1994"/>
                        <a:pt x="2526" y="1998"/>
                        <a:pt x="2542" y="1998"/>
                      </a:cubicBezTo>
                      <a:cubicBezTo>
                        <a:pt x="2606" y="1998"/>
                        <a:pt x="2650" y="1910"/>
                        <a:pt x="2675" y="1860"/>
                      </a:cubicBezTo>
                      <a:cubicBezTo>
                        <a:pt x="2703" y="1777"/>
                        <a:pt x="2629" y="1644"/>
                        <a:pt x="2570" y="1644"/>
                      </a:cubicBezTo>
                      <a:cubicBezTo>
                        <a:pt x="2565" y="1644"/>
                        <a:pt x="2559" y="1645"/>
                        <a:pt x="2553" y="1648"/>
                      </a:cubicBezTo>
                      <a:cubicBezTo>
                        <a:pt x="2508" y="1656"/>
                        <a:pt x="2466" y="1660"/>
                        <a:pt x="2428" y="1660"/>
                      </a:cubicBezTo>
                      <a:cubicBezTo>
                        <a:pt x="2055" y="1660"/>
                        <a:pt x="1989" y="1285"/>
                        <a:pt x="1824" y="1009"/>
                      </a:cubicBezTo>
                      <a:cubicBezTo>
                        <a:pt x="1642" y="736"/>
                        <a:pt x="1429" y="432"/>
                        <a:pt x="1216" y="158"/>
                      </a:cubicBezTo>
                      <a:cubicBezTo>
                        <a:pt x="1147" y="55"/>
                        <a:pt x="1029" y="0"/>
                        <a:pt x="91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760983" y="460197"/>
                  <a:ext cx="127125" cy="100570"/>
                </a:xfrm>
                <a:custGeom>
                  <a:rect b="b" l="l" r="r" t="t"/>
                  <a:pathLst>
                    <a:path extrusionOk="0" h="3560" w="4500">
                      <a:moveTo>
                        <a:pt x="1287" y="1"/>
                      </a:moveTo>
                      <a:cubicBezTo>
                        <a:pt x="1274" y="1"/>
                        <a:pt x="1261" y="2"/>
                        <a:pt x="1247" y="4"/>
                      </a:cubicBezTo>
                      <a:cubicBezTo>
                        <a:pt x="1034" y="64"/>
                        <a:pt x="791" y="156"/>
                        <a:pt x="791" y="460"/>
                      </a:cubicBezTo>
                      <a:cubicBezTo>
                        <a:pt x="791" y="642"/>
                        <a:pt x="791" y="703"/>
                        <a:pt x="578" y="703"/>
                      </a:cubicBezTo>
                      <a:cubicBezTo>
                        <a:pt x="213" y="764"/>
                        <a:pt x="1" y="1128"/>
                        <a:pt x="153" y="1463"/>
                      </a:cubicBezTo>
                      <a:cubicBezTo>
                        <a:pt x="487" y="2131"/>
                        <a:pt x="973" y="2648"/>
                        <a:pt x="1612" y="3013"/>
                      </a:cubicBezTo>
                      <a:cubicBezTo>
                        <a:pt x="1710" y="3075"/>
                        <a:pt x="1792" y="3098"/>
                        <a:pt x="1865" y="3098"/>
                      </a:cubicBezTo>
                      <a:cubicBezTo>
                        <a:pt x="2040" y="3098"/>
                        <a:pt x="2160" y="2965"/>
                        <a:pt x="2311" y="2922"/>
                      </a:cubicBezTo>
                      <a:cubicBezTo>
                        <a:pt x="2324" y="2918"/>
                        <a:pt x="2336" y="2917"/>
                        <a:pt x="2349" y="2917"/>
                      </a:cubicBezTo>
                      <a:cubicBezTo>
                        <a:pt x="2451" y="2917"/>
                        <a:pt x="2530" y="3023"/>
                        <a:pt x="2584" y="3104"/>
                      </a:cubicBezTo>
                      <a:cubicBezTo>
                        <a:pt x="2635" y="3180"/>
                        <a:pt x="2769" y="3339"/>
                        <a:pt x="2865" y="3339"/>
                      </a:cubicBezTo>
                      <a:cubicBezTo>
                        <a:pt x="2885" y="3339"/>
                        <a:pt x="2903" y="3332"/>
                        <a:pt x="2919" y="3317"/>
                      </a:cubicBezTo>
                      <a:cubicBezTo>
                        <a:pt x="3063" y="3192"/>
                        <a:pt x="3188" y="3143"/>
                        <a:pt x="3300" y="3143"/>
                      </a:cubicBezTo>
                      <a:cubicBezTo>
                        <a:pt x="3541" y="3143"/>
                        <a:pt x="3715" y="3373"/>
                        <a:pt x="3861" y="3560"/>
                      </a:cubicBezTo>
                      <a:cubicBezTo>
                        <a:pt x="4104" y="3408"/>
                        <a:pt x="4134" y="3286"/>
                        <a:pt x="4074" y="3256"/>
                      </a:cubicBezTo>
                      <a:cubicBezTo>
                        <a:pt x="3952" y="3074"/>
                        <a:pt x="4499" y="2678"/>
                        <a:pt x="3922" y="2678"/>
                      </a:cubicBezTo>
                      <a:cubicBezTo>
                        <a:pt x="3587" y="2678"/>
                        <a:pt x="3557" y="2283"/>
                        <a:pt x="3283" y="2253"/>
                      </a:cubicBezTo>
                      <a:cubicBezTo>
                        <a:pt x="3222" y="2253"/>
                        <a:pt x="3131" y="2344"/>
                        <a:pt x="3101" y="2405"/>
                      </a:cubicBezTo>
                      <a:cubicBezTo>
                        <a:pt x="2975" y="2603"/>
                        <a:pt x="2796" y="2705"/>
                        <a:pt x="2620" y="2705"/>
                      </a:cubicBezTo>
                      <a:cubicBezTo>
                        <a:pt x="2499" y="2705"/>
                        <a:pt x="2380" y="2656"/>
                        <a:pt x="2280" y="2557"/>
                      </a:cubicBezTo>
                      <a:cubicBezTo>
                        <a:pt x="2189" y="2466"/>
                        <a:pt x="2128" y="2374"/>
                        <a:pt x="2128" y="2253"/>
                      </a:cubicBezTo>
                      <a:cubicBezTo>
                        <a:pt x="2143" y="2147"/>
                        <a:pt x="2189" y="2116"/>
                        <a:pt x="2250" y="2116"/>
                      </a:cubicBezTo>
                      <a:cubicBezTo>
                        <a:pt x="2311" y="2116"/>
                        <a:pt x="2387" y="2147"/>
                        <a:pt x="2463" y="2162"/>
                      </a:cubicBezTo>
                      <a:cubicBezTo>
                        <a:pt x="2494" y="2177"/>
                        <a:pt x="2525" y="2185"/>
                        <a:pt x="2555" y="2185"/>
                      </a:cubicBezTo>
                      <a:cubicBezTo>
                        <a:pt x="2639" y="2185"/>
                        <a:pt x="2706" y="2122"/>
                        <a:pt x="2706" y="2010"/>
                      </a:cubicBezTo>
                      <a:cubicBezTo>
                        <a:pt x="2706" y="1956"/>
                        <a:pt x="2657" y="1853"/>
                        <a:pt x="2582" y="1853"/>
                      </a:cubicBezTo>
                      <a:cubicBezTo>
                        <a:pt x="2573" y="1853"/>
                        <a:pt x="2564" y="1854"/>
                        <a:pt x="2554" y="1858"/>
                      </a:cubicBezTo>
                      <a:cubicBezTo>
                        <a:pt x="2531" y="1861"/>
                        <a:pt x="2508" y="1862"/>
                        <a:pt x="2486" y="1862"/>
                      </a:cubicBezTo>
                      <a:cubicBezTo>
                        <a:pt x="2052" y="1862"/>
                        <a:pt x="1892" y="1311"/>
                        <a:pt x="1429" y="1311"/>
                      </a:cubicBezTo>
                      <a:cubicBezTo>
                        <a:pt x="1308" y="1311"/>
                        <a:pt x="1125" y="976"/>
                        <a:pt x="1429" y="764"/>
                      </a:cubicBezTo>
                      <a:cubicBezTo>
                        <a:pt x="1581" y="672"/>
                        <a:pt x="1763" y="581"/>
                        <a:pt x="1642" y="338"/>
                      </a:cubicBezTo>
                      <a:cubicBezTo>
                        <a:pt x="1557" y="196"/>
                        <a:pt x="1471" y="1"/>
                        <a:pt x="128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570354" y="547743"/>
                  <a:ext cx="103084" cy="63534"/>
                </a:xfrm>
                <a:custGeom>
                  <a:rect b="b" l="l" r="r" t="t"/>
                  <a:pathLst>
                    <a:path extrusionOk="0" h="2249" w="3649">
                      <a:moveTo>
                        <a:pt x="1522" y="0"/>
                      </a:moveTo>
                      <a:cubicBezTo>
                        <a:pt x="1350" y="0"/>
                        <a:pt x="1156" y="109"/>
                        <a:pt x="1156" y="218"/>
                      </a:cubicBezTo>
                      <a:cubicBezTo>
                        <a:pt x="1065" y="856"/>
                        <a:pt x="517" y="1008"/>
                        <a:pt x="122" y="1342"/>
                      </a:cubicBezTo>
                      <a:cubicBezTo>
                        <a:pt x="31" y="1403"/>
                        <a:pt x="1" y="1555"/>
                        <a:pt x="61" y="1646"/>
                      </a:cubicBezTo>
                      <a:cubicBezTo>
                        <a:pt x="99" y="1684"/>
                        <a:pt x="160" y="1710"/>
                        <a:pt x="215" y="1710"/>
                      </a:cubicBezTo>
                      <a:cubicBezTo>
                        <a:pt x="249" y="1710"/>
                        <a:pt x="281" y="1700"/>
                        <a:pt x="305" y="1677"/>
                      </a:cubicBezTo>
                      <a:cubicBezTo>
                        <a:pt x="444" y="1548"/>
                        <a:pt x="565" y="1495"/>
                        <a:pt x="670" y="1495"/>
                      </a:cubicBezTo>
                      <a:cubicBezTo>
                        <a:pt x="864" y="1495"/>
                        <a:pt x="1007" y="1673"/>
                        <a:pt x="1125" y="1890"/>
                      </a:cubicBezTo>
                      <a:cubicBezTo>
                        <a:pt x="1219" y="2077"/>
                        <a:pt x="1329" y="2152"/>
                        <a:pt x="1454" y="2152"/>
                      </a:cubicBezTo>
                      <a:cubicBezTo>
                        <a:pt x="1573" y="2152"/>
                        <a:pt x="1707" y="2084"/>
                        <a:pt x="1855" y="1981"/>
                      </a:cubicBezTo>
                      <a:cubicBezTo>
                        <a:pt x="2057" y="1854"/>
                        <a:pt x="2234" y="1791"/>
                        <a:pt x="2403" y="1791"/>
                      </a:cubicBezTo>
                      <a:cubicBezTo>
                        <a:pt x="2641" y="1791"/>
                        <a:pt x="2865" y="1915"/>
                        <a:pt x="3131" y="2163"/>
                      </a:cubicBezTo>
                      <a:cubicBezTo>
                        <a:pt x="3184" y="2216"/>
                        <a:pt x="3268" y="2249"/>
                        <a:pt x="3347" y="2249"/>
                      </a:cubicBezTo>
                      <a:cubicBezTo>
                        <a:pt x="3404" y="2249"/>
                        <a:pt x="3458" y="2232"/>
                        <a:pt x="3496" y="2193"/>
                      </a:cubicBezTo>
                      <a:cubicBezTo>
                        <a:pt x="3375" y="1920"/>
                        <a:pt x="3648" y="1707"/>
                        <a:pt x="3587" y="1403"/>
                      </a:cubicBezTo>
                      <a:cubicBezTo>
                        <a:pt x="3538" y="1376"/>
                        <a:pt x="3493" y="1365"/>
                        <a:pt x="3450" y="1365"/>
                      </a:cubicBezTo>
                      <a:cubicBezTo>
                        <a:pt x="3258" y="1365"/>
                        <a:pt x="3123" y="1588"/>
                        <a:pt x="2938" y="1588"/>
                      </a:cubicBezTo>
                      <a:cubicBezTo>
                        <a:pt x="2886" y="1588"/>
                        <a:pt x="2829" y="1570"/>
                        <a:pt x="2767" y="1525"/>
                      </a:cubicBezTo>
                      <a:cubicBezTo>
                        <a:pt x="2463" y="1312"/>
                        <a:pt x="2706" y="947"/>
                        <a:pt x="2615" y="704"/>
                      </a:cubicBezTo>
                      <a:cubicBezTo>
                        <a:pt x="2584" y="696"/>
                        <a:pt x="2552" y="693"/>
                        <a:pt x="2519" y="693"/>
                      </a:cubicBezTo>
                      <a:cubicBezTo>
                        <a:pt x="2421" y="693"/>
                        <a:pt x="2318" y="727"/>
                        <a:pt x="2250" y="795"/>
                      </a:cubicBezTo>
                      <a:cubicBezTo>
                        <a:pt x="2186" y="838"/>
                        <a:pt x="2123" y="895"/>
                        <a:pt x="2039" y="895"/>
                      </a:cubicBezTo>
                      <a:cubicBezTo>
                        <a:pt x="2002" y="895"/>
                        <a:pt x="1962" y="884"/>
                        <a:pt x="1916" y="856"/>
                      </a:cubicBezTo>
                      <a:cubicBezTo>
                        <a:pt x="1733" y="704"/>
                        <a:pt x="2007" y="552"/>
                        <a:pt x="1916" y="370"/>
                      </a:cubicBezTo>
                      <a:cubicBezTo>
                        <a:pt x="1824" y="218"/>
                        <a:pt x="1794" y="35"/>
                        <a:pt x="1581" y="5"/>
                      </a:cubicBezTo>
                      <a:cubicBezTo>
                        <a:pt x="1562" y="2"/>
                        <a:pt x="1542" y="0"/>
                        <a:pt x="152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931865" y="516103"/>
                  <a:ext cx="28" cy="3447"/>
                </a:xfrm>
                <a:custGeom>
                  <a:rect b="b" l="l" r="r" t="t"/>
                  <a:pathLst>
                    <a:path extrusionOk="0" h="122" w="1">
                      <a:moveTo>
                        <a:pt x="0" y="122"/>
                      </a:moveTo>
                      <a:lnTo>
                        <a:pt x="0" y="122"/>
                      </a:lnTo>
                      <a:lnTo>
                        <a:pt x="0" y="0"/>
                      </a:lnTo>
                      <a:cubicBezTo>
                        <a:pt x="0" y="31"/>
                        <a:pt x="0" y="61"/>
                        <a:pt x="0" y="122"/>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875196" y="490057"/>
                  <a:ext cx="124526" cy="66218"/>
                </a:xfrm>
                <a:custGeom>
                  <a:rect b="b" l="l" r="r" t="t"/>
                  <a:pathLst>
                    <a:path extrusionOk="0" h="2344" w="4408">
                      <a:moveTo>
                        <a:pt x="992" y="0"/>
                      </a:moveTo>
                      <a:cubicBezTo>
                        <a:pt x="677" y="0"/>
                        <a:pt x="419" y="166"/>
                        <a:pt x="91" y="527"/>
                      </a:cubicBezTo>
                      <a:cubicBezTo>
                        <a:pt x="31" y="588"/>
                        <a:pt x="0" y="679"/>
                        <a:pt x="0" y="770"/>
                      </a:cubicBezTo>
                      <a:cubicBezTo>
                        <a:pt x="20" y="851"/>
                        <a:pt x="95" y="905"/>
                        <a:pt x="178" y="905"/>
                      </a:cubicBezTo>
                      <a:cubicBezTo>
                        <a:pt x="220" y="905"/>
                        <a:pt x="264" y="892"/>
                        <a:pt x="304" y="862"/>
                      </a:cubicBezTo>
                      <a:cubicBezTo>
                        <a:pt x="470" y="751"/>
                        <a:pt x="662" y="697"/>
                        <a:pt x="853" y="697"/>
                      </a:cubicBezTo>
                      <a:cubicBezTo>
                        <a:pt x="1081" y="697"/>
                        <a:pt x="1308" y="774"/>
                        <a:pt x="1490" y="922"/>
                      </a:cubicBezTo>
                      <a:cubicBezTo>
                        <a:pt x="1611" y="922"/>
                        <a:pt x="1773" y="693"/>
                        <a:pt x="1886" y="693"/>
                      </a:cubicBezTo>
                      <a:cubicBezTo>
                        <a:pt x="1942" y="693"/>
                        <a:pt x="1986" y="750"/>
                        <a:pt x="2006" y="922"/>
                      </a:cubicBezTo>
                      <a:cubicBezTo>
                        <a:pt x="2006" y="831"/>
                        <a:pt x="2067" y="770"/>
                        <a:pt x="2158" y="770"/>
                      </a:cubicBezTo>
                      <a:cubicBezTo>
                        <a:pt x="2310" y="801"/>
                        <a:pt x="2401" y="983"/>
                        <a:pt x="2462" y="1166"/>
                      </a:cubicBezTo>
                      <a:cubicBezTo>
                        <a:pt x="2537" y="1314"/>
                        <a:pt x="2620" y="1364"/>
                        <a:pt x="2707" y="1364"/>
                      </a:cubicBezTo>
                      <a:cubicBezTo>
                        <a:pt x="2886" y="1364"/>
                        <a:pt x="3083" y="1154"/>
                        <a:pt x="3254" y="1154"/>
                      </a:cubicBezTo>
                      <a:cubicBezTo>
                        <a:pt x="3307" y="1154"/>
                        <a:pt x="3358" y="1174"/>
                        <a:pt x="3404" y="1226"/>
                      </a:cubicBezTo>
                      <a:cubicBezTo>
                        <a:pt x="3404" y="1409"/>
                        <a:pt x="3252" y="1469"/>
                        <a:pt x="3131" y="1561"/>
                      </a:cubicBezTo>
                      <a:cubicBezTo>
                        <a:pt x="2949" y="1713"/>
                        <a:pt x="2979" y="1834"/>
                        <a:pt x="3070" y="2017"/>
                      </a:cubicBezTo>
                      <a:cubicBezTo>
                        <a:pt x="3264" y="2230"/>
                        <a:pt x="3519" y="2344"/>
                        <a:pt x="3781" y="2344"/>
                      </a:cubicBezTo>
                      <a:cubicBezTo>
                        <a:pt x="3930" y="2344"/>
                        <a:pt x="4082" y="2307"/>
                        <a:pt x="4225" y="2229"/>
                      </a:cubicBezTo>
                      <a:cubicBezTo>
                        <a:pt x="4316" y="2169"/>
                        <a:pt x="4408" y="2077"/>
                        <a:pt x="4347" y="1956"/>
                      </a:cubicBezTo>
                      <a:cubicBezTo>
                        <a:pt x="4305" y="1851"/>
                        <a:pt x="4248" y="1818"/>
                        <a:pt x="4177" y="1818"/>
                      </a:cubicBezTo>
                      <a:cubicBezTo>
                        <a:pt x="4145" y="1818"/>
                        <a:pt x="4111" y="1825"/>
                        <a:pt x="4073" y="1834"/>
                      </a:cubicBezTo>
                      <a:cubicBezTo>
                        <a:pt x="3951" y="1883"/>
                        <a:pt x="3848" y="2011"/>
                        <a:pt x="3669" y="2011"/>
                      </a:cubicBezTo>
                      <a:cubicBezTo>
                        <a:pt x="3626" y="2011"/>
                        <a:pt x="3579" y="2004"/>
                        <a:pt x="3526" y="1986"/>
                      </a:cubicBezTo>
                      <a:cubicBezTo>
                        <a:pt x="3587" y="1682"/>
                        <a:pt x="3800" y="1287"/>
                        <a:pt x="3708" y="1044"/>
                      </a:cubicBezTo>
                      <a:cubicBezTo>
                        <a:pt x="3587" y="801"/>
                        <a:pt x="3070" y="892"/>
                        <a:pt x="2797" y="770"/>
                      </a:cubicBezTo>
                      <a:cubicBezTo>
                        <a:pt x="2523" y="618"/>
                        <a:pt x="2280" y="466"/>
                        <a:pt x="2006" y="345"/>
                      </a:cubicBezTo>
                      <a:cubicBezTo>
                        <a:pt x="1573" y="121"/>
                        <a:pt x="1261" y="0"/>
                        <a:pt x="9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391760" y="747948"/>
                  <a:ext cx="24916" cy="42347"/>
                </a:xfrm>
                <a:custGeom>
                  <a:rect b="b" l="l" r="r" t="t"/>
                  <a:pathLst>
                    <a:path extrusionOk="0" h="1499" w="882">
                      <a:moveTo>
                        <a:pt x="0" y="0"/>
                      </a:moveTo>
                      <a:lnTo>
                        <a:pt x="0" y="1064"/>
                      </a:lnTo>
                      <a:cubicBezTo>
                        <a:pt x="110" y="1256"/>
                        <a:pt x="195" y="1498"/>
                        <a:pt x="368" y="1498"/>
                      </a:cubicBezTo>
                      <a:cubicBezTo>
                        <a:pt x="386" y="1498"/>
                        <a:pt x="405" y="1495"/>
                        <a:pt x="426" y="1490"/>
                      </a:cubicBezTo>
                      <a:cubicBezTo>
                        <a:pt x="882" y="1338"/>
                        <a:pt x="365" y="1064"/>
                        <a:pt x="396" y="851"/>
                      </a:cubicBezTo>
                      <a:cubicBezTo>
                        <a:pt x="396" y="760"/>
                        <a:pt x="456" y="699"/>
                        <a:pt x="487" y="608"/>
                      </a:cubicBezTo>
                      <a:cubicBezTo>
                        <a:pt x="548" y="365"/>
                        <a:pt x="396" y="122"/>
                        <a:pt x="152" y="31"/>
                      </a:cubicBezTo>
                      <a:cubicBezTo>
                        <a:pt x="92" y="31"/>
                        <a:pt x="31" y="0"/>
                        <a:pt x="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864038" y="591671"/>
                  <a:ext cx="80739" cy="77320"/>
                </a:xfrm>
                <a:custGeom>
                  <a:rect b="b" l="l" r="r" t="t"/>
                  <a:pathLst>
                    <a:path extrusionOk="0" h="2737" w="2858">
                      <a:moveTo>
                        <a:pt x="2857" y="0"/>
                      </a:moveTo>
                      <a:cubicBezTo>
                        <a:pt x="2189" y="243"/>
                        <a:pt x="2219" y="243"/>
                        <a:pt x="2310" y="730"/>
                      </a:cubicBezTo>
                      <a:cubicBezTo>
                        <a:pt x="2444" y="1397"/>
                        <a:pt x="2178" y="1948"/>
                        <a:pt x="1493" y="1948"/>
                      </a:cubicBezTo>
                      <a:cubicBezTo>
                        <a:pt x="1399" y="1948"/>
                        <a:pt x="1296" y="1937"/>
                        <a:pt x="1185" y="1915"/>
                      </a:cubicBezTo>
                      <a:cubicBezTo>
                        <a:pt x="912" y="1854"/>
                        <a:pt x="851" y="1702"/>
                        <a:pt x="699" y="1581"/>
                      </a:cubicBezTo>
                      <a:cubicBezTo>
                        <a:pt x="618" y="1517"/>
                        <a:pt x="542" y="1492"/>
                        <a:pt x="473" y="1492"/>
                      </a:cubicBezTo>
                      <a:cubicBezTo>
                        <a:pt x="310" y="1492"/>
                        <a:pt x="186" y="1635"/>
                        <a:pt x="122" y="1763"/>
                      </a:cubicBezTo>
                      <a:cubicBezTo>
                        <a:pt x="0" y="1915"/>
                        <a:pt x="152" y="2037"/>
                        <a:pt x="365" y="2037"/>
                      </a:cubicBezTo>
                      <a:cubicBezTo>
                        <a:pt x="821" y="2067"/>
                        <a:pt x="730" y="2736"/>
                        <a:pt x="1185" y="2736"/>
                      </a:cubicBezTo>
                      <a:cubicBezTo>
                        <a:pt x="1194" y="2737"/>
                        <a:pt x="1203" y="2737"/>
                        <a:pt x="1212" y="2737"/>
                      </a:cubicBezTo>
                      <a:cubicBezTo>
                        <a:pt x="1500" y="2737"/>
                        <a:pt x="1676" y="2344"/>
                        <a:pt x="1980" y="2344"/>
                      </a:cubicBezTo>
                      <a:cubicBezTo>
                        <a:pt x="2044" y="2344"/>
                        <a:pt x="2112" y="2361"/>
                        <a:pt x="2189" y="2401"/>
                      </a:cubicBezTo>
                      <a:cubicBezTo>
                        <a:pt x="2234" y="2417"/>
                        <a:pt x="2280" y="2424"/>
                        <a:pt x="2321" y="2424"/>
                      </a:cubicBezTo>
                      <a:cubicBezTo>
                        <a:pt x="2363" y="2424"/>
                        <a:pt x="2401" y="2417"/>
                        <a:pt x="2432" y="2401"/>
                      </a:cubicBezTo>
                      <a:cubicBezTo>
                        <a:pt x="2584" y="2310"/>
                        <a:pt x="2857" y="2219"/>
                        <a:pt x="2766" y="2006"/>
                      </a:cubicBezTo>
                      <a:cubicBezTo>
                        <a:pt x="2371" y="1338"/>
                        <a:pt x="2827" y="730"/>
                        <a:pt x="285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043536" y="254342"/>
                  <a:ext cx="98734" cy="59127"/>
                </a:xfrm>
                <a:custGeom>
                  <a:rect b="b" l="l" r="r" t="t"/>
                  <a:pathLst>
                    <a:path extrusionOk="0" h="2093" w="3495">
                      <a:moveTo>
                        <a:pt x="2730" y="0"/>
                      </a:moveTo>
                      <a:cubicBezTo>
                        <a:pt x="2576" y="0"/>
                        <a:pt x="2422" y="39"/>
                        <a:pt x="2278" y="117"/>
                      </a:cubicBezTo>
                      <a:cubicBezTo>
                        <a:pt x="1883" y="360"/>
                        <a:pt x="1519" y="664"/>
                        <a:pt x="1154" y="938"/>
                      </a:cubicBezTo>
                      <a:cubicBezTo>
                        <a:pt x="1233" y="1097"/>
                        <a:pt x="1313" y="1350"/>
                        <a:pt x="1109" y="1350"/>
                      </a:cubicBezTo>
                      <a:cubicBezTo>
                        <a:pt x="1079" y="1350"/>
                        <a:pt x="1044" y="1345"/>
                        <a:pt x="1002" y="1333"/>
                      </a:cubicBezTo>
                      <a:cubicBezTo>
                        <a:pt x="759" y="1272"/>
                        <a:pt x="515" y="1212"/>
                        <a:pt x="242" y="1212"/>
                      </a:cubicBezTo>
                      <a:cubicBezTo>
                        <a:pt x="212" y="1205"/>
                        <a:pt x="188" y="1202"/>
                        <a:pt x="167" y="1202"/>
                      </a:cubicBezTo>
                      <a:cubicBezTo>
                        <a:pt x="1" y="1202"/>
                        <a:pt x="133" y="1407"/>
                        <a:pt x="242" y="1515"/>
                      </a:cubicBezTo>
                      <a:cubicBezTo>
                        <a:pt x="291" y="1491"/>
                        <a:pt x="380" y="1446"/>
                        <a:pt x="428" y="1446"/>
                      </a:cubicBezTo>
                      <a:cubicBezTo>
                        <a:pt x="440" y="1446"/>
                        <a:pt x="449" y="1449"/>
                        <a:pt x="455" y="1455"/>
                      </a:cubicBezTo>
                      <a:cubicBezTo>
                        <a:pt x="880" y="2093"/>
                        <a:pt x="1549" y="1880"/>
                        <a:pt x="2126" y="2063"/>
                      </a:cubicBezTo>
                      <a:cubicBezTo>
                        <a:pt x="2157" y="1667"/>
                        <a:pt x="1914" y="1515"/>
                        <a:pt x="1792" y="1303"/>
                      </a:cubicBezTo>
                      <a:cubicBezTo>
                        <a:pt x="1610" y="1090"/>
                        <a:pt x="1762" y="786"/>
                        <a:pt x="2035" y="786"/>
                      </a:cubicBezTo>
                      <a:cubicBezTo>
                        <a:pt x="2097" y="807"/>
                        <a:pt x="2158" y="815"/>
                        <a:pt x="2218" y="815"/>
                      </a:cubicBezTo>
                      <a:cubicBezTo>
                        <a:pt x="2480" y="815"/>
                        <a:pt x="2729" y="656"/>
                        <a:pt x="2976" y="656"/>
                      </a:cubicBezTo>
                      <a:cubicBezTo>
                        <a:pt x="3007" y="656"/>
                        <a:pt x="3038" y="659"/>
                        <a:pt x="3069" y="664"/>
                      </a:cubicBezTo>
                      <a:cubicBezTo>
                        <a:pt x="3160" y="680"/>
                        <a:pt x="3236" y="702"/>
                        <a:pt x="3300" y="702"/>
                      </a:cubicBezTo>
                      <a:cubicBezTo>
                        <a:pt x="3365" y="702"/>
                        <a:pt x="3418" y="680"/>
                        <a:pt x="3464" y="604"/>
                      </a:cubicBezTo>
                      <a:cubicBezTo>
                        <a:pt x="3494" y="452"/>
                        <a:pt x="3433" y="300"/>
                        <a:pt x="3312" y="208"/>
                      </a:cubicBezTo>
                      <a:cubicBezTo>
                        <a:pt x="3138" y="70"/>
                        <a:pt x="2935" y="0"/>
                        <a:pt x="273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26176" y="252477"/>
                  <a:ext cx="63563" cy="34550"/>
                </a:xfrm>
                <a:custGeom>
                  <a:rect b="b" l="l" r="r" t="t"/>
                  <a:pathLst>
                    <a:path extrusionOk="0" h="1223" w="2250">
                      <a:moveTo>
                        <a:pt x="821" y="1"/>
                      </a:moveTo>
                      <a:cubicBezTo>
                        <a:pt x="892" y="37"/>
                        <a:pt x="953" y="51"/>
                        <a:pt x="1016" y="51"/>
                      </a:cubicBezTo>
                      <a:cubicBezTo>
                        <a:pt x="1060" y="51"/>
                        <a:pt x="1105" y="44"/>
                        <a:pt x="1155" y="31"/>
                      </a:cubicBezTo>
                      <a:lnTo>
                        <a:pt x="1155" y="214"/>
                      </a:lnTo>
                      <a:lnTo>
                        <a:pt x="0" y="974"/>
                      </a:lnTo>
                      <a:cubicBezTo>
                        <a:pt x="68" y="1158"/>
                        <a:pt x="153" y="1222"/>
                        <a:pt x="257" y="1222"/>
                      </a:cubicBezTo>
                      <a:cubicBezTo>
                        <a:pt x="342" y="1222"/>
                        <a:pt x="439" y="1180"/>
                        <a:pt x="548" y="1126"/>
                      </a:cubicBezTo>
                      <a:cubicBezTo>
                        <a:pt x="868" y="929"/>
                        <a:pt x="1108" y="612"/>
                        <a:pt x="1479" y="612"/>
                      </a:cubicBezTo>
                      <a:cubicBezTo>
                        <a:pt x="1565" y="612"/>
                        <a:pt x="1659" y="629"/>
                        <a:pt x="1763" y="670"/>
                      </a:cubicBezTo>
                      <a:cubicBezTo>
                        <a:pt x="1770" y="672"/>
                        <a:pt x="1778" y="673"/>
                        <a:pt x="1787" y="673"/>
                      </a:cubicBezTo>
                      <a:cubicBezTo>
                        <a:pt x="1895" y="673"/>
                        <a:pt x="2128" y="513"/>
                        <a:pt x="2128" y="457"/>
                      </a:cubicBezTo>
                      <a:cubicBezTo>
                        <a:pt x="2098" y="274"/>
                        <a:pt x="2159" y="122"/>
                        <a:pt x="22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855450" y="260217"/>
                  <a:ext cx="72998" cy="70427"/>
                </a:xfrm>
                <a:custGeom>
                  <a:rect b="b" l="l" r="r" t="t"/>
                  <a:pathLst>
                    <a:path extrusionOk="0" h="2493" w="2584">
                      <a:moveTo>
                        <a:pt x="2249" y="0"/>
                      </a:moveTo>
                      <a:lnTo>
                        <a:pt x="2249" y="0"/>
                      </a:lnTo>
                      <a:cubicBezTo>
                        <a:pt x="2052" y="66"/>
                        <a:pt x="1840" y="258"/>
                        <a:pt x="1611" y="258"/>
                      </a:cubicBezTo>
                      <a:cubicBezTo>
                        <a:pt x="1522" y="258"/>
                        <a:pt x="1431" y="229"/>
                        <a:pt x="1337" y="152"/>
                      </a:cubicBezTo>
                      <a:cubicBezTo>
                        <a:pt x="1329" y="148"/>
                        <a:pt x="1321" y="147"/>
                        <a:pt x="1312" y="147"/>
                      </a:cubicBezTo>
                      <a:cubicBezTo>
                        <a:pt x="1254" y="147"/>
                        <a:pt x="1185" y="229"/>
                        <a:pt x="1185" y="335"/>
                      </a:cubicBezTo>
                      <a:cubicBezTo>
                        <a:pt x="1185" y="426"/>
                        <a:pt x="1246" y="487"/>
                        <a:pt x="1337" y="517"/>
                      </a:cubicBezTo>
                      <a:cubicBezTo>
                        <a:pt x="1354" y="521"/>
                        <a:pt x="1372" y="523"/>
                        <a:pt x="1391" y="523"/>
                      </a:cubicBezTo>
                      <a:cubicBezTo>
                        <a:pt x="1421" y="523"/>
                        <a:pt x="1452" y="519"/>
                        <a:pt x="1483" y="519"/>
                      </a:cubicBezTo>
                      <a:cubicBezTo>
                        <a:pt x="1571" y="519"/>
                        <a:pt x="1652" y="547"/>
                        <a:pt x="1672" y="760"/>
                      </a:cubicBezTo>
                      <a:lnTo>
                        <a:pt x="851" y="1307"/>
                      </a:lnTo>
                      <a:cubicBezTo>
                        <a:pt x="608" y="1490"/>
                        <a:pt x="365" y="1642"/>
                        <a:pt x="152" y="1824"/>
                      </a:cubicBezTo>
                      <a:cubicBezTo>
                        <a:pt x="0" y="1946"/>
                        <a:pt x="30" y="2098"/>
                        <a:pt x="152" y="2219"/>
                      </a:cubicBezTo>
                      <a:cubicBezTo>
                        <a:pt x="243" y="2341"/>
                        <a:pt x="274" y="2493"/>
                        <a:pt x="456" y="2493"/>
                      </a:cubicBezTo>
                      <a:cubicBezTo>
                        <a:pt x="669" y="2493"/>
                        <a:pt x="578" y="2311"/>
                        <a:pt x="638" y="2189"/>
                      </a:cubicBezTo>
                      <a:cubicBezTo>
                        <a:pt x="717" y="1823"/>
                        <a:pt x="1042" y="1592"/>
                        <a:pt x="1402" y="1592"/>
                      </a:cubicBezTo>
                      <a:cubicBezTo>
                        <a:pt x="1461" y="1592"/>
                        <a:pt x="1521" y="1599"/>
                        <a:pt x="1581" y="1611"/>
                      </a:cubicBezTo>
                      <a:cubicBezTo>
                        <a:pt x="1630" y="1624"/>
                        <a:pt x="1685" y="1636"/>
                        <a:pt x="1732" y="1636"/>
                      </a:cubicBezTo>
                      <a:cubicBezTo>
                        <a:pt x="1801" y="1636"/>
                        <a:pt x="1854" y="1610"/>
                        <a:pt x="1854" y="1520"/>
                      </a:cubicBezTo>
                      <a:cubicBezTo>
                        <a:pt x="1854" y="1004"/>
                        <a:pt x="2584" y="700"/>
                        <a:pt x="224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429530" y="815097"/>
                  <a:ext cx="48985" cy="62517"/>
                </a:xfrm>
                <a:custGeom>
                  <a:rect b="b" l="l" r="r" t="t"/>
                  <a:pathLst>
                    <a:path extrusionOk="0" h="2213" w="1734">
                      <a:moveTo>
                        <a:pt x="885" y="735"/>
                      </a:moveTo>
                      <a:cubicBezTo>
                        <a:pt x="930" y="735"/>
                        <a:pt x="971" y="766"/>
                        <a:pt x="1004" y="815"/>
                      </a:cubicBezTo>
                      <a:cubicBezTo>
                        <a:pt x="1065" y="845"/>
                        <a:pt x="1065" y="967"/>
                        <a:pt x="1004" y="1027"/>
                      </a:cubicBezTo>
                      <a:cubicBezTo>
                        <a:pt x="973" y="1058"/>
                        <a:pt x="928" y="1073"/>
                        <a:pt x="882" y="1073"/>
                      </a:cubicBezTo>
                      <a:cubicBezTo>
                        <a:pt x="837" y="1073"/>
                        <a:pt x="791" y="1058"/>
                        <a:pt x="761" y="1027"/>
                      </a:cubicBezTo>
                      <a:cubicBezTo>
                        <a:pt x="669" y="967"/>
                        <a:pt x="730" y="875"/>
                        <a:pt x="761" y="815"/>
                      </a:cubicBezTo>
                      <a:cubicBezTo>
                        <a:pt x="803" y="758"/>
                        <a:pt x="845" y="735"/>
                        <a:pt x="885" y="735"/>
                      </a:cubicBezTo>
                      <a:close/>
                      <a:moveTo>
                        <a:pt x="1187" y="0"/>
                      </a:moveTo>
                      <a:cubicBezTo>
                        <a:pt x="1000" y="0"/>
                        <a:pt x="785" y="110"/>
                        <a:pt x="548" y="328"/>
                      </a:cubicBezTo>
                      <a:cubicBezTo>
                        <a:pt x="518" y="359"/>
                        <a:pt x="487" y="389"/>
                        <a:pt x="426" y="420"/>
                      </a:cubicBezTo>
                      <a:cubicBezTo>
                        <a:pt x="1" y="572"/>
                        <a:pt x="1" y="572"/>
                        <a:pt x="214" y="967"/>
                      </a:cubicBezTo>
                      <a:cubicBezTo>
                        <a:pt x="335" y="1149"/>
                        <a:pt x="457" y="1301"/>
                        <a:pt x="335" y="1575"/>
                      </a:cubicBezTo>
                      <a:cubicBezTo>
                        <a:pt x="244" y="1818"/>
                        <a:pt x="487" y="2000"/>
                        <a:pt x="913" y="2213"/>
                      </a:cubicBezTo>
                      <a:cubicBezTo>
                        <a:pt x="700" y="1605"/>
                        <a:pt x="1065" y="1483"/>
                        <a:pt x="1338" y="1271"/>
                      </a:cubicBezTo>
                      <a:cubicBezTo>
                        <a:pt x="1673" y="997"/>
                        <a:pt x="1733" y="511"/>
                        <a:pt x="1521" y="146"/>
                      </a:cubicBezTo>
                      <a:cubicBezTo>
                        <a:pt x="1423" y="49"/>
                        <a:pt x="1311" y="0"/>
                        <a:pt x="118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1311399" y="422738"/>
                  <a:ext cx="80739" cy="37573"/>
                </a:xfrm>
                <a:custGeom>
                  <a:rect b="b" l="l" r="r" t="t"/>
                  <a:pathLst>
                    <a:path extrusionOk="0" h="1330" w="2858">
                      <a:moveTo>
                        <a:pt x="2326" y="0"/>
                      </a:moveTo>
                      <a:cubicBezTo>
                        <a:pt x="2030" y="0"/>
                        <a:pt x="1742" y="180"/>
                        <a:pt x="1458" y="180"/>
                      </a:cubicBezTo>
                      <a:cubicBezTo>
                        <a:pt x="1367" y="180"/>
                        <a:pt x="1276" y="162"/>
                        <a:pt x="1186" y="114"/>
                      </a:cubicBezTo>
                      <a:cubicBezTo>
                        <a:pt x="1070" y="63"/>
                        <a:pt x="967" y="42"/>
                        <a:pt x="872" y="42"/>
                      </a:cubicBezTo>
                      <a:cubicBezTo>
                        <a:pt x="566" y="42"/>
                        <a:pt x="346" y="263"/>
                        <a:pt x="91" y="448"/>
                      </a:cubicBezTo>
                      <a:cubicBezTo>
                        <a:pt x="31" y="479"/>
                        <a:pt x="0" y="570"/>
                        <a:pt x="31" y="661"/>
                      </a:cubicBezTo>
                      <a:cubicBezTo>
                        <a:pt x="84" y="732"/>
                        <a:pt x="137" y="762"/>
                        <a:pt x="197" y="762"/>
                      </a:cubicBezTo>
                      <a:cubicBezTo>
                        <a:pt x="239" y="762"/>
                        <a:pt x="284" y="747"/>
                        <a:pt x="335" y="722"/>
                      </a:cubicBezTo>
                      <a:cubicBezTo>
                        <a:pt x="426" y="661"/>
                        <a:pt x="517" y="570"/>
                        <a:pt x="638" y="539"/>
                      </a:cubicBezTo>
                      <a:cubicBezTo>
                        <a:pt x="746" y="475"/>
                        <a:pt x="853" y="320"/>
                        <a:pt x="982" y="320"/>
                      </a:cubicBezTo>
                      <a:cubicBezTo>
                        <a:pt x="1036" y="320"/>
                        <a:pt x="1093" y="346"/>
                        <a:pt x="1155" y="418"/>
                      </a:cubicBezTo>
                      <a:cubicBezTo>
                        <a:pt x="1307" y="539"/>
                        <a:pt x="1459" y="691"/>
                        <a:pt x="1307" y="935"/>
                      </a:cubicBezTo>
                      <a:cubicBezTo>
                        <a:pt x="1246" y="1056"/>
                        <a:pt x="1277" y="1178"/>
                        <a:pt x="1459" y="1330"/>
                      </a:cubicBezTo>
                      <a:cubicBezTo>
                        <a:pt x="1976" y="1026"/>
                        <a:pt x="2432" y="722"/>
                        <a:pt x="2857" y="357"/>
                      </a:cubicBezTo>
                      <a:cubicBezTo>
                        <a:pt x="2797" y="114"/>
                        <a:pt x="2675" y="114"/>
                        <a:pt x="2584" y="53"/>
                      </a:cubicBezTo>
                      <a:cubicBezTo>
                        <a:pt x="2497" y="15"/>
                        <a:pt x="2411" y="0"/>
                        <a:pt x="232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118200" y="309598"/>
                  <a:ext cx="45539" cy="55850"/>
                </a:xfrm>
                <a:custGeom>
                  <a:rect b="b" l="l" r="r" t="t"/>
                  <a:pathLst>
                    <a:path extrusionOk="0" h="1977" w="1612">
                      <a:moveTo>
                        <a:pt x="785" y="605"/>
                      </a:moveTo>
                      <a:cubicBezTo>
                        <a:pt x="840" y="605"/>
                        <a:pt x="894" y="626"/>
                        <a:pt x="942" y="684"/>
                      </a:cubicBezTo>
                      <a:cubicBezTo>
                        <a:pt x="1094" y="806"/>
                        <a:pt x="1186" y="988"/>
                        <a:pt x="1246" y="1170"/>
                      </a:cubicBezTo>
                      <a:cubicBezTo>
                        <a:pt x="1178" y="1209"/>
                        <a:pt x="1113" y="1223"/>
                        <a:pt x="1050" y="1223"/>
                      </a:cubicBezTo>
                      <a:cubicBezTo>
                        <a:pt x="917" y="1223"/>
                        <a:pt x="793" y="1161"/>
                        <a:pt x="669" y="1140"/>
                      </a:cubicBezTo>
                      <a:cubicBezTo>
                        <a:pt x="625" y="1140"/>
                        <a:pt x="576" y="1148"/>
                        <a:pt x="530" y="1148"/>
                      </a:cubicBezTo>
                      <a:cubicBezTo>
                        <a:pt x="449" y="1148"/>
                        <a:pt x="373" y="1123"/>
                        <a:pt x="334" y="988"/>
                      </a:cubicBezTo>
                      <a:cubicBezTo>
                        <a:pt x="274" y="806"/>
                        <a:pt x="395" y="806"/>
                        <a:pt x="486" y="745"/>
                      </a:cubicBezTo>
                      <a:cubicBezTo>
                        <a:pt x="549" y="703"/>
                        <a:pt x="668" y="605"/>
                        <a:pt x="785" y="605"/>
                      </a:cubicBezTo>
                      <a:close/>
                      <a:moveTo>
                        <a:pt x="475" y="1"/>
                      </a:moveTo>
                      <a:cubicBezTo>
                        <a:pt x="379" y="1"/>
                        <a:pt x="281" y="15"/>
                        <a:pt x="183" y="46"/>
                      </a:cubicBezTo>
                      <a:cubicBezTo>
                        <a:pt x="243" y="319"/>
                        <a:pt x="183" y="593"/>
                        <a:pt x="61" y="836"/>
                      </a:cubicBezTo>
                      <a:cubicBezTo>
                        <a:pt x="0" y="1201"/>
                        <a:pt x="122" y="1535"/>
                        <a:pt x="365" y="1778"/>
                      </a:cubicBezTo>
                      <a:cubicBezTo>
                        <a:pt x="444" y="1897"/>
                        <a:pt x="536" y="1977"/>
                        <a:pt x="632" y="1977"/>
                      </a:cubicBezTo>
                      <a:cubicBezTo>
                        <a:pt x="684" y="1977"/>
                        <a:pt x="737" y="1953"/>
                        <a:pt x="790" y="1900"/>
                      </a:cubicBezTo>
                      <a:cubicBezTo>
                        <a:pt x="912" y="1718"/>
                        <a:pt x="1611" y="1748"/>
                        <a:pt x="1246" y="1201"/>
                      </a:cubicBezTo>
                      <a:cubicBezTo>
                        <a:pt x="1459" y="1049"/>
                        <a:pt x="1490" y="806"/>
                        <a:pt x="1368" y="593"/>
                      </a:cubicBezTo>
                      <a:cubicBezTo>
                        <a:pt x="1198" y="229"/>
                        <a:pt x="854" y="1"/>
                        <a:pt x="4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555749" y="519606"/>
                  <a:ext cx="61868" cy="34860"/>
                </a:xfrm>
                <a:custGeom>
                  <a:rect b="b" l="l" r="r" t="t"/>
                  <a:pathLst>
                    <a:path extrusionOk="0" h="1234" w="2190">
                      <a:moveTo>
                        <a:pt x="992" y="1"/>
                      </a:moveTo>
                      <a:cubicBezTo>
                        <a:pt x="451" y="1"/>
                        <a:pt x="191" y="295"/>
                        <a:pt x="62" y="940"/>
                      </a:cubicBezTo>
                      <a:cubicBezTo>
                        <a:pt x="31" y="1062"/>
                        <a:pt x="1" y="1183"/>
                        <a:pt x="153" y="1214"/>
                      </a:cubicBezTo>
                      <a:cubicBezTo>
                        <a:pt x="180" y="1227"/>
                        <a:pt x="203" y="1233"/>
                        <a:pt x="225" y="1233"/>
                      </a:cubicBezTo>
                      <a:cubicBezTo>
                        <a:pt x="301" y="1233"/>
                        <a:pt x="349" y="1157"/>
                        <a:pt x="396" y="1062"/>
                      </a:cubicBezTo>
                      <a:cubicBezTo>
                        <a:pt x="518" y="748"/>
                        <a:pt x="580" y="614"/>
                        <a:pt x="708" y="614"/>
                      </a:cubicBezTo>
                      <a:cubicBezTo>
                        <a:pt x="803" y="614"/>
                        <a:pt x="935" y="689"/>
                        <a:pt x="1156" y="819"/>
                      </a:cubicBezTo>
                      <a:cubicBezTo>
                        <a:pt x="1217" y="864"/>
                        <a:pt x="1293" y="887"/>
                        <a:pt x="1365" y="887"/>
                      </a:cubicBezTo>
                      <a:cubicBezTo>
                        <a:pt x="1437" y="887"/>
                        <a:pt x="1506" y="864"/>
                        <a:pt x="1551" y="819"/>
                      </a:cubicBezTo>
                      <a:cubicBezTo>
                        <a:pt x="1764" y="667"/>
                        <a:pt x="2037" y="575"/>
                        <a:pt x="2189" y="211"/>
                      </a:cubicBezTo>
                      <a:lnTo>
                        <a:pt x="1308" y="28"/>
                      </a:lnTo>
                      <a:cubicBezTo>
                        <a:pt x="1193" y="10"/>
                        <a:pt x="1088" y="1"/>
                        <a:pt x="99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415800" y="729840"/>
                  <a:ext cx="48957" cy="44465"/>
                </a:xfrm>
                <a:custGeom>
                  <a:rect b="b" l="l" r="r" t="t"/>
                  <a:pathLst>
                    <a:path extrusionOk="0" h="1574" w="1733">
                      <a:moveTo>
                        <a:pt x="1532" y="0"/>
                      </a:moveTo>
                      <a:cubicBezTo>
                        <a:pt x="1499" y="0"/>
                        <a:pt x="1464" y="10"/>
                        <a:pt x="1429" y="33"/>
                      </a:cubicBezTo>
                      <a:cubicBezTo>
                        <a:pt x="1277" y="94"/>
                        <a:pt x="1034" y="185"/>
                        <a:pt x="1064" y="368"/>
                      </a:cubicBezTo>
                      <a:cubicBezTo>
                        <a:pt x="1101" y="641"/>
                        <a:pt x="1028" y="696"/>
                        <a:pt x="905" y="696"/>
                      </a:cubicBezTo>
                      <a:cubicBezTo>
                        <a:pt x="822" y="696"/>
                        <a:pt x="718" y="672"/>
                        <a:pt x="608" y="672"/>
                      </a:cubicBezTo>
                      <a:cubicBezTo>
                        <a:pt x="183" y="672"/>
                        <a:pt x="0" y="1006"/>
                        <a:pt x="213" y="1310"/>
                      </a:cubicBezTo>
                      <a:cubicBezTo>
                        <a:pt x="409" y="1486"/>
                        <a:pt x="654" y="1574"/>
                        <a:pt x="902" y="1574"/>
                      </a:cubicBezTo>
                      <a:cubicBezTo>
                        <a:pt x="1039" y="1574"/>
                        <a:pt x="1177" y="1547"/>
                        <a:pt x="1307" y="1492"/>
                      </a:cubicBezTo>
                      <a:cubicBezTo>
                        <a:pt x="1459" y="1401"/>
                        <a:pt x="1611" y="1219"/>
                        <a:pt x="1459" y="1067"/>
                      </a:cubicBezTo>
                      <a:cubicBezTo>
                        <a:pt x="1155" y="672"/>
                        <a:pt x="1338" y="489"/>
                        <a:pt x="1642" y="307"/>
                      </a:cubicBezTo>
                      <a:cubicBezTo>
                        <a:pt x="1733" y="246"/>
                        <a:pt x="1733" y="124"/>
                        <a:pt x="1672" y="64"/>
                      </a:cubicBezTo>
                      <a:cubicBezTo>
                        <a:pt x="1635" y="26"/>
                        <a:pt x="1585" y="0"/>
                        <a:pt x="153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809940" y="772836"/>
                  <a:ext cx="51528" cy="46019"/>
                </a:xfrm>
                <a:custGeom>
                  <a:rect b="b" l="l" r="r" t="t"/>
                  <a:pathLst>
                    <a:path extrusionOk="0" h="1629" w="1824">
                      <a:moveTo>
                        <a:pt x="152" y="1"/>
                      </a:moveTo>
                      <a:cubicBezTo>
                        <a:pt x="426" y="426"/>
                        <a:pt x="0" y="761"/>
                        <a:pt x="304" y="1064"/>
                      </a:cubicBezTo>
                      <a:cubicBezTo>
                        <a:pt x="547" y="1277"/>
                        <a:pt x="790" y="1460"/>
                        <a:pt x="1064" y="1581"/>
                      </a:cubicBezTo>
                      <a:cubicBezTo>
                        <a:pt x="1128" y="1613"/>
                        <a:pt x="1196" y="1628"/>
                        <a:pt x="1264" y="1628"/>
                      </a:cubicBezTo>
                      <a:cubicBezTo>
                        <a:pt x="1454" y="1628"/>
                        <a:pt x="1643" y="1509"/>
                        <a:pt x="1733" y="1308"/>
                      </a:cubicBezTo>
                      <a:cubicBezTo>
                        <a:pt x="1824" y="1125"/>
                        <a:pt x="1641" y="973"/>
                        <a:pt x="1520" y="852"/>
                      </a:cubicBezTo>
                      <a:cubicBezTo>
                        <a:pt x="1456" y="788"/>
                        <a:pt x="1398" y="764"/>
                        <a:pt x="1344" y="764"/>
                      </a:cubicBezTo>
                      <a:cubicBezTo>
                        <a:pt x="1192" y="764"/>
                        <a:pt x="1069" y="951"/>
                        <a:pt x="912" y="973"/>
                      </a:cubicBezTo>
                      <a:cubicBezTo>
                        <a:pt x="851" y="973"/>
                        <a:pt x="790" y="973"/>
                        <a:pt x="699" y="943"/>
                      </a:cubicBezTo>
                      <a:cubicBezTo>
                        <a:pt x="790" y="578"/>
                        <a:pt x="882" y="183"/>
                        <a:pt x="15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742084" y="550031"/>
                  <a:ext cx="50709" cy="42742"/>
                </a:xfrm>
                <a:custGeom>
                  <a:rect b="b" l="l" r="r" t="t"/>
                  <a:pathLst>
                    <a:path extrusionOk="0" h="1513" w="1795">
                      <a:moveTo>
                        <a:pt x="541" y="1"/>
                      </a:moveTo>
                      <a:cubicBezTo>
                        <a:pt x="477" y="1"/>
                        <a:pt x="408" y="24"/>
                        <a:pt x="335" y="76"/>
                      </a:cubicBezTo>
                      <a:cubicBezTo>
                        <a:pt x="183" y="167"/>
                        <a:pt x="1" y="289"/>
                        <a:pt x="62" y="502"/>
                      </a:cubicBezTo>
                      <a:cubicBezTo>
                        <a:pt x="118" y="699"/>
                        <a:pt x="200" y="870"/>
                        <a:pt x="430" y="870"/>
                      </a:cubicBezTo>
                      <a:cubicBezTo>
                        <a:pt x="448" y="870"/>
                        <a:pt x="467" y="868"/>
                        <a:pt x="487" y="866"/>
                      </a:cubicBezTo>
                      <a:cubicBezTo>
                        <a:pt x="512" y="865"/>
                        <a:pt x="534" y="864"/>
                        <a:pt x="555" y="864"/>
                      </a:cubicBezTo>
                      <a:cubicBezTo>
                        <a:pt x="899" y="864"/>
                        <a:pt x="786" y="1091"/>
                        <a:pt x="700" y="1292"/>
                      </a:cubicBezTo>
                      <a:cubicBezTo>
                        <a:pt x="670" y="1413"/>
                        <a:pt x="730" y="1474"/>
                        <a:pt x="822" y="1505"/>
                      </a:cubicBezTo>
                      <a:cubicBezTo>
                        <a:pt x="838" y="1510"/>
                        <a:pt x="856" y="1513"/>
                        <a:pt x="874" y="1513"/>
                      </a:cubicBezTo>
                      <a:cubicBezTo>
                        <a:pt x="953" y="1513"/>
                        <a:pt x="1034" y="1463"/>
                        <a:pt x="1034" y="1413"/>
                      </a:cubicBezTo>
                      <a:cubicBezTo>
                        <a:pt x="943" y="897"/>
                        <a:pt x="1399" y="805"/>
                        <a:pt x="1673" y="562"/>
                      </a:cubicBezTo>
                      <a:cubicBezTo>
                        <a:pt x="1764" y="502"/>
                        <a:pt x="1794" y="380"/>
                        <a:pt x="1764" y="289"/>
                      </a:cubicBezTo>
                      <a:cubicBezTo>
                        <a:pt x="1711" y="236"/>
                        <a:pt x="1637" y="203"/>
                        <a:pt x="1567" y="203"/>
                      </a:cubicBezTo>
                      <a:cubicBezTo>
                        <a:pt x="1516" y="203"/>
                        <a:pt x="1468" y="220"/>
                        <a:pt x="1429" y="258"/>
                      </a:cubicBezTo>
                      <a:cubicBezTo>
                        <a:pt x="1305" y="312"/>
                        <a:pt x="1191" y="396"/>
                        <a:pt x="1081" y="396"/>
                      </a:cubicBezTo>
                      <a:cubicBezTo>
                        <a:pt x="1003" y="396"/>
                        <a:pt x="928" y="354"/>
                        <a:pt x="852" y="228"/>
                      </a:cubicBezTo>
                      <a:cubicBezTo>
                        <a:pt x="772" y="88"/>
                        <a:pt x="665" y="1"/>
                        <a:pt x="54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186875" y="253353"/>
                  <a:ext cx="21498" cy="9633"/>
                </a:xfrm>
                <a:custGeom>
                  <a:rect b="b" l="l" r="r" t="t"/>
                  <a:pathLst>
                    <a:path extrusionOk="0" h="341" w="761">
                      <a:moveTo>
                        <a:pt x="1" y="0"/>
                      </a:moveTo>
                      <a:cubicBezTo>
                        <a:pt x="1" y="31"/>
                        <a:pt x="1" y="91"/>
                        <a:pt x="1" y="152"/>
                      </a:cubicBezTo>
                      <a:cubicBezTo>
                        <a:pt x="27" y="258"/>
                        <a:pt x="99" y="341"/>
                        <a:pt x="198" y="341"/>
                      </a:cubicBezTo>
                      <a:cubicBezTo>
                        <a:pt x="213" y="341"/>
                        <a:pt x="228" y="339"/>
                        <a:pt x="244" y="335"/>
                      </a:cubicBezTo>
                      <a:cubicBezTo>
                        <a:pt x="426" y="213"/>
                        <a:pt x="609" y="122"/>
                        <a:pt x="76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855450" y="449405"/>
                  <a:ext cx="60992" cy="39776"/>
                </a:xfrm>
                <a:custGeom>
                  <a:rect b="b" l="l" r="r" t="t"/>
                  <a:pathLst>
                    <a:path extrusionOk="0" h="1408" w="2159">
                      <a:moveTo>
                        <a:pt x="1720" y="1"/>
                      </a:moveTo>
                      <a:cubicBezTo>
                        <a:pt x="1558" y="1"/>
                        <a:pt x="1576" y="196"/>
                        <a:pt x="1550" y="325"/>
                      </a:cubicBezTo>
                      <a:cubicBezTo>
                        <a:pt x="1550" y="452"/>
                        <a:pt x="1506" y="505"/>
                        <a:pt x="1428" y="505"/>
                      </a:cubicBezTo>
                      <a:cubicBezTo>
                        <a:pt x="1394" y="505"/>
                        <a:pt x="1353" y="495"/>
                        <a:pt x="1307" y="477"/>
                      </a:cubicBezTo>
                      <a:cubicBezTo>
                        <a:pt x="1237" y="439"/>
                        <a:pt x="1174" y="423"/>
                        <a:pt x="1116" y="423"/>
                      </a:cubicBezTo>
                      <a:cubicBezTo>
                        <a:pt x="895" y="423"/>
                        <a:pt x="746" y="648"/>
                        <a:pt x="578" y="720"/>
                      </a:cubicBezTo>
                      <a:lnTo>
                        <a:pt x="243" y="933"/>
                      </a:lnTo>
                      <a:cubicBezTo>
                        <a:pt x="122" y="1024"/>
                        <a:pt x="0" y="1146"/>
                        <a:pt x="61" y="1298"/>
                      </a:cubicBezTo>
                      <a:cubicBezTo>
                        <a:pt x="107" y="1379"/>
                        <a:pt x="163" y="1407"/>
                        <a:pt x="222" y="1407"/>
                      </a:cubicBezTo>
                      <a:cubicBezTo>
                        <a:pt x="318" y="1407"/>
                        <a:pt x="423" y="1335"/>
                        <a:pt x="517" y="1298"/>
                      </a:cubicBezTo>
                      <a:cubicBezTo>
                        <a:pt x="727" y="1166"/>
                        <a:pt x="892" y="1012"/>
                        <a:pt x="1168" y="1012"/>
                      </a:cubicBezTo>
                      <a:cubicBezTo>
                        <a:pt x="1212" y="1012"/>
                        <a:pt x="1258" y="1016"/>
                        <a:pt x="1307" y="1024"/>
                      </a:cubicBezTo>
                      <a:cubicBezTo>
                        <a:pt x="1319" y="1027"/>
                        <a:pt x="1331" y="1028"/>
                        <a:pt x="1342" y="1028"/>
                      </a:cubicBezTo>
                      <a:cubicBezTo>
                        <a:pt x="1556" y="1028"/>
                        <a:pt x="1640" y="567"/>
                        <a:pt x="1949" y="567"/>
                      </a:cubicBezTo>
                      <a:cubicBezTo>
                        <a:pt x="1993" y="567"/>
                        <a:pt x="2042" y="576"/>
                        <a:pt x="2097" y="598"/>
                      </a:cubicBezTo>
                      <a:cubicBezTo>
                        <a:pt x="2097" y="538"/>
                        <a:pt x="2158" y="477"/>
                        <a:pt x="2128" y="416"/>
                      </a:cubicBezTo>
                      <a:cubicBezTo>
                        <a:pt x="2097" y="234"/>
                        <a:pt x="1976" y="82"/>
                        <a:pt x="1824" y="21"/>
                      </a:cubicBezTo>
                      <a:cubicBezTo>
                        <a:pt x="1783" y="7"/>
                        <a:pt x="1748" y="1"/>
                        <a:pt x="172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492216" y="623536"/>
                  <a:ext cx="60822" cy="47997"/>
                </a:xfrm>
                <a:custGeom>
                  <a:rect b="b" l="l" r="r" t="t"/>
                  <a:pathLst>
                    <a:path extrusionOk="0" h="1699" w="2153">
                      <a:moveTo>
                        <a:pt x="1674" y="0"/>
                      </a:moveTo>
                      <a:cubicBezTo>
                        <a:pt x="1602" y="0"/>
                        <a:pt x="1520" y="27"/>
                        <a:pt x="1429" y="88"/>
                      </a:cubicBezTo>
                      <a:cubicBezTo>
                        <a:pt x="1175" y="258"/>
                        <a:pt x="921" y="611"/>
                        <a:pt x="544" y="611"/>
                      </a:cubicBezTo>
                      <a:cubicBezTo>
                        <a:pt x="516" y="611"/>
                        <a:pt x="487" y="609"/>
                        <a:pt x="457" y="605"/>
                      </a:cubicBezTo>
                      <a:cubicBezTo>
                        <a:pt x="356" y="590"/>
                        <a:pt x="263" y="563"/>
                        <a:pt x="192" y="563"/>
                      </a:cubicBezTo>
                      <a:cubicBezTo>
                        <a:pt x="113" y="563"/>
                        <a:pt x="61" y="598"/>
                        <a:pt x="61" y="726"/>
                      </a:cubicBezTo>
                      <a:cubicBezTo>
                        <a:pt x="61" y="874"/>
                        <a:pt x="141" y="898"/>
                        <a:pt x="234" y="898"/>
                      </a:cubicBezTo>
                      <a:cubicBezTo>
                        <a:pt x="277" y="898"/>
                        <a:pt x="323" y="893"/>
                        <a:pt x="365" y="893"/>
                      </a:cubicBezTo>
                      <a:cubicBezTo>
                        <a:pt x="400" y="893"/>
                        <a:pt x="431" y="896"/>
                        <a:pt x="457" y="909"/>
                      </a:cubicBezTo>
                      <a:cubicBezTo>
                        <a:pt x="517" y="939"/>
                        <a:pt x="548" y="969"/>
                        <a:pt x="578" y="1000"/>
                      </a:cubicBezTo>
                      <a:cubicBezTo>
                        <a:pt x="609" y="1304"/>
                        <a:pt x="1" y="1304"/>
                        <a:pt x="244" y="1699"/>
                      </a:cubicBezTo>
                      <a:cubicBezTo>
                        <a:pt x="548" y="1669"/>
                        <a:pt x="761" y="1577"/>
                        <a:pt x="821" y="1273"/>
                      </a:cubicBezTo>
                      <a:cubicBezTo>
                        <a:pt x="873" y="886"/>
                        <a:pt x="1210" y="608"/>
                        <a:pt x="1571" y="608"/>
                      </a:cubicBezTo>
                      <a:cubicBezTo>
                        <a:pt x="1635" y="608"/>
                        <a:pt x="1700" y="617"/>
                        <a:pt x="1764" y="635"/>
                      </a:cubicBezTo>
                      <a:cubicBezTo>
                        <a:pt x="1797" y="638"/>
                        <a:pt x="1828" y="639"/>
                        <a:pt x="1856" y="639"/>
                      </a:cubicBezTo>
                      <a:cubicBezTo>
                        <a:pt x="2153" y="639"/>
                        <a:pt x="2118" y="493"/>
                        <a:pt x="2007" y="270"/>
                      </a:cubicBezTo>
                      <a:cubicBezTo>
                        <a:pt x="1926" y="108"/>
                        <a:pt x="1818" y="0"/>
                        <a:pt x="16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463881" y="1004709"/>
                  <a:ext cx="32657" cy="41330"/>
                </a:xfrm>
                <a:custGeom>
                  <a:rect b="b" l="l" r="r" t="t"/>
                  <a:pathLst>
                    <a:path extrusionOk="0" h="1463" w="1156">
                      <a:moveTo>
                        <a:pt x="197" y="1"/>
                      </a:moveTo>
                      <a:cubicBezTo>
                        <a:pt x="135" y="1"/>
                        <a:pt x="70" y="17"/>
                        <a:pt x="1" y="60"/>
                      </a:cubicBezTo>
                      <a:cubicBezTo>
                        <a:pt x="1" y="486"/>
                        <a:pt x="548" y="699"/>
                        <a:pt x="396" y="1124"/>
                      </a:cubicBezTo>
                      <a:cubicBezTo>
                        <a:pt x="335" y="1276"/>
                        <a:pt x="274" y="1428"/>
                        <a:pt x="487" y="1458"/>
                      </a:cubicBezTo>
                      <a:cubicBezTo>
                        <a:pt x="505" y="1461"/>
                        <a:pt x="523" y="1462"/>
                        <a:pt x="538" y="1462"/>
                      </a:cubicBezTo>
                      <a:cubicBezTo>
                        <a:pt x="705" y="1462"/>
                        <a:pt x="727" y="1324"/>
                        <a:pt x="700" y="1185"/>
                      </a:cubicBezTo>
                      <a:cubicBezTo>
                        <a:pt x="639" y="1002"/>
                        <a:pt x="791" y="942"/>
                        <a:pt x="882" y="820"/>
                      </a:cubicBezTo>
                      <a:cubicBezTo>
                        <a:pt x="1156" y="455"/>
                        <a:pt x="1064" y="151"/>
                        <a:pt x="639" y="121"/>
                      </a:cubicBezTo>
                      <a:cubicBezTo>
                        <a:pt x="487" y="99"/>
                        <a:pt x="351" y="1"/>
                        <a:pt x="19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a:off x="687138" y="473757"/>
                  <a:ext cx="51556" cy="23928"/>
                </a:xfrm>
                <a:custGeom>
                  <a:rect b="b" l="l" r="r" t="t"/>
                  <a:pathLst>
                    <a:path extrusionOk="0" h="847" w="1825">
                      <a:moveTo>
                        <a:pt x="606" y="0"/>
                      </a:moveTo>
                      <a:cubicBezTo>
                        <a:pt x="557" y="0"/>
                        <a:pt x="507" y="3"/>
                        <a:pt x="456" y="10"/>
                      </a:cubicBezTo>
                      <a:cubicBezTo>
                        <a:pt x="274" y="71"/>
                        <a:pt x="1" y="192"/>
                        <a:pt x="152" y="527"/>
                      </a:cubicBezTo>
                      <a:cubicBezTo>
                        <a:pt x="246" y="733"/>
                        <a:pt x="340" y="846"/>
                        <a:pt x="469" y="846"/>
                      </a:cubicBezTo>
                      <a:cubicBezTo>
                        <a:pt x="550" y="846"/>
                        <a:pt x="644" y="802"/>
                        <a:pt x="760" y="709"/>
                      </a:cubicBezTo>
                      <a:cubicBezTo>
                        <a:pt x="938" y="598"/>
                        <a:pt x="1116" y="405"/>
                        <a:pt x="1342" y="405"/>
                      </a:cubicBezTo>
                      <a:cubicBezTo>
                        <a:pt x="1425" y="405"/>
                        <a:pt x="1514" y="431"/>
                        <a:pt x="1611" y="496"/>
                      </a:cubicBezTo>
                      <a:cubicBezTo>
                        <a:pt x="1631" y="506"/>
                        <a:pt x="1649" y="510"/>
                        <a:pt x="1666" y="510"/>
                      </a:cubicBezTo>
                      <a:cubicBezTo>
                        <a:pt x="1759" y="510"/>
                        <a:pt x="1824" y="386"/>
                        <a:pt x="1824" y="284"/>
                      </a:cubicBezTo>
                      <a:cubicBezTo>
                        <a:pt x="1824" y="253"/>
                        <a:pt x="1794" y="223"/>
                        <a:pt x="1794" y="223"/>
                      </a:cubicBezTo>
                      <a:cubicBezTo>
                        <a:pt x="1388" y="196"/>
                        <a:pt x="1007" y="0"/>
                        <a:pt x="60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449276" y="611276"/>
                  <a:ext cx="31725" cy="41189"/>
                </a:xfrm>
                <a:custGeom>
                  <a:rect b="b" l="l" r="r" t="t"/>
                  <a:pathLst>
                    <a:path extrusionOk="0" h="1458" w="1123">
                      <a:moveTo>
                        <a:pt x="535" y="0"/>
                      </a:moveTo>
                      <a:cubicBezTo>
                        <a:pt x="384" y="0"/>
                        <a:pt x="251" y="91"/>
                        <a:pt x="183" y="248"/>
                      </a:cubicBezTo>
                      <a:cubicBezTo>
                        <a:pt x="62" y="431"/>
                        <a:pt x="1" y="644"/>
                        <a:pt x="1" y="887"/>
                      </a:cubicBezTo>
                      <a:cubicBezTo>
                        <a:pt x="31" y="1403"/>
                        <a:pt x="518" y="1312"/>
                        <a:pt x="822" y="1434"/>
                      </a:cubicBezTo>
                      <a:cubicBezTo>
                        <a:pt x="854" y="1450"/>
                        <a:pt x="887" y="1458"/>
                        <a:pt x="918" y="1458"/>
                      </a:cubicBezTo>
                      <a:cubicBezTo>
                        <a:pt x="1002" y="1458"/>
                        <a:pt x="1073" y="1401"/>
                        <a:pt x="1095" y="1312"/>
                      </a:cubicBezTo>
                      <a:cubicBezTo>
                        <a:pt x="1122" y="1204"/>
                        <a:pt x="1052" y="1095"/>
                        <a:pt x="950" y="1095"/>
                      </a:cubicBezTo>
                      <a:cubicBezTo>
                        <a:pt x="938" y="1095"/>
                        <a:pt x="926" y="1096"/>
                        <a:pt x="913" y="1100"/>
                      </a:cubicBezTo>
                      <a:cubicBezTo>
                        <a:pt x="856" y="1110"/>
                        <a:pt x="810" y="1115"/>
                        <a:pt x="773" y="1115"/>
                      </a:cubicBezTo>
                      <a:cubicBezTo>
                        <a:pt x="589" y="1115"/>
                        <a:pt x="614" y="992"/>
                        <a:pt x="639" y="765"/>
                      </a:cubicBezTo>
                      <a:cubicBezTo>
                        <a:pt x="670" y="492"/>
                        <a:pt x="822" y="279"/>
                        <a:pt x="700" y="36"/>
                      </a:cubicBezTo>
                      <a:cubicBezTo>
                        <a:pt x="644" y="12"/>
                        <a:pt x="589" y="0"/>
                        <a:pt x="53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94879" y="262788"/>
                  <a:ext cx="37798" cy="32374"/>
                </a:xfrm>
                <a:custGeom>
                  <a:rect b="b" l="l" r="r" t="t"/>
                  <a:pathLst>
                    <a:path extrusionOk="0" h="1146" w="1338">
                      <a:moveTo>
                        <a:pt x="1337" y="1"/>
                      </a:moveTo>
                      <a:lnTo>
                        <a:pt x="1337" y="1"/>
                      </a:lnTo>
                      <a:cubicBezTo>
                        <a:pt x="882" y="153"/>
                        <a:pt x="486" y="365"/>
                        <a:pt x="152" y="669"/>
                      </a:cubicBezTo>
                      <a:cubicBezTo>
                        <a:pt x="30" y="730"/>
                        <a:pt x="0" y="852"/>
                        <a:pt x="91" y="973"/>
                      </a:cubicBezTo>
                      <a:cubicBezTo>
                        <a:pt x="174" y="1092"/>
                        <a:pt x="340" y="1146"/>
                        <a:pt x="521" y="1146"/>
                      </a:cubicBezTo>
                      <a:cubicBezTo>
                        <a:pt x="804" y="1146"/>
                        <a:pt x="1123" y="1014"/>
                        <a:pt x="1216" y="791"/>
                      </a:cubicBezTo>
                      <a:cubicBezTo>
                        <a:pt x="1277" y="548"/>
                        <a:pt x="1307" y="274"/>
                        <a:pt x="13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756689" y="263664"/>
                  <a:ext cx="35228" cy="36951"/>
                </a:xfrm>
                <a:custGeom>
                  <a:rect b="b" l="l" r="r" t="t"/>
                  <a:pathLst>
                    <a:path extrusionOk="0" h="1308" w="1247">
                      <a:moveTo>
                        <a:pt x="1034" y="0"/>
                      </a:moveTo>
                      <a:lnTo>
                        <a:pt x="1034" y="0"/>
                      </a:lnTo>
                      <a:cubicBezTo>
                        <a:pt x="578" y="304"/>
                        <a:pt x="1" y="304"/>
                        <a:pt x="92" y="821"/>
                      </a:cubicBezTo>
                      <a:cubicBezTo>
                        <a:pt x="183" y="1307"/>
                        <a:pt x="730" y="1185"/>
                        <a:pt x="1247" y="1246"/>
                      </a:cubicBezTo>
                      <a:cubicBezTo>
                        <a:pt x="912" y="851"/>
                        <a:pt x="943" y="486"/>
                        <a:pt x="103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391760" y="415506"/>
                  <a:ext cx="18927" cy="22487"/>
                </a:xfrm>
                <a:custGeom>
                  <a:rect b="b" l="l" r="r" t="t"/>
                  <a:pathLst>
                    <a:path extrusionOk="0" h="796" w="670">
                      <a:moveTo>
                        <a:pt x="137" y="0"/>
                      </a:moveTo>
                      <a:cubicBezTo>
                        <a:pt x="94" y="0"/>
                        <a:pt x="48" y="12"/>
                        <a:pt x="0" y="35"/>
                      </a:cubicBezTo>
                      <a:cubicBezTo>
                        <a:pt x="0" y="187"/>
                        <a:pt x="0" y="309"/>
                        <a:pt x="0" y="461"/>
                      </a:cubicBezTo>
                      <a:lnTo>
                        <a:pt x="0" y="795"/>
                      </a:lnTo>
                      <a:cubicBezTo>
                        <a:pt x="61" y="795"/>
                        <a:pt x="152" y="765"/>
                        <a:pt x="244" y="765"/>
                      </a:cubicBezTo>
                      <a:cubicBezTo>
                        <a:pt x="456" y="765"/>
                        <a:pt x="669" y="552"/>
                        <a:pt x="456" y="248"/>
                      </a:cubicBezTo>
                      <a:cubicBezTo>
                        <a:pt x="367" y="91"/>
                        <a:pt x="260" y="0"/>
                        <a:pt x="13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
                <p:cNvSpPr/>
                <p:nvPr/>
              </p:nvSpPr>
              <p:spPr>
                <a:xfrm>
                  <a:off x="706885" y="770548"/>
                  <a:ext cx="30934" cy="47658"/>
                </a:xfrm>
                <a:custGeom>
                  <a:rect b="b" l="l" r="r" t="t"/>
                  <a:pathLst>
                    <a:path extrusionOk="0" h="1687" w="1095">
                      <a:moveTo>
                        <a:pt x="369" y="1"/>
                      </a:moveTo>
                      <a:cubicBezTo>
                        <a:pt x="330" y="1"/>
                        <a:pt x="288" y="16"/>
                        <a:pt x="244" y="51"/>
                      </a:cubicBezTo>
                      <a:cubicBezTo>
                        <a:pt x="153" y="142"/>
                        <a:pt x="153" y="294"/>
                        <a:pt x="244" y="355"/>
                      </a:cubicBezTo>
                      <a:cubicBezTo>
                        <a:pt x="548" y="598"/>
                        <a:pt x="213" y="902"/>
                        <a:pt x="305" y="1145"/>
                      </a:cubicBezTo>
                      <a:cubicBezTo>
                        <a:pt x="396" y="1328"/>
                        <a:pt x="1" y="1571"/>
                        <a:pt x="305" y="1662"/>
                      </a:cubicBezTo>
                      <a:cubicBezTo>
                        <a:pt x="360" y="1679"/>
                        <a:pt x="402" y="1687"/>
                        <a:pt x="435" y="1687"/>
                      </a:cubicBezTo>
                      <a:cubicBezTo>
                        <a:pt x="638" y="1687"/>
                        <a:pt x="469" y="1402"/>
                        <a:pt x="548" y="1297"/>
                      </a:cubicBezTo>
                      <a:cubicBezTo>
                        <a:pt x="578" y="1206"/>
                        <a:pt x="639" y="1145"/>
                        <a:pt x="700" y="1115"/>
                      </a:cubicBezTo>
                      <a:cubicBezTo>
                        <a:pt x="1095" y="872"/>
                        <a:pt x="912" y="629"/>
                        <a:pt x="760" y="446"/>
                      </a:cubicBezTo>
                      <a:cubicBezTo>
                        <a:pt x="700" y="325"/>
                        <a:pt x="639" y="264"/>
                        <a:pt x="609" y="173"/>
                      </a:cubicBezTo>
                      <a:cubicBezTo>
                        <a:pt x="544" y="87"/>
                        <a:pt x="464" y="1"/>
                        <a:pt x="3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661375" y="732495"/>
                  <a:ext cx="26640" cy="44522"/>
                </a:xfrm>
                <a:custGeom>
                  <a:rect b="b" l="l" r="r" t="t"/>
                  <a:pathLst>
                    <a:path extrusionOk="0" h="1576" w="943">
                      <a:moveTo>
                        <a:pt x="700" y="0"/>
                      </a:moveTo>
                      <a:cubicBezTo>
                        <a:pt x="457" y="0"/>
                        <a:pt x="244" y="122"/>
                        <a:pt x="153" y="334"/>
                      </a:cubicBezTo>
                      <a:cubicBezTo>
                        <a:pt x="61" y="730"/>
                        <a:pt x="1" y="1094"/>
                        <a:pt x="1" y="1489"/>
                      </a:cubicBezTo>
                      <a:cubicBezTo>
                        <a:pt x="1" y="1532"/>
                        <a:pt x="92" y="1575"/>
                        <a:pt x="145" y="1575"/>
                      </a:cubicBezTo>
                      <a:cubicBezTo>
                        <a:pt x="167" y="1575"/>
                        <a:pt x="183" y="1568"/>
                        <a:pt x="183" y="1550"/>
                      </a:cubicBezTo>
                      <a:cubicBezTo>
                        <a:pt x="183" y="1003"/>
                        <a:pt x="943" y="699"/>
                        <a:pt x="7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584959" y="266715"/>
                  <a:ext cx="41245" cy="17148"/>
                </a:xfrm>
                <a:custGeom>
                  <a:rect b="b" l="l" r="r" t="t"/>
                  <a:pathLst>
                    <a:path extrusionOk="0" h="607" w="1460">
                      <a:moveTo>
                        <a:pt x="1028" y="0"/>
                      </a:moveTo>
                      <a:cubicBezTo>
                        <a:pt x="1002" y="0"/>
                        <a:pt x="974" y="4"/>
                        <a:pt x="943" y="14"/>
                      </a:cubicBezTo>
                      <a:cubicBezTo>
                        <a:pt x="730" y="77"/>
                        <a:pt x="577" y="156"/>
                        <a:pt x="400" y="156"/>
                      </a:cubicBezTo>
                      <a:cubicBezTo>
                        <a:pt x="324" y="156"/>
                        <a:pt x="244" y="141"/>
                        <a:pt x="152" y="105"/>
                      </a:cubicBezTo>
                      <a:cubicBezTo>
                        <a:pt x="144" y="101"/>
                        <a:pt x="136" y="99"/>
                        <a:pt x="127" y="99"/>
                      </a:cubicBezTo>
                      <a:cubicBezTo>
                        <a:pt x="69" y="99"/>
                        <a:pt x="0" y="178"/>
                        <a:pt x="0" y="257"/>
                      </a:cubicBezTo>
                      <a:cubicBezTo>
                        <a:pt x="0" y="378"/>
                        <a:pt x="61" y="409"/>
                        <a:pt x="61" y="409"/>
                      </a:cubicBezTo>
                      <a:cubicBezTo>
                        <a:pt x="90" y="405"/>
                        <a:pt x="120" y="403"/>
                        <a:pt x="149" y="403"/>
                      </a:cubicBezTo>
                      <a:cubicBezTo>
                        <a:pt x="468" y="403"/>
                        <a:pt x="776" y="606"/>
                        <a:pt x="1079" y="606"/>
                      </a:cubicBezTo>
                      <a:cubicBezTo>
                        <a:pt x="1206" y="606"/>
                        <a:pt x="1333" y="571"/>
                        <a:pt x="1459" y="470"/>
                      </a:cubicBezTo>
                      <a:cubicBezTo>
                        <a:pt x="1323" y="333"/>
                        <a:pt x="1260" y="0"/>
                        <a:pt x="102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626176" y="279964"/>
                  <a:ext cx="876" cy="876"/>
                </a:xfrm>
                <a:custGeom>
                  <a:rect b="b" l="l" r="r" t="t"/>
                  <a:pathLst>
                    <a:path extrusionOk="0" h="31" w="31">
                      <a:moveTo>
                        <a:pt x="0" y="1"/>
                      </a:moveTo>
                      <a:lnTo>
                        <a:pt x="31" y="31"/>
                      </a:lnTo>
                      <a:lnTo>
                        <a:pt x="31"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071814" y="373103"/>
                  <a:ext cx="42658" cy="18871"/>
                </a:xfrm>
                <a:custGeom>
                  <a:rect b="b" l="l" r="r" t="t"/>
                  <a:pathLst>
                    <a:path extrusionOk="0" h="668" w="1510">
                      <a:moveTo>
                        <a:pt x="1376" y="1"/>
                      </a:moveTo>
                      <a:cubicBezTo>
                        <a:pt x="1362" y="1"/>
                        <a:pt x="1349" y="6"/>
                        <a:pt x="1338" y="17"/>
                      </a:cubicBezTo>
                      <a:cubicBezTo>
                        <a:pt x="943" y="321"/>
                        <a:pt x="274" y="47"/>
                        <a:pt x="1" y="655"/>
                      </a:cubicBezTo>
                      <a:cubicBezTo>
                        <a:pt x="38" y="663"/>
                        <a:pt x="74" y="667"/>
                        <a:pt x="109" y="667"/>
                      </a:cubicBezTo>
                      <a:cubicBezTo>
                        <a:pt x="372" y="667"/>
                        <a:pt x="599" y="461"/>
                        <a:pt x="851" y="461"/>
                      </a:cubicBezTo>
                      <a:cubicBezTo>
                        <a:pt x="929" y="461"/>
                        <a:pt x="1010" y="481"/>
                        <a:pt x="1095" y="533"/>
                      </a:cubicBezTo>
                      <a:cubicBezTo>
                        <a:pt x="1103" y="542"/>
                        <a:pt x="1115" y="545"/>
                        <a:pt x="1128" y="545"/>
                      </a:cubicBezTo>
                      <a:cubicBezTo>
                        <a:pt x="1218" y="545"/>
                        <a:pt x="1407" y="387"/>
                        <a:pt x="1460" y="229"/>
                      </a:cubicBezTo>
                      <a:cubicBezTo>
                        <a:pt x="1510" y="105"/>
                        <a:pt x="1437" y="1"/>
                        <a:pt x="137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679398" y="582207"/>
                  <a:ext cx="31810" cy="34437"/>
                </a:xfrm>
                <a:custGeom>
                  <a:rect b="b" l="l" r="r" t="t"/>
                  <a:pathLst>
                    <a:path extrusionOk="0" h="1219" w="1126">
                      <a:moveTo>
                        <a:pt x="275" y="1"/>
                      </a:moveTo>
                      <a:cubicBezTo>
                        <a:pt x="305" y="335"/>
                        <a:pt x="1" y="609"/>
                        <a:pt x="244" y="973"/>
                      </a:cubicBezTo>
                      <a:cubicBezTo>
                        <a:pt x="331" y="1103"/>
                        <a:pt x="417" y="1218"/>
                        <a:pt x="548" y="1218"/>
                      </a:cubicBezTo>
                      <a:cubicBezTo>
                        <a:pt x="601" y="1218"/>
                        <a:pt x="661" y="1199"/>
                        <a:pt x="730" y="1156"/>
                      </a:cubicBezTo>
                      <a:cubicBezTo>
                        <a:pt x="913" y="1034"/>
                        <a:pt x="1126" y="882"/>
                        <a:pt x="943" y="639"/>
                      </a:cubicBezTo>
                      <a:cubicBezTo>
                        <a:pt x="730" y="396"/>
                        <a:pt x="670" y="122"/>
                        <a:pt x="2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529138" y="1073384"/>
                  <a:ext cx="34380" cy="30369"/>
                </a:xfrm>
                <a:custGeom>
                  <a:rect b="b" l="l" r="r" t="t"/>
                  <a:pathLst>
                    <a:path extrusionOk="0" h="1075" w="1217">
                      <a:moveTo>
                        <a:pt x="973" y="0"/>
                      </a:moveTo>
                      <a:lnTo>
                        <a:pt x="973" y="0"/>
                      </a:lnTo>
                      <a:cubicBezTo>
                        <a:pt x="761" y="61"/>
                        <a:pt x="548" y="152"/>
                        <a:pt x="396" y="304"/>
                      </a:cubicBezTo>
                      <a:cubicBezTo>
                        <a:pt x="244" y="426"/>
                        <a:pt x="1" y="517"/>
                        <a:pt x="153" y="790"/>
                      </a:cubicBezTo>
                      <a:cubicBezTo>
                        <a:pt x="233" y="897"/>
                        <a:pt x="313" y="1075"/>
                        <a:pt x="476" y="1075"/>
                      </a:cubicBezTo>
                      <a:cubicBezTo>
                        <a:pt x="498" y="1075"/>
                        <a:pt x="522" y="1071"/>
                        <a:pt x="548" y="1064"/>
                      </a:cubicBezTo>
                      <a:cubicBezTo>
                        <a:pt x="761" y="1034"/>
                        <a:pt x="1004" y="882"/>
                        <a:pt x="973" y="699"/>
                      </a:cubicBezTo>
                      <a:cubicBezTo>
                        <a:pt x="943" y="486"/>
                        <a:pt x="1217" y="274"/>
                        <a:pt x="97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344875" y="468022"/>
                  <a:ext cx="28" cy="876"/>
                </a:xfrm>
                <a:custGeom>
                  <a:rect b="b" l="l" r="r" t="t"/>
                  <a:pathLst>
                    <a:path extrusionOk="0" h="31" w="1">
                      <a:moveTo>
                        <a:pt x="1" y="0"/>
                      </a:moveTo>
                      <a:lnTo>
                        <a:pt x="1" y="0"/>
                      </a:lnTo>
                      <a:lnTo>
                        <a:pt x="1" y="0"/>
                      </a:lnTo>
                      <a:lnTo>
                        <a:pt x="1" y="3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312077" y="453841"/>
                  <a:ext cx="32826" cy="28391"/>
                </a:xfrm>
                <a:custGeom>
                  <a:rect b="b" l="l" r="r" t="t"/>
                  <a:pathLst>
                    <a:path extrusionOk="0" h="1005" w="1162">
                      <a:moveTo>
                        <a:pt x="537" y="1"/>
                      </a:moveTo>
                      <a:cubicBezTo>
                        <a:pt x="414" y="1"/>
                        <a:pt x="254" y="43"/>
                        <a:pt x="7" y="107"/>
                      </a:cubicBezTo>
                      <a:cubicBezTo>
                        <a:pt x="67" y="259"/>
                        <a:pt x="219" y="381"/>
                        <a:pt x="98" y="563"/>
                      </a:cubicBezTo>
                      <a:cubicBezTo>
                        <a:pt x="2" y="803"/>
                        <a:pt x="1" y="1005"/>
                        <a:pt x="213" y="1005"/>
                      </a:cubicBezTo>
                      <a:cubicBezTo>
                        <a:pt x="270" y="1005"/>
                        <a:pt x="342" y="990"/>
                        <a:pt x="432" y="958"/>
                      </a:cubicBezTo>
                      <a:cubicBezTo>
                        <a:pt x="675" y="837"/>
                        <a:pt x="918" y="685"/>
                        <a:pt x="1162" y="533"/>
                      </a:cubicBezTo>
                      <a:cubicBezTo>
                        <a:pt x="867" y="140"/>
                        <a:pt x="763" y="1"/>
                        <a:pt x="5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548037" y="861286"/>
                  <a:ext cx="28363" cy="32657"/>
                </a:xfrm>
                <a:custGeom>
                  <a:rect b="b" l="l" r="r" t="t"/>
                  <a:pathLst>
                    <a:path extrusionOk="0" h="1156" w="1004">
                      <a:moveTo>
                        <a:pt x="396" y="0"/>
                      </a:moveTo>
                      <a:cubicBezTo>
                        <a:pt x="396" y="365"/>
                        <a:pt x="365" y="669"/>
                        <a:pt x="31" y="851"/>
                      </a:cubicBezTo>
                      <a:cubicBezTo>
                        <a:pt x="0" y="851"/>
                        <a:pt x="0" y="1003"/>
                        <a:pt x="0" y="1064"/>
                      </a:cubicBezTo>
                      <a:cubicBezTo>
                        <a:pt x="31" y="1125"/>
                        <a:pt x="92" y="1155"/>
                        <a:pt x="152" y="1155"/>
                      </a:cubicBezTo>
                      <a:cubicBezTo>
                        <a:pt x="456" y="1095"/>
                        <a:pt x="730" y="912"/>
                        <a:pt x="912" y="608"/>
                      </a:cubicBezTo>
                      <a:cubicBezTo>
                        <a:pt x="1003" y="365"/>
                        <a:pt x="791" y="152"/>
                        <a:pt x="3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535155" y="270416"/>
                  <a:ext cx="30086" cy="24464"/>
                </a:xfrm>
                <a:custGeom>
                  <a:rect b="b" l="l" r="r" t="t"/>
                  <a:pathLst>
                    <a:path extrusionOk="0" h="866" w="1065">
                      <a:moveTo>
                        <a:pt x="604" y="0"/>
                      </a:moveTo>
                      <a:cubicBezTo>
                        <a:pt x="532" y="0"/>
                        <a:pt x="454" y="32"/>
                        <a:pt x="365" y="95"/>
                      </a:cubicBezTo>
                      <a:cubicBezTo>
                        <a:pt x="152" y="247"/>
                        <a:pt x="0" y="339"/>
                        <a:pt x="183" y="582"/>
                      </a:cubicBezTo>
                      <a:cubicBezTo>
                        <a:pt x="284" y="744"/>
                        <a:pt x="372" y="865"/>
                        <a:pt x="500" y="865"/>
                      </a:cubicBezTo>
                      <a:cubicBezTo>
                        <a:pt x="564" y="865"/>
                        <a:pt x="639" y="835"/>
                        <a:pt x="730" y="764"/>
                      </a:cubicBezTo>
                      <a:cubicBezTo>
                        <a:pt x="973" y="673"/>
                        <a:pt x="1064" y="369"/>
                        <a:pt x="882" y="187"/>
                      </a:cubicBezTo>
                      <a:cubicBezTo>
                        <a:pt x="793" y="62"/>
                        <a:pt x="705" y="0"/>
                        <a:pt x="60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829686" y="384714"/>
                  <a:ext cx="23193" cy="31103"/>
                </a:xfrm>
                <a:custGeom>
                  <a:rect b="b" l="l" r="r" t="t"/>
                  <a:pathLst>
                    <a:path extrusionOk="0" h="1101" w="821">
                      <a:moveTo>
                        <a:pt x="760" y="1"/>
                      </a:moveTo>
                      <a:lnTo>
                        <a:pt x="760" y="1"/>
                      </a:lnTo>
                      <a:cubicBezTo>
                        <a:pt x="335" y="31"/>
                        <a:pt x="699" y="609"/>
                        <a:pt x="274" y="700"/>
                      </a:cubicBezTo>
                      <a:cubicBezTo>
                        <a:pt x="152" y="730"/>
                        <a:pt x="0" y="852"/>
                        <a:pt x="122" y="1034"/>
                      </a:cubicBezTo>
                      <a:cubicBezTo>
                        <a:pt x="171" y="1083"/>
                        <a:pt x="220" y="1101"/>
                        <a:pt x="269" y="1101"/>
                      </a:cubicBezTo>
                      <a:cubicBezTo>
                        <a:pt x="372" y="1101"/>
                        <a:pt x="475" y="1024"/>
                        <a:pt x="578" y="1004"/>
                      </a:cubicBezTo>
                      <a:cubicBezTo>
                        <a:pt x="790" y="700"/>
                        <a:pt x="821" y="335"/>
                        <a:pt x="76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959324" y="568421"/>
                  <a:ext cx="28363" cy="24719"/>
                </a:xfrm>
                <a:custGeom>
                  <a:rect b="b" l="l" r="r" t="t"/>
                  <a:pathLst>
                    <a:path extrusionOk="0" h="875" w="1004">
                      <a:moveTo>
                        <a:pt x="524" y="1"/>
                      </a:moveTo>
                      <a:cubicBezTo>
                        <a:pt x="445" y="1"/>
                        <a:pt x="354" y="32"/>
                        <a:pt x="244" y="94"/>
                      </a:cubicBezTo>
                      <a:cubicBezTo>
                        <a:pt x="31" y="246"/>
                        <a:pt x="1" y="398"/>
                        <a:pt x="153" y="610"/>
                      </a:cubicBezTo>
                      <a:cubicBezTo>
                        <a:pt x="257" y="757"/>
                        <a:pt x="319" y="874"/>
                        <a:pt x="436" y="874"/>
                      </a:cubicBezTo>
                      <a:cubicBezTo>
                        <a:pt x="489" y="874"/>
                        <a:pt x="554" y="850"/>
                        <a:pt x="639" y="793"/>
                      </a:cubicBezTo>
                      <a:cubicBezTo>
                        <a:pt x="882" y="610"/>
                        <a:pt x="1004" y="519"/>
                        <a:pt x="822" y="215"/>
                      </a:cubicBezTo>
                      <a:cubicBezTo>
                        <a:pt x="731" y="70"/>
                        <a:pt x="640" y="1"/>
                        <a:pt x="5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733496" y="653989"/>
                  <a:ext cx="39013" cy="17713"/>
                </a:xfrm>
                <a:custGeom>
                  <a:rect b="b" l="l" r="r" t="t"/>
                  <a:pathLst>
                    <a:path extrusionOk="0" h="627" w="1381">
                      <a:moveTo>
                        <a:pt x="204" y="1"/>
                      </a:moveTo>
                      <a:cubicBezTo>
                        <a:pt x="138" y="1"/>
                        <a:pt x="71" y="27"/>
                        <a:pt x="1" y="104"/>
                      </a:cubicBezTo>
                      <a:cubicBezTo>
                        <a:pt x="81" y="385"/>
                        <a:pt x="175" y="627"/>
                        <a:pt x="378" y="627"/>
                      </a:cubicBezTo>
                      <a:cubicBezTo>
                        <a:pt x="482" y="627"/>
                        <a:pt x="616" y="563"/>
                        <a:pt x="791" y="408"/>
                      </a:cubicBezTo>
                      <a:cubicBezTo>
                        <a:pt x="814" y="389"/>
                        <a:pt x="839" y="382"/>
                        <a:pt x="866" y="382"/>
                      </a:cubicBezTo>
                      <a:cubicBezTo>
                        <a:pt x="987" y="382"/>
                        <a:pt x="1145" y="537"/>
                        <a:pt x="1252" y="537"/>
                      </a:cubicBezTo>
                      <a:cubicBezTo>
                        <a:pt x="1314" y="537"/>
                        <a:pt x="1359" y="484"/>
                        <a:pt x="1369" y="317"/>
                      </a:cubicBezTo>
                      <a:cubicBezTo>
                        <a:pt x="1380" y="180"/>
                        <a:pt x="1315" y="150"/>
                        <a:pt x="1222" y="150"/>
                      </a:cubicBezTo>
                      <a:cubicBezTo>
                        <a:pt x="1150" y="150"/>
                        <a:pt x="1061" y="168"/>
                        <a:pt x="979" y="168"/>
                      </a:cubicBezTo>
                      <a:cubicBezTo>
                        <a:pt x="886" y="168"/>
                        <a:pt x="801" y="145"/>
                        <a:pt x="761" y="43"/>
                      </a:cubicBezTo>
                      <a:cubicBezTo>
                        <a:pt x="709" y="96"/>
                        <a:pt x="656" y="114"/>
                        <a:pt x="604" y="114"/>
                      </a:cubicBezTo>
                      <a:cubicBezTo>
                        <a:pt x="474" y="114"/>
                        <a:pt x="342" y="1"/>
                        <a:pt x="20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925848" y="457541"/>
                  <a:ext cx="34380" cy="23391"/>
                </a:xfrm>
                <a:custGeom>
                  <a:rect b="b" l="l" r="r" t="t"/>
                  <a:pathLst>
                    <a:path extrusionOk="0" h="828" w="1217">
                      <a:moveTo>
                        <a:pt x="750" y="1"/>
                      </a:moveTo>
                      <a:cubicBezTo>
                        <a:pt x="537" y="1"/>
                        <a:pt x="355" y="275"/>
                        <a:pt x="152" y="402"/>
                      </a:cubicBezTo>
                      <a:cubicBezTo>
                        <a:pt x="31" y="462"/>
                        <a:pt x="1" y="614"/>
                        <a:pt x="92" y="736"/>
                      </a:cubicBezTo>
                      <a:cubicBezTo>
                        <a:pt x="146" y="781"/>
                        <a:pt x="210" y="794"/>
                        <a:pt x="282" y="794"/>
                      </a:cubicBezTo>
                      <a:cubicBezTo>
                        <a:pt x="380" y="794"/>
                        <a:pt x="491" y="769"/>
                        <a:pt x="605" y="769"/>
                      </a:cubicBezTo>
                      <a:cubicBezTo>
                        <a:pt x="687" y="769"/>
                        <a:pt x="771" y="782"/>
                        <a:pt x="852" y="827"/>
                      </a:cubicBezTo>
                      <a:cubicBezTo>
                        <a:pt x="730" y="554"/>
                        <a:pt x="1216" y="219"/>
                        <a:pt x="882" y="37"/>
                      </a:cubicBezTo>
                      <a:cubicBezTo>
                        <a:pt x="836" y="12"/>
                        <a:pt x="792" y="1"/>
                        <a:pt x="7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431253" y="1069683"/>
                  <a:ext cx="22346" cy="38928"/>
                </a:xfrm>
                <a:custGeom>
                  <a:rect b="b" l="l" r="r" t="t"/>
                  <a:pathLst>
                    <a:path extrusionOk="0" h="1378" w="791">
                      <a:moveTo>
                        <a:pt x="583" y="0"/>
                      </a:moveTo>
                      <a:cubicBezTo>
                        <a:pt x="516" y="0"/>
                        <a:pt x="436" y="35"/>
                        <a:pt x="365" y="70"/>
                      </a:cubicBezTo>
                      <a:cubicBezTo>
                        <a:pt x="31" y="405"/>
                        <a:pt x="1" y="921"/>
                        <a:pt x="274" y="1286"/>
                      </a:cubicBezTo>
                      <a:cubicBezTo>
                        <a:pt x="335" y="1347"/>
                        <a:pt x="426" y="1377"/>
                        <a:pt x="517" y="1377"/>
                      </a:cubicBezTo>
                      <a:cubicBezTo>
                        <a:pt x="669" y="1317"/>
                        <a:pt x="639" y="1195"/>
                        <a:pt x="578" y="1073"/>
                      </a:cubicBezTo>
                      <a:cubicBezTo>
                        <a:pt x="396" y="800"/>
                        <a:pt x="335" y="587"/>
                        <a:pt x="700" y="374"/>
                      </a:cubicBezTo>
                      <a:cubicBezTo>
                        <a:pt x="791" y="313"/>
                        <a:pt x="760" y="161"/>
                        <a:pt x="700" y="70"/>
                      </a:cubicBezTo>
                      <a:cubicBezTo>
                        <a:pt x="674" y="19"/>
                        <a:pt x="632" y="0"/>
                        <a:pt x="5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795335" y="264088"/>
                  <a:ext cx="29211" cy="24493"/>
                </a:xfrm>
                <a:custGeom>
                  <a:rect b="b" l="l" r="r" t="t"/>
                  <a:pathLst>
                    <a:path extrusionOk="0" h="867" w="1034">
                      <a:moveTo>
                        <a:pt x="336" y="1"/>
                      </a:moveTo>
                      <a:cubicBezTo>
                        <a:pt x="305" y="1"/>
                        <a:pt x="274" y="5"/>
                        <a:pt x="244" y="15"/>
                      </a:cubicBezTo>
                      <a:cubicBezTo>
                        <a:pt x="31" y="76"/>
                        <a:pt x="152" y="319"/>
                        <a:pt x="92" y="471"/>
                      </a:cubicBezTo>
                      <a:cubicBezTo>
                        <a:pt x="0" y="593"/>
                        <a:pt x="0" y="745"/>
                        <a:pt x="92" y="867"/>
                      </a:cubicBezTo>
                      <a:cubicBezTo>
                        <a:pt x="396" y="806"/>
                        <a:pt x="669" y="623"/>
                        <a:pt x="912" y="411"/>
                      </a:cubicBezTo>
                      <a:cubicBezTo>
                        <a:pt x="1034" y="319"/>
                        <a:pt x="973" y="107"/>
                        <a:pt x="821" y="76"/>
                      </a:cubicBezTo>
                      <a:cubicBezTo>
                        <a:pt x="801" y="79"/>
                        <a:pt x="782" y="80"/>
                        <a:pt x="763" y="80"/>
                      </a:cubicBezTo>
                      <a:cubicBezTo>
                        <a:pt x="610" y="80"/>
                        <a:pt x="472" y="1"/>
                        <a:pt x="33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669963" y="399658"/>
                  <a:ext cx="13758" cy="39522"/>
                </a:xfrm>
                <a:custGeom>
                  <a:rect b="b" l="l" r="r" t="t"/>
                  <a:pathLst>
                    <a:path extrusionOk="0" h="1399" w="487">
                      <a:moveTo>
                        <a:pt x="323" y="1"/>
                      </a:moveTo>
                      <a:cubicBezTo>
                        <a:pt x="295" y="1"/>
                        <a:pt x="274" y="8"/>
                        <a:pt x="274" y="19"/>
                      </a:cubicBezTo>
                      <a:cubicBezTo>
                        <a:pt x="153" y="444"/>
                        <a:pt x="61" y="870"/>
                        <a:pt x="1" y="1326"/>
                      </a:cubicBezTo>
                      <a:cubicBezTo>
                        <a:pt x="1" y="1376"/>
                        <a:pt x="37" y="1399"/>
                        <a:pt x="86" y="1399"/>
                      </a:cubicBezTo>
                      <a:cubicBezTo>
                        <a:pt x="125" y="1399"/>
                        <a:pt x="172" y="1384"/>
                        <a:pt x="213" y="1356"/>
                      </a:cubicBezTo>
                      <a:cubicBezTo>
                        <a:pt x="365" y="961"/>
                        <a:pt x="457" y="505"/>
                        <a:pt x="487" y="80"/>
                      </a:cubicBezTo>
                      <a:cubicBezTo>
                        <a:pt x="448" y="22"/>
                        <a:pt x="373" y="1"/>
                        <a:pt x="32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708608" y="308835"/>
                  <a:ext cx="23222" cy="24973"/>
                </a:xfrm>
                <a:custGeom>
                  <a:rect b="b" l="l" r="r" t="t"/>
                  <a:pathLst>
                    <a:path extrusionOk="0" h="884" w="822">
                      <a:moveTo>
                        <a:pt x="410" y="0"/>
                      </a:moveTo>
                      <a:cubicBezTo>
                        <a:pt x="388" y="0"/>
                        <a:pt x="363" y="4"/>
                        <a:pt x="335" y="12"/>
                      </a:cubicBezTo>
                      <a:cubicBezTo>
                        <a:pt x="122" y="73"/>
                        <a:pt x="244" y="286"/>
                        <a:pt x="213" y="438"/>
                      </a:cubicBezTo>
                      <a:cubicBezTo>
                        <a:pt x="183" y="590"/>
                        <a:pt x="0" y="681"/>
                        <a:pt x="152" y="833"/>
                      </a:cubicBezTo>
                      <a:cubicBezTo>
                        <a:pt x="198" y="869"/>
                        <a:pt x="238" y="884"/>
                        <a:pt x="276" y="884"/>
                      </a:cubicBezTo>
                      <a:cubicBezTo>
                        <a:pt x="365" y="884"/>
                        <a:pt x="441" y="805"/>
                        <a:pt x="548" y="742"/>
                      </a:cubicBezTo>
                      <a:cubicBezTo>
                        <a:pt x="669" y="681"/>
                        <a:pt x="821" y="529"/>
                        <a:pt x="699" y="346"/>
                      </a:cubicBezTo>
                      <a:cubicBezTo>
                        <a:pt x="594" y="162"/>
                        <a:pt x="557" y="0"/>
                        <a:pt x="41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792058" y="740094"/>
                  <a:ext cx="31640" cy="21611"/>
                </a:xfrm>
                <a:custGeom>
                  <a:rect b="b" l="l" r="r" t="t"/>
                  <a:pathLst>
                    <a:path extrusionOk="0" h="765" w="1120">
                      <a:moveTo>
                        <a:pt x="193" y="1"/>
                      </a:moveTo>
                      <a:cubicBezTo>
                        <a:pt x="46" y="1"/>
                        <a:pt x="0" y="142"/>
                        <a:pt x="56" y="309"/>
                      </a:cubicBezTo>
                      <a:cubicBezTo>
                        <a:pt x="268" y="764"/>
                        <a:pt x="694" y="673"/>
                        <a:pt x="1119" y="764"/>
                      </a:cubicBezTo>
                      <a:cubicBezTo>
                        <a:pt x="1089" y="65"/>
                        <a:pt x="633" y="96"/>
                        <a:pt x="238" y="5"/>
                      </a:cubicBezTo>
                      <a:cubicBezTo>
                        <a:pt x="222" y="2"/>
                        <a:pt x="207" y="1"/>
                        <a:pt x="19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393483" y="391578"/>
                  <a:ext cx="5170" cy="12063"/>
                </a:xfrm>
                <a:custGeom>
                  <a:rect b="b" l="l" r="r" t="t"/>
                  <a:pathLst>
                    <a:path extrusionOk="0" h="427" w="183">
                      <a:moveTo>
                        <a:pt x="61" y="1"/>
                      </a:moveTo>
                      <a:lnTo>
                        <a:pt x="61" y="1"/>
                      </a:lnTo>
                      <a:cubicBezTo>
                        <a:pt x="31" y="123"/>
                        <a:pt x="31" y="275"/>
                        <a:pt x="0" y="427"/>
                      </a:cubicBezTo>
                      <a:cubicBezTo>
                        <a:pt x="183" y="275"/>
                        <a:pt x="183" y="183"/>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997122" y="368414"/>
                  <a:ext cx="18052" cy="32177"/>
                </a:xfrm>
                <a:custGeom>
                  <a:rect b="b" l="l" r="r" t="t"/>
                  <a:pathLst>
                    <a:path extrusionOk="0" h="1139" w="639">
                      <a:moveTo>
                        <a:pt x="152" y="0"/>
                      </a:moveTo>
                      <a:cubicBezTo>
                        <a:pt x="31" y="61"/>
                        <a:pt x="0" y="183"/>
                        <a:pt x="61" y="304"/>
                      </a:cubicBezTo>
                      <a:cubicBezTo>
                        <a:pt x="213" y="517"/>
                        <a:pt x="365" y="730"/>
                        <a:pt x="183" y="1003"/>
                      </a:cubicBezTo>
                      <a:cubicBezTo>
                        <a:pt x="183" y="1034"/>
                        <a:pt x="244" y="1125"/>
                        <a:pt x="274" y="1125"/>
                      </a:cubicBezTo>
                      <a:cubicBezTo>
                        <a:pt x="294" y="1135"/>
                        <a:pt x="314" y="1138"/>
                        <a:pt x="335" y="1138"/>
                      </a:cubicBezTo>
                      <a:cubicBezTo>
                        <a:pt x="375" y="1138"/>
                        <a:pt x="416" y="1125"/>
                        <a:pt x="456" y="1125"/>
                      </a:cubicBezTo>
                      <a:cubicBezTo>
                        <a:pt x="639" y="791"/>
                        <a:pt x="608" y="395"/>
                        <a:pt x="365" y="92"/>
                      </a:cubicBezTo>
                      <a:cubicBezTo>
                        <a:pt x="335" y="31"/>
                        <a:pt x="244" y="0"/>
                        <a:pt x="15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490493" y="790605"/>
                  <a:ext cx="24069" cy="26018"/>
                </a:xfrm>
                <a:custGeom>
                  <a:rect b="b" l="l" r="r" t="t"/>
                  <a:pathLst>
                    <a:path extrusionOk="0" h="921" w="852">
                      <a:moveTo>
                        <a:pt x="407" y="0"/>
                      </a:moveTo>
                      <a:cubicBezTo>
                        <a:pt x="385" y="0"/>
                        <a:pt x="361" y="3"/>
                        <a:pt x="335" y="10"/>
                      </a:cubicBezTo>
                      <a:cubicBezTo>
                        <a:pt x="92" y="101"/>
                        <a:pt x="244" y="314"/>
                        <a:pt x="183" y="466"/>
                      </a:cubicBezTo>
                      <a:cubicBezTo>
                        <a:pt x="122" y="587"/>
                        <a:pt x="1" y="709"/>
                        <a:pt x="153" y="861"/>
                      </a:cubicBezTo>
                      <a:cubicBezTo>
                        <a:pt x="196" y="904"/>
                        <a:pt x="236" y="920"/>
                        <a:pt x="275" y="920"/>
                      </a:cubicBezTo>
                      <a:cubicBezTo>
                        <a:pt x="373" y="920"/>
                        <a:pt x="461" y="814"/>
                        <a:pt x="548" y="770"/>
                      </a:cubicBezTo>
                      <a:cubicBezTo>
                        <a:pt x="639" y="679"/>
                        <a:pt x="852" y="527"/>
                        <a:pt x="700" y="344"/>
                      </a:cubicBezTo>
                      <a:cubicBezTo>
                        <a:pt x="619" y="209"/>
                        <a:pt x="586" y="0"/>
                        <a:pt x="4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655358" y="702438"/>
                  <a:ext cx="33533" cy="17374"/>
                </a:xfrm>
                <a:custGeom>
                  <a:rect b="b" l="l" r="r" t="t"/>
                  <a:pathLst>
                    <a:path extrusionOk="0" h="615" w="1187">
                      <a:moveTo>
                        <a:pt x="1095" y="0"/>
                      </a:moveTo>
                      <a:cubicBezTo>
                        <a:pt x="1095" y="31"/>
                        <a:pt x="1004" y="31"/>
                        <a:pt x="913" y="61"/>
                      </a:cubicBezTo>
                      <a:cubicBezTo>
                        <a:pt x="761" y="152"/>
                        <a:pt x="609" y="213"/>
                        <a:pt x="457" y="274"/>
                      </a:cubicBezTo>
                      <a:cubicBezTo>
                        <a:pt x="365" y="274"/>
                        <a:pt x="228" y="162"/>
                        <a:pt x="128" y="162"/>
                      </a:cubicBezTo>
                      <a:cubicBezTo>
                        <a:pt x="63" y="162"/>
                        <a:pt x="13" y="209"/>
                        <a:pt x="1" y="365"/>
                      </a:cubicBezTo>
                      <a:cubicBezTo>
                        <a:pt x="1" y="504"/>
                        <a:pt x="49" y="541"/>
                        <a:pt x="118" y="541"/>
                      </a:cubicBezTo>
                      <a:cubicBezTo>
                        <a:pt x="198" y="541"/>
                        <a:pt x="307" y="489"/>
                        <a:pt x="396" y="489"/>
                      </a:cubicBezTo>
                      <a:cubicBezTo>
                        <a:pt x="430" y="489"/>
                        <a:pt x="461" y="496"/>
                        <a:pt x="487" y="517"/>
                      </a:cubicBezTo>
                      <a:cubicBezTo>
                        <a:pt x="566" y="587"/>
                        <a:pt x="635" y="614"/>
                        <a:pt x="698" y="614"/>
                      </a:cubicBezTo>
                      <a:cubicBezTo>
                        <a:pt x="851" y="614"/>
                        <a:pt x="966" y="451"/>
                        <a:pt x="1095" y="365"/>
                      </a:cubicBezTo>
                      <a:cubicBezTo>
                        <a:pt x="1186" y="304"/>
                        <a:pt x="1156" y="243"/>
                        <a:pt x="10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816804" y="587801"/>
                  <a:ext cx="24069" cy="23928"/>
                </a:xfrm>
                <a:custGeom>
                  <a:rect b="b" l="l" r="r" t="t"/>
                  <a:pathLst>
                    <a:path extrusionOk="0" h="847" w="852">
                      <a:moveTo>
                        <a:pt x="608" y="0"/>
                      </a:moveTo>
                      <a:cubicBezTo>
                        <a:pt x="563" y="0"/>
                        <a:pt x="517" y="16"/>
                        <a:pt x="487" y="46"/>
                      </a:cubicBezTo>
                      <a:cubicBezTo>
                        <a:pt x="335" y="168"/>
                        <a:pt x="0" y="228"/>
                        <a:pt x="183" y="532"/>
                      </a:cubicBezTo>
                      <a:cubicBezTo>
                        <a:pt x="263" y="666"/>
                        <a:pt x="320" y="847"/>
                        <a:pt x="477" y="847"/>
                      </a:cubicBezTo>
                      <a:cubicBezTo>
                        <a:pt x="499" y="847"/>
                        <a:pt x="522" y="844"/>
                        <a:pt x="547" y="836"/>
                      </a:cubicBezTo>
                      <a:cubicBezTo>
                        <a:pt x="851" y="775"/>
                        <a:pt x="608" y="502"/>
                        <a:pt x="699" y="350"/>
                      </a:cubicBezTo>
                      <a:cubicBezTo>
                        <a:pt x="821" y="198"/>
                        <a:pt x="821" y="137"/>
                        <a:pt x="730" y="46"/>
                      </a:cubicBezTo>
                      <a:cubicBezTo>
                        <a:pt x="699" y="16"/>
                        <a:pt x="654" y="0"/>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809940" y="298213"/>
                  <a:ext cx="21470" cy="24803"/>
                </a:xfrm>
                <a:custGeom>
                  <a:rect b="b" l="l" r="r" t="t"/>
                  <a:pathLst>
                    <a:path extrusionOk="0" h="878" w="760">
                      <a:moveTo>
                        <a:pt x="583" y="1"/>
                      </a:moveTo>
                      <a:cubicBezTo>
                        <a:pt x="537" y="1"/>
                        <a:pt x="492" y="18"/>
                        <a:pt x="456" y="54"/>
                      </a:cubicBezTo>
                      <a:cubicBezTo>
                        <a:pt x="274" y="175"/>
                        <a:pt x="0" y="266"/>
                        <a:pt x="182" y="570"/>
                      </a:cubicBezTo>
                      <a:cubicBezTo>
                        <a:pt x="268" y="684"/>
                        <a:pt x="300" y="877"/>
                        <a:pt x="527" y="877"/>
                      </a:cubicBezTo>
                      <a:cubicBezTo>
                        <a:pt x="543" y="877"/>
                        <a:pt x="560" y="876"/>
                        <a:pt x="578" y="874"/>
                      </a:cubicBezTo>
                      <a:cubicBezTo>
                        <a:pt x="699" y="631"/>
                        <a:pt x="760" y="358"/>
                        <a:pt x="760" y="114"/>
                      </a:cubicBezTo>
                      <a:cubicBezTo>
                        <a:pt x="723" y="41"/>
                        <a:pt x="653" y="1"/>
                        <a:pt x="5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489645" y="928887"/>
                  <a:ext cx="23222" cy="24295"/>
                </a:xfrm>
                <a:custGeom>
                  <a:rect b="b" l="l" r="r" t="t"/>
                  <a:pathLst>
                    <a:path extrusionOk="0" h="860" w="822">
                      <a:moveTo>
                        <a:pt x="559" y="0"/>
                      </a:moveTo>
                      <a:cubicBezTo>
                        <a:pt x="477" y="0"/>
                        <a:pt x="398" y="57"/>
                        <a:pt x="335" y="100"/>
                      </a:cubicBezTo>
                      <a:cubicBezTo>
                        <a:pt x="244" y="161"/>
                        <a:pt x="0" y="282"/>
                        <a:pt x="122" y="465"/>
                      </a:cubicBezTo>
                      <a:cubicBezTo>
                        <a:pt x="213" y="677"/>
                        <a:pt x="274" y="860"/>
                        <a:pt x="517" y="860"/>
                      </a:cubicBezTo>
                      <a:cubicBezTo>
                        <a:pt x="760" y="738"/>
                        <a:pt x="548" y="525"/>
                        <a:pt x="639" y="404"/>
                      </a:cubicBezTo>
                      <a:cubicBezTo>
                        <a:pt x="730" y="252"/>
                        <a:pt x="821" y="161"/>
                        <a:pt x="669" y="39"/>
                      </a:cubicBezTo>
                      <a:cubicBezTo>
                        <a:pt x="632" y="11"/>
                        <a:pt x="595" y="0"/>
                        <a:pt x="5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779882" y="663312"/>
                  <a:ext cx="23193" cy="16102"/>
                </a:xfrm>
                <a:custGeom>
                  <a:rect b="b" l="l" r="r" t="t"/>
                  <a:pathLst>
                    <a:path extrusionOk="0" h="570" w="821">
                      <a:moveTo>
                        <a:pt x="575" y="0"/>
                      </a:moveTo>
                      <a:cubicBezTo>
                        <a:pt x="469" y="0"/>
                        <a:pt x="379" y="106"/>
                        <a:pt x="274" y="169"/>
                      </a:cubicBezTo>
                      <a:cubicBezTo>
                        <a:pt x="152" y="230"/>
                        <a:pt x="0" y="352"/>
                        <a:pt x="152" y="504"/>
                      </a:cubicBezTo>
                      <a:cubicBezTo>
                        <a:pt x="190" y="551"/>
                        <a:pt x="235" y="569"/>
                        <a:pt x="282" y="569"/>
                      </a:cubicBezTo>
                      <a:cubicBezTo>
                        <a:pt x="385" y="569"/>
                        <a:pt x="504" y="485"/>
                        <a:pt x="608" y="443"/>
                      </a:cubicBezTo>
                      <a:cubicBezTo>
                        <a:pt x="760" y="352"/>
                        <a:pt x="821" y="261"/>
                        <a:pt x="730" y="78"/>
                      </a:cubicBezTo>
                      <a:cubicBezTo>
                        <a:pt x="673" y="22"/>
                        <a:pt x="622" y="0"/>
                        <a:pt x="57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533432" y="375250"/>
                  <a:ext cx="20651" cy="26668"/>
                </a:xfrm>
                <a:custGeom>
                  <a:rect b="b" l="l" r="r" t="t"/>
                  <a:pathLst>
                    <a:path extrusionOk="0" h="944" w="731">
                      <a:moveTo>
                        <a:pt x="495" y="0"/>
                      </a:moveTo>
                      <a:cubicBezTo>
                        <a:pt x="454" y="0"/>
                        <a:pt x="410" y="10"/>
                        <a:pt x="365" y="32"/>
                      </a:cubicBezTo>
                      <a:cubicBezTo>
                        <a:pt x="1" y="153"/>
                        <a:pt x="1" y="305"/>
                        <a:pt x="274" y="944"/>
                      </a:cubicBezTo>
                      <a:cubicBezTo>
                        <a:pt x="289" y="929"/>
                        <a:pt x="312" y="921"/>
                        <a:pt x="335" y="921"/>
                      </a:cubicBezTo>
                      <a:cubicBezTo>
                        <a:pt x="358" y="921"/>
                        <a:pt x="381" y="929"/>
                        <a:pt x="396" y="944"/>
                      </a:cubicBezTo>
                      <a:cubicBezTo>
                        <a:pt x="730" y="792"/>
                        <a:pt x="517" y="427"/>
                        <a:pt x="669" y="184"/>
                      </a:cubicBezTo>
                      <a:cubicBezTo>
                        <a:pt x="715" y="92"/>
                        <a:pt x="622" y="0"/>
                        <a:pt x="4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435547" y="1016517"/>
                  <a:ext cx="22346" cy="16300"/>
                </a:xfrm>
                <a:custGeom>
                  <a:rect b="b" l="l" r="r" t="t"/>
                  <a:pathLst>
                    <a:path extrusionOk="0" h="577" w="791">
                      <a:moveTo>
                        <a:pt x="518" y="1"/>
                      </a:moveTo>
                      <a:cubicBezTo>
                        <a:pt x="383" y="1"/>
                        <a:pt x="296" y="148"/>
                        <a:pt x="153" y="220"/>
                      </a:cubicBezTo>
                      <a:cubicBezTo>
                        <a:pt x="61" y="311"/>
                        <a:pt x="1" y="433"/>
                        <a:pt x="122" y="524"/>
                      </a:cubicBezTo>
                      <a:cubicBezTo>
                        <a:pt x="182" y="561"/>
                        <a:pt x="236" y="576"/>
                        <a:pt x="286" y="576"/>
                      </a:cubicBezTo>
                      <a:cubicBezTo>
                        <a:pt x="438" y="576"/>
                        <a:pt x="547" y="433"/>
                        <a:pt x="639" y="341"/>
                      </a:cubicBezTo>
                      <a:cubicBezTo>
                        <a:pt x="791" y="220"/>
                        <a:pt x="760" y="159"/>
                        <a:pt x="639" y="37"/>
                      </a:cubicBezTo>
                      <a:cubicBezTo>
                        <a:pt x="594" y="12"/>
                        <a:pt x="554" y="1"/>
                        <a:pt x="5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491368" y="366690"/>
                  <a:ext cx="17204" cy="24916"/>
                </a:xfrm>
                <a:custGeom>
                  <a:rect b="b" l="l" r="r" t="t"/>
                  <a:pathLst>
                    <a:path extrusionOk="0" h="882" w="609">
                      <a:moveTo>
                        <a:pt x="426" y="1"/>
                      </a:moveTo>
                      <a:cubicBezTo>
                        <a:pt x="304" y="31"/>
                        <a:pt x="183" y="122"/>
                        <a:pt x="274" y="244"/>
                      </a:cubicBezTo>
                      <a:cubicBezTo>
                        <a:pt x="395" y="456"/>
                        <a:pt x="0" y="669"/>
                        <a:pt x="274" y="882"/>
                      </a:cubicBezTo>
                      <a:lnTo>
                        <a:pt x="426" y="882"/>
                      </a:lnTo>
                      <a:cubicBezTo>
                        <a:pt x="487" y="608"/>
                        <a:pt x="547" y="365"/>
                        <a:pt x="608" y="122"/>
                      </a:cubicBezTo>
                      <a:cubicBezTo>
                        <a:pt x="547" y="61"/>
                        <a:pt x="487" y="1"/>
                        <a:pt x="42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863162" y="253353"/>
                  <a:ext cx="7769" cy="2006"/>
                </a:xfrm>
                <a:custGeom>
                  <a:rect b="b" l="l" r="r" t="t"/>
                  <a:pathLst>
                    <a:path extrusionOk="0" h="71" w="275">
                      <a:moveTo>
                        <a:pt x="1" y="0"/>
                      </a:moveTo>
                      <a:cubicBezTo>
                        <a:pt x="36" y="35"/>
                        <a:pt x="81" y="71"/>
                        <a:pt x="136" y="71"/>
                      </a:cubicBezTo>
                      <a:cubicBezTo>
                        <a:pt x="177" y="71"/>
                        <a:pt x="223" y="52"/>
                        <a:pt x="2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533432" y="942701"/>
                  <a:ext cx="19775" cy="18250"/>
                </a:xfrm>
                <a:custGeom>
                  <a:rect b="b" l="l" r="r" t="t"/>
                  <a:pathLst>
                    <a:path extrusionOk="0" h="646" w="700">
                      <a:moveTo>
                        <a:pt x="278" y="1"/>
                      </a:moveTo>
                      <a:cubicBezTo>
                        <a:pt x="241" y="1"/>
                        <a:pt x="200" y="19"/>
                        <a:pt x="153" y="67"/>
                      </a:cubicBezTo>
                      <a:cubicBezTo>
                        <a:pt x="1" y="188"/>
                        <a:pt x="153" y="340"/>
                        <a:pt x="213" y="462"/>
                      </a:cubicBezTo>
                      <a:cubicBezTo>
                        <a:pt x="282" y="554"/>
                        <a:pt x="369" y="646"/>
                        <a:pt x="459" y="646"/>
                      </a:cubicBezTo>
                      <a:cubicBezTo>
                        <a:pt x="488" y="646"/>
                        <a:pt x="518" y="636"/>
                        <a:pt x="548" y="614"/>
                      </a:cubicBezTo>
                      <a:cubicBezTo>
                        <a:pt x="700" y="523"/>
                        <a:pt x="639" y="340"/>
                        <a:pt x="517" y="219"/>
                      </a:cubicBezTo>
                      <a:cubicBezTo>
                        <a:pt x="450" y="151"/>
                        <a:pt x="382" y="1"/>
                        <a:pt x="27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806493" y="365899"/>
                  <a:ext cx="21498" cy="15170"/>
                </a:xfrm>
                <a:custGeom>
                  <a:rect b="b" l="l" r="r" t="t"/>
                  <a:pathLst>
                    <a:path extrusionOk="0" h="537" w="761">
                      <a:moveTo>
                        <a:pt x="540" y="1"/>
                      </a:moveTo>
                      <a:cubicBezTo>
                        <a:pt x="383" y="1"/>
                        <a:pt x="249" y="121"/>
                        <a:pt x="152" y="241"/>
                      </a:cubicBezTo>
                      <a:cubicBezTo>
                        <a:pt x="61" y="302"/>
                        <a:pt x="1" y="454"/>
                        <a:pt x="183" y="515"/>
                      </a:cubicBezTo>
                      <a:cubicBezTo>
                        <a:pt x="224" y="530"/>
                        <a:pt x="261" y="537"/>
                        <a:pt x="296" y="537"/>
                      </a:cubicBezTo>
                      <a:cubicBezTo>
                        <a:pt x="468" y="537"/>
                        <a:pt x="573" y="373"/>
                        <a:pt x="700" y="272"/>
                      </a:cubicBezTo>
                      <a:cubicBezTo>
                        <a:pt x="760" y="181"/>
                        <a:pt x="730" y="89"/>
                        <a:pt x="669" y="29"/>
                      </a:cubicBezTo>
                      <a:cubicBezTo>
                        <a:pt x="625" y="9"/>
                        <a:pt x="581" y="1"/>
                        <a:pt x="5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575524" y="421325"/>
                  <a:ext cx="24916" cy="16555"/>
                </a:xfrm>
                <a:custGeom>
                  <a:rect b="b" l="l" r="r" t="t"/>
                  <a:pathLst>
                    <a:path extrusionOk="0" h="586" w="882">
                      <a:moveTo>
                        <a:pt x="596" y="1"/>
                      </a:moveTo>
                      <a:cubicBezTo>
                        <a:pt x="507" y="1"/>
                        <a:pt x="414" y="74"/>
                        <a:pt x="334" y="133"/>
                      </a:cubicBezTo>
                      <a:cubicBezTo>
                        <a:pt x="213" y="194"/>
                        <a:pt x="0" y="316"/>
                        <a:pt x="152" y="498"/>
                      </a:cubicBezTo>
                      <a:cubicBezTo>
                        <a:pt x="195" y="562"/>
                        <a:pt x="241" y="585"/>
                        <a:pt x="289" y="585"/>
                      </a:cubicBezTo>
                      <a:cubicBezTo>
                        <a:pt x="377" y="585"/>
                        <a:pt x="468" y="507"/>
                        <a:pt x="547" y="468"/>
                      </a:cubicBezTo>
                      <a:cubicBezTo>
                        <a:pt x="638" y="346"/>
                        <a:pt x="882" y="285"/>
                        <a:pt x="730" y="73"/>
                      </a:cubicBezTo>
                      <a:cubicBezTo>
                        <a:pt x="688" y="20"/>
                        <a:pt x="643" y="1"/>
                        <a:pt x="59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912966" y="519521"/>
                  <a:ext cx="23222" cy="18193"/>
                </a:xfrm>
                <a:custGeom>
                  <a:rect b="b" l="l" r="r" t="t"/>
                  <a:pathLst>
                    <a:path extrusionOk="0" h="644" w="822">
                      <a:moveTo>
                        <a:pt x="669" y="1"/>
                      </a:moveTo>
                      <a:lnTo>
                        <a:pt x="335" y="153"/>
                      </a:lnTo>
                      <a:cubicBezTo>
                        <a:pt x="244" y="274"/>
                        <a:pt x="1" y="366"/>
                        <a:pt x="183" y="578"/>
                      </a:cubicBezTo>
                      <a:cubicBezTo>
                        <a:pt x="221" y="626"/>
                        <a:pt x="259" y="644"/>
                        <a:pt x="298" y="644"/>
                      </a:cubicBezTo>
                      <a:cubicBezTo>
                        <a:pt x="381" y="644"/>
                        <a:pt x="464" y="559"/>
                        <a:pt x="548" y="518"/>
                      </a:cubicBezTo>
                      <a:cubicBezTo>
                        <a:pt x="669" y="457"/>
                        <a:pt x="730" y="366"/>
                        <a:pt x="821" y="274"/>
                      </a:cubicBezTo>
                      <a:lnTo>
                        <a:pt x="669"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511115" y="326322"/>
                  <a:ext cx="20623" cy="25792"/>
                </a:xfrm>
                <a:custGeom>
                  <a:rect b="b" l="l" r="r" t="t"/>
                  <a:pathLst>
                    <a:path extrusionOk="0" h="913" w="730">
                      <a:moveTo>
                        <a:pt x="608" y="1"/>
                      </a:moveTo>
                      <a:cubicBezTo>
                        <a:pt x="548" y="1"/>
                        <a:pt x="487" y="1"/>
                        <a:pt x="426" y="31"/>
                      </a:cubicBezTo>
                      <a:cubicBezTo>
                        <a:pt x="608" y="335"/>
                        <a:pt x="0" y="609"/>
                        <a:pt x="426" y="913"/>
                      </a:cubicBezTo>
                      <a:cubicBezTo>
                        <a:pt x="730" y="730"/>
                        <a:pt x="578" y="366"/>
                        <a:pt x="699" y="92"/>
                      </a:cubicBezTo>
                      <a:cubicBezTo>
                        <a:pt x="699" y="92"/>
                        <a:pt x="639" y="1"/>
                        <a:pt x="60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443287" y="302281"/>
                  <a:ext cx="1723" cy="1751"/>
                </a:xfrm>
                <a:custGeom>
                  <a:rect b="b" l="l" r="r" t="t"/>
                  <a:pathLst>
                    <a:path extrusionOk="0" h="62" w="61">
                      <a:moveTo>
                        <a:pt x="61" y="1"/>
                      </a:moveTo>
                      <a:cubicBezTo>
                        <a:pt x="30" y="31"/>
                        <a:pt x="0" y="31"/>
                        <a:pt x="0" y="62"/>
                      </a:cubicBezTo>
                      <a:lnTo>
                        <a:pt x="31" y="31"/>
                      </a:lnTo>
                      <a:cubicBezTo>
                        <a:pt x="31" y="31"/>
                        <a:pt x="60" y="2"/>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978223" y="433021"/>
                  <a:ext cx="12063" cy="10763"/>
                </a:xfrm>
                <a:custGeom>
                  <a:rect b="b" l="l" r="r" t="t"/>
                  <a:pathLst>
                    <a:path extrusionOk="0" h="381" w="427">
                      <a:moveTo>
                        <a:pt x="239" y="1"/>
                      </a:moveTo>
                      <a:cubicBezTo>
                        <a:pt x="199" y="1"/>
                        <a:pt x="158" y="18"/>
                        <a:pt x="122" y="54"/>
                      </a:cubicBezTo>
                      <a:cubicBezTo>
                        <a:pt x="31" y="84"/>
                        <a:pt x="1" y="175"/>
                        <a:pt x="61" y="267"/>
                      </a:cubicBezTo>
                      <a:cubicBezTo>
                        <a:pt x="80" y="340"/>
                        <a:pt x="143" y="380"/>
                        <a:pt x="210" y="380"/>
                      </a:cubicBezTo>
                      <a:cubicBezTo>
                        <a:pt x="254" y="380"/>
                        <a:pt x="299" y="363"/>
                        <a:pt x="335" y="327"/>
                      </a:cubicBezTo>
                      <a:cubicBezTo>
                        <a:pt x="396" y="267"/>
                        <a:pt x="426" y="175"/>
                        <a:pt x="396" y="115"/>
                      </a:cubicBezTo>
                      <a:cubicBezTo>
                        <a:pt x="359" y="41"/>
                        <a:pt x="300" y="1"/>
                        <a:pt x="23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961047" y="445676"/>
                  <a:ext cx="11187" cy="10340"/>
                </a:xfrm>
                <a:custGeom>
                  <a:rect b="b" l="l" r="r" t="t"/>
                  <a:pathLst>
                    <a:path extrusionOk="0" h="366" w="396">
                      <a:moveTo>
                        <a:pt x="183" y="1"/>
                      </a:moveTo>
                      <a:cubicBezTo>
                        <a:pt x="92" y="1"/>
                        <a:pt x="1" y="62"/>
                        <a:pt x="31" y="153"/>
                      </a:cubicBezTo>
                      <a:cubicBezTo>
                        <a:pt x="31" y="305"/>
                        <a:pt x="92" y="366"/>
                        <a:pt x="244" y="366"/>
                      </a:cubicBezTo>
                      <a:cubicBezTo>
                        <a:pt x="335" y="335"/>
                        <a:pt x="396" y="244"/>
                        <a:pt x="365" y="153"/>
                      </a:cubicBezTo>
                      <a:cubicBezTo>
                        <a:pt x="365" y="62"/>
                        <a:pt x="274" y="1"/>
                        <a:pt x="1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466452" y="785633"/>
                  <a:ext cx="11187" cy="10509"/>
                </a:xfrm>
                <a:custGeom>
                  <a:rect b="b" l="l" r="r" t="t"/>
                  <a:pathLst>
                    <a:path extrusionOk="0" h="372" w="396">
                      <a:moveTo>
                        <a:pt x="202" y="1"/>
                      </a:moveTo>
                      <a:cubicBezTo>
                        <a:pt x="148" y="1"/>
                        <a:pt x="99" y="27"/>
                        <a:pt x="62" y="64"/>
                      </a:cubicBezTo>
                      <a:cubicBezTo>
                        <a:pt x="1" y="125"/>
                        <a:pt x="1" y="216"/>
                        <a:pt x="62" y="308"/>
                      </a:cubicBezTo>
                      <a:cubicBezTo>
                        <a:pt x="99" y="345"/>
                        <a:pt x="148" y="371"/>
                        <a:pt x="202" y="371"/>
                      </a:cubicBezTo>
                      <a:cubicBezTo>
                        <a:pt x="235" y="371"/>
                        <a:pt x="270" y="361"/>
                        <a:pt x="305" y="338"/>
                      </a:cubicBezTo>
                      <a:cubicBezTo>
                        <a:pt x="396" y="277"/>
                        <a:pt x="396" y="95"/>
                        <a:pt x="305" y="34"/>
                      </a:cubicBezTo>
                      <a:cubicBezTo>
                        <a:pt x="270" y="11"/>
                        <a:pt x="235" y="1"/>
                        <a:pt x="20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1070967" y="339175"/>
                  <a:ext cx="18927" cy="15481"/>
                </a:xfrm>
                <a:custGeom>
                  <a:rect b="b" l="l" r="r" t="t"/>
                  <a:pathLst>
                    <a:path extrusionOk="0" h="548" w="670">
                      <a:moveTo>
                        <a:pt x="448" y="1"/>
                      </a:moveTo>
                      <a:cubicBezTo>
                        <a:pt x="407" y="1"/>
                        <a:pt x="367" y="11"/>
                        <a:pt x="335" y="32"/>
                      </a:cubicBezTo>
                      <a:cubicBezTo>
                        <a:pt x="183" y="123"/>
                        <a:pt x="0" y="184"/>
                        <a:pt x="31" y="427"/>
                      </a:cubicBezTo>
                      <a:cubicBezTo>
                        <a:pt x="57" y="518"/>
                        <a:pt x="99" y="548"/>
                        <a:pt x="148" y="548"/>
                      </a:cubicBezTo>
                      <a:cubicBezTo>
                        <a:pt x="215" y="548"/>
                        <a:pt x="295" y="493"/>
                        <a:pt x="365" y="458"/>
                      </a:cubicBezTo>
                      <a:cubicBezTo>
                        <a:pt x="517" y="397"/>
                        <a:pt x="669" y="275"/>
                        <a:pt x="639" y="93"/>
                      </a:cubicBezTo>
                      <a:cubicBezTo>
                        <a:pt x="599" y="34"/>
                        <a:pt x="522" y="1"/>
                        <a:pt x="44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474193" y="573930"/>
                  <a:ext cx="12035" cy="10933"/>
                </a:xfrm>
                <a:custGeom>
                  <a:rect b="b" l="l" r="r" t="t"/>
                  <a:pathLst>
                    <a:path extrusionOk="0" h="387" w="426">
                      <a:moveTo>
                        <a:pt x="207" y="0"/>
                      </a:moveTo>
                      <a:cubicBezTo>
                        <a:pt x="178" y="0"/>
                        <a:pt x="147" y="8"/>
                        <a:pt x="122" y="20"/>
                      </a:cubicBezTo>
                      <a:cubicBezTo>
                        <a:pt x="0" y="142"/>
                        <a:pt x="31" y="233"/>
                        <a:pt x="61" y="294"/>
                      </a:cubicBezTo>
                      <a:cubicBezTo>
                        <a:pt x="100" y="353"/>
                        <a:pt x="165" y="386"/>
                        <a:pt x="222" y="386"/>
                      </a:cubicBezTo>
                      <a:cubicBezTo>
                        <a:pt x="254" y="386"/>
                        <a:pt x="283" y="376"/>
                        <a:pt x="304" y="355"/>
                      </a:cubicBezTo>
                      <a:cubicBezTo>
                        <a:pt x="426" y="294"/>
                        <a:pt x="426" y="111"/>
                        <a:pt x="304" y="51"/>
                      </a:cubicBezTo>
                      <a:cubicBezTo>
                        <a:pt x="287" y="15"/>
                        <a:pt x="248" y="0"/>
                        <a:pt x="2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1284760" y="489915"/>
                  <a:ext cx="12063" cy="10791"/>
                </a:xfrm>
                <a:custGeom>
                  <a:rect b="b" l="l" r="r" t="t"/>
                  <a:pathLst>
                    <a:path extrusionOk="0" h="382" w="427">
                      <a:moveTo>
                        <a:pt x="246" y="1"/>
                      </a:moveTo>
                      <a:cubicBezTo>
                        <a:pt x="207" y="1"/>
                        <a:pt x="165" y="14"/>
                        <a:pt x="122" y="46"/>
                      </a:cubicBezTo>
                      <a:cubicBezTo>
                        <a:pt x="31" y="107"/>
                        <a:pt x="1" y="198"/>
                        <a:pt x="62" y="289"/>
                      </a:cubicBezTo>
                      <a:cubicBezTo>
                        <a:pt x="101" y="348"/>
                        <a:pt x="166" y="381"/>
                        <a:pt x="239" y="381"/>
                      </a:cubicBezTo>
                      <a:cubicBezTo>
                        <a:pt x="280" y="381"/>
                        <a:pt x="323" y="371"/>
                        <a:pt x="366" y="350"/>
                      </a:cubicBezTo>
                      <a:cubicBezTo>
                        <a:pt x="426" y="289"/>
                        <a:pt x="426" y="198"/>
                        <a:pt x="396" y="107"/>
                      </a:cubicBezTo>
                      <a:cubicBezTo>
                        <a:pt x="376" y="47"/>
                        <a:pt x="318" y="1"/>
                        <a:pt x="24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652787" y="388132"/>
                  <a:ext cx="12063" cy="10368"/>
                </a:xfrm>
                <a:custGeom>
                  <a:rect b="b" l="l" r="r" t="t"/>
                  <a:pathLst>
                    <a:path extrusionOk="0" h="367" w="427">
                      <a:moveTo>
                        <a:pt x="227" y="0"/>
                      </a:moveTo>
                      <a:cubicBezTo>
                        <a:pt x="191" y="0"/>
                        <a:pt x="155" y="10"/>
                        <a:pt x="122" y="32"/>
                      </a:cubicBezTo>
                      <a:cubicBezTo>
                        <a:pt x="31" y="93"/>
                        <a:pt x="1" y="184"/>
                        <a:pt x="61" y="245"/>
                      </a:cubicBezTo>
                      <a:cubicBezTo>
                        <a:pt x="82" y="326"/>
                        <a:pt x="156" y="366"/>
                        <a:pt x="230" y="366"/>
                      </a:cubicBezTo>
                      <a:cubicBezTo>
                        <a:pt x="267" y="366"/>
                        <a:pt x="305" y="356"/>
                        <a:pt x="335" y="336"/>
                      </a:cubicBezTo>
                      <a:cubicBezTo>
                        <a:pt x="396" y="275"/>
                        <a:pt x="426" y="184"/>
                        <a:pt x="396" y="93"/>
                      </a:cubicBezTo>
                      <a:cubicBezTo>
                        <a:pt x="357" y="34"/>
                        <a:pt x="292" y="0"/>
                        <a:pt x="22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479334" y="544663"/>
                  <a:ext cx="12910" cy="11074"/>
                </a:xfrm>
                <a:custGeom>
                  <a:rect b="b" l="l" r="r" t="t"/>
                  <a:pathLst>
                    <a:path extrusionOk="0" h="392" w="457">
                      <a:moveTo>
                        <a:pt x="219" y="0"/>
                      </a:moveTo>
                      <a:cubicBezTo>
                        <a:pt x="173" y="0"/>
                        <a:pt x="128" y="17"/>
                        <a:pt x="92" y="53"/>
                      </a:cubicBezTo>
                      <a:cubicBezTo>
                        <a:pt x="31" y="114"/>
                        <a:pt x="1" y="205"/>
                        <a:pt x="62" y="296"/>
                      </a:cubicBezTo>
                      <a:cubicBezTo>
                        <a:pt x="110" y="362"/>
                        <a:pt x="159" y="392"/>
                        <a:pt x="213" y="392"/>
                      </a:cubicBezTo>
                      <a:cubicBezTo>
                        <a:pt x="259" y="392"/>
                        <a:pt x="309" y="369"/>
                        <a:pt x="365" y="327"/>
                      </a:cubicBezTo>
                      <a:cubicBezTo>
                        <a:pt x="426" y="266"/>
                        <a:pt x="457" y="175"/>
                        <a:pt x="396" y="114"/>
                      </a:cubicBezTo>
                      <a:cubicBezTo>
                        <a:pt x="359" y="40"/>
                        <a:pt x="289" y="0"/>
                        <a:pt x="21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989382" y="449914"/>
                  <a:ext cx="12910" cy="11328"/>
                </a:xfrm>
                <a:custGeom>
                  <a:rect b="b" l="l" r="r" t="t"/>
                  <a:pathLst>
                    <a:path extrusionOk="0" h="401" w="457">
                      <a:moveTo>
                        <a:pt x="242" y="0"/>
                      </a:moveTo>
                      <a:cubicBezTo>
                        <a:pt x="208" y="0"/>
                        <a:pt x="176" y="10"/>
                        <a:pt x="153" y="33"/>
                      </a:cubicBezTo>
                      <a:cubicBezTo>
                        <a:pt x="31" y="94"/>
                        <a:pt x="1" y="246"/>
                        <a:pt x="92" y="337"/>
                      </a:cubicBezTo>
                      <a:cubicBezTo>
                        <a:pt x="130" y="375"/>
                        <a:pt x="179" y="401"/>
                        <a:pt x="232" y="401"/>
                      </a:cubicBezTo>
                      <a:cubicBezTo>
                        <a:pt x="265" y="401"/>
                        <a:pt x="300" y="391"/>
                        <a:pt x="335" y="368"/>
                      </a:cubicBezTo>
                      <a:cubicBezTo>
                        <a:pt x="426" y="307"/>
                        <a:pt x="457" y="155"/>
                        <a:pt x="396" y="64"/>
                      </a:cubicBezTo>
                      <a:cubicBezTo>
                        <a:pt x="358" y="26"/>
                        <a:pt x="298" y="0"/>
                        <a:pt x="24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537726" y="798910"/>
                  <a:ext cx="21498" cy="19153"/>
                </a:xfrm>
                <a:custGeom>
                  <a:rect b="b" l="l" r="r" t="t"/>
                  <a:pathLst>
                    <a:path extrusionOk="0" h="678" w="761">
                      <a:moveTo>
                        <a:pt x="283" y="1"/>
                      </a:moveTo>
                      <a:cubicBezTo>
                        <a:pt x="247" y="1"/>
                        <a:pt x="205" y="16"/>
                        <a:pt x="153" y="50"/>
                      </a:cubicBezTo>
                      <a:cubicBezTo>
                        <a:pt x="1" y="172"/>
                        <a:pt x="153" y="324"/>
                        <a:pt x="213" y="476"/>
                      </a:cubicBezTo>
                      <a:cubicBezTo>
                        <a:pt x="257" y="584"/>
                        <a:pt x="331" y="677"/>
                        <a:pt x="426" y="677"/>
                      </a:cubicBezTo>
                      <a:cubicBezTo>
                        <a:pt x="463" y="677"/>
                        <a:pt x="504" y="663"/>
                        <a:pt x="548" y="628"/>
                      </a:cubicBezTo>
                      <a:cubicBezTo>
                        <a:pt x="761" y="476"/>
                        <a:pt x="578" y="324"/>
                        <a:pt x="487" y="202"/>
                      </a:cubicBezTo>
                      <a:cubicBezTo>
                        <a:pt x="422" y="94"/>
                        <a:pt x="372" y="1"/>
                        <a:pt x="2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632193" y="733569"/>
                  <a:ext cx="20623" cy="18758"/>
                </a:xfrm>
                <a:custGeom>
                  <a:rect b="b" l="l" r="r" t="t"/>
                  <a:pathLst>
                    <a:path extrusionOk="0" h="664" w="730">
                      <a:moveTo>
                        <a:pt x="345" y="0"/>
                      </a:moveTo>
                      <a:cubicBezTo>
                        <a:pt x="309" y="0"/>
                        <a:pt x="265" y="16"/>
                        <a:pt x="213" y="53"/>
                      </a:cubicBezTo>
                      <a:cubicBezTo>
                        <a:pt x="0" y="144"/>
                        <a:pt x="122" y="296"/>
                        <a:pt x="213" y="388"/>
                      </a:cubicBezTo>
                      <a:cubicBezTo>
                        <a:pt x="262" y="486"/>
                        <a:pt x="311" y="664"/>
                        <a:pt x="457" y="664"/>
                      </a:cubicBezTo>
                      <a:cubicBezTo>
                        <a:pt x="491" y="664"/>
                        <a:pt x="531" y="654"/>
                        <a:pt x="578" y="631"/>
                      </a:cubicBezTo>
                      <a:cubicBezTo>
                        <a:pt x="730" y="509"/>
                        <a:pt x="669" y="388"/>
                        <a:pt x="578" y="236"/>
                      </a:cubicBezTo>
                      <a:cubicBezTo>
                        <a:pt x="509" y="144"/>
                        <a:pt x="457" y="0"/>
                        <a:pt x="34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995399" y="497176"/>
                  <a:ext cx="12910" cy="10452"/>
                </a:xfrm>
                <a:custGeom>
                  <a:rect b="b" l="l" r="r" t="t"/>
                  <a:pathLst>
                    <a:path extrusionOk="0" h="370" w="457">
                      <a:moveTo>
                        <a:pt x="248" y="0"/>
                      </a:moveTo>
                      <a:cubicBezTo>
                        <a:pt x="217" y="0"/>
                        <a:pt x="185" y="11"/>
                        <a:pt x="153" y="32"/>
                      </a:cubicBezTo>
                      <a:cubicBezTo>
                        <a:pt x="31" y="62"/>
                        <a:pt x="1" y="245"/>
                        <a:pt x="122" y="306"/>
                      </a:cubicBezTo>
                      <a:cubicBezTo>
                        <a:pt x="141" y="343"/>
                        <a:pt x="183" y="369"/>
                        <a:pt x="234" y="369"/>
                      </a:cubicBezTo>
                      <a:cubicBezTo>
                        <a:pt x="265" y="369"/>
                        <a:pt x="300" y="359"/>
                        <a:pt x="335" y="336"/>
                      </a:cubicBezTo>
                      <a:cubicBezTo>
                        <a:pt x="426" y="275"/>
                        <a:pt x="456" y="184"/>
                        <a:pt x="396" y="93"/>
                      </a:cubicBezTo>
                      <a:cubicBezTo>
                        <a:pt x="356" y="34"/>
                        <a:pt x="305" y="0"/>
                        <a:pt x="24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924125" y="559381"/>
                  <a:ext cx="11187" cy="10114"/>
                </a:xfrm>
                <a:custGeom>
                  <a:rect b="b" l="l" r="r" t="t"/>
                  <a:pathLst>
                    <a:path extrusionOk="0" h="358" w="396">
                      <a:moveTo>
                        <a:pt x="191" y="0"/>
                      </a:moveTo>
                      <a:cubicBezTo>
                        <a:pt x="159" y="0"/>
                        <a:pt x="125" y="7"/>
                        <a:pt x="92" y="19"/>
                      </a:cubicBezTo>
                      <a:cubicBezTo>
                        <a:pt x="31" y="79"/>
                        <a:pt x="1" y="171"/>
                        <a:pt x="62" y="262"/>
                      </a:cubicBezTo>
                      <a:cubicBezTo>
                        <a:pt x="94" y="327"/>
                        <a:pt x="144" y="357"/>
                        <a:pt x="198" y="357"/>
                      </a:cubicBezTo>
                      <a:cubicBezTo>
                        <a:pt x="244" y="357"/>
                        <a:pt x="293" y="334"/>
                        <a:pt x="335" y="292"/>
                      </a:cubicBezTo>
                      <a:cubicBezTo>
                        <a:pt x="396" y="231"/>
                        <a:pt x="396" y="110"/>
                        <a:pt x="335" y="79"/>
                      </a:cubicBezTo>
                      <a:cubicBezTo>
                        <a:pt x="297" y="22"/>
                        <a:pt x="246" y="0"/>
                        <a:pt x="19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839122" y="695573"/>
                  <a:ext cx="10340" cy="10311"/>
                </a:xfrm>
                <a:custGeom>
                  <a:rect b="b" l="l" r="r" t="t"/>
                  <a:pathLst>
                    <a:path extrusionOk="0" h="365" w="366">
                      <a:moveTo>
                        <a:pt x="213" y="0"/>
                      </a:moveTo>
                      <a:cubicBezTo>
                        <a:pt x="92" y="0"/>
                        <a:pt x="1" y="91"/>
                        <a:pt x="1" y="213"/>
                      </a:cubicBezTo>
                      <a:cubicBezTo>
                        <a:pt x="1" y="304"/>
                        <a:pt x="92" y="365"/>
                        <a:pt x="183" y="365"/>
                      </a:cubicBezTo>
                      <a:cubicBezTo>
                        <a:pt x="304" y="365"/>
                        <a:pt x="365" y="274"/>
                        <a:pt x="365" y="213"/>
                      </a:cubicBezTo>
                      <a:cubicBezTo>
                        <a:pt x="365" y="61"/>
                        <a:pt x="304" y="0"/>
                        <a:pt x="21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391760" y="900101"/>
                  <a:ext cx="11187" cy="10142"/>
                </a:xfrm>
                <a:custGeom>
                  <a:rect b="b" l="l" r="r" t="t"/>
                  <a:pathLst>
                    <a:path extrusionOk="0" h="359" w="396">
                      <a:moveTo>
                        <a:pt x="193" y="0"/>
                      </a:moveTo>
                      <a:cubicBezTo>
                        <a:pt x="171" y="0"/>
                        <a:pt x="147" y="8"/>
                        <a:pt x="122" y="25"/>
                      </a:cubicBezTo>
                      <a:cubicBezTo>
                        <a:pt x="31" y="55"/>
                        <a:pt x="0" y="146"/>
                        <a:pt x="31" y="237"/>
                      </a:cubicBezTo>
                      <a:cubicBezTo>
                        <a:pt x="51" y="318"/>
                        <a:pt x="125" y="359"/>
                        <a:pt x="200" y="359"/>
                      </a:cubicBezTo>
                      <a:cubicBezTo>
                        <a:pt x="237" y="359"/>
                        <a:pt x="274" y="349"/>
                        <a:pt x="304" y="329"/>
                      </a:cubicBezTo>
                      <a:cubicBezTo>
                        <a:pt x="365" y="268"/>
                        <a:pt x="396" y="177"/>
                        <a:pt x="365" y="116"/>
                      </a:cubicBezTo>
                      <a:cubicBezTo>
                        <a:pt x="299" y="50"/>
                        <a:pt x="249" y="0"/>
                        <a:pt x="19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978223" y="471412"/>
                  <a:ext cx="12063" cy="9944"/>
                </a:xfrm>
                <a:custGeom>
                  <a:rect b="b" l="l" r="r" t="t"/>
                  <a:pathLst>
                    <a:path extrusionOk="0" h="352" w="427">
                      <a:moveTo>
                        <a:pt x="218" y="1"/>
                      </a:moveTo>
                      <a:cubicBezTo>
                        <a:pt x="187" y="1"/>
                        <a:pt x="155" y="11"/>
                        <a:pt x="122" y="32"/>
                      </a:cubicBezTo>
                      <a:cubicBezTo>
                        <a:pt x="31" y="93"/>
                        <a:pt x="1" y="215"/>
                        <a:pt x="92" y="306"/>
                      </a:cubicBezTo>
                      <a:cubicBezTo>
                        <a:pt x="122" y="336"/>
                        <a:pt x="168" y="351"/>
                        <a:pt x="213" y="351"/>
                      </a:cubicBezTo>
                      <a:cubicBezTo>
                        <a:pt x="259" y="351"/>
                        <a:pt x="305" y="336"/>
                        <a:pt x="335" y="306"/>
                      </a:cubicBezTo>
                      <a:cubicBezTo>
                        <a:pt x="396" y="275"/>
                        <a:pt x="426" y="154"/>
                        <a:pt x="365" y="93"/>
                      </a:cubicBezTo>
                      <a:cubicBezTo>
                        <a:pt x="326" y="34"/>
                        <a:pt x="274" y="1"/>
                        <a:pt x="2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815929" y="569890"/>
                  <a:ext cx="12910" cy="10678"/>
                </a:xfrm>
                <a:custGeom>
                  <a:rect b="b" l="l" r="r" t="t"/>
                  <a:pathLst>
                    <a:path extrusionOk="0" h="378" w="457">
                      <a:moveTo>
                        <a:pt x="243" y="0"/>
                      </a:moveTo>
                      <a:cubicBezTo>
                        <a:pt x="225" y="0"/>
                        <a:pt x="205" y="4"/>
                        <a:pt x="183" y="11"/>
                      </a:cubicBezTo>
                      <a:cubicBezTo>
                        <a:pt x="62" y="42"/>
                        <a:pt x="1" y="194"/>
                        <a:pt x="92" y="285"/>
                      </a:cubicBezTo>
                      <a:cubicBezTo>
                        <a:pt x="112" y="344"/>
                        <a:pt x="169" y="377"/>
                        <a:pt x="224" y="377"/>
                      </a:cubicBezTo>
                      <a:cubicBezTo>
                        <a:pt x="254" y="377"/>
                        <a:pt x="283" y="367"/>
                        <a:pt x="305" y="346"/>
                      </a:cubicBezTo>
                      <a:cubicBezTo>
                        <a:pt x="396" y="285"/>
                        <a:pt x="457" y="224"/>
                        <a:pt x="396" y="133"/>
                      </a:cubicBezTo>
                      <a:cubicBezTo>
                        <a:pt x="350" y="40"/>
                        <a:pt x="303" y="0"/>
                        <a:pt x="24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930990" y="439829"/>
                  <a:ext cx="11215" cy="10311"/>
                </a:xfrm>
                <a:custGeom>
                  <a:rect b="b" l="l" r="r" t="t"/>
                  <a:pathLst>
                    <a:path extrusionOk="0" h="365" w="397">
                      <a:moveTo>
                        <a:pt x="183" y="0"/>
                      </a:moveTo>
                      <a:cubicBezTo>
                        <a:pt x="161" y="0"/>
                        <a:pt x="140" y="8"/>
                        <a:pt x="122" y="26"/>
                      </a:cubicBezTo>
                      <a:cubicBezTo>
                        <a:pt x="62" y="86"/>
                        <a:pt x="1" y="178"/>
                        <a:pt x="62" y="269"/>
                      </a:cubicBezTo>
                      <a:cubicBezTo>
                        <a:pt x="78" y="334"/>
                        <a:pt x="129" y="364"/>
                        <a:pt x="187" y="364"/>
                      </a:cubicBezTo>
                      <a:cubicBezTo>
                        <a:pt x="237" y="364"/>
                        <a:pt x="293" y="341"/>
                        <a:pt x="335" y="299"/>
                      </a:cubicBezTo>
                      <a:cubicBezTo>
                        <a:pt x="396" y="269"/>
                        <a:pt x="366" y="147"/>
                        <a:pt x="366" y="86"/>
                      </a:cubicBezTo>
                      <a:cubicBezTo>
                        <a:pt x="301" y="43"/>
                        <a:pt x="237"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889773" y="416156"/>
                  <a:ext cx="12063" cy="11102"/>
                </a:xfrm>
                <a:custGeom>
                  <a:rect b="b" l="l" r="r" t="t"/>
                  <a:pathLst>
                    <a:path extrusionOk="0" h="393" w="427">
                      <a:moveTo>
                        <a:pt x="240" y="1"/>
                      </a:moveTo>
                      <a:cubicBezTo>
                        <a:pt x="198" y="1"/>
                        <a:pt x="156" y="26"/>
                        <a:pt x="122" y="43"/>
                      </a:cubicBezTo>
                      <a:cubicBezTo>
                        <a:pt x="31" y="104"/>
                        <a:pt x="1" y="225"/>
                        <a:pt x="92" y="347"/>
                      </a:cubicBezTo>
                      <a:cubicBezTo>
                        <a:pt x="122" y="377"/>
                        <a:pt x="160" y="392"/>
                        <a:pt x="198" y="392"/>
                      </a:cubicBezTo>
                      <a:cubicBezTo>
                        <a:pt x="236" y="392"/>
                        <a:pt x="274" y="377"/>
                        <a:pt x="305" y="347"/>
                      </a:cubicBezTo>
                      <a:cubicBezTo>
                        <a:pt x="426" y="286"/>
                        <a:pt x="426" y="195"/>
                        <a:pt x="335" y="73"/>
                      </a:cubicBezTo>
                      <a:cubicBezTo>
                        <a:pt x="308" y="18"/>
                        <a:pt x="274" y="1"/>
                        <a:pt x="2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472469" y="665911"/>
                  <a:ext cx="12063" cy="10565"/>
                </a:xfrm>
                <a:custGeom>
                  <a:rect b="b" l="l" r="r" t="t"/>
                  <a:pathLst>
                    <a:path extrusionOk="0" h="374" w="427">
                      <a:moveTo>
                        <a:pt x="200" y="0"/>
                      </a:moveTo>
                      <a:cubicBezTo>
                        <a:pt x="163" y="0"/>
                        <a:pt x="125" y="13"/>
                        <a:pt x="92" y="47"/>
                      </a:cubicBezTo>
                      <a:cubicBezTo>
                        <a:pt x="1" y="108"/>
                        <a:pt x="1" y="199"/>
                        <a:pt x="61" y="260"/>
                      </a:cubicBezTo>
                      <a:cubicBezTo>
                        <a:pt x="80" y="333"/>
                        <a:pt x="143" y="374"/>
                        <a:pt x="210" y="374"/>
                      </a:cubicBezTo>
                      <a:cubicBezTo>
                        <a:pt x="254" y="374"/>
                        <a:pt x="299" y="357"/>
                        <a:pt x="335" y="321"/>
                      </a:cubicBezTo>
                      <a:cubicBezTo>
                        <a:pt x="426" y="260"/>
                        <a:pt x="396" y="169"/>
                        <a:pt x="365" y="77"/>
                      </a:cubicBezTo>
                      <a:cubicBezTo>
                        <a:pt x="327" y="39"/>
                        <a:pt x="264"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940453" y="266715"/>
                  <a:ext cx="12034" cy="10707"/>
                </a:xfrm>
                <a:custGeom>
                  <a:rect b="b" l="l" r="r" t="t"/>
                  <a:pathLst>
                    <a:path extrusionOk="0" h="379" w="426">
                      <a:moveTo>
                        <a:pt x="203" y="0"/>
                      </a:moveTo>
                      <a:cubicBezTo>
                        <a:pt x="169" y="0"/>
                        <a:pt x="132" y="14"/>
                        <a:pt x="91" y="44"/>
                      </a:cubicBezTo>
                      <a:cubicBezTo>
                        <a:pt x="31" y="105"/>
                        <a:pt x="0" y="196"/>
                        <a:pt x="61" y="257"/>
                      </a:cubicBezTo>
                      <a:cubicBezTo>
                        <a:pt x="81" y="338"/>
                        <a:pt x="156" y="378"/>
                        <a:pt x="230" y="378"/>
                      </a:cubicBezTo>
                      <a:cubicBezTo>
                        <a:pt x="267" y="378"/>
                        <a:pt x="304" y="368"/>
                        <a:pt x="335" y="348"/>
                      </a:cubicBezTo>
                      <a:cubicBezTo>
                        <a:pt x="395" y="287"/>
                        <a:pt x="426" y="196"/>
                        <a:pt x="365" y="135"/>
                      </a:cubicBezTo>
                      <a:cubicBezTo>
                        <a:pt x="324" y="54"/>
                        <a:pt x="270" y="0"/>
                        <a:pt x="20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641628" y="446524"/>
                  <a:ext cx="12910" cy="10424"/>
                </a:xfrm>
                <a:custGeom>
                  <a:rect b="b" l="l" r="r" t="t"/>
                  <a:pathLst>
                    <a:path extrusionOk="0" h="369" w="457">
                      <a:moveTo>
                        <a:pt x="196" y="0"/>
                      </a:moveTo>
                      <a:cubicBezTo>
                        <a:pt x="160" y="0"/>
                        <a:pt x="124" y="10"/>
                        <a:pt x="92" y="32"/>
                      </a:cubicBezTo>
                      <a:cubicBezTo>
                        <a:pt x="1" y="93"/>
                        <a:pt x="1" y="184"/>
                        <a:pt x="61" y="305"/>
                      </a:cubicBezTo>
                      <a:cubicBezTo>
                        <a:pt x="80" y="343"/>
                        <a:pt x="134" y="369"/>
                        <a:pt x="186" y="369"/>
                      </a:cubicBezTo>
                      <a:cubicBezTo>
                        <a:pt x="219" y="369"/>
                        <a:pt x="251" y="359"/>
                        <a:pt x="274" y="336"/>
                      </a:cubicBezTo>
                      <a:cubicBezTo>
                        <a:pt x="365" y="275"/>
                        <a:pt x="456" y="184"/>
                        <a:pt x="365" y="93"/>
                      </a:cubicBezTo>
                      <a:cubicBezTo>
                        <a:pt x="326" y="34"/>
                        <a:pt x="261" y="0"/>
                        <a:pt x="1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699173" y="343949"/>
                  <a:ext cx="12035" cy="10114"/>
                </a:xfrm>
                <a:custGeom>
                  <a:rect b="b" l="l" r="r" t="t"/>
                  <a:pathLst>
                    <a:path extrusionOk="0" h="358" w="426">
                      <a:moveTo>
                        <a:pt x="198" y="0"/>
                      </a:moveTo>
                      <a:cubicBezTo>
                        <a:pt x="160" y="0"/>
                        <a:pt x="122" y="15"/>
                        <a:pt x="91" y="46"/>
                      </a:cubicBezTo>
                      <a:cubicBezTo>
                        <a:pt x="0" y="106"/>
                        <a:pt x="0" y="198"/>
                        <a:pt x="61" y="289"/>
                      </a:cubicBezTo>
                      <a:cubicBezTo>
                        <a:pt x="91" y="334"/>
                        <a:pt x="144" y="357"/>
                        <a:pt x="201" y="357"/>
                      </a:cubicBezTo>
                      <a:cubicBezTo>
                        <a:pt x="258" y="357"/>
                        <a:pt x="319" y="334"/>
                        <a:pt x="365" y="289"/>
                      </a:cubicBezTo>
                      <a:cubicBezTo>
                        <a:pt x="426" y="198"/>
                        <a:pt x="365" y="106"/>
                        <a:pt x="304" y="46"/>
                      </a:cubicBezTo>
                      <a:cubicBezTo>
                        <a:pt x="274" y="15"/>
                        <a:pt x="236" y="0"/>
                        <a:pt x="19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66936" y="356238"/>
                  <a:ext cx="12035" cy="11130"/>
                </a:xfrm>
                <a:custGeom>
                  <a:rect b="b" l="l" r="r" t="t"/>
                  <a:pathLst>
                    <a:path extrusionOk="0" h="394" w="426">
                      <a:moveTo>
                        <a:pt x="238" y="0"/>
                      </a:moveTo>
                      <a:cubicBezTo>
                        <a:pt x="206" y="0"/>
                        <a:pt x="168" y="20"/>
                        <a:pt x="122" y="67"/>
                      </a:cubicBezTo>
                      <a:cubicBezTo>
                        <a:pt x="0" y="158"/>
                        <a:pt x="0" y="188"/>
                        <a:pt x="61" y="279"/>
                      </a:cubicBezTo>
                      <a:cubicBezTo>
                        <a:pt x="79" y="353"/>
                        <a:pt x="142" y="393"/>
                        <a:pt x="209" y="393"/>
                      </a:cubicBezTo>
                      <a:cubicBezTo>
                        <a:pt x="253" y="393"/>
                        <a:pt x="298" y="376"/>
                        <a:pt x="334" y="340"/>
                      </a:cubicBezTo>
                      <a:cubicBezTo>
                        <a:pt x="395" y="310"/>
                        <a:pt x="426" y="219"/>
                        <a:pt x="365" y="127"/>
                      </a:cubicBezTo>
                      <a:cubicBezTo>
                        <a:pt x="327" y="52"/>
                        <a:pt x="290" y="0"/>
                        <a:pt x="23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508544" y="270613"/>
                  <a:ext cx="10311" cy="10226"/>
                </a:xfrm>
                <a:custGeom>
                  <a:rect b="b" l="l" r="r" t="t"/>
                  <a:pathLst>
                    <a:path extrusionOk="0" h="362" w="365">
                      <a:moveTo>
                        <a:pt x="159" y="0"/>
                      </a:moveTo>
                      <a:cubicBezTo>
                        <a:pt x="122" y="0"/>
                        <a:pt x="88" y="17"/>
                        <a:pt x="61" y="58"/>
                      </a:cubicBezTo>
                      <a:cubicBezTo>
                        <a:pt x="0" y="149"/>
                        <a:pt x="0" y="240"/>
                        <a:pt x="31" y="271"/>
                      </a:cubicBezTo>
                      <a:cubicBezTo>
                        <a:pt x="61" y="332"/>
                        <a:pt x="114" y="362"/>
                        <a:pt x="171" y="362"/>
                      </a:cubicBezTo>
                      <a:cubicBezTo>
                        <a:pt x="228" y="362"/>
                        <a:pt x="289" y="332"/>
                        <a:pt x="335" y="271"/>
                      </a:cubicBezTo>
                      <a:cubicBezTo>
                        <a:pt x="365" y="210"/>
                        <a:pt x="365" y="119"/>
                        <a:pt x="304" y="58"/>
                      </a:cubicBezTo>
                      <a:cubicBezTo>
                        <a:pt x="254" y="25"/>
                        <a:pt x="204" y="0"/>
                        <a:pt x="1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740389" y="813713"/>
                  <a:ext cx="12035" cy="10453"/>
                </a:xfrm>
                <a:custGeom>
                  <a:rect b="b" l="l" r="r" t="t"/>
                  <a:pathLst>
                    <a:path extrusionOk="0" h="370" w="426">
                      <a:moveTo>
                        <a:pt x="224" y="1"/>
                      </a:moveTo>
                      <a:cubicBezTo>
                        <a:pt x="179" y="1"/>
                        <a:pt x="132" y="16"/>
                        <a:pt x="91" y="43"/>
                      </a:cubicBezTo>
                      <a:cubicBezTo>
                        <a:pt x="0" y="104"/>
                        <a:pt x="0" y="195"/>
                        <a:pt x="61" y="286"/>
                      </a:cubicBezTo>
                      <a:cubicBezTo>
                        <a:pt x="91" y="347"/>
                        <a:pt x="137" y="370"/>
                        <a:pt x="186" y="370"/>
                      </a:cubicBezTo>
                      <a:cubicBezTo>
                        <a:pt x="236" y="370"/>
                        <a:pt x="289" y="347"/>
                        <a:pt x="334" y="317"/>
                      </a:cubicBezTo>
                      <a:cubicBezTo>
                        <a:pt x="395" y="256"/>
                        <a:pt x="426" y="165"/>
                        <a:pt x="365" y="73"/>
                      </a:cubicBezTo>
                      <a:cubicBezTo>
                        <a:pt x="331" y="23"/>
                        <a:pt x="279" y="1"/>
                        <a:pt x="2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634764" y="976262"/>
                  <a:ext cx="12035" cy="10566"/>
                </a:xfrm>
                <a:custGeom>
                  <a:rect b="b" l="l" r="r" t="t"/>
                  <a:pathLst>
                    <a:path extrusionOk="0" h="374" w="426">
                      <a:moveTo>
                        <a:pt x="225" y="1"/>
                      </a:moveTo>
                      <a:cubicBezTo>
                        <a:pt x="192" y="1"/>
                        <a:pt x="157" y="11"/>
                        <a:pt x="122" y="34"/>
                      </a:cubicBezTo>
                      <a:cubicBezTo>
                        <a:pt x="31" y="64"/>
                        <a:pt x="0" y="186"/>
                        <a:pt x="61" y="247"/>
                      </a:cubicBezTo>
                      <a:cubicBezTo>
                        <a:pt x="118" y="322"/>
                        <a:pt x="174" y="374"/>
                        <a:pt x="237" y="374"/>
                      </a:cubicBezTo>
                      <a:cubicBezTo>
                        <a:pt x="277" y="374"/>
                        <a:pt x="319" y="354"/>
                        <a:pt x="365" y="307"/>
                      </a:cubicBezTo>
                      <a:cubicBezTo>
                        <a:pt x="426" y="247"/>
                        <a:pt x="426" y="125"/>
                        <a:pt x="365" y="64"/>
                      </a:cubicBezTo>
                      <a:cubicBezTo>
                        <a:pt x="328" y="27"/>
                        <a:pt x="278" y="1"/>
                        <a:pt x="22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1344875" y="462683"/>
                  <a:ext cx="17204" cy="17459"/>
                </a:xfrm>
                <a:custGeom>
                  <a:rect b="b" l="l" r="r" t="t"/>
                  <a:pathLst>
                    <a:path extrusionOk="0" h="618" w="609">
                      <a:moveTo>
                        <a:pt x="180" y="0"/>
                      </a:moveTo>
                      <a:cubicBezTo>
                        <a:pt x="101" y="0"/>
                        <a:pt x="39" y="86"/>
                        <a:pt x="1" y="220"/>
                      </a:cubicBezTo>
                      <a:cubicBezTo>
                        <a:pt x="31" y="280"/>
                        <a:pt x="61" y="372"/>
                        <a:pt x="122" y="432"/>
                      </a:cubicBezTo>
                      <a:cubicBezTo>
                        <a:pt x="165" y="518"/>
                        <a:pt x="222" y="618"/>
                        <a:pt x="305" y="618"/>
                      </a:cubicBezTo>
                      <a:cubicBezTo>
                        <a:pt x="341" y="618"/>
                        <a:pt x="381" y="599"/>
                        <a:pt x="426" y="554"/>
                      </a:cubicBezTo>
                      <a:cubicBezTo>
                        <a:pt x="609" y="402"/>
                        <a:pt x="457" y="220"/>
                        <a:pt x="335" y="98"/>
                      </a:cubicBezTo>
                      <a:cubicBezTo>
                        <a:pt x="278" y="30"/>
                        <a:pt x="226" y="0"/>
                        <a:pt x="18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1157693" y="564692"/>
                  <a:ext cx="11950" cy="9238"/>
                </a:xfrm>
                <a:custGeom>
                  <a:rect b="b" l="l" r="r" t="t"/>
                  <a:pathLst>
                    <a:path extrusionOk="0" h="327" w="423">
                      <a:moveTo>
                        <a:pt x="227" y="1"/>
                      </a:moveTo>
                      <a:cubicBezTo>
                        <a:pt x="189" y="1"/>
                        <a:pt x="149" y="16"/>
                        <a:pt x="122" y="43"/>
                      </a:cubicBezTo>
                      <a:cubicBezTo>
                        <a:pt x="31" y="74"/>
                        <a:pt x="0" y="195"/>
                        <a:pt x="61" y="256"/>
                      </a:cubicBezTo>
                      <a:cubicBezTo>
                        <a:pt x="78" y="306"/>
                        <a:pt x="115" y="326"/>
                        <a:pt x="158" y="326"/>
                      </a:cubicBezTo>
                      <a:cubicBezTo>
                        <a:pt x="271" y="326"/>
                        <a:pt x="423" y="184"/>
                        <a:pt x="335" y="74"/>
                      </a:cubicBezTo>
                      <a:cubicBezTo>
                        <a:pt x="318" y="23"/>
                        <a:pt x="274" y="1"/>
                        <a:pt x="22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1041756" y="581529"/>
                  <a:ext cx="11215" cy="10537"/>
                </a:xfrm>
                <a:custGeom>
                  <a:rect b="b" l="l" r="r" t="t"/>
                  <a:pathLst>
                    <a:path extrusionOk="0" h="373" w="397">
                      <a:moveTo>
                        <a:pt x="200" y="1"/>
                      </a:moveTo>
                      <a:cubicBezTo>
                        <a:pt x="174" y="1"/>
                        <a:pt x="147" y="9"/>
                        <a:pt x="123" y="25"/>
                      </a:cubicBezTo>
                      <a:cubicBezTo>
                        <a:pt x="31" y="86"/>
                        <a:pt x="1" y="146"/>
                        <a:pt x="1" y="238"/>
                      </a:cubicBezTo>
                      <a:cubicBezTo>
                        <a:pt x="41" y="319"/>
                        <a:pt x="95" y="373"/>
                        <a:pt x="172" y="373"/>
                      </a:cubicBezTo>
                      <a:cubicBezTo>
                        <a:pt x="210" y="373"/>
                        <a:pt x="254" y="359"/>
                        <a:pt x="305" y="329"/>
                      </a:cubicBezTo>
                      <a:cubicBezTo>
                        <a:pt x="335" y="298"/>
                        <a:pt x="396" y="207"/>
                        <a:pt x="366" y="146"/>
                      </a:cubicBezTo>
                      <a:cubicBezTo>
                        <a:pt x="343" y="57"/>
                        <a:pt x="272" y="1"/>
                        <a:pt x="2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675980" y="794475"/>
                  <a:ext cx="12910" cy="10565"/>
                </a:xfrm>
                <a:custGeom>
                  <a:rect b="b" l="l" r="r" t="t"/>
                  <a:pathLst>
                    <a:path extrusionOk="0" h="374" w="457">
                      <a:moveTo>
                        <a:pt x="217" y="0"/>
                      </a:moveTo>
                      <a:cubicBezTo>
                        <a:pt x="187" y="0"/>
                        <a:pt x="156" y="8"/>
                        <a:pt x="122" y="25"/>
                      </a:cubicBezTo>
                      <a:cubicBezTo>
                        <a:pt x="31" y="86"/>
                        <a:pt x="0" y="177"/>
                        <a:pt x="61" y="268"/>
                      </a:cubicBezTo>
                      <a:cubicBezTo>
                        <a:pt x="101" y="327"/>
                        <a:pt x="153" y="374"/>
                        <a:pt x="219" y="374"/>
                      </a:cubicBezTo>
                      <a:cubicBezTo>
                        <a:pt x="254" y="374"/>
                        <a:pt x="292" y="361"/>
                        <a:pt x="335" y="329"/>
                      </a:cubicBezTo>
                      <a:cubicBezTo>
                        <a:pt x="426" y="268"/>
                        <a:pt x="456" y="207"/>
                        <a:pt x="396" y="116"/>
                      </a:cubicBezTo>
                      <a:cubicBezTo>
                        <a:pt x="352" y="50"/>
                        <a:pt x="292"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450152" y="910892"/>
                  <a:ext cx="12035" cy="10537"/>
                </a:xfrm>
                <a:custGeom>
                  <a:rect b="b" l="l" r="r" t="t"/>
                  <a:pathLst>
                    <a:path extrusionOk="0" h="373" w="426">
                      <a:moveTo>
                        <a:pt x="194" y="0"/>
                      </a:moveTo>
                      <a:cubicBezTo>
                        <a:pt x="153" y="0"/>
                        <a:pt x="110" y="19"/>
                        <a:pt x="61" y="68"/>
                      </a:cubicBezTo>
                      <a:cubicBezTo>
                        <a:pt x="31" y="129"/>
                        <a:pt x="0" y="190"/>
                        <a:pt x="31" y="281"/>
                      </a:cubicBezTo>
                      <a:cubicBezTo>
                        <a:pt x="91" y="342"/>
                        <a:pt x="152" y="372"/>
                        <a:pt x="243" y="372"/>
                      </a:cubicBezTo>
                      <a:cubicBezTo>
                        <a:pt x="365" y="342"/>
                        <a:pt x="426" y="220"/>
                        <a:pt x="365" y="99"/>
                      </a:cubicBezTo>
                      <a:cubicBezTo>
                        <a:pt x="310" y="44"/>
                        <a:pt x="256" y="0"/>
                        <a:pt x="19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779006" y="646503"/>
                  <a:ext cx="12063" cy="10565"/>
                </a:xfrm>
                <a:custGeom>
                  <a:rect b="b" l="l" r="r" t="t"/>
                  <a:pathLst>
                    <a:path extrusionOk="0" h="374" w="427">
                      <a:moveTo>
                        <a:pt x="215" y="0"/>
                      </a:moveTo>
                      <a:cubicBezTo>
                        <a:pt x="153" y="0"/>
                        <a:pt x="94" y="31"/>
                        <a:pt x="62" y="96"/>
                      </a:cubicBezTo>
                      <a:cubicBezTo>
                        <a:pt x="1" y="156"/>
                        <a:pt x="1" y="248"/>
                        <a:pt x="62" y="308"/>
                      </a:cubicBezTo>
                      <a:cubicBezTo>
                        <a:pt x="104" y="351"/>
                        <a:pt x="159" y="373"/>
                        <a:pt x="213" y="373"/>
                      </a:cubicBezTo>
                      <a:cubicBezTo>
                        <a:pt x="274" y="373"/>
                        <a:pt x="333" y="343"/>
                        <a:pt x="366" y="278"/>
                      </a:cubicBezTo>
                      <a:cubicBezTo>
                        <a:pt x="426" y="217"/>
                        <a:pt x="426" y="126"/>
                        <a:pt x="366" y="65"/>
                      </a:cubicBezTo>
                      <a:cubicBezTo>
                        <a:pt x="323" y="23"/>
                        <a:pt x="268" y="0"/>
                        <a:pt x="21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680274" y="370561"/>
                  <a:ext cx="10340" cy="9746"/>
                </a:xfrm>
                <a:custGeom>
                  <a:rect b="b" l="l" r="r" t="t"/>
                  <a:pathLst>
                    <a:path extrusionOk="0" h="345" w="366">
                      <a:moveTo>
                        <a:pt x="183" y="0"/>
                      </a:moveTo>
                      <a:cubicBezTo>
                        <a:pt x="137" y="0"/>
                        <a:pt x="92" y="16"/>
                        <a:pt x="61" y="46"/>
                      </a:cubicBezTo>
                      <a:cubicBezTo>
                        <a:pt x="0" y="107"/>
                        <a:pt x="0" y="198"/>
                        <a:pt x="31" y="259"/>
                      </a:cubicBezTo>
                      <a:cubicBezTo>
                        <a:pt x="66" y="312"/>
                        <a:pt x="132" y="344"/>
                        <a:pt x="193" y="344"/>
                      </a:cubicBezTo>
                      <a:cubicBezTo>
                        <a:pt x="237" y="344"/>
                        <a:pt x="279" y="327"/>
                        <a:pt x="304" y="289"/>
                      </a:cubicBezTo>
                      <a:cubicBezTo>
                        <a:pt x="365" y="198"/>
                        <a:pt x="365" y="107"/>
                        <a:pt x="304" y="46"/>
                      </a:cubicBezTo>
                      <a:cubicBezTo>
                        <a:pt x="274" y="16"/>
                        <a:pt x="228"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392607" y="567291"/>
                  <a:ext cx="11187" cy="10227"/>
                </a:xfrm>
                <a:custGeom>
                  <a:rect b="b" l="l" r="r" t="t"/>
                  <a:pathLst>
                    <a:path extrusionOk="0" h="362" w="396">
                      <a:moveTo>
                        <a:pt x="217" y="0"/>
                      </a:moveTo>
                      <a:cubicBezTo>
                        <a:pt x="183" y="0"/>
                        <a:pt x="150" y="15"/>
                        <a:pt x="122" y="42"/>
                      </a:cubicBezTo>
                      <a:cubicBezTo>
                        <a:pt x="1" y="103"/>
                        <a:pt x="1" y="255"/>
                        <a:pt x="122" y="316"/>
                      </a:cubicBezTo>
                      <a:cubicBezTo>
                        <a:pt x="153" y="346"/>
                        <a:pt x="191" y="362"/>
                        <a:pt x="229" y="362"/>
                      </a:cubicBezTo>
                      <a:cubicBezTo>
                        <a:pt x="267" y="362"/>
                        <a:pt x="305" y="346"/>
                        <a:pt x="335" y="316"/>
                      </a:cubicBezTo>
                      <a:cubicBezTo>
                        <a:pt x="396" y="225"/>
                        <a:pt x="396" y="134"/>
                        <a:pt x="335" y="73"/>
                      </a:cubicBezTo>
                      <a:cubicBezTo>
                        <a:pt x="302" y="23"/>
                        <a:pt x="259"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541172" y="336944"/>
                  <a:ext cx="12035" cy="9549"/>
                </a:xfrm>
                <a:custGeom>
                  <a:rect b="b" l="l" r="r" t="t"/>
                  <a:pathLst>
                    <a:path extrusionOk="0" h="338" w="426">
                      <a:moveTo>
                        <a:pt x="200" y="0"/>
                      </a:moveTo>
                      <a:cubicBezTo>
                        <a:pt x="172" y="0"/>
                        <a:pt x="147" y="7"/>
                        <a:pt x="122" y="20"/>
                      </a:cubicBezTo>
                      <a:cubicBezTo>
                        <a:pt x="0" y="81"/>
                        <a:pt x="0" y="233"/>
                        <a:pt x="122" y="324"/>
                      </a:cubicBezTo>
                      <a:cubicBezTo>
                        <a:pt x="132" y="334"/>
                        <a:pt x="149" y="338"/>
                        <a:pt x="170" y="338"/>
                      </a:cubicBezTo>
                      <a:cubicBezTo>
                        <a:pt x="213" y="338"/>
                        <a:pt x="274" y="324"/>
                        <a:pt x="335" y="324"/>
                      </a:cubicBezTo>
                      <a:cubicBezTo>
                        <a:pt x="365" y="202"/>
                        <a:pt x="426" y="142"/>
                        <a:pt x="335" y="50"/>
                      </a:cubicBezTo>
                      <a:cubicBezTo>
                        <a:pt x="281" y="15"/>
                        <a:pt x="238"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523121" y="352961"/>
                  <a:ext cx="904" cy="28"/>
                </a:xfrm>
                <a:custGeom>
                  <a:rect b="b" l="l" r="r" t="t"/>
                  <a:pathLst>
                    <a:path extrusionOk="0" h="1" w="32">
                      <a:moveTo>
                        <a:pt x="1" y="0"/>
                      </a:moveTo>
                      <a:lnTo>
                        <a:pt x="31" y="0"/>
                      </a:lnTo>
                      <a:lnTo>
                        <a:pt x="31" y="0"/>
                      </a:lnTo>
                      <a:lnTo>
                        <a:pt x="31" y="0"/>
                      </a:lnTo>
                      <a:lnTo>
                        <a:pt x="31"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514533" y="352961"/>
                  <a:ext cx="14634" cy="12063"/>
                </a:xfrm>
                <a:custGeom>
                  <a:rect b="b" l="l" r="r" t="t"/>
                  <a:pathLst>
                    <a:path extrusionOk="0" h="427" w="518">
                      <a:moveTo>
                        <a:pt x="305" y="0"/>
                      </a:moveTo>
                      <a:cubicBezTo>
                        <a:pt x="153" y="61"/>
                        <a:pt x="1" y="122"/>
                        <a:pt x="92" y="335"/>
                      </a:cubicBezTo>
                      <a:cubicBezTo>
                        <a:pt x="112" y="393"/>
                        <a:pt x="157" y="427"/>
                        <a:pt x="211" y="427"/>
                      </a:cubicBezTo>
                      <a:cubicBezTo>
                        <a:pt x="240" y="427"/>
                        <a:pt x="273" y="417"/>
                        <a:pt x="305" y="395"/>
                      </a:cubicBezTo>
                      <a:cubicBezTo>
                        <a:pt x="518" y="274"/>
                        <a:pt x="366" y="122"/>
                        <a:pt x="30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1314761" y="496695"/>
                  <a:ext cx="11243" cy="9012"/>
                </a:xfrm>
                <a:custGeom>
                  <a:rect b="b" l="l" r="r" t="t"/>
                  <a:pathLst>
                    <a:path extrusionOk="0" h="319" w="398">
                      <a:moveTo>
                        <a:pt x="231" y="0"/>
                      </a:moveTo>
                      <a:cubicBezTo>
                        <a:pt x="203" y="0"/>
                        <a:pt x="177" y="8"/>
                        <a:pt x="155" y="19"/>
                      </a:cubicBezTo>
                      <a:cubicBezTo>
                        <a:pt x="0" y="70"/>
                        <a:pt x="108" y="319"/>
                        <a:pt x="237" y="319"/>
                      </a:cubicBezTo>
                      <a:cubicBezTo>
                        <a:pt x="260" y="319"/>
                        <a:pt x="284" y="311"/>
                        <a:pt x="307" y="292"/>
                      </a:cubicBezTo>
                      <a:cubicBezTo>
                        <a:pt x="398" y="231"/>
                        <a:pt x="398" y="140"/>
                        <a:pt x="368" y="79"/>
                      </a:cubicBezTo>
                      <a:cubicBezTo>
                        <a:pt x="329" y="22"/>
                        <a:pt x="278" y="0"/>
                        <a:pt x="23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712026" y="641108"/>
                  <a:ext cx="12910" cy="10735"/>
                </a:xfrm>
                <a:custGeom>
                  <a:rect b="b" l="l" r="r" t="t"/>
                  <a:pathLst>
                    <a:path extrusionOk="0" h="380" w="457">
                      <a:moveTo>
                        <a:pt x="314" y="1"/>
                      </a:moveTo>
                      <a:cubicBezTo>
                        <a:pt x="282" y="1"/>
                        <a:pt x="217" y="22"/>
                        <a:pt x="153" y="44"/>
                      </a:cubicBezTo>
                      <a:cubicBezTo>
                        <a:pt x="62" y="44"/>
                        <a:pt x="1" y="135"/>
                        <a:pt x="31" y="226"/>
                      </a:cubicBezTo>
                      <a:cubicBezTo>
                        <a:pt x="77" y="294"/>
                        <a:pt x="123" y="380"/>
                        <a:pt x="207" y="380"/>
                      </a:cubicBezTo>
                      <a:cubicBezTo>
                        <a:pt x="235" y="380"/>
                        <a:pt x="267" y="370"/>
                        <a:pt x="305" y="347"/>
                      </a:cubicBezTo>
                      <a:cubicBezTo>
                        <a:pt x="457" y="256"/>
                        <a:pt x="396" y="195"/>
                        <a:pt x="335" y="13"/>
                      </a:cubicBezTo>
                      <a:cubicBezTo>
                        <a:pt x="335" y="4"/>
                        <a:pt x="328" y="1"/>
                        <a:pt x="3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399472" y="856850"/>
                  <a:ext cx="12063" cy="9775"/>
                </a:xfrm>
                <a:custGeom>
                  <a:rect b="b" l="l" r="r" t="t"/>
                  <a:pathLst>
                    <a:path extrusionOk="0" h="346" w="427">
                      <a:moveTo>
                        <a:pt x="237" y="1"/>
                      </a:moveTo>
                      <a:cubicBezTo>
                        <a:pt x="206" y="1"/>
                        <a:pt x="177" y="5"/>
                        <a:pt x="153" y="5"/>
                      </a:cubicBezTo>
                      <a:cubicBezTo>
                        <a:pt x="62" y="36"/>
                        <a:pt x="1" y="127"/>
                        <a:pt x="62" y="218"/>
                      </a:cubicBezTo>
                      <a:cubicBezTo>
                        <a:pt x="88" y="271"/>
                        <a:pt x="160" y="346"/>
                        <a:pt x="218" y="346"/>
                      </a:cubicBezTo>
                      <a:cubicBezTo>
                        <a:pt x="227" y="346"/>
                        <a:pt x="236" y="344"/>
                        <a:pt x="244" y="340"/>
                      </a:cubicBezTo>
                      <a:cubicBezTo>
                        <a:pt x="366" y="309"/>
                        <a:pt x="426" y="188"/>
                        <a:pt x="366" y="66"/>
                      </a:cubicBezTo>
                      <a:cubicBezTo>
                        <a:pt x="329" y="11"/>
                        <a:pt x="282" y="1"/>
                        <a:pt x="2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665669" y="557602"/>
                  <a:ext cx="12910" cy="10255"/>
                </a:xfrm>
                <a:custGeom>
                  <a:rect b="b" l="l" r="r" t="t"/>
                  <a:pathLst>
                    <a:path extrusionOk="0" h="363" w="457">
                      <a:moveTo>
                        <a:pt x="262" y="1"/>
                      </a:moveTo>
                      <a:cubicBezTo>
                        <a:pt x="228" y="1"/>
                        <a:pt x="190" y="8"/>
                        <a:pt x="153" y="21"/>
                      </a:cubicBezTo>
                      <a:cubicBezTo>
                        <a:pt x="1" y="112"/>
                        <a:pt x="61" y="234"/>
                        <a:pt x="122" y="294"/>
                      </a:cubicBezTo>
                      <a:cubicBezTo>
                        <a:pt x="153" y="340"/>
                        <a:pt x="198" y="363"/>
                        <a:pt x="244" y="363"/>
                      </a:cubicBezTo>
                      <a:cubicBezTo>
                        <a:pt x="289" y="363"/>
                        <a:pt x="335" y="340"/>
                        <a:pt x="365" y="294"/>
                      </a:cubicBezTo>
                      <a:cubicBezTo>
                        <a:pt x="457" y="234"/>
                        <a:pt x="457" y="112"/>
                        <a:pt x="365" y="51"/>
                      </a:cubicBezTo>
                      <a:cubicBezTo>
                        <a:pt x="348" y="16"/>
                        <a:pt x="309" y="1"/>
                        <a:pt x="26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7" name="Google Shape;157;p2"/>
            <p:cNvSpPr/>
            <p:nvPr/>
          </p:nvSpPr>
          <p:spPr>
            <a:xfrm rot="-2684652">
              <a:off x="665705" y="4254344"/>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rot="10200">
              <a:off x="5756924" y="75995"/>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flipH="1" rot="5400000">
              <a:off x="901257" y="-39922"/>
              <a:ext cx="389587" cy="765631"/>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 name="Google Shape;160;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1" name="Shape 161"/>
        <p:cNvGrpSpPr/>
        <p:nvPr/>
      </p:nvGrpSpPr>
      <p:grpSpPr>
        <a:xfrm>
          <a:off x="0" y="0"/>
          <a:ext cx="0" cy="0"/>
          <a:chOff x="0" y="0"/>
          <a:chExt cx="0" cy="0"/>
        </a:xfrm>
      </p:grpSpPr>
      <p:pic>
        <p:nvPicPr>
          <p:cNvPr id="162" name="Google Shape;162;p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63" name="Google Shape;163;p3"/>
          <p:cNvSpPr txBox="1"/>
          <p:nvPr>
            <p:ph type="title"/>
          </p:nvPr>
        </p:nvSpPr>
        <p:spPr>
          <a:xfrm>
            <a:off x="4047175" y="2415775"/>
            <a:ext cx="43836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4" name="Google Shape;164;p3"/>
          <p:cNvSpPr txBox="1"/>
          <p:nvPr>
            <p:ph hasCustomPrompt="1" idx="2" type="title"/>
          </p:nvPr>
        </p:nvSpPr>
        <p:spPr>
          <a:xfrm>
            <a:off x="5490775" y="1192625"/>
            <a:ext cx="1496400" cy="1084800"/>
          </a:xfrm>
          <a:prstGeom prst="rect">
            <a:avLst/>
          </a:prstGeom>
          <a:solidFill>
            <a:schemeClr val="dk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7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65" name="Google Shape;165;p3"/>
          <p:cNvSpPr/>
          <p:nvPr>
            <p:ph idx="3" type="pic"/>
          </p:nvPr>
        </p:nvSpPr>
        <p:spPr>
          <a:xfrm>
            <a:off x="713225" y="539500"/>
            <a:ext cx="3207300" cy="4064400"/>
          </a:xfrm>
          <a:prstGeom prst="rect">
            <a:avLst/>
          </a:prstGeom>
          <a:noFill/>
          <a:ln>
            <a:noFill/>
          </a:ln>
        </p:spPr>
      </p:sp>
      <p:grpSp>
        <p:nvGrpSpPr>
          <p:cNvPr id="166" name="Google Shape;166;p3"/>
          <p:cNvGrpSpPr/>
          <p:nvPr/>
        </p:nvGrpSpPr>
        <p:grpSpPr>
          <a:xfrm>
            <a:off x="6005248" y="-2484787"/>
            <a:ext cx="4506578" cy="9238261"/>
            <a:chOff x="6005248" y="-2484787"/>
            <a:chExt cx="4506578" cy="9238261"/>
          </a:xfrm>
        </p:grpSpPr>
        <p:grpSp>
          <p:nvGrpSpPr>
            <p:cNvPr id="167" name="Google Shape;167;p3"/>
            <p:cNvGrpSpPr/>
            <p:nvPr/>
          </p:nvGrpSpPr>
          <p:grpSpPr>
            <a:xfrm flipH="1" rot="-1709548">
              <a:off x="6988748" y="-1943222"/>
              <a:ext cx="3010347" cy="2913940"/>
              <a:chOff x="-1614876" y="-1008200"/>
              <a:chExt cx="3010620" cy="2914205"/>
            </a:xfrm>
          </p:grpSpPr>
          <p:sp>
            <p:nvSpPr>
              <p:cNvPr id="168" name="Google Shape;168;p3"/>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3"/>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70" name="Google Shape;170;p3"/>
            <p:cNvSpPr/>
            <p:nvPr/>
          </p:nvSpPr>
          <p:spPr>
            <a:xfrm rot="-5400000">
              <a:off x="7558874" y="28678"/>
              <a:ext cx="389587" cy="765631"/>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1" name="Google Shape;171;p3"/>
            <p:cNvGrpSpPr/>
            <p:nvPr/>
          </p:nvGrpSpPr>
          <p:grpSpPr>
            <a:xfrm>
              <a:off x="6005248" y="4718299"/>
              <a:ext cx="3207340" cy="2035175"/>
              <a:chOff x="259388" y="4604000"/>
              <a:chExt cx="1617663" cy="2035175"/>
            </a:xfrm>
          </p:grpSpPr>
          <p:sp>
            <p:nvSpPr>
              <p:cNvPr id="172" name="Google Shape;172;p3"/>
              <p:cNvSpPr/>
              <p:nvPr/>
            </p:nvSpPr>
            <p:spPr>
              <a:xfrm>
                <a:off x="259388" y="4604000"/>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1134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3"/>
              <p:cNvSpPr/>
              <p:nvPr/>
            </p:nvSpPr>
            <p:spPr>
              <a:xfrm>
                <a:off x="259388" y="4670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2"/>
              </a:solidFill>
              <a:ln>
                <a:noFill/>
              </a:ln>
              <a:effectLst>
                <a:outerShdw blurRad="57150" rotWithShape="0" algn="bl" dir="7740000" dist="28575">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74" name="Google Shape;174;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pic>
        <p:nvPicPr>
          <p:cNvPr id="176" name="Google Shape;176;p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77" name="Google Shape;177;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178" name="Google Shape;178;p4"/>
          <p:cNvSpPr txBox="1"/>
          <p:nvPr>
            <p:ph idx="1" type="body"/>
          </p:nvPr>
        </p:nvSpPr>
        <p:spPr>
          <a:xfrm>
            <a:off x="720000" y="1178250"/>
            <a:ext cx="7704000" cy="3555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179" name="Google Shape;179;p4"/>
          <p:cNvGrpSpPr/>
          <p:nvPr/>
        </p:nvGrpSpPr>
        <p:grpSpPr>
          <a:xfrm>
            <a:off x="-303583" y="-459034"/>
            <a:ext cx="9689484" cy="6488322"/>
            <a:chOff x="-303583" y="-459034"/>
            <a:chExt cx="9689484" cy="6488322"/>
          </a:xfrm>
        </p:grpSpPr>
        <p:grpSp>
          <p:nvGrpSpPr>
            <p:cNvPr id="180" name="Google Shape;180;p4"/>
            <p:cNvGrpSpPr/>
            <p:nvPr/>
          </p:nvGrpSpPr>
          <p:grpSpPr>
            <a:xfrm>
              <a:off x="-303583" y="-459034"/>
              <a:ext cx="1553567" cy="1814301"/>
              <a:chOff x="-406433" y="67804"/>
              <a:chExt cx="1553567" cy="1814301"/>
            </a:xfrm>
          </p:grpSpPr>
          <p:sp>
            <p:nvSpPr>
              <p:cNvPr id="181" name="Google Shape;181;p4"/>
              <p:cNvSpPr/>
              <p:nvPr/>
            </p:nvSpPr>
            <p:spPr>
              <a:xfrm flipH="1" rot="5400000">
                <a:off x="-515107" y="219864"/>
                <a:ext cx="1770915" cy="1553567"/>
              </a:xfrm>
              <a:custGeom>
                <a:rect b="b" l="l" r="r" t="t"/>
                <a:pathLst>
                  <a:path extrusionOk="0" h="58786" w="67023">
                    <a:moveTo>
                      <a:pt x="55047" y="0"/>
                    </a:moveTo>
                    <a:cubicBezTo>
                      <a:pt x="54712" y="61"/>
                      <a:pt x="54408" y="182"/>
                      <a:pt x="54135" y="365"/>
                    </a:cubicBezTo>
                    <a:cubicBezTo>
                      <a:pt x="53649" y="790"/>
                      <a:pt x="53557" y="1641"/>
                      <a:pt x="53253" y="2189"/>
                    </a:cubicBezTo>
                    <a:cubicBezTo>
                      <a:pt x="52980" y="2675"/>
                      <a:pt x="52554" y="3100"/>
                      <a:pt x="52038" y="3313"/>
                    </a:cubicBezTo>
                    <a:cubicBezTo>
                      <a:pt x="51946" y="3374"/>
                      <a:pt x="51825" y="3404"/>
                      <a:pt x="51703" y="3404"/>
                    </a:cubicBezTo>
                    <a:cubicBezTo>
                      <a:pt x="51673" y="3465"/>
                      <a:pt x="51612" y="3526"/>
                      <a:pt x="51582" y="3556"/>
                    </a:cubicBezTo>
                    <a:cubicBezTo>
                      <a:pt x="51490" y="4012"/>
                      <a:pt x="51247" y="4438"/>
                      <a:pt x="50852" y="4711"/>
                    </a:cubicBezTo>
                    <a:cubicBezTo>
                      <a:pt x="50700" y="4985"/>
                      <a:pt x="50548" y="5259"/>
                      <a:pt x="50427" y="5562"/>
                    </a:cubicBezTo>
                    <a:cubicBezTo>
                      <a:pt x="50335" y="5866"/>
                      <a:pt x="50123" y="6110"/>
                      <a:pt x="49880" y="6322"/>
                    </a:cubicBezTo>
                    <a:cubicBezTo>
                      <a:pt x="49880" y="6292"/>
                      <a:pt x="49880" y="6292"/>
                      <a:pt x="49880" y="6262"/>
                    </a:cubicBezTo>
                    <a:cubicBezTo>
                      <a:pt x="49846" y="6183"/>
                      <a:pt x="49774" y="6146"/>
                      <a:pt x="49673" y="6146"/>
                    </a:cubicBezTo>
                    <a:cubicBezTo>
                      <a:pt x="49501" y="6146"/>
                      <a:pt x="49243" y="6253"/>
                      <a:pt x="48937" y="6444"/>
                    </a:cubicBezTo>
                    <a:cubicBezTo>
                      <a:pt x="48694" y="6930"/>
                      <a:pt x="48421" y="7386"/>
                      <a:pt x="48117" y="7842"/>
                    </a:cubicBezTo>
                    <a:cubicBezTo>
                      <a:pt x="48238" y="8237"/>
                      <a:pt x="47904" y="8815"/>
                      <a:pt x="47752" y="9301"/>
                    </a:cubicBezTo>
                    <a:cubicBezTo>
                      <a:pt x="47661" y="9332"/>
                      <a:pt x="47600" y="9362"/>
                      <a:pt x="47509" y="9392"/>
                    </a:cubicBezTo>
                    <a:cubicBezTo>
                      <a:pt x="47357" y="9423"/>
                      <a:pt x="47144" y="9423"/>
                      <a:pt x="46962" y="9453"/>
                    </a:cubicBezTo>
                    <a:cubicBezTo>
                      <a:pt x="45776" y="10882"/>
                      <a:pt x="44348" y="12310"/>
                      <a:pt x="42980" y="13739"/>
                    </a:cubicBezTo>
                    <a:cubicBezTo>
                      <a:pt x="41308" y="15471"/>
                      <a:pt x="39849" y="16991"/>
                      <a:pt x="38420" y="18359"/>
                    </a:cubicBezTo>
                    <a:cubicBezTo>
                      <a:pt x="38086" y="19058"/>
                      <a:pt x="37569" y="19605"/>
                      <a:pt x="36901" y="19970"/>
                    </a:cubicBezTo>
                    <a:cubicBezTo>
                      <a:pt x="36779" y="20031"/>
                      <a:pt x="36627" y="20092"/>
                      <a:pt x="36475" y="20092"/>
                    </a:cubicBezTo>
                    <a:cubicBezTo>
                      <a:pt x="35320" y="21064"/>
                      <a:pt x="34135" y="21976"/>
                      <a:pt x="32888" y="22797"/>
                    </a:cubicBezTo>
                    <a:cubicBezTo>
                      <a:pt x="32645" y="22949"/>
                      <a:pt x="32372" y="23101"/>
                      <a:pt x="32098" y="23192"/>
                    </a:cubicBezTo>
                    <a:cubicBezTo>
                      <a:pt x="32037" y="23283"/>
                      <a:pt x="31976" y="23374"/>
                      <a:pt x="31916" y="23465"/>
                    </a:cubicBezTo>
                    <a:cubicBezTo>
                      <a:pt x="31217" y="24377"/>
                      <a:pt x="30609" y="25320"/>
                      <a:pt x="30001" y="26262"/>
                    </a:cubicBezTo>
                    <a:lnTo>
                      <a:pt x="29150" y="26687"/>
                    </a:lnTo>
                    <a:cubicBezTo>
                      <a:pt x="28137" y="27760"/>
                      <a:pt x="26803" y="28482"/>
                      <a:pt x="25806" y="28482"/>
                    </a:cubicBezTo>
                    <a:cubicBezTo>
                      <a:pt x="25786" y="28482"/>
                      <a:pt x="25766" y="28481"/>
                      <a:pt x="25745" y="28481"/>
                    </a:cubicBezTo>
                    <a:cubicBezTo>
                      <a:pt x="23982" y="30274"/>
                      <a:pt x="22554" y="31156"/>
                      <a:pt x="20244" y="32797"/>
                    </a:cubicBezTo>
                    <a:cubicBezTo>
                      <a:pt x="19727" y="33162"/>
                      <a:pt x="19149" y="33466"/>
                      <a:pt x="18542" y="33618"/>
                    </a:cubicBezTo>
                    <a:cubicBezTo>
                      <a:pt x="18146" y="33891"/>
                      <a:pt x="17812" y="34226"/>
                      <a:pt x="17538" y="34621"/>
                    </a:cubicBezTo>
                    <a:cubicBezTo>
                      <a:pt x="17569" y="34712"/>
                      <a:pt x="17599" y="34803"/>
                      <a:pt x="17630" y="34894"/>
                    </a:cubicBezTo>
                    <a:cubicBezTo>
                      <a:pt x="17417" y="34985"/>
                      <a:pt x="17204" y="35046"/>
                      <a:pt x="16991" y="35168"/>
                    </a:cubicBezTo>
                    <a:cubicBezTo>
                      <a:pt x="16657" y="35350"/>
                      <a:pt x="16323" y="35593"/>
                      <a:pt x="15988" y="35836"/>
                    </a:cubicBezTo>
                    <a:cubicBezTo>
                      <a:pt x="15745" y="36140"/>
                      <a:pt x="15502" y="36475"/>
                      <a:pt x="15228" y="36779"/>
                    </a:cubicBezTo>
                    <a:cubicBezTo>
                      <a:pt x="14803" y="36900"/>
                      <a:pt x="14438" y="37265"/>
                      <a:pt x="14286" y="37691"/>
                    </a:cubicBezTo>
                    <a:cubicBezTo>
                      <a:pt x="14195" y="37782"/>
                      <a:pt x="14104" y="37873"/>
                      <a:pt x="14043" y="37934"/>
                    </a:cubicBezTo>
                    <a:cubicBezTo>
                      <a:pt x="13405" y="38815"/>
                      <a:pt x="12858" y="39666"/>
                      <a:pt x="12250" y="40517"/>
                    </a:cubicBezTo>
                    <a:cubicBezTo>
                      <a:pt x="12858" y="40943"/>
                      <a:pt x="11490" y="41824"/>
                      <a:pt x="11125" y="42463"/>
                    </a:cubicBezTo>
                    <a:cubicBezTo>
                      <a:pt x="10608" y="42706"/>
                      <a:pt x="10183" y="43071"/>
                      <a:pt x="9909" y="43557"/>
                    </a:cubicBezTo>
                    <a:cubicBezTo>
                      <a:pt x="9575" y="44165"/>
                      <a:pt x="9240" y="44742"/>
                      <a:pt x="9362" y="45198"/>
                    </a:cubicBezTo>
                    <a:cubicBezTo>
                      <a:pt x="9757" y="46597"/>
                      <a:pt x="9696" y="46627"/>
                      <a:pt x="7326" y="47843"/>
                    </a:cubicBezTo>
                    <a:cubicBezTo>
                      <a:pt x="7204" y="47904"/>
                      <a:pt x="7082" y="47964"/>
                      <a:pt x="6961" y="48025"/>
                    </a:cubicBezTo>
                    <a:cubicBezTo>
                      <a:pt x="6809" y="48207"/>
                      <a:pt x="6505" y="48511"/>
                      <a:pt x="6535" y="48572"/>
                    </a:cubicBezTo>
                    <a:cubicBezTo>
                      <a:pt x="6657" y="48785"/>
                      <a:pt x="6535" y="49089"/>
                      <a:pt x="6322" y="49393"/>
                    </a:cubicBezTo>
                    <a:cubicBezTo>
                      <a:pt x="6292" y="49545"/>
                      <a:pt x="6231" y="49666"/>
                      <a:pt x="6140" y="49758"/>
                    </a:cubicBezTo>
                    <a:cubicBezTo>
                      <a:pt x="5867" y="49970"/>
                      <a:pt x="5593" y="50153"/>
                      <a:pt x="5289" y="50274"/>
                    </a:cubicBezTo>
                    <a:cubicBezTo>
                      <a:pt x="5198" y="50518"/>
                      <a:pt x="5046" y="50730"/>
                      <a:pt x="4863" y="50943"/>
                    </a:cubicBezTo>
                    <a:cubicBezTo>
                      <a:pt x="4316" y="51733"/>
                      <a:pt x="3708" y="52493"/>
                      <a:pt x="3009" y="53162"/>
                    </a:cubicBezTo>
                    <a:cubicBezTo>
                      <a:pt x="2888" y="53253"/>
                      <a:pt x="2736" y="53314"/>
                      <a:pt x="2553" y="53344"/>
                    </a:cubicBezTo>
                    <a:cubicBezTo>
                      <a:pt x="2401" y="53527"/>
                      <a:pt x="2189" y="53679"/>
                      <a:pt x="2006" y="53861"/>
                    </a:cubicBezTo>
                    <a:cubicBezTo>
                      <a:pt x="1702" y="54165"/>
                      <a:pt x="1459" y="54530"/>
                      <a:pt x="1398" y="54955"/>
                    </a:cubicBezTo>
                    <a:cubicBezTo>
                      <a:pt x="1338" y="55411"/>
                      <a:pt x="1094" y="55776"/>
                      <a:pt x="760" y="56050"/>
                    </a:cubicBezTo>
                    <a:cubicBezTo>
                      <a:pt x="517" y="56293"/>
                      <a:pt x="243" y="56536"/>
                      <a:pt x="0" y="56779"/>
                    </a:cubicBezTo>
                    <a:lnTo>
                      <a:pt x="0" y="58785"/>
                    </a:lnTo>
                    <a:lnTo>
                      <a:pt x="65169" y="58785"/>
                    </a:lnTo>
                    <a:lnTo>
                      <a:pt x="67023" y="0"/>
                    </a:lnTo>
                    <a:close/>
                  </a:path>
                </a:pathLst>
              </a:custGeom>
              <a:solidFill>
                <a:schemeClr val="accent3"/>
              </a:solidFill>
              <a:ln>
                <a:noFill/>
              </a:ln>
              <a:effectLst>
                <a:outerShdw blurRad="28575" rotWithShape="0" algn="bl" dir="4860000" dist="3810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flipH="1" rot="5400000">
                <a:off x="-491023" y="152394"/>
                <a:ext cx="1722747" cy="1553567"/>
              </a:xfrm>
              <a:custGeom>
                <a:rect b="b" l="l" r="r" t="t"/>
                <a:pathLst>
                  <a:path extrusionOk="0" h="58786" w="65200">
                    <a:moveTo>
                      <a:pt x="52767" y="0"/>
                    </a:moveTo>
                    <a:cubicBezTo>
                      <a:pt x="52342" y="486"/>
                      <a:pt x="51886" y="973"/>
                      <a:pt x="51399" y="1489"/>
                    </a:cubicBezTo>
                    <a:cubicBezTo>
                      <a:pt x="51308" y="1763"/>
                      <a:pt x="51156" y="2037"/>
                      <a:pt x="50943" y="2249"/>
                    </a:cubicBezTo>
                    <a:lnTo>
                      <a:pt x="51095" y="2280"/>
                    </a:lnTo>
                    <a:lnTo>
                      <a:pt x="50244" y="3496"/>
                    </a:lnTo>
                    <a:cubicBezTo>
                      <a:pt x="50184" y="3952"/>
                      <a:pt x="49940" y="4347"/>
                      <a:pt x="49576" y="4620"/>
                    </a:cubicBezTo>
                    <a:cubicBezTo>
                      <a:pt x="49454" y="4894"/>
                      <a:pt x="49302" y="5167"/>
                      <a:pt x="49211" y="5441"/>
                    </a:cubicBezTo>
                    <a:cubicBezTo>
                      <a:pt x="49120" y="5714"/>
                      <a:pt x="48937" y="5988"/>
                      <a:pt x="48694" y="6170"/>
                    </a:cubicBezTo>
                    <a:lnTo>
                      <a:pt x="48694" y="6140"/>
                    </a:lnTo>
                    <a:cubicBezTo>
                      <a:pt x="48658" y="6055"/>
                      <a:pt x="48588" y="6014"/>
                      <a:pt x="48486" y="6014"/>
                    </a:cubicBezTo>
                    <a:cubicBezTo>
                      <a:pt x="48332" y="6014"/>
                      <a:pt x="48106" y="6109"/>
                      <a:pt x="47813" y="6292"/>
                    </a:cubicBezTo>
                    <a:cubicBezTo>
                      <a:pt x="47600" y="6778"/>
                      <a:pt x="47357" y="7234"/>
                      <a:pt x="47083" y="7690"/>
                    </a:cubicBezTo>
                    <a:cubicBezTo>
                      <a:pt x="47205" y="8055"/>
                      <a:pt x="46901" y="8602"/>
                      <a:pt x="46779" y="9088"/>
                    </a:cubicBezTo>
                    <a:cubicBezTo>
                      <a:pt x="46718" y="9119"/>
                      <a:pt x="46658" y="9180"/>
                      <a:pt x="46567" y="9180"/>
                    </a:cubicBezTo>
                    <a:cubicBezTo>
                      <a:pt x="46415" y="9210"/>
                      <a:pt x="46202" y="9240"/>
                      <a:pt x="46019" y="9240"/>
                    </a:cubicBezTo>
                    <a:cubicBezTo>
                      <a:pt x="44956" y="10669"/>
                      <a:pt x="43679" y="12098"/>
                      <a:pt x="42433" y="13496"/>
                    </a:cubicBezTo>
                    <a:cubicBezTo>
                      <a:pt x="40913" y="15228"/>
                      <a:pt x="39575" y="16778"/>
                      <a:pt x="38208" y="18237"/>
                    </a:cubicBezTo>
                    <a:cubicBezTo>
                      <a:pt x="37904" y="18937"/>
                      <a:pt x="37387" y="19544"/>
                      <a:pt x="36749" y="19970"/>
                    </a:cubicBezTo>
                    <a:cubicBezTo>
                      <a:pt x="36627" y="20061"/>
                      <a:pt x="36475" y="20122"/>
                      <a:pt x="36323" y="20122"/>
                    </a:cubicBezTo>
                    <a:cubicBezTo>
                      <a:pt x="35199" y="21216"/>
                      <a:pt x="34013" y="22250"/>
                      <a:pt x="32767" y="23222"/>
                    </a:cubicBezTo>
                    <a:cubicBezTo>
                      <a:pt x="32524" y="23405"/>
                      <a:pt x="32281" y="23557"/>
                      <a:pt x="31977" y="23678"/>
                    </a:cubicBezTo>
                    <a:cubicBezTo>
                      <a:pt x="31946" y="23800"/>
                      <a:pt x="31885" y="23891"/>
                      <a:pt x="31825" y="23982"/>
                    </a:cubicBezTo>
                    <a:cubicBezTo>
                      <a:pt x="31095" y="25016"/>
                      <a:pt x="30487" y="26049"/>
                      <a:pt x="29818" y="27083"/>
                    </a:cubicBezTo>
                    <a:lnTo>
                      <a:pt x="28967" y="27630"/>
                    </a:lnTo>
                    <a:cubicBezTo>
                      <a:pt x="27873" y="28846"/>
                      <a:pt x="26384" y="29697"/>
                      <a:pt x="25320" y="29727"/>
                    </a:cubicBezTo>
                    <a:cubicBezTo>
                      <a:pt x="23435" y="31612"/>
                      <a:pt x="21916" y="32554"/>
                      <a:pt x="19423" y="34165"/>
                    </a:cubicBezTo>
                    <a:cubicBezTo>
                      <a:pt x="18876" y="34529"/>
                      <a:pt x="18268" y="34803"/>
                      <a:pt x="17630" y="34925"/>
                    </a:cubicBezTo>
                    <a:cubicBezTo>
                      <a:pt x="17235" y="35168"/>
                      <a:pt x="16870" y="35472"/>
                      <a:pt x="16596" y="35836"/>
                    </a:cubicBezTo>
                    <a:cubicBezTo>
                      <a:pt x="16627" y="35928"/>
                      <a:pt x="16657" y="36019"/>
                      <a:pt x="16688" y="36110"/>
                    </a:cubicBezTo>
                    <a:cubicBezTo>
                      <a:pt x="16475" y="36201"/>
                      <a:pt x="16262" y="36232"/>
                      <a:pt x="16049" y="36353"/>
                    </a:cubicBezTo>
                    <a:cubicBezTo>
                      <a:pt x="15684" y="36536"/>
                      <a:pt x="15350" y="36718"/>
                      <a:pt x="15046" y="36961"/>
                    </a:cubicBezTo>
                    <a:cubicBezTo>
                      <a:pt x="14803" y="37235"/>
                      <a:pt x="14560" y="37508"/>
                      <a:pt x="14317" y="37782"/>
                    </a:cubicBezTo>
                    <a:cubicBezTo>
                      <a:pt x="13861" y="37873"/>
                      <a:pt x="13496" y="38207"/>
                      <a:pt x="13374" y="38633"/>
                    </a:cubicBezTo>
                    <a:cubicBezTo>
                      <a:pt x="13283" y="38694"/>
                      <a:pt x="13192" y="38754"/>
                      <a:pt x="13131" y="38846"/>
                    </a:cubicBezTo>
                    <a:cubicBezTo>
                      <a:pt x="12523" y="39606"/>
                      <a:pt x="12007" y="40396"/>
                      <a:pt x="11459" y="41156"/>
                    </a:cubicBezTo>
                    <a:cubicBezTo>
                      <a:pt x="12098" y="41581"/>
                      <a:pt x="10791" y="42311"/>
                      <a:pt x="10426" y="42888"/>
                    </a:cubicBezTo>
                    <a:cubicBezTo>
                      <a:pt x="9970" y="43071"/>
                      <a:pt x="9545" y="43405"/>
                      <a:pt x="9301" y="43861"/>
                    </a:cubicBezTo>
                    <a:cubicBezTo>
                      <a:pt x="9028" y="44408"/>
                      <a:pt x="8724" y="44955"/>
                      <a:pt x="8876" y="45381"/>
                    </a:cubicBezTo>
                    <a:cubicBezTo>
                      <a:pt x="9332" y="46688"/>
                      <a:pt x="9301" y="46718"/>
                      <a:pt x="7022" y="47843"/>
                    </a:cubicBezTo>
                    <a:cubicBezTo>
                      <a:pt x="6900" y="47873"/>
                      <a:pt x="6779" y="47934"/>
                      <a:pt x="6687" y="47995"/>
                    </a:cubicBezTo>
                    <a:cubicBezTo>
                      <a:pt x="6505" y="48177"/>
                      <a:pt x="6231" y="48451"/>
                      <a:pt x="6262" y="48511"/>
                    </a:cubicBezTo>
                    <a:cubicBezTo>
                      <a:pt x="6444" y="48815"/>
                      <a:pt x="6231" y="49180"/>
                      <a:pt x="5897" y="49636"/>
                    </a:cubicBezTo>
                    <a:cubicBezTo>
                      <a:pt x="5836" y="49545"/>
                      <a:pt x="5836" y="49484"/>
                      <a:pt x="5836" y="49393"/>
                    </a:cubicBezTo>
                    <a:cubicBezTo>
                      <a:pt x="5502" y="49879"/>
                      <a:pt x="5016" y="50092"/>
                      <a:pt x="4803" y="50670"/>
                    </a:cubicBezTo>
                    <a:cubicBezTo>
                      <a:pt x="4590" y="51217"/>
                      <a:pt x="4225" y="51429"/>
                      <a:pt x="3921" y="51885"/>
                    </a:cubicBezTo>
                    <a:cubicBezTo>
                      <a:pt x="3374" y="52676"/>
                      <a:pt x="2706" y="53344"/>
                      <a:pt x="1915" y="53861"/>
                    </a:cubicBezTo>
                    <a:cubicBezTo>
                      <a:pt x="1611" y="54135"/>
                      <a:pt x="1459" y="54499"/>
                      <a:pt x="1398" y="54864"/>
                    </a:cubicBezTo>
                    <a:cubicBezTo>
                      <a:pt x="1338" y="55320"/>
                      <a:pt x="1095" y="55715"/>
                      <a:pt x="760" y="55989"/>
                    </a:cubicBezTo>
                    <a:cubicBezTo>
                      <a:pt x="517" y="56232"/>
                      <a:pt x="243" y="56475"/>
                      <a:pt x="0" y="56749"/>
                    </a:cubicBezTo>
                    <a:lnTo>
                      <a:pt x="0" y="58785"/>
                    </a:lnTo>
                    <a:lnTo>
                      <a:pt x="65199" y="58785"/>
                    </a:lnTo>
                    <a:lnTo>
                      <a:pt x="651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p:nvPr/>
            </p:nvSpPr>
            <p:spPr>
              <a:xfrm flipH="1" rot="5400000">
                <a:off x="-97145" y="1006603"/>
                <a:ext cx="13687" cy="632225"/>
              </a:xfrm>
              <a:custGeom>
                <a:rect b="b" l="l" r="r" t="t"/>
                <a:pathLst>
                  <a:path extrusionOk="0" h="23923" w="518">
                    <a:moveTo>
                      <a:pt x="517" y="1"/>
                    </a:moveTo>
                    <a:cubicBezTo>
                      <a:pt x="396" y="31"/>
                      <a:pt x="274" y="62"/>
                      <a:pt x="152" y="62"/>
                    </a:cubicBezTo>
                    <a:lnTo>
                      <a:pt x="0" y="183"/>
                    </a:lnTo>
                    <a:lnTo>
                      <a:pt x="0" y="23922"/>
                    </a:lnTo>
                    <a:lnTo>
                      <a:pt x="517" y="23922"/>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flipH="1" rot="5400000">
                <a:off x="-43314" y="788951"/>
                <a:ext cx="13660" cy="739864"/>
              </a:xfrm>
              <a:custGeom>
                <a:rect b="b" l="l" r="r" t="t"/>
                <a:pathLst>
                  <a:path extrusionOk="0" h="27996" w="517">
                    <a:moveTo>
                      <a:pt x="517" y="1"/>
                    </a:moveTo>
                    <a:cubicBezTo>
                      <a:pt x="334" y="153"/>
                      <a:pt x="183" y="305"/>
                      <a:pt x="0" y="426"/>
                    </a:cubicBezTo>
                    <a:lnTo>
                      <a:pt x="0" y="27995"/>
                    </a:lnTo>
                    <a:lnTo>
                      <a:pt x="517" y="2799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flipH="1" rot="5400000">
                <a:off x="-293546" y="1530703"/>
                <a:ext cx="13687" cy="239407"/>
              </a:xfrm>
              <a:custGeom>
                <a:rect b="b" l="l" r="r" t="t"/>
                <a:pathLst>
                  <a:path extrusionOk="0" h="9059" w="518">
                    <a:moveTo>
                      <a:pt x="518" y="0"/>
                    </a:moveTo>
                    <a:cubicBezTo>
                      <a:pt x="366" y="152"/>
                      <a:pt x="153" y="304"/>
                      <a:pt x="1" y="517"/>
                    </a:cubicBezTo>
                    <a:lnTo>
                      <a:pt x="1" y="9058"/>
                    </a:lnTo>
                    <a:lnTo>
                      <a:pt x="518" y="9058"/>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p:nvPr/>
            </p:nvSpPr>
            <p:spPr>
              <a:xfrm flipH="1" rot="5400000">
                <a:off x="16911" y="564877"/>
                <a:ext cx="13687" cy="860347"/>
              </a:xfrm>
              <a:custGeom>
                <a:rect b="b" l="l" r="r" t="t"/>
                <a:pathLst>
                  <a:path extrusionOk="0" h="32555" w="518">
                    <a:moveTo>
                      <a:pt x="518" y="0"/>
                    </a:moveTo>
                    <a:lnTo>
                      <a:pt x="1" y="791"/>
                    </a:lnTo>
                    <a:lnTo>
                      <a:pt x="1" y="32554"/>
                    </a:lnTo>
                    <a:lnTo>
                      <a:pt x="518" y="32554"/>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flipH="1" rot="5400000">
                <a:off x="-175473" y="1247168"/>
                <a:ext cx="15299" cy="477175"/>
              </a:xfrm>
              <a:custGeom>
                <a:rect b="b" l="l" r="r" t="t"/>
                <a:pathLst>
                  <a:path extrusionOk="0" h="18056" w="579">
                    <a:moveTo>
                      <a:pt x="517" y="0"/>
                    </a:moveTo>
                    <a:cubicBezTo>
                      <a:pt x="426" y="152"/>
                      <a:pt x="305" y="304"/>
                      <a:pt x="213" y="426"/>
                    </a:cubicBezTo>
                    <a:cubicBezTo>
                      <a:pt x="578" y="669"/>
                      <a:pt x="335" y="973"/>
                      <a:pt x="1" y="1338"/>
                    </a:cubicBezTo>
                    <a:lnTo>
                      <a:pt x="1" y="18055"/>
                    </a:lnTo>
                    <a:lnTo>
                      <a:pt x="517" y="180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4"/>
              <p:cNvSpPr/>
              <p:nvPr/>
            </p:nvSpPr>
            <p:spPr>
              <a:xfrm flipH="1" rot="5400000">
                <a:off x="285602" y="-195334"/>
                <a:ext cx="12868" cy="1396931"/>
              </a:xfrm>
              <a:custGeom>
                <a:rect b="b" l="l" r="r" t="t"/>
                <a:pathLst>
                  <a:path extrusionOk="0" h="52859" w="487">
                    <a:moveTo>
                      <a:pt x="487" y="0"/>
                    </a:moveTo>
                    <a:cubicBezTo>
                      <a:pt x="426" y="91"/>
                      <a:pt x="335" y="152"/>
                      <a:pt x="244" y="243"/>
                    </a:cubicBezTo>
                    <a:cubicBezTo>
                      <a:pt x="244" y="243"/>
                      <a:pt x="244" y="213"/>
                      <a:pt x="244" y="213"/>
                    </a:cubicBezTo>
                    <a:cubicBezTo>
                      <a:pt x="183" y="122"/>
                      <a:pt x="92" y="91"/>
                      <a:pt x="0" y="91"/>
                    </a:cubicBezTo>
                    <a:lnTo>
                      <a:pt x="0" y="52858"/>
                    </a:lnTo>
                    <a:lnTo>
                      <a:pt x="487" y="52858"/>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p:nvPr/>
            </p:nvSpPr>
            <p:spPr>
              <a:xfrm flipH="1" rot="5400000">
                <a:off x="98437" y="319503"/>
                <a:ext cx="13687" cy="1023405"/>
              </a:xfrm>
              <a:custGeom>
                <a:rect b="b" l="l" r="r" t="t"/>
                <a:pathLst>
                  <a:path extrusionOk="0" h="38725" w="518">
                    <a:moveTo>
                      <a:pt x="517" y="0"/>
                    </a:moveTo>
                    <a:cubicBezTo>
                      <a:pt x="426" y="31"/>
                      <a:pt x="365" y="61"/>
                      <a:pt x="274" y="61"/>
                    </a:cubicBezTo>
                    <a:lnTo>
                      <a:pt x="1" y="335"/>
                    </a:lnTo>
                    <a:lnTo>
                      <a:pt x="1" y="38724"/>
                    </a:lnTo>
                    <a:lnTo>
                      <a:pt x="517" y="38724"/>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flipH="1" rot="5400000">
                <a:off x="364326" y="-600115"/>
                <a:ext cx="12868" cy="1552748"/>
              </a:xfrm>
              <a:custGeom>
                <a:rect b="b" l="l" r="r" t="t"/>
                <a:pathLst>
                  <a:path extrusionOk="0" h="58755" w="487">
                    <a:moveTo>
                      <a:pt x="0" y="0"/>
                    </a:moveTo>
                    <a:lnTo>
                      <a:pt x="0" y="58755"/>
                    </a:lnTo>
                    <a:lnTo>
                      <a:pt x="487" y="58755"/>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4"/>
              <p:cNvSpPr/>
              <p:nvPr/>
            </p:nvSpPr>
            <p:spPr>
              <a:xfrm flipH="1" rot="5400000">
                <a:off x="363917" y="-436679"/>
                <a:ext cx="13687" cy="1552748"/>
              </a:xfrm>
              <a:custGeom>
                <a:rect b="b" l="l" r="r" t="t"/>
                <a:pathLst>
                  <a:path extrusionOk="0" h="58755" w="518">
                    <a:moveTo>
                      <a:pt x="1" y="0"/>
                    </a:moveTo>
                    <a:lnTo>
                      <a:pt x="1" y="58755"/>
                    </a:lnTo>
                    <a:lnTo>
                      <a:pt x="517" y="587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
              <p:cNvSpPr/>
              <p:nvPr/>
            </p:nvSpPr>
            <p:spPr>
              <a:xfrm flipH="1" rot="5400000">
                <a:off x="190018" y="64073"/>
                <a:ext cx="13687" cy="1206574"/>
              </a:xfrm>
              <a:custGeom>
                <a:rect b="b" l="l" r="r" t="t"/>
                <a:pathLst>
                  <a:path extrusionOk="0" h="45656" w="518">
                    <a:moveTo>
                      <a:pt x="517" y="1"/>
                    </a:moveTo>
                    <a:cubicBezTo>
                      <a:pt x="395" y="123"/>
                      <a:pt x="274" y="244"/>
                      <a:pt x="183" y="366"/>
                    </a:cubicBezTo>
                    <a:lnTo>
                      <a:pt x="0" y="548"/>
                    </a:lnTo>
                    <a:lnTo>
                      <a:pt x="0" y="45655"/>
                    </a:lnTo>
                    <a:lnTo>
                      <a:pt x="517" y="4565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4"/>
            <p:cNvSpPr/>
            <p:nvPr/>
          </p:nvSpPr>
          <p:spPr>
            <a:xfrm flipH="1" rot="3609619">
              <a:off x="230272" y="512239"/>
              <a:ext cx="295596" cy="618813"/>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 name="Google Shape;194;p4"/>
            <p:cNvGrpSpPr/>
            <p:nvPr/>
          </p:nvGrpSpPr>
          <p:grpSpPr>
            <a:xfrm>
              <a:off x="6139463" y="4751351"/>
              <a:ext cx="3246438" cy="1277938"/>
              <a:chOff x="6139463" y="4751351"/>
              <a:chExt cx="3246438" cy="1277938"/>
            </a:xfrm>
          </p:grpSpPr>
          <p:sp>
            <p:nvSpPr>
              <p:cNvPr id="195" name="Google Shape;195;p4"/>
              <p:cNvSpPr/>
              <p:nvPr/>
            </p:nvSpPr>
            <p:spPr>
              <a:xfrm>
                <a:off x="6139463" y="4751351"/>
                <a:ext cx="3246438" cy="1277938"/>
              </a:xfrm>
              <a:custGeom>
                <a:rect b="b" l="l" r="r" t="t"/>
                <a:pathLst>
                  <a:path extrusionOk="0" h="339" w="860">
                    <a:moveTo>
                      <a:pt x="860" y="33"/>
                    </a:moveTo>
                    <a:cubicBezTo>
                      <a:pt x="860" y="320"/>
                      <a:pt x="860" y="320"/>
                      <a:pt x="860" y="320"/>
                    </a:cubicBezTo>
                    <a:cubicBezTo>
                      <a:pt x="858" y="320"/>
                      <a:pt x="856" y="320"/>
                      <a:pt x="853" y="321"/>
                    </a:cubicBezTo>
                    <a:cubicBezTo>
                      <a:pt x="851" y="321"/>
                      <a:pt x="848" y="323"/>
                      <a:pt x="846" y="323"/>
                    </a:cubicBezTo>
                    <a:cubicBezTo>
                      <a:pt x="843" y="323"/>
                      <a:pt x="840" y="321"/>
                      <a:pt x="837" y="322"/>
                    </a:cubicBezTo>
                    <a:cubicBezTo>
                      <a:pt x="833" y="322"/>
                      <a:pt x="829" y="323"/>
                      <a:pt x="824" y="321"/>
                    </a:cubicBezTo>
                    <a:cubicBezTo>
                      <a:pt x="823" y="320"/>
                      <a:pt x="822" y="319"/>
                      <a:pt x="820" y="319"/>
                    </a:cubicBezTo>
                    <a:cubicBezTo>
                      <a:pt x="819" y="319"/>
                      <a:pt x="819" y="321"/>
                      <a:pt x="818" y="321"/>
                    </a:cubicBezTo>
                    <a:cubicBezTo>
                      <a:pt x="816" y="322"/>
                      <a:pt x="815" y="322"/>
                      <a:pt x="812" y="322"/>
                    </a:cubicBezTo>
                    <a:cubicBezTo>
                      <a:pt x="809" y="322"/>
                      <a:pt x="808" y="322"/>
                      <a:pt x="806" y="323"/>
                    </a:cubicBezTo>
                    <a:cubicBezTo>
                      <a:pt x="802" y="325"/>
                      <a:pt x="799" y="326"/>
                      <a:pt x="795" y="325"/>
                    </a:cubicBezTo>
                    <a:cubicBezTo>
                      <a:pt x="792" y="323"/>
                      <a:pt x="790" y="319"/>
                      <a:pt x="786" y="319"/>
                    </a:cubicBezTo>
                    <a:cubicBezTo>
                      <a:pt x="784" y="320"/>
                      <a:pt x="783" y="321"/>
                      <a:pt x="781" y="321"/>
                    </a:cubicBezTo>
                    <a:cubicBezTo>
                      <a:pt x="777" y="323"/>
                      <a:pt x="771" y="323"/>
                      <a:pt x="767" y="321"/>
                    </a:cubicBezTo>
                    <a:cubicBezTo>
                      <a:pt x="766" y="320"/>
                      <a:pt x="766" y="320"/>
                      <a:pt x="764" y="319"/>
                    </a:cubicBezTo>
                    <a:cubicBezTo>
                      <a:pt x="763" y="318"/>
                      <a:pt x="760" y="318"/>
                      <a:pt x="758" y="317"/>
                    </a:cubicBezTo>
                    <a:cubicBezTo>
                      <a:pt x="755" y="316"/>
                      <a:pt x="754" y="314"/>
                      <a:pt x="753" y="312"/>
                    </a:cubicBezTo>
                    <a:cubicBezTo>
                      <a:pt x="751" y="311"/>
                      <a:pt x="748" y="315"/>
                      <a:pt x="746" y="316"/>
                    </a:cubicBezTo>
                    <a:cubicBezTo>
                      <a:pt x="742" y="317"/>
                      <a:pt x="735" y="316"/>
                      <a:pt x="731" y="314"/>
                    </a:cubicBezTo>
                    <a:cubicBezTo>
                      <a:pt x="726" y="313"/>
                      <a:pt x="724" y="307"/>
                      <a:pt x="720" y="305"/>
                    </a:cubicBezTo>
                    <a:cubicBezTo>
                      <a:pt x="717" y="304"/>
                      <a:pt x="712" y="305"/>
                      <a:pt x="709" y="305"/>
                    </a:cubicBezTo>
                    <a:cubicBezTo>
                      <a:pt x="707" y="305"/>
                      <a:pt x="706" y="305"/>
                      <a:pt x="704" y="305"/>
                    </a:cubicBezTo>
                    <a:cubicBezTo>
                      <a:pt x="700" y="305"/>
                      <a:pt x="700" y="305"/>
                      <a:pt x="697" y="303"/>
                    </a:cubicBezTo>
                    <a:cubicBezTo>
                      <a:pt x="694" y="300"/>
                      <a:pt x="692" y="298"/>
                      <a:pt x="688" y="298"/>
                    </a:cubicBezTo>
                    <a:cubicBezTo>
                      <a:pt x="686" y="298"/>
                      <a:pt x="684" y="299"/>
                      <a:pt x="682" y="299"/>
                    </a:cubicBezTo>
                    <a:cubicBezTo>
                      <a:pt x="679" y="299"/>
                      <a:pt x="676" y="299"/>
                      <a:pt x="673" y="299"/>
                    </a:cubicBezTo>
                    <a:cubicBezTo>
                      <a:pt x="672" y="298"/>
                      <a:pt x="670" y="298"/>
                      <a:pt x="669" y="298"/>
                    </a:cubicBezTo>
                    <a:cubicBezTo>
                      <a:pt x="667" y="300"/>
                      <a:pt x="668" y="303"/>
                      <a:pt x="666" y="305"/>
                    </a:cubicBezTo>
                    <a:cubicBezTo>
                      <a:pt x="664" y="306"/>
                      <a:pt x="660" y="305"/>
                      <a:pt x="659" y="305"/>
                    </a:cubicBezTo>
                    <a:cubicBezTo>
                      <a:pt x="654" y="305"/>
                      <a:pt x="650" y="304"/>
                      <a:pt x="646" y="305"/>
                    </a:cubicBezTo>
                    <a:cubicBezTo>
                      <a:pt x="641" y="306"/>
                      <a:pt x="635" y="306"/>
                      <a:pt x="631" y="308"/>
                    </a:cubicBezTo>
                    <a:cubicBezTo>
                      <a:pt x="627" y="310"/>
                      <a:pt x="628" y="312"/>
                      <a:pt x="627" y="315"/>
                    </a:cubicBezTo>
                    <a:cubicBezTo>
                      <a:pt x="626" y="318"/>
                      <a:pt x="624" y="318"/>
                      <a:pt x="620" y="320"/>
                    </a:cubicBezTo>
                    <a:cubicBezTo>
                      <a:pt x="618" y="320"/>
                      <a:pt x="617" y="321"/>
                      <a:pt x="614" y="321"/>
                    </a:cubicBezTo>
                    <a:cubicBezTo>
                      <a:pt x="611" y="321"/>
                      <a:pt x="608" y="323"/>
                      <a:pt x="605" y="322"/>
                    </a:cubicBezTo>
                    <a:cubicBezTo>
                      <a:pt x="602" y="321"/>
                      <a:pt x="602" y="319"/>
                      <a:pt x="599" y="320"/>
                    </a:cubicBezTo>
                    <a:cubicBezTo>
                      <a:pt x="594" y="322"/>
                      <a:pt x="594" y="323"/>
                      <a:pt x="589" y="320"/>
                    </a:cubicBezTo>
                    <a:cubicBezTo>
                      <a:pt x="586" y="318"/>
                      <a:pt x="586" y="318"/>
                      <a:pt x="583" y="320"/>
                    </a:cubicBezTo>
                    <a:cubicBezTo>
                      <a:pt x="580" y="321"/>
                      <a:pt x="578" y="323"/>
                      <a:pt x="574" y="323"/>
                    </a:cubicBezTo>
                    <a:cubicBezTo>
                      <a:pt x="572" y="323"/>
                      <a:pt x="571" y="322"/>
                      <a:pt x="569" y="322"/>
                    </a:cubicBezTo>
                    <a:cubicBezTo>
                      <a:pt x="565" y="322"/>
                      <a:pt x="563" y="323"/>
                      <a:pt x="561" y="325"/>
                    </a:cubicBezTo>
                    <a:cubicBezTo>
                      <a:pt x="555" y="329"/>
                      <a:pt x="552" y="330"/>
                      <a:pt x="547" y="324"/>
                    </a:cubicBezTo>
                    <a:cubicBezTo>
                      <a:pt x="544" y="320"/>
                      <a:pt x="541" y="316"/>
                      <a:pt x="535" y="315"/>
                    </a:cubicBezTo>
                    <a:cubicBezTo>
                      <a:pt x="530" y="315"/>
                      <a:pt x="526" y="316"/>
                      <a:pt x="522" y="318"/>
                    </a:cubicBezTo>
                    <a:cubicBezTo>
                      <a:pt x="519" y="320"/>
                      <a:pt x="514" y="322"/>
                      <a:pt x="510" y="322"/>
                    </a:cubicBezTo>
                    <a:cubicBezTo>
                      <a:pt x="508" y="322"/>
                      <a:pt x="506" y="322"/>
                      <a:pt x="504" y="322"/>
                    </a:cubicBezTo>
                    <a:cubicBezTo>
                      <a:pt x="501" y="323"/>
                      <a:pt x="499" y="324"/>
                      <a:pt x="496" y="325"/>
                    </a:cubicBezTo>
                    <a:cubicBezTo>
                      <a:pt x="493" y="325"/>
                      <a:pt x="492" y="328"/>
                      <a:pt x="489" y="329"/>
                    </a:cubicBezTo>
                    <a:cubicBezTo>
                      <a:pt x="486" y="330"/>
                      <a:pt x="481" y="330"/>
                      <a:pt x="477" y="329"/>
                    </a:cubicBezTo>
                    <a:cubicBezTo>
                      <a:pt x="473" y="327"/>
                      <a:pt x="468" y="327"/>
                      <a:pt x="463" y="327"/>
                    </a:cubicBezTo>
                    <a:cubicBezTo>
                      <a:pt x="460" y="327"/>
                      <a:pt x="457" y="328"/>
                      <a:pt x="454" y="328"/>
                    </a:cubicBezTo>
                    <a:cubicBezTo>
                      <a:pt x="452" y="329"/>
                      <a:pt x="450" y="328"/>
                      <a:pt x="448" y="329"/>
                    </a:cubicBezTo>
                    <a:cubicBezTo>
                      <a:pt x="444" y="331"/>
                      <a:pt x="442" y="335"/>
                      <a:pt x="438" y="336"/>
                    </a:cubicBezTo>
                    <a:cubicBezTo>
                      <a:pt x="435" y="337"/>
                      <a:pt x="434" y="336"/>
                      <a:pt x="432" y="337"/>
                    </a:cubicBezTo>
                    <a:cubicBezTo>
                      <a:pt x="429" y="337"/>
                      <a:pt x="428" y="339"/>
                      <a:pt x="425" y="338"/>
                    </a:cubicBezTo>
                    <a:cubicBezTo>
                      <a:pt x="421" y="338"/>
                      <a:pt x="421" y="335"/>
                      <a:pt x="419" y="332"/>
                    </a:cubicBezTo>
                    <a:cubicBezTo>
                      <a:pt x="415" y="334"/>
                      <a:pt x="413" y="335"/>
                      <a:pt x="410" y="332"/>
                    </a:cubicBezTo>
                    <a:cubicBezTo>
                      <a:pt x="408" y="329"/>
                      <a:pt x="408" y="329"/>
                      <a:pt x="404" y="330"/>
                    </a:cubicBezTo>
                    <a:cubicBezTo>
                      <a:pt x="400" y="331"/>
                      <a:pt x="398" y="328"/>
                      <a:pt x="394" y="326"/>
                    </a:cubicBezTo>
                    <a:cubicBezTo>
                      <a:pt x="391" y="325"/>
                      <a:pt x="389" y="327"/>
                      <a:pt x="387" y="325"/>
                    </a:cubicBezTo>
                    <a:cubicBezTo>
                      <a:pt x="385" y="323"/>
                      <a:pt x="384" y="321"/>
                      <a:pt x="383" y="320"/>
                    </a:cubicBezTo>
                    <a:cubicBezTo>
                      <a:pt x="381" y="319"/>
                      <a:pt x="379" y="320"/>
                      <a:pt x="378" y="319"/>
                    </a:cubicBezTo>
                    <a:cubicBezTo>
                      <a:pt x="374" y="318"/>
                      <a:pt x="372" y="314"/>
                      <a:pt x="369" y="313"/>
                    </a:cubicBezTo>
                    <a:cubicBezTo>
                      <a:pt x="367" y="312"/>
                      <a:pt x="365" y="313"/>
                      <a:pt x="364" y="312"/>
                    </a:cubicBezTo>
                    <a:cubicBezTo>
                      <a:pt x="362" y="312"/>
                      <a:pt x="360" y="310"/>
                      <a:pt x="359" y="309"/>
                    </a:cubicBezTo>
                    <a:cubicBezTo>
                      <a:pt x="355" y="308"/>
                      <a:pt x="351" y="310"/>
                      <a:pt x="346" y="310"/>
                    </a:cubicBezTo>
                    <a:cubicBezTo>
                      <a:pt x="345" y="310"/>
                      <a:pt x="344" y="309"/>
                      <a:pt x="342" y="309"/>
                    </a:cubicBezTo>
                    <a:cubicBezTo>
                      <a:pt x="340" y="309"/>
                      <a:pt x="339" y="310"/>
                      <a:pt x="337" y="311"/>
                    </a:cubicBezTo>
                    <a:cubicBezTo>
                      <a:pt x="334" y="313"/>
                      <a:pt x="332" y="315"/>
                      <a:pt x="329" y="316"/>
                    </a:cubicBezTo>
                    <a:cubicBezTo>
                      <a:pt x="327" y="316"/>
                      <a:pt x="325" y="316"/>
                      <a:pt x="323" y="316"/>
                    </a:cubicBezTo>
                    <a:cubicBezTo>
                      <a:pt x="321" y="315"/>
                      <a:pt x="321" y="314"/>
                      <a:pt x="319" y="314"/>
                    </a:cubicBezTo>
                    <a:cubicBezTo>
                      <a:pt x="316" y="313"/>
                      <a:pt x="316" y="316"/>
                      <a:pt x="313" y="317"/>
                    </a:cubicBezTo>
                    <a:cubicBezTo>
                      <a:pt x="311" y="317"/>
                      <a:pt x="311" y="315"/>
                      <a:pt x="309" y="314"/>
                    </a:cubicBezTo>
                    <a:cubicBezTo>
                      <a:pt x="308" y="314"/>
                      <a:pt x="307" y="314"/>
                      <a:pt x="306" y="314"/>
                    </a:cubicBezTo>
                    <a:cubicBezTo>
                      <a:pt x="302" y="314"/>
                      <a:pt x="297" y="317"/>
                      <a:pt x="293" y="318"/>
                    </a:cubicBezTo>
                    <a:cubicBezTo>
                      <a:pt x="291" y="319"/>
                      <a:pt x="288" y="320"/>
                      <a:pt x="285" y="321"/>
                    </a:cubicBezTo>
                    <a:cubicBezTo>
                      <a:pt x="283" y="321"/>
                      <a:pt x="282" y="321"/>
                      <a:pt x="280" y="321"/>
                    </a:cubicBezTo>
                    <a:cubicBezTo>
                      <a:pt x="277" y="322"/>
                      <a:pt x="274" y="326"/>
                      <a:pt x="270" y="326"/>
                    </a:cubicBezTo>
                    <a:cubicBezTo>
                      <a:pt x="269" y="323"/>
                      <a:pt x="266" y="321"/>
                      <a:pt x="263" y="321"/>
                    </a:cubicBezTo>
                    <a:cubicBezTo>
                      <a:pt x="260" y="320"/>
                      <a:pt x="257" y="322"/>
                      <a:pt x="254" y="322"/>
                    </a:cubicBezTo>
                    <a:cubicBezTo>
                      <a:pt x="251" y="321"/>
                      <a:pt x="253" y="320"/>
                      <a:pt x="249" y="322"/>
                    </a:cubicBezTo>
                    <a:cubicBezTo>
                      <a:pt x="247" y="323"/>
                      <a:pt x="246" y="325"/>
                      <a:pt x="244" y="327"/>
                    </a:cubicBezTo>
                    <a:cubicBezTo>
                      <a:pt x="243" y="328"/>
                      <a:pt x="243" y="328"/>
                      <a:pt x="242" y="329"/>
                    </a:cubicBezTo>
                    <a:cubicBezTo>
                      <a:pt x="239" y="329"/>
                      <a:pt x="235" y="329"/>
                      <a:pt x="232" y="329"/>
                    </a:cubicBezTo>
                    <a:cubicBezTo>
                      <a:pt x="230" y="329"/>
                      <a:pt x="227" y="329"/>
                      <a:pt x="224" y="328"/>
                    </a:cubicBezTo>
                    <a:cubicBezTo>
                      <a:pt x="222" y="327"/>
                      <a:pt x="220" y="324"/>
                      <a:pt x="218" y="323"/>
                    </a:cubicBezTo>
                    <a:cubicBezTo>
                      <a:pt x="215" y="321"/>
                      <a:pt x="212" y="322"/>
                      <a:pt x="209" y="322"/>
                    </a:cubicBezTo>
                    <a:cubicBezTo>
                      <a:pt x="205" y="322"/>
                      <a:pt x="205" y="321"/>
                      <a:pt x="202" y="318"/>
                    </a:cubicBezTo>
                    <a:cubicBezTo>
                      <a:pt x="193" y="311"/>
                      <a:pt x="192" y="322"/>
                      <a:pt x="185" y="326"/>
                    </a:cubicBezTo>
                    <a:cubicBezTo>
                      <a:pt x="182" y="327"/>
                      <a:pt x="180" y="324"/>
                      <a:pt x="177" y="322"/>
                    </a:cubicBezTo>
                    <a:cubicBezTo>
                      <a:pt x="174" y="320"/>
                      <a:pt x="172" y="321"/>
                      <a:pt x="168" y="322"/>
                    </a:cubicBezTo>
                    <a:cubicBezTo>
                      <a:pt x="164" y="324"/>
                      <a:pt x="164" y="323"/>
                      <a:pt x="161" y="321"/>
                    </a:cubicBezTo>
                    <a:cubicBezTo>
                      <a:pt x="160" y="320"/>
                      <a:pt x="160" y="320"/>
                      <a:pt x="158" y="320"/>
                    </a:cubicBezTo>
                    <a:cubicBezTo>
                      <a:pt x="157" y="319"/>
                      <a:pt x="156" y="318"/>
                      <a:pt x="155" y="318"/>
                    </a:cubicBezTo>
                    <a:cubicBezTo>
                      <a:pt x="152" y="316"/>
                      <a:pt x="148" y="317"/>
                      <a:pt x="145" y="317"/>
                    </a:cubicBezTo>
                    <a:cubicBezTo>
                      <a:pt x="141" y="317"/>
                      <a:pt x="136" y="318"/>
                      <a:pt x="132" y="316"/>
                    </a:cubicBezTo>
                    <a:cubicBezTo>
                      <a:pt x="130" y="315"/>
                      <a:pt x="129" y="313"/>
                      <a:pt x="126" y="313"/>
                    </a:cubicBezTo>
                    <a:cubicBezTo>
                      <a:pt x="123" y="312"/>
                      <a:pt x="123" y="313"/>
                      <a:pt x="121" y="315"/>
                    </a:cubicBezTo>
                    <a:cubicBezTo>
                      <a:pt x="118" y="318"/>
                      <a:pt x="116" y="316"/>
                      <a:pt x="112" y="318"/>
                    </a:cubicBezTo>
                    <a:cubicBezTo>
                      <a:pt x="110" y="318"/>
                      <a:pt x="108" y="320"/>
                      <a:pt x="105" y="321"/>
                    </a:cubicBezTo>
                    <a:cubicBezTo>
                      <a:pt x="103" y="321"/>
                      <a:pt x="100" y="320"/>
                      <a:pt x="97" y="319"/>
                    </a:cubicBezTo>
                    <a:cubicBezTo>
                      <a:pt x="95" y="319"/>
                      <a:pt x="92" y="318"/>
                      <a:pt x="89" y="318"/>
                    </a:cubicBezTo>
                    <a:cubicBezTo>
                      <a:pt x="83" y="318"/>
                      <a:pt x="78" y="320"/>
                      <a:pt x="73" y="321"/>
                    </a:cubicBezTo>
                    <a:cubicBezTo>
                      <a:pt x="69" y="322"/>
                      <a:pt x="66" y="322"/>
                      <a:pt x="63" y="320"/>
                    </a:cubicBezTo>
                    <a:cubicBezTo>
                      <a:pt x="61" y="319"/>
                      <a:pt x="59" y="315"/>
                      <a:pt x="56" y="314"/>
                    </a:cubicBezTo>
                    <a:cubicBezTo>
                      <a:pt x="54" y="316"/>
                      <a:pt x="53" y="317"/>
                      <a:pt x="51" y="318"/>
                    </a:cubicBezTo>
                    <a:cubicBezTo>
                      <a:pt x="49" y="318"/>
                      <a:pt x="46" y="317"/>
                      <a:pt x="44" y="317"/>
                    </a:cubicBezTo>
                    <a:cubicBezTo>
                      <a:pt x="45" y="316"/>
                      <a:pt x="45" y="314"/>
                      <a:pt x="45" y="313"/>
                    </a:cubicBezTo>
                    <a:cubicBezTo>
                      <a:pt x="45" y="307"/>
                      <a:pt x="40" y="302"/>
                      <a:pt x="34" y="302"/>
                    </a:cubicBezTo>
                    <a:cubicBezTo>
                      <a:pt x="29" y="302"/>
                      <a:pt x="25" y="305"/>
                      <a:pt x="24" y="310"/>
                    </a:cubicBezTo>
                    <a:cubicBezTo>
                      <a:pt x="22" y="309"/>
                      <a:pt x="21" y="308"/>
                      <a:pt x="19" y="308"/>
                    </a:cubicBezTo>
                    <a:cubicBezTo>
                      <a:pt x="18" y="307"/>
                      <a:pt x="16" y="308"/>
                      <a:pt x="15" y="309"/>
                    </a:cubicBezTo>
                    <a:cubicBezTo>
                      <a:pt x="12" y="311"/>
                      <a:pt x="7" y="309"/>
                      <a:pt x="4" y="308"/>
                    </a:cubicBezTo>
                    <a:cubicBezTo>
                      <a:pt x="3" y="307"/>
                      <a:pt x="2" y="306"/>
                      <a:pt x="0" y="306"/>
                    </a:cubicBezTo>
                    <a:cubicBezTo>
                      <a:pt x="0" y="261"/>
                      <a:pt x="0" y="261"/>
                      <a:pt x="0" y="261"/>
                    </a:cubicBezTo>
                    <a:cubicBezTo>
                      <a:pt x="5" y="261"/>
                      <a:pt x="10" y="261"/>
                      <a:pt x="15" y="261"/>
                    </a:cubicBezTo>
                    <a:cubicBezTo>
                      <a:pt x="18" y="260"/>
                      <a:pt x="21" y="259"/>
                      <a:pt x="24" y="257"/>
                    </a:cubicBezTo>
                    <a:cubicBezTo>
                      <a:pt x="24" y="263"/>
                      <a:pt x="29" y="267"/>
                      <a:pt x="34" y="267"/>
                    </a:cubicBezTo>
                    <a:cubicBezTo>
                      <a:pt x="40" y="267"/>
                      <a:pt x="45" y="262"/>
                      <a:pt x="45" y="256"/>
                    </a:cubicBezTo>
                    <a:cubicBezTo>
                      <a:pt x="45" y="250"/>
                      <a:pt x="40" y="245"/>
                      <a:pt x="34" y="245"/>
                    </a:cubicBezTo>
                    <a:cubicBezTo>
                      <a:pt x="32" y="245"/>
                      <a:pt x="30" y="246"/>
                      <a:pt x="28" y="247"/>
                    </a:cubicBezTo>
                    <a:cubicBezTo>
                      <a:pt x="26" y="247"/>
                      <a:pt x="25" y="247"/>
                      <a:pt x="23" y="248"/>
                    </a:cubicBezTo>
                    <a:cubicBezTo>
                      <a:pt x="22" y="249"/>
                      <a:pt x="21" y="250"/>
                      <a:pt x="20" y="251"/>
                    </a:cubicBezTo>
                    <a:cubicBezTo>
                      <a:pt x="19" y="251"/>
                      <a:pt x="20" y="251"/>
                      <a:pt x="19" y="251"/>
                    </a:cubicBezTo>
                    <a:cubicBezTo>
                      <a:pt x="18" y="252"/>
                      <a:pt x="17" y="252"/>
                      <a:pt x="16" y="252"/>
                    </a:cubicBezTo>
                    <a:cubicBezTo>
                      <a:pt x="11" y="254"/>
                      <a:pt x="6" y="254"/>
                      <a:pt x="0" y="253"/>
                    </a:cubicBezTo>
                    <a:cubicBezTo>
                      <a:pt x="0" y="201"/>
                      <a:pt x="0" y="201"/>
                      <a:pt x="0" y="201"/>
                    </a:cubicBezTo>
                    <a:cubicBezTo>
                      <a:pt x="9" y="204"/>
                      <a:pt x="17" y="207"/>
                      <a:pt x="26" y="205"/>
                    </a:cubicBezTo>
                    <a:cubicBezTo>
                      <a:pt x="28" y="208"/>
                      <a:pt x="31" y="210"/>
                      <a:pt x="34" y="210"/>
                    </a:cubicBezTo>
                    <a:cubicBezTo>
                      <a:pt x="40" y="210"/>
                      <a:pt x="45" y="205"/>
                      <a:pt x="45" y="199"/>
                    </a:cubicBezTo>
                    <a:cubicBezTo>
                      <a:pt x="45" y="193"/>
                      <a:pt x="40" y="188"/>
                      <a:pt x="34" y="188"/>
                    </a:cubicBezTo>
                    <a:cubicBezTo>
                      <a:pt x="29" y="188"/>
                      <a:pt x="24" y="192"/>
                      <a:pt x="24" y="198"/>
                    </a:cubicBezTo>
                    <a:cubicBezTo>
                      <a:pt x="16" y="199"/>
                      <a:pt x="8" y="196"/>
                      <a:pt x="0" y="193"/>
                    </a:cubicBezTo>
                    <a:cubicBezTo>
                      <a:pt x="0" y="143"/>
                      <a:pt x="0" y="143"/>
                      <a:pt x="0" y="143"/>
                    </a:cubicBezTo>
                    <a:cubicBezTo>
                      <a:pt x="6" y="144"/>
                      <a:pt x="10" y="147"/>
                      <a:pt x="14" y="150"/>
                    </a:cubicBezTo>
                    <a:cubicBezTo>
                      <a:pt x="16" y="151"/>
                      <a:pt x="22" y="146"/>
                      <a:pt x="24" y="145"/>
                    </a:cubicBezTo>
                    <a:cubicBezTo>
                      <a:pt x="25" y="150"/>
                      <a:pt x="29" y="153"/>
                      <a:pt x="34" y="153"/>
                    </a:cubicBezTo>
                    <a:cubicBezTo>
                      <a:pt x="40" y="153"/>
                      <a:pt x="45" y="148"/>
                      <a:pt x="45" y="142"/>
                    </a:cubicBezTo>
                    <a:cubicBezTo>
                      <a:pt x="45" y="136"/>
                      <a:pt x="40" y="131"/>
                      <a:pt x="34" y="131"/>
                    </a:cubicBezTo>
                    <a:cubicBezTo>
                      <a:pt x="30" y="131"/>
                      <a:pt x="26" y="134"/>
                      <a:pt x="25" y="137"/>
                    </a:cubicBezTo>
                    <a:cubicBezTo>
                      <a:pt x="21" y="138"/>
                      <a:pt x="6" y="136"/>
                      <a:pt x="0" y="136"/>
                    </a:cubicBezTo>
                    <a:cubicBezTo>
                      <a:pt x="0" y="95"/>
                      <a:pt x="0" y="95"/>
                      <a:pt x="0" y="95"/>
                    </a:cubicBezTo>
                    <a:cubicBezTo>
                      <a:pt x="5" y="96"/>
                      <a:pt x="9" y="97"/>
                      <a:pt x="14" y="96"/>
                    </a:cubicBezTo>
                    <a:cubicBezTo>
                      <a:pt x="18" y="95"/>
                      <a:pt x="21" y="93"/>
                      <a:pt x="25" y="91"/>
                    </a:cubicBezTo>
                    <a:cubicBezTo>
                      <a:pt x="27" y="94"/>
                      <a:pt x="30" y="96"/>
                      <a:pt x="34" y="96"/>
                    </a:cubicBezTo>
                    <a:cubicBezTo>
                      <a:pt x="40" y="96"/>
                      <a:pt x="45" y="91"/>
                      <a:pt x="45" y="85"/>
                    </a:cubicBezTo>
                    <a:cubicBezTo>
                      <a:pt x="45" y="79"/>
                      <a:pt x="40" y="74"/>
                      <a:pt x="34" y="74"/>
                    </a:cubicBezTo>
                    <a:cubicBezTo>
                      <a:pt x="29" y="74"/>
                      <a:pt x="25" y="78"/>
                      <a:pt x="24" y="83"/>
                    </a:cubicBezTo>
                    <a:cubicBezTo>
                      <a:pt x="16" y="83"/>
                      <a:pt x="8" y="83"/>
                      <a:pt x="0" y="85"/>
                    </a:cubicBezTo>
                    <a:cubicBezTo>
                      <a:pt x="0" y="40"/>
                      <a:pt x="0" y="40"/>
                      <a:pt x="0" y="40"/>
                    </a:cubicBezTo>
                    <a:cubicBezTo>
                      <a:pt x="5" y="41"/>
                      <a:pt x="11" y="39"/>
                      <a:pt x="15" y="38"/>
                    </a:cubicBezTo>
                    <a:cubicBezTo>
                      <a:pt x="19" y="37"/>
                      <a:pt x="22" y="36"/>
                      <a:pt x="25" y="35"/>
                    </a:cubicBezTo>
                    <a:cubicBezTo>
                      <a:pt x="27" y="37"/>
                      <a:pt x="31" y="39"/>
                      <a:pt x="34" y="39"/>
                    </a:cubicBezTo>
                    <a:cubicBezTo>
                      <a:pt x="40" y="39"/>
                      <a:pt x="45" y="34"/>
                      <a:pt x="45" y="28"/>
                    </a:cubicBezTo>
                    <a:cubicBezTo>
                      <a:pt x="45" y="26"/>
                      <a:pt x="44" y="24"/>
                      <a:pt x="44" y="23"/>
                    </a:cubicBezTo>
                    <a:cubicBezTo>
                      <a:pt x="46" y="23"/>
                      <a:pt x="49" y="24"/>
                      <a:pt x="52" y="26"/>
                    </a:cubicBezTo>
                    <a:cubicBezTo>
                      <a:pt x="56" y="27"/>
                      <a:pt x="59" y="27"/>
                      <a:pt x="63" y="27"/>
                    </a:cubicBezTo>
                    <a:cubicBezTo>
                      <a:pt x="65" y="27"/>
                      <a:pt x="67" y="27"/>
                      <a:pt x="69" y="27"/>
                    </a:cubicBezTo>
                    <a:cubicBezTo>
                      <a:pt x="71" y="27"/>
                      <a:pt x="72" y="26"/>
                      <a:pt x="74" y="26"/>
                    </a:cubicBezTo>
                    <a:cubicBezTo>
                      <a:pt x="79" y="25"/>
                      <a:pt x="86" y="26"/>
                      <a:pt x="90" y="27"/>
                    </a:cubicBezTo>
                    <a:cubicBezTo>
                      <a:pt x="91" y="27"/>
                      <a:pt x="92" y="28"/>
                      <a:pt x="93" y="28"/>
                    </a:cubicBezTo>
                    <a:cubicBezTo>
                      <a:pt x="95" y="28"/>
                      <a:pt x="96" y="27"/>
                      <a:pt x="97" y="27"/>
                    </a:cubicBezTo>
                    <a:cubicBezTo>
                      <a:pt x="101" y="26"/>
                      <a:pt x="102" y="31"/>
                      <a:pt x="105" y="31"/>
                    </a:cubicBezTo>
                    <a:cubicBezTo>
                      <a:pt x="107" y="31"/>
                      <a:pt x="108" y="29"/>
                      <a:pt x="109" y="29"/>
                    </a:cubicBezTo>
                    <a:cubicBezTo>
                      <a:pt x="111" y="29"/>
                      <a:pt x="112" y="31"/>
                      <a:pt x="114" y="32"/>
                    </a:cubicBezTo>
                    <a:cubicBezTo>
                      <a:pt x="118" y="33"/>
                      <a:pt x="119" y="29"/>
                      <a:pt x="122" y="28"/>
                    </a:cubicBezTo>
                    <a:cubicBezTo>
                      <a:pt x="125" y="27"/>
                      <a:pt x="128" y="29"/>
                      <a:pt x="130" y="29"/>
                    </a:cubicBezTo>
                    <a:cubicBezTo>
                      <a:pt x="131" y="30"/>
                      <a:pt x="132" y="29"/>
                      <a:pt x="133" y="29"/>
                    </a:cubicBezTo>
                    <a:cubicBezTo>
                      <a:pt x="137" y="30"/>
                      <a:pt x="139" y="33"/>
                      <a:pt x="142" y="33"/>
                    </a:cubicBezTo>
                    <a:cubicBezTo>
                      <a:pt x="145" y="34"/>
                      <a:pt x="145" y="33"/>
                      <a:pt x="147" y="32"/>
                    </a:cubicBezTo>
                    <a:cubicBezTo>
                      <a:pt x="149" y="32"/>
                      <a:pt x="151" y="31"/>
                      <a:pt x="153" y="31"/>
                    </a:cubicBezTo>
                    <a:cubicBezTo>
                      <a:pt x="153" y="30"/>
                      <a:pt x="154" y="29"/>
                      <a:pt x="154" y="29"/>
                    </a:cubicBezTo>
                    <a:cubicBezTo>
                      <a:pt x="157" y="26"/>
                      <a:pt x="158" y="24"/>
                      <a:pt x="162" y="23"/>
                    </a:cubicBezTo>
                    <a:cubicBezTo>
                      <a:pt x="167" y="22"/>
                      <a:pt x="167" y="26"/>
                      <a:pt x="172" y="22"/>
                    </a:cubicBezTo>
                    <a:cubicBezTo>
                      <a:pt x="174" y="21"/>
                      <a:pt x="176" y="18"/>
                      <a:pt x="179" y="18"/>
                    </a:cubicBezTo>
                    <a:cubicBezTo>
                      <a:pt x="183" y="17"/>
                      <a:pt x="186" y="19"/>
                      <a:pt x="190" y="16"/>
                    </a:cubicBezTo>
                    <a:cubicBezTo>
                      <a:pt x="192" y="15"/>
                      <a:pt x="193" y="12"/>
                      <a:pt x="195" y="11"/>
                    </a:cubicBezTo>
                    <a:cubicBezTo>
                      <a:pt x="199" y="10"/>
                      <a:pt x="198" y="12"/>
                      <a:pt x="201" y="12"/>
                    </a:cubicBezTo>
                    <a:cubicBezTo>
                      <a:pt x="206" y="13"/>
                      <a:pt x="205" y="5"/>
                      <a:pt x="208" y="3"/>
                    </a:cubicBezTo>
                    <a:cubicBezTo>
                      <a:pt x="210" y="2"/>
                      <a:pt x="212" y="3"/>
                      <a:pt x="214" y="3"/>
                    </a:cubicBezTo>
                    <a:cubicBezTo>
                      <a:pt x="216" y="3"/>
                      <a:pt x="217" y="3"/>
                      <a:pt x="219" y="2"/>
                    </a:cubicBezTo>
                    <a:cubicBezTo>
                      <a:pt x="222" y="1"/>
                      <a:pt x="223" y="0"/>
                      <a:pt x="226" y="1"/>
                    </a:cubicBezTo>
                    <a:cubicBezTo>
                      <a:pt x="229" y="2"/>
                      <a:pt x="230" y="3"/>
                      <a:pt x="233" y="3"/>
                    </a:cubicBezTo>
                    <a:cubicBezTo>
                      <a:pt x="235" y="2"/>
                      <a:pt x="236" y="2"/>
                      <a:pt x="238" y="2"/>
                    </a:cubicBezTo>
                    <a:cubicBezTo>
                      <a:pt x="240" y="2"/>
                      <a:pt x="243" y="2"/>
                      <a:pt x="244" y="3"/>
                    </a:cubicBezTo>
                    <a:cubicBezTo>
                      <a:pt x="246" y="3"/>
                      <a:pt x="248" y="4"/>
                      <a:pt x="250" y="5"/>
                    </a:cubicBezTo>
                    <a:cubicBezTo>
                      <a:pt x="252" y="6"/>
                      <a:pt x="254" y="8"/>
                      <a:pt x="256" y="9"/>
                    </a:cubicBezTo>
                    <a:cubicBezTo>
                      <a:pt x="259" y="11"/>
                      <a:pt x="261" y="9"/>
                      <a:pt x="264" y="10"/>
                    </a:cubicBezTo>
                    <a:cubicBezTo>
                      <a:pt x="266" y="11"/>
                      <a:pt x="267" y="14"/>
                      <a:pt x="269" y="15"/>
                    </a:cubicBezTo>
                    <a:cubicBezTo>
                      <a:pt x="272" y="16"/>
                      <a:pt x="274" y="15"/>
                      <a:pt x="276" y="15"/>
                    </a:cubicBezTo>
                    <a:cubicBezTo>
                      <a:pt x="280" y="16"/>
                      <a:pt x="282" y="18"/>
                      <a:pt x="287" y="18"/>
                    </a:cubicBezTo>
                    <a:cubicBezTo>
                      <a:pt x="290" y="17"/>
                      <a:pt x="293" y="18"/>
                      <a:pt x="296" y="19"/>
                    </a:cubicBezTo>
                    <a:cubicBezTo>
                      <a:pt x="297" y="19"/>
                      <a:pt x="299" y="19"/>
                      <a:pt x="300" y="19"/>
                    </a:cubicBezTo>
                    <a:cubicBezTo>
                      <a:pt x="302" y="20"/>
                      <a:pt x="303" y="21"/>
                      <a:pt x="304" y="22"/>
                    </a:cubicBezTo>
                    <a:cubicBezTo>
                      <a:pt x="306" y="23"/>
                      <a:pt x="307" y="23"/>
                      <a:pt x="310" y="23"/>
                    </a:cubicBezTo>
                    <a:cubicBezTo>
                      <a:pt x="313" y="23"/>
                      <a:pt x="315" y="24"/>
                      <a:pt x="318" y="25"/>
                    </a:cubicBezTo>
                    <a:cubicBezTo>
                      <a:pt x="322" y="27"/>
                      <a:pt x="324" y="27"/>
                      <a:pt x="327" y="27"/>
                    </a:cubicBezTo>
                    <a:cubicBezTo>
                      <a:pt x="330" y="27"/>
                      <a:pt x="332" y="28"/>
                      <a:pt x="335" y="28"/>
                    </a:cubicBezTo>
                    <a:cubicBezTo>
                      <a:pt x="335" y="28"/>
                      <a:pt x="336" y="27"/>
                      <a:pt x="337" y="27"/>
                    </a:cubicBezTo>
                    <a:cubicBezTo>
                      <a:pt x="339" y="27"/>
                      <a:pt x="340" y="27"/>
                      <a:pt x="341" y="28"/>
                    </a:cubicBezTo>
                    <a:cubicBezTo>
                      <a:pt x="343" y="28"/>
                      <a:pt x="342" y="28"/>
                      <a:pt x="344" y="28"/>
                    </a:cubicBezTo>
                    <a:cubicBezTo>
                      <a:pt x="346" y="27"/>
                      <a:pt x="347" y="25"/>
                      <a:pt x="349" y="24"/>
                    </a:cubicBezTo>
                    <a:cubicBezTo>
                      <a:pt x="350" y="24"/>
                      <a:pt x="353" y="24"/>
                      <a:pt x="354" y="24"/>
                    </a:cubicBezTo>
                    <a:cubicBezTo>
                      <a:pt x="358" y="24"/>
                      <a:pt x="360" y="21"/>
                      <a:pt x="364" y="19"/>
                    </a:cubicBezTo>
                    <a:cubicBezTo>
                      <a:pt x="367" y="17"/>
                      <a:pt x="371" y="14"/>
                      <a:pt x="373" y="11"/>
                    </a:cubicBezTo>
                    <a:cubicBezTo>
                      <a:pt x="375" y="9"/>
                      <a:pt x="376" y="6"/>
                      <a:pt x="378" y="5"/>
                    </a:cubicBezTo>
                    <a:cubicBezTo>
                      <a:pt x="381" y="3"/>
                      <a:pt x="387" y="4"/>
                      <a:pt x="390" y="4"/>
                    </a:cubicBezTo>
                    <a:cubicBezTo>
                      <a:pt x="397" y="4"/>
                      <a:pt x="403" y="8"/>
                      <a:pt x="409" y="11"/>
                    </a:cubicBezTo>
                    <a:cubicBezTo>
                      <a:pt x="412" y="13"/>
                      <a:pt x="416" y="17"/>
                      <a:pt x="420" y="16"/>
                    </a:cubicBezTo>
                    <a:cubicBezTo>
                      <a:pt x="422" y="16"/>
                      <a:pt x="421" y="15"/>
                      <a:pt x="423" y="15"/>
                    </a:cubicBezTo>
                    <a:cubicBezTo>
                      <a:pt x="425" y="15"/>
                      <a:pt x="427" y="18"/>
                      <a:pt x="430" y="19"/>
                    </a:cubicBezTo>
                    <a:cubicBezTo>
                      <a:pt x="431" y="19"/>
                      <a:pt x="432" y="18"/>
                      <a:pt x="432" y="19"/>
                    </a:cubicBezTo>
                    <a:cubicBezTo>
                      <a:pt x="436" y="20"/>
                      <a:pt x="437" y="23"/>
                      <a:pt x="440" y="25"/>
                    </a:cubicBezTo>
                    <a:cubicBezTo>
                      <a:pt x="444" y="23"/>
                      <a:pt x="444" y="21"/>
                      <a:pt x="448" y="23"/>
                    </a:cubicBezTo>
                    <a:cubicBezTo>
                      <a:pt x="453" y="26"/>
                      <a:pt x="454" y="29"/>
                      <a:pt x="460" y="27"/>
                    </a:cubicBezTo>
                    <a:cubicBezTo>
                      <a:pt x="464" y="26"/>
                      <a:pt x="466" y="26"/>
                      <a:pt x="470" y="26"/>
                    </a:cubicBezTo>
                    <a:cubicBezTo>
                      <a:pt x="473" y="25"/>
                      <a:pt x="475" y="24"/>
                      <a:pt x="479" y="23"/>
                    </a:cubicBezTo>
                    <a:cubicBezTo>
                      <a:pt x="483" y="22"/>
                      <a:pt x="485" y="24"/>
                      <a:pt x="488" y="20"/>
                    </a:cubicBezTo>
                    <a:cubicBezTo>
                      <a:pt x="491" y="17"/>
                      <a:pt x="493" y="15"/>
                      <a:pt x="497" y="15"/>
                    </a:cubicBezTo>
                    <a:cubicBezTo>
                      <a:pt x="500" y="14"/>
                      <a:pt x="503" y="13"/>
                      <a:pt x="506" y="12"/>
                    </a:cubicBezTo>
                    <a:cubicBezTo>
                      <a:pt x="511" y="11"/>
                      <a:pt x="515" y="13"/>
                      <a:pt x="519" y="12"/>
                    </a:cubicBezTo>
                    <a:cubicBezTo>
                      <a:pt x="523" y="12"/>
                      <a:pt x="524" y="9"/>
                      <a:pt x="528" y="8"/>
                    </a:cubicBezTo>
                    <a:cubicBezTo>
                      <a:pt x="530" y="8"/>
                      <a:pt x="533" y="8"/>
                      <a:pt x="535" y="8"/>
                    </a:cubicBezTo>
                    <a:cubicBezTo>
                      <a:pt x="540" y="8"/>
                      <a:pt x="540" y="12"/>
                      <a:pt x="544" y="14"/>
                    </a:cubicBezTo>
                    <a:cubicBezTo>
                      <a:pt x="545" y="15"/>
                      <a:pt x="546" y="15"/>
                      <a:pt x="548" y="15"/>
                    </a:cubicBezTo>
                    <a:cubicBezTo>
                      <a:pt x="550" y="16"/>
                      <a:pt x="552" y="17"/>
                      <a:pt x="554" y="18"/>
                    </a:cubicBezTo>
                    <a:cubicBezTo>
                      <a:pt x="556" y="19"/>
                      <a:pt x="558" y="18"/>
                      <a:pt x="560" y="19"/>
                    </a:cubicBezTo>
                    <a:cubicBezTo>
                      <a:pt x="563" y="19"/>
                      <a:pt x="564" y="22"/>
                      <a:pt x="566" y="23"/>
                    </a:cubicBezTo>
                    <a:cubicBezTo>
                      <a:pt x="569" y="24"/>
                      <a:pt x="574" y="23"/>
                      <a:pt x="577" y="24"/>
                    </a:cubicBezTo>
                    <a:cubicBezTo>
                      <a:pt x="579" y="24"/>
                      <a:pt x="579" y="25"/>
                      <a:pt x="581" y="26"/>
                    </a:cubicBezTo>
                    <a:cubicBezTo>
                      <a:pt x="584" y="27"/>
                      <a:pt x="583" y="27"/>
                      <a:pt x="586" y="25"/>
                    </a:cubicBezTo>
                    <a:cubicBezTo>
                      <a:pt x="590" y="24"/>
                      <a:pt x="590" y="25"/>
                      <a:pt x="594" y="27"/>
                    </a:cubicBezTo>
                    <a:cubicBezTo>
                      <a:pt x="596" y="27"/>
                      <a:pt x="599" y="27"/>
                      <a:pt x="602" y="27"/>
                    </a:cubicBezTo>
                    <a:cubicBezTo>
                      <a:pt x="605" y="27"/>
                      <a:pt x="608" y="28"/>
                      <a:pt x="611" y="27"/>
                    </a:cubicBezTo>
                    <a:cubicBezTo>
                      <a:pt x="612" y="27"/>
                      <a:pt x="613" y="26"/>
                      <a:pt x="615" y="26"/>
                    </a:cubicBezTo>
                    <a:cubicBezTo>
                      <a:pt x="617" y="25"/>
                      <a:pt x="619" y="27"/>
                      <a:pt x="620" y="28"/>
                    </a:cubicBezTo>
                    <a:cubicBezTo>
                      <a:pt x="625" y="31"/>
                      <a:pt x="625" y="33"/>
                      <a:pt x="630" y="31"/>
                    </a:cubicBezTo>
                    <a:cubicBezTo>
                      <a:pt x="632" y="31"/>
                      <a:pt x="634" y="31"/>
                      <a:pt x="636" y="30"/>
                    </a:cubicBezTo>
                    <a:cubicBezTo>
                      <a:pt x="637" y="29"/>
                      <a:pt x="637" y="25"/>
                      <a:pt x="639" y="24"/>
                    </a:cubicBezTo>
                    <a:cubicBezTo>
                      <a:pt x="640" y="23"/>
                      <a:pt x="643" y="24"/>
                      <a:pt x="644" y="25"/>
                    </a:cubicBezTo>
                    <a:cubicBezTo>
                      <a:pt x="650" y="27"/>
                      <a:pt x="654" y="29"/>
                      <a:pt x="660" y="27"/>
                    </a:cubicBezTo>
                    <a:cubicBezTo>
                      <a:pt x="666" y="26"/>
                      <a:pt x="673" y="27"/>
                      <a:pt x="680" y="27"/>
                    </a:cubicBezTo>
                    <a:cubicBezTo>
                      <a:pt x="685" y="27"/>
                      <a:pt x="689" y="25"/>
                      <a:pt x="694" y="25"/>
                    </a:cubicBezTo>
                    <a:cubicBezTo>
                      <a:pt x="698" y="25"/>
                      <a:pt x="700" y="26"/>
                      <a:pt x="702" y="29"/>
                    </a:cubicBezTo>
                    <a:cubicBezTo>
                      <a:pt x="703" y="30"/>
                      <a:pt x="703" y="32"/>
                      <a:pt x="704" y="32"/>
                    </a:cubicBezTo>
                    <a:cubicBezTo>
                      <a:pt x="705" y="32"/>
                      <a:pt x="705" y="31"/>
                      <a:pt x="706" y="30"/>
                    </a:cubicBezTo>
                    <a:cubicBezTo>
                      <a:pt x="707" y="30"/>
                      <a:pt x="709" y="29"/>
                      <a:pt x="710" y="29"/>
                    </a:cubicBezTo>
                    <a:cubicBezTo>
                      <a:pt x="715" y="28"/>
                      <a:pt x="716" y="29"/>
                      <a:pt x="720" y="31"/>
                    </a:cubicBezTo>
                    <a:cubicBezTo>
                      <a:pt x="725" y="33"/>
                      <a:pt x="726" y="29"/>
                      <a:pt x="730" y="29"/>
                    </a:cubicBezTo>
                    <a:cubicBezTo>
                      <a:pt x="733" y="30"/>
                      <a:pt x="734" y="33"/>
                      <a:pt x="738" y="32"/>
                    </a:cubicBezTo>
                    <a:cubicBezTo>
                      <a:pt x="739" y="32"/>
                      <a:pt x="740" y="31"/>
                      <a:pt x="741" y="31"/>
                    </a:cubicBezTo>
                    <a:cubicBezTo>
                      <a:pt x="744" y="31"/>
                      <a:pt x="745" y="32"/>
                      <a:pt x="748" y="34"/>
                    </a:cubicBezTo>
                    <a:cubicBezTo>
                      <a:pt x="750" y="35"/>
                      <a:pt x="754" y="36"/>
                      <a:pt x="757" y="34"/>
                    </a:cubicBezTo>
                    <a:cubicBezTo>
                      <a:pt x="759" y="32"/>
                      <a:pt x="758" y="28"/>
                      <a:pt x="760" y="25"/>
                    </a:cubicBezTo>
                    <a:cubicBezTo>
                      <a:pt x="762" y="22"/>
                      <a:pt x="764" y="24"/>
                      <a:pt x="767" y="24"/>
                    </a:cubicBezTo>
                    <a:cubicBezTo>
                      <a:pt x="772" y="23"/>
                      <a:pt x="776" y="18"/>
                      <a:pt x="777" y="14"/>
                    </a:cubicBezTo>
                    <a:cubicBezTo>
                      <a:pt x="780" y="13"/>
                      <a:pt x="783" y="11"/>
                      <a:pt x="786" y="11"/>
                    </a:cubicBezTo>
                    <a:cubicBezTo>
                      <a:pt x="788" y="11"/>
                      <a:pt x="788" y="11"/>
                      <a:pt x="790" y="12"/>
                    </a:cubicBezTo>
                    <a:cubicBezTo>
                      <a:pt x="792" y="13"/>
                      <a:pt x="792" y="13"/>
                      <a:pt x="794" y="14"/>
                    </a:cubicBezTo>
                    <a:cubicBezTo>
                      <a:pt x="797" y="14"/>
                      <a:pt x="795" y="13"/>
                      <a:pt x="797" y="15"/>
                    </a:cubicBezTo>
                    <a:cubicBezTo>
                      <a:pt x="799" y="17"/>
                      <a:pt x="798" y="19"/>
                      <a:pt x="802" y="20"/>
                    </a:cubicBezTo>
                    <a:cubicBezTo>
                      <a:pt x="804" y="21"/>
                      <a:pt x="804" y="20"/>
                      <a:pt x="806" y="21"/>
                    </a:cubicBezTo>
                    <a:cubicBezTo>
                      <a:pt x="807" y="23"/>
                      <a:pt x="807" y="24"/>
                      <a:pt x="808" y="25"/>
                    </a:cubicBezTo>
                    <a:cubicBezTo>
                      <a:pt x="810" y="25"/>
                      <a:pt x="811" y="25"/>
                      <a:pt x="812" y="25"/>
                    </a:cubicBezTo>
                    <a:cubicBezTo>
                      <a:pt x="814" y="26"/>
                      <a:pt x="814" y="27"/>
                      <a:pt x="815" y="27"/>
                    </a:cubicBezTo>
                    <a:cubicBezTo>
                      <a:pt x="816" y="28"/>
                      <a:pt x="817" y="28"/>
                      <a:pt x="818" y="28"/>
                    </a:cubicBezTo>
                    <a:cubicBezTo>
                      <a:pt x="819" y="29"/>
                      <a:pt x="820" y="31"/>
                      <a:pt x="822" y="30"/>
                    </a:cubicBezTo>
                    <a:cubicBezTo>
                      <a:pt x="827" y="30"/>
                      <a:pt x="824" y="24"/>
                      <a:pt x="829" y="26"/>
                    </a:cubicBezTo>
                    <a:cubicBezTo>
                      <a:pt x="831" y="28"/>
                      <a:pt x="837" y="37"/>
                      <a:pt x="840" y="31"/>
                    </a:cubicBezTo>
                    <a:cubicBezTo>
                      <a:pt x="845" y="32"/>
                      <a:pt x="848" y="34"/>
                      <a:pt x="852" y="33"/>
                    </a:cubicBezTo>
                    <a:cubicBezTo>
                      <a:pt x="855" y="33"/>
                      <a:pt x="858" y="33"/>
                      <a:pt x="860" y="33"/>
                    </a:cubicBezTo>
                    <a:close/>
                  </a:path>
                </a:pathLst>
              </a:custGeom>
              <a:solidFill>
                <a:schemeClr val="accent2"/>
              </a:solidFill>
              <a:ln>
                <a:noFill/>
              </a:ln>
              <a:effectLst>
                <a:outerShdw blurRad="28575" rotWithShape="0" algn="bl" dir="1242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4"/>
              <p:cNvSpPr/>
              <p:nvPr/>
            </p:nvSpPr>
            <p:spPr>
              <a:xfrm>
                <a:off x="6566500" y="4756113"/>
                <a:ext cx="2728913" cy="1250950"/>
              </a:xfrm>
              <a:custGeom>
                <a:rect b="b" l="l" r="r" t="t"/>
                <a:pathLst>
                  <a:path extrusionOk="0" h="332" w="723">
                    <a:moveTo>
                      <a:pt x="722" y="93"/>
                    </a:moveTo>
                    <a:cubicBezTo>
                      <a:pt x="723" y="93"/>
                      <a:pt x="723" y="92"/>
                      <a:pt x="723" y="92"/>
                    </a:cubicBezTo>
                    <a:cubicBezTo>
                      <a:pt x="723" y="91"/>
                      <a:pt x="723" y="91"/>
                      <a:pt x="722" y="91"/>
                    </a:cubicBezTo>
                    <a:cubicBezTo>
                      <a:pt x="687" y="91"/>
                      <a:pt x="687" y="91"/>
                      <a:pt x="687" y="91"/>
                    </a:cubicBezTo>
                    <a:cubicBezTo>
                      <a:pt x="687" y="56"/>
                      <a:pt x="687" y="56"/>
                      <a:pt x="687" y="56"/>
                    </a:cubicBezTo>
                    <a:cubicBezTo>
                      <a:pt x="722" y="56"/>
                      <a:pt x="722" y="56"/>
                      <a:pt x="722" y="56"/>
                    </a:cubicBezTo>
                    <a:cubicBezTo>
                      <a:pt x="723" y="56"/>
                      <a:pt x="723" y="55"/>
                      <a:pt x="723" y="55"/>
                    </a:cubicBezTo>
                    <a:cubicBezTo>
                      <a:pt x="723" y="54"/>
                      <a:pt x="723" y="54"/>
                      <a:pt x="722" y="54"/>
                    </a:cubicBezTo>
                    <a:cubicBezTo>
                      <a:pt x="687" y="54"/>
                      <a:pt x="687" y="54"/>
                      <a:pt x="687" y="54"/>
                    </a:cubicBezTo>
                    <a:cubicBezTo>
                      <a:pt x="687" y="19"/>
                      <a:pt x="687" y="19"/>
                      <a:pt x="687" y="19"/>
                    </a:cubicBezTo>
                    <a:cubicBezTo>
                      <a:pt x="688" y="19"/>
                      <a:pt x="688" y="19"/>
                      <a:pt x="688" y="19"/>
                    </a:cubicBezTo>
                    <a:cubicBezTo>
                      <a:pt x="687" y="18"/>
                      <a:pt x="687" y="18"/>
                      <a:pt x="687" y="18"/>
                    </a:cubicBezTo>
                    <a:cubicBezTo>
                      <a:pt x="686" y="17"/>
                      <a:pt x="686" y="17"/>
                      <a:pt x="686" y="16"/>
                    </a:cubicBezTo>
                    <a:cubicBezTo>
                      <a:pt x="685" y="14"/>
                      <a:pt x="685" y="14"/>
                      <a:pt x="685" y="14"/>
                    </a:cubicBezTo>
                    <a:cubicBezTo>
                      <a:pt x="685" y="17"/>
                      <a:pt x="685" y="17"/>
                      <a:pt x="685" y="17"/>
                    </a:cubicBezTo>
                    <a:cubicBezTo>
                      <a:pt x="663" y="17"/>
                      <a:pt x="663" y="17"/>
                      <a:pt x="663" y="17"/>
                    </a:cubicBezTo>
                    <a:cubicBezTo>
                      <a:pt x="662" y="17"/>
                      <a:pt x="662" y="17"/>
                      <a:pt x="662" y="17"/>
                    </a:cubicBezTo>
                    <a:cubicBezTo>
                      <a:pt x="662" y="17"/>
                      <a:pt x="662" y="17"/>
                      <a:pt x="662" y="17"/>
                    </a:cubicBezTo>
                    <a:cubicBezTo>
                      <a:pt x="662" y="17"/>
                      <a:pt x="662" y="18"/>
                      <a:pt x="662" y="18"/>
                    </a:cubicBezTo>
                    <a:cubicBezTo>
                      <a:pt x="661" y="19"/>
                      <a:pt x="661" y="19"/>
                      <a:pt x="661" y="19"/>
                    </a:cubicBezTo>
                    <a:cubicBezTo>
                      <a:pt x="685" y="19"/>
                      <a:pt x="685" y="19"/>
                      <a:pt x="685" y="19"/>
                    </a:cubicBezTo>
                    <a:cubicBezTo>
                      <a:pt x="685" y="54"/>
                      <a:pt x="685" y="54"/>
                      <a:pt x="685" y="54"/>
                    </a:cubicBezTo>
                    <a:cubicBezTo>
                      <a:pt x="647" y="54"/>
                      <a:pt x="647" y="54"/>
                      <a:pt x="647" y="54"/>
                    </a:cubicBezTo>
                    <a:cubicBezTo>
                      <a:pt x="647" y="22"/>
                      <a:pt x="647" y="22"/>
                      <a:pt x="647" y="22"/>
                    </a:cubicBezTo>
                    <a:cubicBezTo>
                      <a:pt x="646" y="27"/>
                      <a:pt x="646" y="27"/>
                      <a:pt x="646" y="27"/>
                    </a:cubicBezTo>
                    <a:cubicBezTo>
                      <a:pt x="646" y="27"/>
                      <a:pt x="646" y="28"/>
                      <a:pt x="645" y="29"/>
                    </a:cubicBezTo>
                    <a:cubicBezTo>
                      <a:pt x="645" y="30"/>
                      <a:pt x="645" y="31"/>
                      <a:pt x="645" y="32"/>
                    </a:cubicBezTo>
                    <a:cubicBezTo>
                      <a:pt x="645" y="54"/>
                      <a:pt x="645" y="54"/>
                      <a:pt x="645" y="54"/>
                    </a:cubicBezTo>
                    <a:cubicBezTo>
                      <a:pt x="607" y="54"/>
                      <a:pt x="607" y="54"/>
                      <a:pt x="607" y="54"/>
                    </a:cubicBezTo>
                    <a:cubicBezTo>
                      <a:pt x="607" y="29"/>
                      <a:pt x="607" y="29"/>
                      <a:pt x="607" y="29"/>
                    </a:cubicBezTo>
                    <a:cubicBezTo>
                      <a:pt x="605" y="28"/>
                      <a:pt x="605" y="28"/>
                      <a:pt x="605" y="28"/>
                    </a:cubicBezTo>
                    <a:cubicBezTo>
                      <a:pt x="605" y="54"/>
                      <a:pt x="605" y="54"/>
                      <a:pt x="605" y="54"/>
                    </a:cubicBezTo>
                    <a:cubicBezTo>
                      <a:pt x="567" y="54"/>
                      <a:pt x="567" y="54"/>
                      <a:pt x="567" y="54"/>
                    </a:cubicBezTo>
                    <a:cubicBezTo>
                      <a:pt x="567" y="26"/>
                      <a:pt x="567" y="26"/>
                      <a:pt x="567" y="26"/>
                    </a:cubicBezTo>
                    <a:cubicBezTo>
                      <a:pt x="566" y="26"/>
                      <a:pt x="566" y="26"/>
                      <a:pt x="566" y="26"/>
                    </a:cubicBezTo>
                    <a:cubicBezTo>
                      <a:pt x="566" y="26"/>
                      <a:pt x="566" y="26"/>
                      <a:pt x="566" y="26"/>
                    </a:cubicBezTo>
                    <a:cubicBezTo>
                      <a:pt x="565" y="26"/>
                      <a:pt x="565" y="26"/>
                      <a:pt x="565" y="26"/>
                    </a:cubicBezTo>
                    <a:cubicBezTo>
                      <a:pt x="565" y="54"/>
                      <a:pt x="565" y="54"/>
                      <a:pt x="565" y="54"/>
                    </a:cubicBezTo>
                    <a:cubicBezTo>
                      <a:pt x="527" y="54"/>
                      <a:pt x="527" y="54"/>
                      <a:pt x="527" y="54"/>
                    </a:cubicBezTo>
                    <a:cubicBezTo>
                      <a:pt x="527" y="24"/>
                      <a:pt x="527" y="24"/>
                      <a:pt x="527" y="24"/>
                    </a:cubicBezTo>
                    <a:cubicBezTo>
                      <a:pt x="527" y="23"/>
                      <a:pt x="527" y="23"/>
                      <a:pt x="527" y="23"/>
                    </a:cubicBezTo>
                    <a:cubicBezTo>
                      <a:pt x="526" y="23"/>
                      <a:pt x="526" y="23"/>
                      <a:pt x="526" y="23"/>
                    </a:cubicBezTo>
                    <a:cubicBezTo>
                      <a:pt x="525" y="23"/>
                      <a:pt x="525" y="24"/>
                      <a:pt x="525" y="24"/>
                    </a:cubicBezTo>
                    <a:cubicBezTo>
                      <a:pt x="525" y="24"/>
                      <a:pt x="525" y="24"/>
                      <a:pt x="525" y="24"/>
                    </a:cubicBezTo>
                    <a:cubicBezTo>
                      <a:pt x="525" y="54"/>
                      <a:pt x="525" y="54"/>
                      <a:pt x="525" y="54"/>
                    </a:cubicBezTo>
                    <a:cubicBezTo>
                      <a:pt x="487" y="54"/>
                      <a:pt x="487" y="54"/>
                      <a:pt x="487" y="54"/>
                    </a:cubicBezTo>
                    <a:cubicBezTo>
                      <a:pt x="487" y="26"/>
                      <a:pt x="487" y="26"/>
                      <a:pt x="487" y="26"/>
                    </a:cubicBezTo>
                    <a:cubicBezTo>
                      <a:pt x="486" y="26"/>
                      <a:pt x="486" y="26"/>
                      <a:pt x="486" y="26"/>
                    </a:cubicBezTo>
                    <a:cubicBezTo>
                      <a:pt x="486" y="26"/>
                      <a:pt x="485" y="26"/>
                      <a:pt x="485" y="26"/>
                    </a:cubicBezTo>
                    <a:cubicBezTo>
                      <a:pt x="485" y="26"/>
                      <a:pt x="485" y="26"/>
                      <a:pt x="485" y="26"/>
                    </a:cubicBezTo>
                    <a:cubicBezTo>
                      <a:pt x="485" y="54"/>
                      <a:pt x="485" y="54"/>
                      <a:pt x="485" y="54"/>
                    </a:cubicBezTo>
                    <a:cubicBezTo>
                      <a:pt x="447" y="54"/>
                      <a:pt x="447" y="54"/>
                      <a:pt x="447" y="54"/>
                    </a:cubicBezTo>
                    <a:cubicBezTo>
                      <a:pt x="447" y="18"/>
                      <a:pt x="447" y="18"/>
                      <a:pt x="447" y="18"/>
                    </a:cubicBezTo>
                    <a:cubicBezTo>
                      <a:pt x="447" y="18"/>
                      <a:pt x="447" y="18"/>
                      <a:pt x="447" y="18"/>
                    </a:cubicBezTo>
                    <a:cubicBezTo>
                      <a:pt x="446" y="18"/>
                      <a:pt x="446" y="18"/>
                      <a:pt x="446" y="18"/>
                    </a:cubicBezTo>
                    <a:cubicBezTo>
                      <a:pt x="445" y="18"/>
                      <a:pt x="445" y="18"/>
                      <a:pt x="445" y="18"/>
                    </a:cubicBezTo>
                    <a:cubicBezTo>
                      <a:pt x="445" y="54"/>
                      <a:pt x="445" y="54"/>
                      <a:pt x="445" y="54"/>
                    </a:cubicBezTo>
                    <a:cubicBezTo>
                      <a:pt x="408" y="54"/>
                      <a:pt x="408" y="54"/>
                      <a:pt x="408" y="54"/>
                    </a:cubicBezTo>
                    <a:cubicBezTo>
                      <a:pt x="408" y="19"/>
                      <a:pt x="408" y="19"/>
                      <a:pt x="408" y="19"/>
                    </a:cubicBezTo>
                    <a:cubicBezTo>
                      <a:pt x="444" y="19"/>
                      <a:pt x="444" y="19"/>
                      <a:pt x="444" y="19"/>
                    </a:cubicBezTo>
                    <a:cubicBezTo>
                      <a:pt x="444" y="18"/>
                      <a:pt x="444" y="18"/>
                      <a:pt x="444" y="18"/>
                    </a:cubicBezTo>
                    <a:cubicBezTo>
                      <a:pt x="443" y="18"/>
                      <a:pt x="443" y="18"/>
                      <a:pt x="442" y="17"/>
                    </a:cubicBezTo>
                    <a:cubicBezTo>
                      <a:pt x="441" y="17"/>
                      <a:pt x="441" y="17"/>
                      <a:pt x="441" y="17"/>
                    </a:cubicBezTo>
                    <a:cubicBezTo>
                      <a:pt x="441" y="17"/>
                      <a:pt x="441" y="17"/>
                      <a:pt x="441" y="17"/>
                    </a:cubicBezTo>
                    <a:cubicBezTo>
                      <a:pt x="408" y="17"/>
                      <a:pt x="408" y="17"/>
                      <a:pt x="408" y="17"/>
                    </a:cubicBezTo>
                    <a:cubicBezTo>
                      <a:pt x="408" y="11"/>
                      <a:pt x="408" y="11"/>
                      <a:pt x="408" y="11"/>
                    </a:cubicBezTo>
                    <a:cubicBezTo>
                      <a:pt x="407" y="11"/>
                      <a:pt x="407" y="11"/>
                      <a:pt x="407" y="11"/>
                    </a:cubicBezTo>
                    <a:cubicBezTo>
                      <a:pt x="407" y="11"/>
                      <a:pt x="407" y="11"/>
                      <a:pt x="407" y="11"/>
                    </a:cubicBezTo>
                    <a:cubicBezTo>
                      <a:pt x="406" y="11"/>
                      <a:pt x="406" y="11"/>
                      <a:pt x="406" y="11"/>
                    </a:cubicBezTo>
                    <a:cubicBezTo>
                      <a:pt x="406" y="17"/>
                      <a:pt x="406" y="17"/>
                      <a:pt x="406" y="17"/>
                    </a:cubicBezTo>
                    <a:cubicBezTo>
                      <a:pt x="378" y="17"/>
                      <a:pt x="378" y="17"/>
                      <a:pt x="378" y="17"/>
                    </a:cubicBezTo>
                    <a:cubicBezTo>
                      <a:pt x="378" y="17"/>
                      <a:pt x="378" y="17"/>
                      <a:pt x="378" y="17"/>
                    </a:cubicBezTo>
                    <a:cubicBezTo>
                      <a:pt x="377" y="17"/>
                      <a:pt x="377" y="17"/>
                      <a:pt x="377" y="18"/>
                    </a:cubicBezTo>
                    <a:cubicBezTo>
                      <a:pt x="376" y="19"/>
                      <a:pt x="376" y="19"/>
                      <a:pt x="376" y="19"/>
                    </a:cubicBezTo>
                    <a:cubicBezTo>
                      <a:pt x="406" y="19"/>
                      <a:pt x="406" y="19"/>
                      <a:pt x="406" y="19"/>
                    </a:cubicBezTo>
                    <a:cubicBezTo>
                      <a:pt x="406" y="54"/>
                      <a:pt x="406" y="54"/>
                      <a:pt x="406" y="54"/>
                    </a:cubicBezTo>
                    <a:cubicBezTo>
                      <a:pt x="371" y="54"/>
                      <a:pt x="371" y="54"/>
                      <a:pt x="371" y="54"/>
                    </a:cubicBezTo>
                    <a:cubicBezTo>
                      <a:pt x="371" y="22"/>
                      <a:pt x="371" y="22"/>
                      <a:pt x="371" y="22"/>
                    </a:cubicBezTo>
                    <a:cubicBezTo>
                      <a:pt x="371" y="21"/>
                      <a:pt x="371" y="21"/>
                      <a:pt x="371" y="21"/>
                    </a:cubicBezTo>
                    <a:cubicBezTo>
                      <a:pt x="371" y="21"/>
                      <a:pt x="371" y="21"/>
                      <a:pt x="371" y="21"/>
                    </a:cubicBezTo>
                    <a:cubicBezTo>
                      <a:pt x="370" y="21"/>
                      <a:pt x="370" y="21"/>
                      <a:pt x="370" y="21"/>
                    </a:cubicBezTo>
                    <a:cubicBezTo>
                      <a:pt x="369" y="21"/>
                      <a:pt x="369" y="21"/>
                      <a:pt x="369" y="21"/>
                    </a:cubicBezTo>
                    <a:cubicBezTo>
                      <a:pt x="369" y="54"/>
                      <a:pt x="369" y="54"/>
                      <a:pt x="369" y="54"/>
                    </a:cubicBezTo>
                    <a:cubicBezTo>
                      <a:pt x="334" y="54"/>
                      <a:pt x="334" y="54"/>
                      <a:pt x="334" y="54"/>
                    </a:cubicBezTo>
                    <a:cubicBezTo>
                      <a:pt x="334" y="21"/>
                      <a:pt x="334" y="21"/>
                      <a:pt x="334" y="21"/>
                    </a:cubicBezTo>
                    <a:cubicBezTo>
                      <a:pt x="334" y="21"/>
                      <a:pt x="334" y="21"/>
                      <a:pt x="334" y="21"/>
                    </a:cubicBezTo>
                    <a:cubicBezTo>
                      <a:pt x="333" y="21"/>
                      <a:pt x="333" y="21"/>
                      <a:pt x="333" y="21"/>
                    </a:cubicBezTo>
                    <a:cubicBezTo>
                      <a:pt x="332" y="21"/>
                      <a:pt x="332" y="21"/>
                      <a:pt x="332" y="21"/>
                    </a:cubicBezTo>
                    <a:cubicBezTo>
                      <a:pt x="332" y="54"/>
                      <a:pt x="332" y="54"/>
                      <a:pt x="332" y="54"/>
                    </a:cubicBezTo>
                    <a:cubicBezTo>
                      <a:pt x="297" y="54"/>
                      <a:pt x="297" y="54"/>
                      <a:pt x="297" y="54"/>
                    </a:cubicBezTo>
                    <a:cubicBezTo>
                      <a:pt x="297" y="19"/>
                      <a:pt x="297" y="19"/>
                      <a:pt x="297" y="19"/>
                    </a:cubicBezTo>
                    <a:cubicBezTo>
                      <a:pt x="319" y="19"/>
                      <a:pt x="319" y="19"/>
                      <a:pt x="319" y="19"/>
                    </a:cubicBezTo>
                    <a:cubicBezTo>
                      <a:pt x="317" y="18"/>
                      <a:pt x="317" y="18"/>
                      <a:pt x="317" y="18"/>
                    </a:cubicBezTo>
                    <a:cubicBezTo>
                      <a:pt x="316" y="18"/>
                      <a:pt x="316" y="17"/>
                      <a:pt x="315" y="17"/>
                    </a:cubicBezTo>
                    <a:cubicBezTo>
                      <a:pt x="315" y="17"/>
                      <a:pt x="315" y="17"/>
                      <a:pt x="315" y="17"/>
                    </a:cubicBezTo>
                    <a:cubicBezTo>
                      <a:pt x="297" y="17"/>
                      <a:pt x="297" y="17"/>
                      <a:pt x="297" y="17"/>
                    </a:cubicBezTo>
                    <a:cubicBezTo>
                      <a:pt x="297" y="11"/>
                      <a:pt x="297" y="11"/>
                      <a:pt x="297" y="11"/>
                    </a:cubicBezTo>
                    <a:cubicBezTo>
                      <a:pt x="297" y="11"/>
                      <a:pt x="297" y="11"/>
                      <a:pt x="297" y="11"/>
                    </a:cubicBezTo>
                    <a:cubicBezTo>
                      <a:pt x="297" y="10"/>
                      <a:pt x="296" y="10"/>
                      <a:pt x="296" y="10"/>
                    </a:cubicBezTo>
                    <a:cubicBezTo>
                      <a:pt x="295" y="10"/>
                      <a:pt x="295" y="10"/>
                      <a:pt x="295" y="10"/>
                    </a:cubicBezTo>
                    <a:cubicBezTo>
                      <a:pt x="295" y="17"/>
                      <a:pt x="295" y="17"/>
                      <a:pt x="295" y="17"/>
                    </a:cubicBezTo>
                    <a:cubicBezTo>
                      <a:pt x="260" y="17"/>
                      <a:pt x="260" y="17"/>
                      <a:pt x="260" y="17"/>
                    </a:cubicBezTo>
                    <a:cubicBezTo>
                      <a:pt x="260" y="10"/>
                      <a:pt x="260" y="10"/>
                      <a:pt x="260" y="10"/>
                    </a:cubicBezTo>
                    <a:cubicBezTo>
                      <a:pt x="260" y="11"/>
                      <a:pt x="260" y="11"/>
                      <a:pt x="260" y="11"/>
                    </a:cubicBezTo>
                    <a:cubicBezTo>
                      <a:pt x="259" y="11"/>
                      <a:pt x="259" y="11"/>
                      <a:pt x="259" y="11"/>
                    </a:cubicBezTo>
                    <a:cubicBezTo>
                      <a:pt x="259" y="11"/>
                      <a:pt x="259" y="12"/>
                      <a:pt x="259" y="12"/>
                    </a:cubicBezTo>
                    <a:cubicBezTo>
                      <a:pt x="258" y="12"/>
                      <a:pt x="258" y="12"/>
                      <a:pt x="258" y="12"/>
                    </a:cubicBezTo>
                    <a:cubicBezTo>
                      <a:pt x="258" y="17"/>
                      <a:pt x="258" y="17"/>
                      <a:pt x="258" y="17"/>
                    </a:cubicBezTo>
                    <a:cubicBezTo>
                      <a:pt x="252" y="17"/>
                      <a:pt x="252" y="17"/>
                      <a:pt x="252" y="17"/>
                    </a:cubicBezTo>
                    <a:cubicBezTo>
                      <a:pt x="252" y="17"/>
                      <a:pt x="252" y="17"/>
                      <a:pt x="252" y="17"/>
                    </a:cubicBezTo>
                    <a:cubicBezTo>
                      <a:pt x="252" y="17"/>
                      <a:pt x="252" y="17"/>
                      <a:pt x="252" y="17"/>
                    </a:cubicBezTo>
                    <a:cubicBezTo>
                      <a:pt x="251" y="17"/>
                      <a:pt x="251" y="17"/>
                      <a:pt x="251" y="18"/>
                    </a:cubicBezTo>
                    <a:cubicBezTo>
                      <a:pt x="249" y="19"/>
                      <a:pt x="249" y="19"/>
                      <a:pt x="249" y="19"/>
                    </a:cubicBezTo>
                    <a:cubicBezTo>
                      <a:pt x="258" y="19"/>
                      <a:pt x="258" y="19"/>
                      <a:pt x="258" y="19"/>
                    </a:cubicBezTo>
                    <a:cubicBezTo>
                      <a:pt x="258" y="54"/>
                      <a:pt x="258" y="54"/>
                      <a:pt x="258" y="54"/>
                    </a:cubicBezTo>
                    <a:cubicBezTo>
                      <a:pt x="224" y="54"/>
                      <a:pt x="224" y="54"/>
                      <a:pt x="224" y="54"/>
                    </a:cubicBezTo>
                    <a:cubicBezTo>
                      <a:pt x="224" y="26"/>
                      <a:pt x="224" y="26"/>
                      <a:pt x="224" y="26"/>
                    </a:cubicBezTo>
                    <a:cubicBezTo>
                      <a:pt x="223" y="26"/>
                      <a:pt x="223" y="26"/>
                      <a:pt x="223" y="26"/>
                    </a:cubicBezTo>
                    <a:cubicBezTo>
                      <a:pt x="223" y="27"/>
                      <a:pt x="222" y="27"/>
                      <a:pt x="222" y="27"/>
                    </a:cubicBezTo>
                    <a:cubicBezTo>
                      <a:pt x="222" y="27"/>
                      <a:pt x="222" y="27"/>
                      <a:pt x="222" y="27"/>
                    </a:cubicBezTo>
                    <a:cubicBezTo>
                      <a:pt x="222" y="54"/>
                      <a:pt x="222" y="54"/>
                      <a:pt x="222" y="54"/>
                    </a:cubicBezTo>
                    <a:cubicBezTo>
                      <a:pt x="187" y="54"/>
                      <a:pt x="187" y="54"/>
                      <a:pt x="187" y="54"/>
                    </a:cubicBezTo>
                    <a:cubicBezTo>
                      <a:pt x="187" y="18"/>
                      <a:pt x="187" y="18"/>
                      <a:pt x="187" y="18"/>
                    </a:cubicBezTo>
                    <a:cubicBezTo>
                      <a:pt x="186" y="18"/>
                      <a:pt x="186" y="18"/>
                      <a:pt x="186" y="18"/>
                    </a:cubicBezTo>
                    <a:cubicBezTo>
                      <a:pt x="186" y="18"/>
                      <a:pt x="185" y="18"/>
                      <a:pt x="185" y="18"/>
                    </a:cubicBezTo>
                    <a:cubicBezTo>
                      <a:pt x="185" y="18"/>
                      <a:pt x="185" y="18"/>
                      <a:pt x="185" y="18"/>
                    </a:cubicBezTo>
                    <a:cubicBezTo>
                      <a:pt x="185" y="18"/>
                      <a:pt x="185" y="18"/>
                      <a:pt x="185" y="18"/>
                    </a:cubicBezTo>
                    <a:cubicBezTo>
                      <a:pt x="182" y="18"/>
                      <a:pt x="182" y="18"/>
                      <a:pt x="182" y="18"/>
                    </a:cubicBezTo>
                    <a:cubicBezTo>
                      <a:pt x="180" y="17"/>
                      <a:pt x="179" y="17"/>
                      <a:pt x="177" y="17"/>
                    </a:cubicBezTo>
                    <a:cubicBezTo>
                      <a:pt x="150" y="17"/>
                      <a:pt x="150" y="17"/>
                      <a:pt x="150" y="17"/>
                    </a:cubicBezTo>
                    <a:cubicBezTo>
                      <a:pt x="150" y="8"/>
                      <a:pt x="150" y="8"/>
                      <a:pt x="150" y="8"/>
                    </a:cubicBezTo>
                    <a:cubicBezTo>
                      <a:pt x="149" y="8"/>
                      <a:pt x="149" y="8"/>
                      <a:pt x="149" y="8"/>
                    </a:cubicBezTo>
                    <a:cubicBezTo>
                      <a:pt x="149" y="8"/>
                      <a:pt x="149" y="8"/>
                      <a:pt x="148" y="8"/>
                    </a:cubicBezTo>
                    <a:cubicBezTo>
                      <a:pt x="148" y="9"/>
                      <a:pt x="148" y="9"/>
                      <a:pt x="148" y="9"/>
                    </a:cubicBezTo>
                    <a:cubicBezTo>
                      <a:pt x="148" y="17"/>
                      <a:pt x="148" y="17"/>
                      <a:pt x="148" y="17"/>
                    </a:cubicBezTo>
                    <a:cubicBezTo>
                      <a:pt x="113" y="17"/>
                      <a:pt x="113" y="17"/>
                      <a:pt x="113" y="17"/>
                    </a:cubicBezTo>
                    <a:cubicBezTo>
                      <a:pt x="113" y="0"/>
                      <a:pt x="113" y="0"/>
                      <a:pt x="113" y="0"/>
                    </a:cubicBezTo>
                    <a:cubicBezTo>
                      <a:pt x="113" y="0"/>
                      <a:pt x="113" y="0"/>
                      <a:pt x="113" y="0"/>
                    </a:cubicBezTo>
                    <a:cubicBezTo>
                      <a:pt x="112" y="0"/>
                      <a:pt x="112" y="0"/>
                      <a:pt x="112" y="0"/>
                    </a:cubicBezTo>
                    <a:cubicBezTo>
                      <a:pt x="112" y="0"/>
                      <a:pt x="112" y="0"/>
                      <a:pt x="111" y="0"/>
                    </a:cubicBezTo>
                    <a:cubicBezTo>
                      <a:pt x="111" y="0"/>
                      <a:pt x="111" y="0"/>
                      <a:pt x="111" y="0"/>
                    </a:cubicBezTo>
                    <a:cubicBezTo>
                      <a:pt x="111" y="17"/>
                      <a:pt x="111" y="17"/>
                      <a:pt x="111" y="17"/>
                    </a:cubicBezTo>
                    <a:cubicBezTo>
                      <a:pt x="76" y="17"/>
                      <a:pt x="76" y="17"/>
                      <a:pt x="76" y="17"/>
                    </a:cubicBezTo>
                    <a:cubicBezTo>
                      <a:pt x="76" y="16"/>
                      <a:pt x="76" y="16"/>
                      <a:pt x="76" y="16"/>
                    </a:cubicBezTo>
                    <a:cubicBezTo>
                      <a:pt x="75" y="16"/>
                      <a:pt x="75" y="16"/>
                      <a:pt x="75" y="16"/>
                    </a:cubicBezTo>
                    <a:cubicBezTo>
                      <a:pt x="75" y="16"/>
                      <a:pt x="75" y="16"/>
                      <a:pt x="74" y="16"/>
                    </a:cubicBezTo>
                    <a:cubicBezTo>
                      <a:pt x="74" y="16"/>
                      <a:pt x="74" y="16"/>
                      <a:pt x="74" y="16"/>
                    </a:cubicBezTo>
                    <a:cubicBezTo>
                      <a:pt x="74" y="17"/>
                      <a:pt x="74" y="17"/>
                      <a:pt x="74" y="17"/>
                    </a:cubicBezTo>
                    <a:cubicBezTo>
                      <a:pt x="66" y="17"/>
                      <a:pt x="66" y="17"/>
                      <a:pt x="66" y="17"/>
                    </a:cubicBezTo>
                    <a:cubicBezTo>
                      <a:pt x="66" y="17"/>
                      <a:pt x="66" y="17"/>
                      <a:pt x="66" y="17"/>
                    </a:cubicBezTo>
                    <a:cubicBezTo>
                      <a:pt x="65" y="17"/>
                      <a:pt x="64" y="17"/>
                      <a:pt x="64" y="18"/>
                    </a:cubicBezTo>
                    <a:cubicBezTo>
                      <a:pt x="62" y="19"/>
                      <a:pt x="62" y="19"/>
                      <a:pt x="62" y="19"/>
                    </a:cubicBezTo>
                    <a:cubicBezTo>
                      <a:pt x="74" y="19"/>
                      <a:pt x="74" y="19"/>
                      <a:pt x="74" y="19"/>
                    </a:cubicBezTo>
                    <a:cubicBezTo>
                      <a:pt x="74" y="54"/>
                      <a:pt x="74" y="54"/>
                      <a:pt x="74" y="54"/>
                    </a:cubicBezTo>
                    <a:cubicBezTo>
                      <a:pt x="39" y="54"/>
                      <a:pt x="39" y="54"/>
                      <a:pt x="39" y="54"/>
                    </a:cubicBezTo>
                    <a:cubicBezTo>
                      <a:pt x="39" y="30"/>
                      <a:pt x="39" y="30"/>
                      <a:pt x="39" y="30"/>
                    </a:cubicBezTo>
                    <a:cubicBezTo>
                      <a:pt x="38" y="30"/>
                      <a:pt x="38" y="30"/>
                      <a:pt x="38" y="30"/>
                    </a:cubicBezTo>
                    <a:cubicBezTo>
                      <a:pt x="38" y="30"/>
                      <a:pt x="38" y="30"/>
                      <a:pt x="37" y="30"/>
                    </a:cubicBezTo>
                    <a:cubicBezTo>
                      <a:pt x="37" y="30"/>
                      <a:pt x="37" y="30"/>
                      <a:pt x="37" y="30"/>
                    </a:cubicBezTo>
                    <a:cubicBezTo>
                      <a:pt x="37" y="54"/>
                      <a:pt x="37" y="54"/>
                      <a:pt x="37" y="54"/>
                    </a:cubicBezTo>
                    <a:cubicBezTo>
                      <a:pt x="2" y="54"/>
                      <a:pt x="2" y="54"/>
                      <a:pt x="2" y="54"/>
                    </a:cubicBezTo>
                    <a:cubicBezTo>
                      <a:pt x="2" y="31"/>
                      <a:pt x="2" y="31"/>
                      <a:pt x="2" y="31"/>
                    </a:cubicBezTo>
                    <a:cubicBezTo>
                      <a:pt x="2" y="31"/>
                      <a:pt x="2" y="31"/>
                      <a:pt x="2" y="31"/>
                    </a:cubicBezTo>
                    <a:cubicBezTo>
                      <a:pt x="2" y="31"/>
                      <a:pt x="2" y="31"/>
                      <a:pt x="2" y="31"/>
                    </a:cubicBezTo>
                    <a:cubicBezTo>
                      <a:pt x="1" y="31"/>
                      <a:pt x="1" y="31"/>
                      <a:pt x="1" y="31"/>
                    </a:cubicBezTo>
                    <a:cubicBezTo>
                      <a:pt x="0" y="30"/>
                      <a:pt x="0" y="30"/>
                      <a:pt x="0" y="30"/>
                    </a:cubicBezTo>
                    <a:cubicBezTo>
                      <a:pt x="0" y="317"/>
                      <a:pt x="0" y="317"/>
                      <a:pt x="0" y="317"/>
                    </a:cubicBezTo>
                    <a:cubicBezTo>
                      <a:pt x="1" y="317"/>
                      <a:pt x="1" y="317"/>
                      <a:pt x="1" y="317"/>
                    </a:cubicBezTo>
                    <a:cubicBezTo>
                      <a:pt x="1" y="317"/>
                      <a:pt x="1" y="317"/>
                      <a:pt x="2" y="317"/>
                    </a:cubicBezTo>
                    <a:cubicBezTo>
                      <a:pt x="2" y="317"/>
                      <a:pt x="2" y="317"/>
                      <a:pt x="2" y="317"/>
                    </a:cubicBezTo>
                    <a:cubicBezTo>
                      <a:pt x="2" y="316"/>
                      <a:pt x="2" y="316"/>
                      <a:pt x="2" y="316"/>
                    </a:cubicBezTo>
                    <a:cubicBezTo>
                      <a:pt x="7" y="316"/>
                      <a:pt x="7" y="316"/>
                      <a:pt x="7" y="316"/>
                    </a:cubicBezTo>
                    <a:cubicBezTo>
                      <a:pt x="7" y="316"/>
                      <a:pt x="7" y="316"/>
                      <a:pt x="7" y="316"/>
                    </a:cubicBezTo>
                    <a:cubicBezTo>
                      <a:pt x="8" y="316"/>
                      <a:pt x="8" y="315"/>
                      <a:pt x="9" y="315"/>
                    </a:cubicBezTo>
                    <a:cubicBezTo>
                      <a:pt x="10" y="314"/>
                      <a:pt x="10" y="314"/>
                      <a:pt x="10" y="314"/>
                    </a:cubicBezTo>
                    <a:cubicBezTo>
                      <a:pt x="2" y="314"/>
                      <a:pt x="2" y="314"/>
                      <a:pt x="2" y="314"/>
                    </a:cubicBezTo>
                    <a:cubicBezTo>
                      <a:pt x="2" y="279"/>
                      <a:pt x="2" y="279"/>
                      <a:pt x="2" y="279"/>
                    </a:cubicBezTo>
                    <a:cubicBezTo>
                      <a:pt x="37" y="279"/>
                      <a:pt x="37" y="279"/>
                      <a:pt x="37" y="279"/>
                    </a:cubicBezTo>
                    <a:cubicBezTo>
                      <a:pt x="37" y="314"/>
                      <a:pt x="37" y="314"/>
                      <a:pt x="37" y="314"/>
                    </a:cubicBezTo>
                    <a:cubicBezTo>
                      <a:pt x="17" y="314"/>
                      <a:pt x="17" y="314"/>
                      <a:pt x="17" y="314"/>
                    </a:cubicBezTo>
                    <a:cubicBezTo>
                      <a:pt x="18" y="315"/>
                      <a:pt x="18" y="315"/>
                      <a:pt x="18" y="315"/>
                    </a:cubicBezTo>
                    <a:cubicBezTo>
                      <a:pt x="18" y="315"/>
                      <a:pt x="19" y="316"/>
                      <a:pt x="19" y="316"/>
                    </a:cubicBezTo>
                    <a:cubicBezTo>
                      <a:pt x="19" y="316"/>
                      <a:pt x="20" y="316"/>
                      <a:pt x="20" y="316"/>
                    </a:cubicBezTo>
                    <a:cubicBezTo>
                      <a:pt x="20" y="316"/>
                      <a:pt x="20" y="316"/>
                      <a:pt x="20" y="316"/>
                    </a:cubicBezTo>
                    <a:cubicBezTo>
                      <a:pt x="37" y="316"/>
                      <a:pt x="37" y="316"/>
                      <a:pt x="37" y="316"/>
                    </a:cubicBezTo>
                    <a:cubicBezTo>
                      <a:pt x="37" y="317"/>
                      <a:pt x="37" y="317"/>
                      <a:pt x="37" y="317"/>
                    </a:cubicBezTo>
                    <a:cubicBezTo>
                      <a:pt x="38" y="317"/>
                      <a:pt x="38" y="317"/>
                      <a:pt x="38" y="317"/>
                    </a:cubicBezTo>
                    <a:cubicBezTo>
                      <a:pt x="38" y="317"/>
                      <a:pt x="38" y="317"/>
                      <a:pt x="38" y="317"/>
                    </a:cubicBezTo>
                    <a:cubicBezTo>
                      <a:pt x="38" y="317"/>
                      <a:pt x="38" y="317"/>
                      <a:pt x="38" y="317"/>
                    </a:cubicBezTo>
                    <a:cubicBezTo>
                      <a:pt x="39" y="317"/>
                      <a:pt x="39" y="317"/>
                      <a:pt x="39" y="317"/>
                    </a:cubicBezTo>
                    <a:cubicBezTo>
                      <a:pt x="39" y="316"/>
                      <a:pt x="39" y="316"/>
                      <a:pt x="39" y="316"/>
                    </a:cubicBezTo>
                    <a:cubicBezTo>
                      <a:pt x="74" y="316"/>
                      <a:pt x="74" y="316"/>
                      <a:pt x="74" y="316"/>
                    </a:cubicBezTo>
                    <a:cubicBezTo>
                      <a:pt x="74" y="325"/>
                      <a:pt x="74" y="325"/>
                      <a:pt x="74" y="325"/>
                    </a:cubicBezTo>
                    <a:cubicBezTo>
                      <a:pt x="75" y="324"/>
                      <a:pt x="75" y="324"/>
                      <a:pt x="75" y="324"/>
                    </a:cubicBezTo>
                    <a:cubicBezTo>
                      <a:pt x="75" y="324"/>
                      <a:pt x="75" y="323"/>
                      <a:pt x="76" y="323"/>
                    </a:cubicBezTo>
                    <a:cubicBezTo>
                      <a:pt x="76" y="323"/>
                      <a:pt x="76" y="323"/>
                      <a:pt x="76" y="323"/>
                    </a:cubicBezTo>
                    <a:cubicBezTo>
                      <a:pt x="76" y="316"/>
                      <a:pt x="76" y="316"/>
                      <a:pt x="76" y="316"/>
                    </a:cubicBezTo>
                    <a:cubicBezTo>
                      <a:pt x="82" y="316"/>
                      <a:pt x="82" y="316"/>
                      <a:pt x="82" y="316"/>
                    </a:cubicBezTo>
                    <a:cubicBezTo>
                      <a:pt x="82" y="316"/>
                      <a:pt x="82" y="316"/>
                      <a:pt x="82" y="316"/>
                    </a:cubicBezTo>
                    <a:cubicBezTo>
                      <a:pt x="83" y="316"/>
                      <a:pt x="84" y="316"/>
                      <a:pt x="85" y="316"/>
                    </a:cubicBezTo>
                    <a:cubicBezTo>
                      <a:pt x="111" y="316"/>
                      <a:pt x="111" y="316"/>
                      <a:pt x="111" y="316"/>
                    </a:cubicBezTo>
                    <a:cubicBezTo>
                      <a:pt x="111" y="327"/>
                      <a:pt x="111" y="327"/>
                      <a:pt x="111" y="327"/>
                    </a:cubicBezTo>
                    <a:cubicBezTo>
                      <a:pt x="111" y="328"/>
                      <a:pt x="111" y="328"/>
                      <a:pt x="111" y="328"/>
                    </a:cubicBezTo>
                    <a:cubicBezTo>
                      <a:pt x="111" y="328"/>
                      <a:pt x="111" y="328"/>
                      <a:pt x="111" y="328"/>
                    </a:cubicBezTo>
                    <a:cubicBezTo>
                      <a:pt x="111" y="328"/>
                      <a:pt x="111" y="328"/>
                      <a:pt x="111" y="328"/>
                    </a:cubicBezTo>
                    <a:cubicBezTo>
                      <a:pt x="112" y="328"/>
                      <a:pt x="112" y="328"/>
                      <a:pt x="112" y="328"/>
                    </a:cubicBezTo>
                    <a:cubicBezTo>
                      <a:pt x="112" y="328"/>
                      <a:pt x="112" y="328"/>
                      <a:pt x="112" y="328"/>
                    </a:cubicBezTo>
                    <a:cubicBezTo>
                      <a:pt x="113" y="328"/>
                      <a:pt x="113" y="328"/>
                      <a:pt x="113" y="328"/>
                    </a:cubicBezTo>
                    <a:cubicBezTo>
                      <a:pt x="113" y="316"/>
                      <a:pt x="113" y="316"/>
                      <a:pt x="113" y="316"/>
                    </a:cubicBezTo>
                    <a:cubicBezTo>
                      <a:pt x="148" y="316"/>
                      <a:pt x="148" y="316"/>
                      <a:pt x="148" y="316"/>
                    </a:cubicBezTo>
                    <a:cubicBezTo>
                      <a:pt x="148" y="321"/>
                      <a:pt x="148" y="321"/>
                      <a:pt x="148" y="321"/>
                    </a:cubicBezTo>
                    <a:cubicBezTo>
                      <a:pt x="148" y="321"/>
                      <a:pt x="148" y="321"/>
                      <a:pt x="148" y="321"/>
                    </a:cubicBezTo>
                    <a:cubicBezTo>
                      <a:pt x="149" y="321"/>
                      <a:pt x="149" y="321"/>
                      <a:pt x="149" y="321"/>
                    </a:cubicBezTo>
                    <a:cubicBezTo>
                      <a:pt x="150" y="321"/>
                      <a:pt x="150" y="321"/>
                      <a:pt x="150" y="321"/>
                    </a:cubicBezTo>
                    <a:cubicBezTo>
                      <a:pt x="150" y="316"/>
                      <a:pt x="150" y="316"/>
                      <a:pt x="150" y="316"/>
                    </a:cubicBezTo>
                    <a:cubicBezTo>
                      <a:pt x="185" y="316"/>
                      <a:pt x="185" y="316"/>
                      <a:pt x="185" y="316"/>
                    </a:cubicBezTo>
                    <a:cubicBezTo>
                      <a:pt x="185" y="317"/>
                      <a:pt x="185" y="317"/>
                      <a:pt x="185" y="317"/>
                    </a:cubicBezTo>
                    <a:cubicBezTo>
                      <a:pt x="185" y="316"/>
                      <a:pt x="185" y="316"/>
                      <a:pt x="185" y="316"/>
                    </a:cubicBezTo>
                    <a:cubicBezTo>
                      <a:pt x="186" y="316"/>
                      <a:pt x="187" y="315"/>
                      <a:pt x="188" y="315"/>
                    </a:cubicBezTo>
                    <a:cubicBezTo>
                      <a:pt x="191" y="314"/>
                      <a:pt x="191" y="314"/>
                      <a:pt x="191" y="314"/>
                    </a:cubicBezTo>
                    <a:cubicBezTo>
                      <a:pt x="187" y="314"/>
                      <a:pt x="187" y="314"/>
                      <a:pt x="187" y="314"/>
                    </a:cubicBezTo>
                    <a:cubicBezTo>
                      <a:pt x="187" y="279"/>
                      <a:pt x="187" y="279"/>
                      <a:pt x="187" y="279"/>
                    </a:cubicBezTo>
                    <a:cubicBezTo>
                      <a:pt x="222" y="279"/>
                      <a:pt x="222" y="279"/>
                      <a:pt x="222" y="279"/>
                    </a:cubicBezTo>
                    <a:cubicBezTo>
                      <a:pt x="222" y="313"/>
                      <a:pt x="222" y="313"/>
                      <a:pt x="222" y="313"/>
                    </a:cubicBezTo>
                    <a:cubicBezTo>
                      <a:pt x="222" y="312"/>
                      <a:pt x="222" y="312"/>
                      <a:pt x="222" y="312"/>
                    </a:cubicBezTo>
                    <a:cubicBezTo>
                      <a:pt x="223" y="312"/>
                      <a:pt x="223" y="312"/>
                      <a:pt x="223" y="311"/>
                    </a:cubicBezTo>
                    <a:cubicBezTo>
                      <a:pt x="224" y="311"/>
                      <a:pt x="224" y="311"/>
                      <a:pt x="224" y="311"/>
                    </a:cubicBezTo>
                    <a:cubicBezTo>
                      <a:pt x="224" y="279"/>
                      <a:pt x="224" y="279"/>
                      <a:pt x="224" y="279"/>
                    </a:cubicBezTo>
                    <a:cubicBezTo>
                      <a:pt x="258" y="279"/>
                      <a:pt x="258" y="279"/>
                      <a:pt x="258" y="279"/>
                    </a:cubicBezTo>
                    <a:cubicBezTo>
                      <a:pt x="258" y="314"/>
                      <a:pt x="258" y="314"/>
                      <a:pt x="258" y="314"/>
                    </a:cubicBezTo>
                    <a:cubicBezTo>
                      <a:pt x="259" y="314"/>
                      <a:pt x="259" y="314"/>
                      <a:pt x="259" y="314"/>
                    </a:cubicBezTo>
                    <a:cubicBezTo>
                      <a:pt x="259" y="315"/>
                      <a:pt x="259" y="315"/>
                      <a:pt x="259" y="315"/>
                    </a:cubicBezTo>
                    <a:cubicBezTo>
                      <a:pt x="260" y="315"/>
                      <a:pt x="260" y="315"/>
                      <a:pt x="260" y="315"/>
                    </a:cubicBezTo>
                    <a:cubicBezTo>
                      <a:pt x="260" y="315"/>
                      <a:pt x="260" y="316"/>
                      <a:pt x="260" y="316"/>
                    </a:cubicBezTo>
                    <a:cubicBezTo>
                      <a:pt x="261" y="316"/>
                      <a:pt x="261" y="316"/>
                      <a:pt x="261" y="316"/>
                    </a:cubicBezTo>
                    <a:cubicBezTo>
                      <a:pt x="295" y="316"/>
                      <a:pt x="295" y="316"/>
                      <a:pt x="295" y="316"/>
                    </a:cubicBezTo>
                    <a:cubicBezTo>
                      <a:pt x="295" y="330"/>
                      <a:pt x="295" y="330"/>
                      <a:pt x="295" y="330"/>
                    </a:cubicBezTo>
                    <a:cubicBezTo>
                      <a:pt x="296" y="330"/>
                      <a:pt x="296" y="330"/>
                      <a:pt x="296" y="330"/>
                    </a:cubicBezTo>
                    <a:cubicBezTo>
                      <a:pt x="296" y="330"/>
                      <a:pt x="296" y="330"/>
                      <a:pt x="297" y="331"/>
                    </a:cubicBezTo>
                    <a:cubicBezTo>
                      <a:pt x="297" y="332"/>
                      <a:pt x="297" y="332"/>
                      <a:pt x="297" y="332"/>
                    </a:cubicBezTo>
                    <a:cubicBezTo>
                      <a:pt x="297" y="316"/>
                      <a:pt x="297" y="316"/>
                      <a:pt x="297" y="316"/>
                    </a:cubicBezTo>
                    <a:cubicBezTo>
                      <a:pt x="332" y="316"/>
                      <a:pt x="332" y="316"/>
                      <a:pt x="332" y="316"/>
                    </a:cubicBezTo>
                    <a:cubicBezTo>
                      <a:pt x="332" y="331"/>
                      <a:pt x="332" y="331"/>
                      <a:pt x="332" y="331"/>
                    </a:cubicBezTo>
                    <a:cubicBezTo>
                      <a:pt x="333" y="330"/>
                      <a:pt x="333" y="330"/>
                      <a:pt x="333" y="330"/>
                    </a:cubicBezTo>
                    <a:cubicBezTo>
                      <a:pt x="333" y="330"/>
                      <a:pt x="334" y="330"/>
                      <a:pt x="334" y="330"/>
                    </a:cubicBezTo>
                    <a:cubicBezTo>
                      <a:pt x="334" y="330"/>
                      <a:pt x="334" y="330"/>
                      <a:pt x="334" y="330"/>
                    </a:cubicBezTo>
                    <a:cubicBezTo>
                      <a:pt x="334" y="316"/>
                      <a:pt x="334" y="316"/>
                      <a:pt x="334" y="316"/>
                    </a:cubicBezTo>
                    <a:cubicBezTo>
                      <a:pt x="369" y="316"/>
                      <a:pt x="369" y="316"/>
                      <a:pt x="369" y="316"/>
                    </a:cubicBezTo>
                    <a:cubicBezTo>
                      <a:pt x="369" y="330"/>
                      <a:pt x="369" y="330"/>
                      <a:pt x="369" y="330"/>
                    </a:cubicBezTo>
                    <a:cubicBezTo>
                      <a:pt x="370" y="330"/>
                      <a:pt x="370" y="330"/>
                      <a:pt x="370" y="330"/>
                    </a:cubicBezTo>
                    <a:cubicBezTo>
                      <a:pt x="370" y="330"/>
                      <a:pt x="370" y="330"/>
                      <a:pt x="371" y="330"/>
                    </a:cubicBezTo>
                    <a:cubicBezTo>
                      <a:pt x="371" y="330"/>
                      <a:pt x="371" y="330"/>
                      <a:pt x="371" y="330"/>
                    </a:cubicBezTo>
                    <a:cubicBezTo>
                      <a:pt x="371" y="316"/>
                      <a:pt x="371" y="316"/>
                      <a:pt x="371" y="316"/>
                    </a:cubicBezTo>
                    <a:cubicBezTo>
                      <a:pt x="406" y="316"/>
                      <a:pt x="406" y="316"/>
                      <a:pt x="406" y="316"/>
                    </a:cubicBezTo>
                    <a:cubicBezTo>
                      <a:pt x="406" y="320"/>
                      <a:pt x="406" y="320"/>
                      <a:pt x="406" y="320"/>
                    </a:cubicBezTo>
                    <a:cubicBezTo>
                      <a:pt x="408" y="319"/>
                      <a:pt x="408" y="319"/>
                      <a:pt x="408" y="319"/>
                    </a:cubicBezTo>
                    <a:cubicBezTo>
                      <a:pt x="408" y="316"/>
                      <a:pt x="408" y="316"/>
                      <a:pt x="408" y="316"/>
                    </a:cubicBezTo>
                    <a:cubicBezTo>
                      <a:pt x="415" y="316"/>
                      <a:pt x="415" y="316"/>
                      <a:pt x="415" y="316"/>
                    </a:cubicBezTo>
                    <a:cubicBezTo>
                      <a:pt x="415" y="316"/>
                      <a:pt x="415" y="316"/>
                      <a:pt x="415" y="316"/>
                    </a:cubicBezTo>
                    <a:cubicBezTo>
                      <a:pt x="417" y="315"/>
                      <a:pt x="420" y="315"/>
                      <a:pt x="422" y="315"/>
                    </a:cubicBezTo>
                    <a:cubicBezTo>
                      <a:pt x="423" y="315"/>
                      <a:pt x="424" y="316"/>
                      <a:pt x="425" y="316"/>
                    </a:cubicBezTo>
                    <a:cubicBezTo>
                      <a:pt x="445" y="316"/>
                      <a:pt x="445" y="316"/>
                      <a:pt x="445" y="316"/>
                    </a:cubicBezTo>
                    <a:cubicBezTo>
                      <a:pt x="445" y="327"/>
                      <a:pt x="445" y="327"/>
                      <a:pt x="445" y="327"/>
                    </a:cubicBezTo>
                    <a:cubicBezTo>
                      <a:pt x="446" y="326"/>
                      <a:pt x="446" y="326"/>
                      <a:pt x="446" y="326"/>
                    </a:cubicBezTo>
                    <a:cubicBezTo>
                      <a:pt x="446" y="326"/>
                      <a:pt x="447" y="326"/>
                      <a:pt x="447" y="326"/>
                    </a:cubicBezTo>
                    <a:cubicBezTo>
                      <a:pt x="447" y="326"/>
                      <a:pt x="447" y="326"/>
                      <a:pt x="447" y="326"/>
                    </a:cubicBezTo>
                    <a:cubicBezTo>
                      <a:pt x="447" y="316"/>
                      <a:pt x="447" y="316"/>
                      <a:pt x="447" y="316"/>
                    </a:cubicBezTo>
                    <a:cubicBezTo>
                      <a:pt x="485" y="316"/>
                      <a:pt x="485" y="316"/>
                      <a:pt x="485" y="316"/>
                    </a:cubicBezTo>
                    <a:cubicBezTo>
                      <a:pt x="485" y="320"/>
                      <a:pt x="485" y="320"/>
                      <a:pt x="485" y="320"/>
                    </a:cubicBezTo>
                    <a:cubicBezTo>
                      <a:pt x="485" y="321"/>
                      <a:pt x="485" y="321"/>
                      <a:pt x="485" y="321"/>
                    </a:cubicBezTo>
                    <a:cubicBezTo>
                      <a:pt x="485" y="320"/>
                      <a:pt x="485" y="320"/>
                      <a:pt x="485" y="320"/>
                    </a:cubicBezTo>
                    <a:cubicBezTo>
                      <a:pt x="486" y="320"/>
                      <a:pt x="486" y="320"/>
                      <a:pt x="486" y="320"/>
                    </a:cubicBezTo>
                    <a:cubicBezTo>
                      <a:pt x="487" y="320"/>
                      <a:pt x="487" y="320"/>
                      <a:pt x="487" y="320"/>
                    </a:cubicBezTo>
                    <a:cubicBezTo>
                      <a:pt x="487" y="316"/>
                      <a:pt x="487" y="316"/>
                      <a:pt x="487" y="316"/>
                    </a:cubicBezTo>
                    <a:cubicBezTo>
                      <a:pt x="514" y="316"/>
                      <a:pt x="514" y="316"/>
                      <a:pt x="514" y="316"/>
                    </a:cubicBezTo>
                    <a:cubicBezTo>
                      <a:pt x="514" y="316"/>
                      <a:pt x="514" y="316"/>
                      <a:pt x="514" y="316"/>
                    </a:cubicBezTo>
                    <a:cubicBezTo>
                      <a:pt x="514" y="316"/>
                      <a:pt x="514" y="315"/>
                      <a:pt x="515" y="315"/>
                    </a:cubicBezTo>
                    <a:cubicBezTo>
                      <a:pt x="515" y="314"/>
                      <a:pt x="515" y="314"/>
                      <a:pt x="515" y="314"/>
                    </a:cubicBezTo>
                    <a:cubicBezTo>
                      <a:pt x="487" y="314"/>
                      <a:pt x="487" y="314"/>
                      <a:pt x="487" y="314"/>
                    </a:cubicBezTo>
                    <a:cubicBezTo>
                      <a:pt x="487" y="279"/>
                      <a:pt x="487" y="279"/>
                      <a:pt x="487" y="279"/>
                    </a:cubicBezTo>
                    <a:cubicBezTo>
                      <a:pt x="525" y="279"/>
                      <a:pt x="525" y="279"/>
                      <a:pt x="525" y="279"/>
                    </a:cubicBezTo>
                    <a:cubicBezTo>
                      <a:pt x="525" y="307"/>
                      <a:pt x="525" y="307"/>
                      <a:pt x="525" y="307"/>
                    </a:cubicBezTo>
                    <a:cubicBezTo>
                      <a:pt x="525" y="306"/>
                      <a:pt x="525" y="306"/>
                      <a:pt x="525" y="306"/>
                    </a:cubicBezTo>
                    <a:cubicBezTo>
                      <a:pt x="526" y="306"/>
                      <a:pt x="526" y="306"/>
                      <a:pt x="526" y="306"/>
                    </a:cubicBezTo>
                    <a:cubicBezTo>
                      <a:pt x="527" y="306"/>
                      <a:pt x="527" y="306"/>
                      <a:pt x="527" y="306"/>
                    </a:cubicBezTo>
                    <a:cubicBezTo>
                      <a:pt x="527" y="279"/>
                      <a:pt x="527" y="279"/>
                      <a:pt x="527" y="279"/>
                    </a:cubicBezTo>
                    <a:cubicBezTo>
                      <a:pt x="565" y="279"/>
                      <a:pt x="565" y="279"/>
                      <a:pt x="565" y="279"/>
                    </a:cubicBezTo>
                    <a:cubicBezTo>
                      <a:pt x="565" y="299"/>
                      <a:pt x="565" y="299"/>
                      <a:pt x="565" y="299"/>
                    </a:cubicBezTo>
                    <a:cubicBezTo>
                      <a:pt x="565" y="299"/>
                      <a:pt x="565" y="299"/>
                      <a:pt x="565" y="299"/>
                    </a:cubicBezTo>
                    <a:cubicBezTo>
                      <a:pt x="565" y="299"/>
                      <a:pt x="566" y="299"/>
                      <a:pt x="566" y="299"/>
                    </a:cubicBezTo>
                    <a:cubicBezTo>
                      <a:pt x="567" y="299"/>
                      <a:pt x="567" y="299"/>
                      <a:pt x="567" y="299"/>
                    </a:cubicBezTo>
                    <a:cubicBezTo>
                      <a:pt x="567" y="279"/>
                      <a:pt x="567" y="279"/>
                      <a:pt x="567" y="279"/>
                    </a:cubicBezTo>
                    <a:cubicBezTo>
                      <a:pt x="605" y="279"/>
                      <a:pt x="605" y="279"/>
                      <a:pt x="605" y="279"/>
                    </a:cubicBezTo>
                    <a:cubicBezTo>
                      <a:pt x="605" y="305"/>
                      <a:pt x="605" y="305"/>
                      <a:pt x="605" y="305"/>
                    </a:cubicBezTo>
                    <a:cubicBezTo>
                      <a:pt x="605" y="305"/>
                      <a:pt x="605" y="305"/>
                      <a:pt x="605" y="305"/>
                    </a:cubicBezTo>
                    <a:cubicBezTo>
                      <a:pt x="605" y="305"/>
                      <a:pt x="606" y="305"/>
                      <a:pt x="606" y="305"/>
                    </a:cubicBezTo>
                    <a:cubicBezTo>
                      <a:pt x="607" y="305"/>
                      <a:pt x="607" y="305"/>
                      <a:pt x="607" y="305"/>
                    </a:cubicBezTo>
                    <a:cubicBezTo>
                      <a:pt x="607" y="279"/>
                      <a:pt x="607" y="279"/>
                      <a:pt x="607" y="279"/>
                    </a:cubicBezTo>
                    <a:cubicBezTo>
                      <a:pt x="645" y="279"/>
                      <a:pt x="645" y="279"/>
                      <a:pt x="645" y="279"/>
                    </a:cubicBezTo>
                    <a:cubicBezTo>
                      <a:pt x="645" y="314"/>
                      <a:pt x="645" y="314"/>
                      <a:pt x="645" y="314"/>
                    </a:cubicBezTo>
                    <a:cubicBezTo>
                      <a:pt x="641" y="314"/>
                      <a:pt x="641" y="314"/>
                      <a:pt x="641" y="314"/>
                    </a:cubicBezTo>
                    <a:cubicBezTo>
                      <a:pt x="642" y="315"/>
                      <a:pt x="642" y="315"/>
                      <a:pt x="642" y="315"/>
                    </a:cubicBezTo>
                    <a:cubicBezTo>
                      <a:pt x="643" y="315"/>
                      <a:pt x="643" y="316"/>
                      <a:pt x="644" y="316"/>
                    </a:cubicBezTo>
                    <a:cubicBezTo>
                      <a:pt x="645" y="316"/>
                      <a:pt x="645" y="316"/>
                      <a:pt x="645" y="316"/>
                    </a:cubicBezTo>
                    <a:cubicBezTo>
                      <a:pt x="645" y="317"/>
                      <a:pt x="645" y="317"/>
                      <a:pt x="645" y="317"/>
                    </a:cubicBezTo>
                    <a:cubicBezTo>
                      <a:pt x="645" y="317"/>
                      <a:pt x="645" y="317"/>
                      <a:pt x="645" y="317"/>
                    </a:cubicBezTo>
                    <a:cubicBezTo>
                      <a:pt x="645" y="317"/>
                      <a:pt x="645" y="317"/>
                      <a:pt x="645" y="317"/>
                    </a:cubicBezTo>
                    <a:cubicBezTo>
                      <a:pt x="646" y="317"/>
                      <a:pt x="646" y="317"/>
                      <a:pt x="646" y="317"/>
                    </a:cubicBezTo>
                    <a:cubicBezTo>
                      <a:pt x="647" y="317"/>
                      <a:pt x="647" y="317"/>
                      <a:pt x="647" y="317"/>
                    </a:cubicBezTo>
                    <a:cubicBezTo>
                      <a:pt x="647" y="316"/>
                      <a:pt x="647" y="316"/>
                      <a:pt x="647" y="316"/>
                    </a:cubicBezTo>
                    <a:cubicBezTo>
                      <a:pt x="685" y="316"/>
                      <a:pt x="685" y="316"/>
                      <a:pt x="685" y="316"/>
                    </a:cubicBezTo>
                    <a:cubicBezTo>
                      <a:pt x="685" y="325"/>
                      <a:pt x="685" y="325"/>
                      <a:pt x="685" y="325"/>
                    </a:cubicBezTo>
                    <a:cubicBezTo>
                      <a:pt x="685" y="325"/>
                      <a:pt x="685" y="325"/>
                      <a:pt x="685" y="325"/>
                    </a:cubicBezTo>
                    <a:cubicBezTo>
                      <a:pt x="686" y="325"/>
                      <a:pt x="686" y="325"/>
                      <a:pt x="686" y="325"/>
                    </a:cubicBezTo>
                    <a:cubicBezTo>
                      <a:pt x="687" y="325"/>
                      <a:pt x="687" y="325"/>
                      <a:pt x="687" y="325"/>
                    </a:cubicBezTo>
                    <a:cubicBezTo>
                      <a:pt x="687" y="316"/>
                      <a:pt x="687" y="316"/>
                      <a:pt x="687" y="316"/>
                    </a:cubicBezTo>
                    <a:cubicBezTo>
                      <a:pt x="722" y="316"/>
                      <a:pt x="722" y="316"/>
                      <a:pt x="722" y="316"/>
                    </a:cubicBezTo>
                    <a:cubicBezTo>
                      <a:pt x="723" y="316"/>
                      <a:pt x="723" y="316"/>
                      <a:pt x="723" y="315"/>
                    </a:cubicBezTo>
                    <a:cubicBezTo>
                      <a:pt x="723" y="315"/>
                      <a:pt x="723" y="314"/>
                      <a:pt x="722" y="314"/>
                    </a:cubicBezTo>
                    <a:cubicBezTo>
                      <a:pt x="687" y="314"/>
                      <a:pt x="687" y="314"/>
                      <a:pt x="687" y="314"/>
                    </a:cubicBezTo>
                    <a:cubicBezTo>
                      <a:pt x="687" y="279"/>
                      <a:pt x="687" y="279"/>
                      <a:pt x="687" y="279"/>
                    </a:cubicBezTo>
                    <a:cubicBezTo>
                      <a:pt x="722" y="279"/>
                      <a:pt x="722" y="279"/>
                      <a:pt x="722" y="279"/>
                    </a:cubicBezTo>
                    <a:cubicBezTo>
                      <a:pt x="723" y="279"/>
                      <a:pt x="723" y="279"/>
                      <a:pt x="723" y="278"/>
                    </a:cubicBezTo>
                    <a:cubicBezTo>
                      <a:pt x="723" y="278"/>
                      <a:pt x="723" y="277"/>
                      <a:pt x="722" y="277"/>
                    </a:cubicBezTo>
                    <a:cubicBezTo>
                      <a:pt x="687" y="277"/>
                      <a:pt x="687" y="277"/>
                      <a:pt x="687" y="277"/>
                    </a:cubicBezTo>
                    <a:cubicBezTo>
                      <a:pt x="687" y="240"/>
                      <a:pt x="687" y="240"/>
                      <a:pt x="687" y="240"/>
                    </a:cubicBezTo>
                    <a:cubicBezTo>
                      <a:pt x="722" y="240"/>
                      <a:pt x="722" y="240"/>
                      <a:pt x="722" y="240"/>
                    </a:cubicBezTo>
                    <a:cubicBezTo>
                      <a:pt x="723" y="240"/>
                      <a:pt x="723" y="240"/>
                      <a:pt x="723" y="239"/>
                    </a:cubicBezTo>
                    <a:cubicBezTo>
                      <a:pt x="723" y="239"/>
                      <a:pt x="723" y="238"/>
                      <a:pt x="722" y="238"/>
                    </a:cubicBezTo>
                    <a:cubicBezTo>
                      <a:pt x="687" y="238"/>
                      <a:pt x="687" y="238"/>
                      <a:pt x="687" y="238"/>
                    </a:cubicBezTo>
                    <a:cubicBezTo>
                      <a:pt x="687" y="203"/>
                      <a:pt x="687" y="203"/>
                      <a:pt x="687" y="203"/>
                    </a:cubicBezTo>
                    <a:cubicBezTo>
                      <a:pt x="722" y="203"/>
                      <a:pt x="722" y="203"/>
                      <a:pt x="722" y="203"/>
                    </a:cubicBezTo>
                    <a:cubicBezTo>
                      <a:pt x="723" y="203"/>
                      <a:pt x="723" y="203"/>
                      <a:pt x="723" y="202"/>
                    </a:cubicBezTo>
                    <a:cubicBezTo>
                      <a:pt x="723" y="202"/>
                      <a:pt x="723" y="201"/>
                      <a:pt x="722" y="201"/>
                    </a:cubicBezTo>
                    <a:cubicBezTo>
                      <a:pt x="687" y="201"/>
                      <a:pt x="687" y="201"/>
                      <a:pt x="687" y="201"/>
                    </a:cubicBezTo>
                    <a:cubicBezTo>
                      <a:pt x="687" y="166"/>
                      <a:pt x="687" y="166"/>
                      <a:pt x="687" y="166"/>
                    </a:cubicBezTo>
                    <a:cubicBezTo>
                      <a:pt x="722" y="166"/>
                      <a:pt x="722" y="166"/>
                      <a:pt x="722" y="166"/>
                    </a:cubicBezTo>
                    <a:cubicBezTo>
                      <a:pt x="723" y="166"/>
                      <a:pt x="723" y="166"/>
                      <a:pt x="723" y="165"/>
                    </a:cubicBezTo>
                    <a:cubicBezTo>
                      <a:pt x="723" y="165"/>
                      <a:pt x="723" y="164"/>
                      <a:pt x="722" y="164"/>
                    </a:cubicBezTo>
                    <a:cubicBezTo>
                      <a:pt x="687" y="164"/>
                      <a:pt x="687" y="164"/>
                      <a:pt x="687" y="164"/>
                    </a:cubicBezTo>
                    <a:cubicBezTo>
                      <a:pt x="687" y="129"/>
                      <a:pt x="687" y="129"/>
                      <a:pt x="687" y="129"/>
                    </a:cubicBezTo>
                    <a:cubicBezTo>
                      <a:pt x="722" y="129"/>
                      <a:pt x="722" y="129"/>
                      <a:pt x="722" y="129"/>
                    </a:cubicBezTo>
                    <a:cubicBezTo>
                      <a:pt x="723" y="129"/>
                      <a:pt x="723" y="129"/>
                      <a:pt x="723" y="128"/>
                    </a:cubicBezTo>
                    <a:cubicBezTo>
                      <a:pt x="723" y="128"/>
                      <a:pt x="723" y="127"/>
                      <a:pt x="722" y="127"/>
                    </a:cubicBezTo>
                    <a:cubicBezTo>
                      <a:pt x="687" y="127"/>
                      <a:pt x="687" y="127"/>
                      <a:pt x="687" y="127"/>
                    </a:cubicBezTo>
                    <a:cubicBezTo>
                      <a:pt x="687" y="93"/>
                      <a:pt x="687" y="93"/>
                      <a:pt x="687" y="93"/>
                    </a:cubicBezTo>
                    <a:lnTo>
                      <a:pt x="722" y="93"/>
                    </a:lnTo>
                    <a:close/>
                    <a:moveTo>
                      <a:pt x="685" y="314"/>
                    </a:moveTo>
                    <a:cubicBezTo>
                      <a:pt x="647" y="314"/>
                      <a:pt x="647" y="314"/>
                      <a:pt x="647" y="314"/>
                    </a:cubicBezTo>
                    <a:cubicBezTo>
                      <a:pt x="647" y="279"/>
                      <a:pt x="647" y="279"/>
                      <a:pt x="647" y="279"/>
                    </a:cubicBezTo>
                    <a:cubicBezTo>
                      <a:pt x="685" y="279"/>
                      <a:pt x="685" y="279"/>
                      <a:pt x="685" y="279"/>
                    </a:cubicBezTo>
                    <a:lnTo>
                      <a:pt x="685" y="314"/>
                    </a:lnTo>
                    <a:close/>
                    <a:moveTo>
                      <a:pt x="605" y="277"/>
                    </a:moveTo>
                    <a:cubicBezTo>
                      <a:pt x="567" y="277"/>
                      <a:pt x="567" y="277"/>
                      <a:pt x="567" y="277"/>
                    </a:cubicBezTo>
                    <a:cubicBezTo>
                      <a:pt x="567" y="240"/>
                      <a:pt x="567" y="240"/>
                      <a:pt x="567" y="240"/>
                    </a:cubicBezTo>
                    <a:cubicBezTo>
                      <a:pt x="605" y="240"/>
                      <a:pt x="605" y="240"/>
                      <a:pt x="605" y="240"/>
                    </a:cubicBezTo>
                    <a:lnTo>
                      <a:pt x="605" y="277"/>
                    </a:lnTo>
                    <a:close/>
                    <a:moveTo>
                      <a:pt x="565" y="277"/>
                    </a:moveTo>
                    <a:cubicBezTo>
                      <a:pt x="527" y="277"/>
                      <a:pt x="527" y="277"/>
                      <a:pt x="527" y="277"/>
                    </a:cubicBezTo>
                    <a:cubicBezTo>
                      <a:pt x="527" y="240"/>
                      <a:pt x="527" y="240"/>
                      <a:pt x="527" y="240"/>
                    </a:cubicBezTo>
                    <a:cubicBezTo>
                      <a:pt x="565" y="240"/>
                      <a:pt x="565" y="240"/>
                      <a:pt x="565" y="240"/>
                    </a:cubicBezTo>
                    <a:lnTo>
                      <a:pt x="565" y="277"/>
                    </a:lnTo>
                    <a:close/>
                    <a:moveTo>
                      <a:pt x="525" y="277"/>
                    </a:moveTo>
                    <a:cubicBezTo>
                      <a:pt x="487" y="277"/>
                      <a:pt x="487" y="277"/>
                      <a:pt x="487" y="277"/>
                    </a:cubicBezTo>
                    <a:cubicBezTo>
                      <a:pt x="487" y="240"/>
                      <a:pt x="487" y="240"/>
                      <a:pt x="487" y="240"/>
                    </a:cubicBezTo>
                    <a:cubicBezTo>
                      <a:pt x="525" y="240"/>
                      <a:pt x="525" y="240"/>
                      <a:pt x="525" y="240"/>
                    </a:cubicBezTo>
                    <a:lnTo>
                      <a:pt x="525" y="277"/>
                    </a:lnTo>
                    <a:close/>
                    <a:moveTo>
                      <a:pt x="485" y="314"/>
                    </a:moveTo>
                    <a:cubicBezTo>
                      <a:pt x="447" y="314"/>
                      <a:pt x="447" y="314"/>
                      <a:pt x="447" y="314"/>
                    </a:cubicBezTo>
                    <a:cubicBezTo>
                      <a:pt x="447" y="279"/>
                      <a:pt x="447" y="279"/>
                      <a:pt x="447" y="279"/>
                    </a:cubicBezTo>
                    <a:cubicBezTo>
                      <a:pt x="485" y="279"/>
                      <a:pt x="485" y="279"/>
                      <a:pt x="485" y="279"/>
                    </a:cubicBezTo>
                    <a:lnTo>
                      <a:pt x="485" y="314"/>
                    </a:lnTo>
                    <a:close/>
                    <a:moveTo>
                      <a:pt x="406" y="314"/>
                    </a:moveTo>
                    <a:cubicBezTo>
                      <a:pt x="371" y="314"/>
                      <a:pt x="371" y="314"/>
                      <a:pt x="371" y="314"/>
                    </a:cubicBezTo>
                    <a:cubicBezTo>
                      <a:pt x="371" y="279"/>
                      <a:pt x="371" y="279"/>
                      <a:pt x="371" y="279"/>
                    </a:cubicBezTo>
                    <a:cubicBezTo>
                      <a:pt x="406" y="279"/>
                      <a:pt x="406" y="279"/>
                      <a:pt x="406" y="279"/>
                    </a:cubicBezTo>
                    <a:lnTo>
                      <a:pt x="406" y="314"/>
                    </a:lnTo>
                    <a:close/>
                    <a:moveTo>
                      <a:pt x="369" y="314"/>
                    </a:moveTo>
                    <a:cubicBezTo>
                      <a:pt x="334" y="314"/>
                      <a:pt x="334" y="314"/>
                      <a:pt x="334" y="314"/>
                    </a:cubicBezTo>
                    <a:cubicBezTo>
                      <a:pt x="334" y="279"/>
                      <a:pt x="334" y="279"/>
                      <a:pt x="334" y="279"/>
                    </a:cubicBezTo>
                    <a:cubicBezTo>
                      <a:pt x="369" y="279"/>
                      <a:pt x="369" y="279"/>
                      <a:pt x="369" y="279"/>
                    </a:cubicBezTo>
                    <a:lnTo>
                      <a:pt x="369" y="314"/>
                    </a:lnTo>
                    <a:close/>
                    <a:moveTo>
                      <a:pt x="332" y="314"/>
                    </a:moveTo>
                    <a:cubicBezTo>
                      <a:pt x="297" y="314"/>
                      <a:pt x="297" y="314"/>
                      <a:pt x="297" y="314"/>
                    </a:cubicBezTo>
                    <a:cubicBezTo>
                      <a:pt x="297" y="279"/>
                      <a:pt x="297" y="279"/>
                      <a:pt x="297" y="279"/>
                    </a:cubicBezTo>
                    <a:cubicBezTo>
                      <a:pt x="332" y="279"/>
                      <a:pt x="332" y="279"/>
                      <a:pt x="332" y="279"/>
                    </a:cubicBezTo>
                    <a:lnTo>
                      <a:pt x="332" y="314"/>
                    </a:lnTo>
                    <a:close/>
                    <a:moveTo>
                      <a:pt x="258" y="277"/>
                    </a:moveTo>
                    <a:cubicBezTo>
                      <a:pt x="224" y="277"/>
                      <a:pt x="224" y="277"/>
                      <a:pt x="224" y="277"/>
                    </a:cubicBezTo>
                    <a:cubicBezTo>
                      <a:pt x="224" y="240"/>
                      <a:pt x="224" y="240"/>
                      <a:pt x="224" y="240"/>
                    </a:cubicBezTo>
                    <a:cubicBezTo>
                      <a:pt x="258" y="240"/>
                      <a:pt x="258" y="240"/>
                      <a:pt x="258" y="240"/>
                    </a:cubicBezTo>
                    <a:lnTo>
                      <a:pt x="258" y="277"/>
                    </a:lnTo>
                    <a:close/>
                    <a:moveTo>
                      <a:pt x="222" y="277"/>
                    </a:moveTo>
                    <a:cubicBezTo>
                      <a:pt x="187" y="277"/>
                      <a:pt x="187" y="277"/>
                      <a:pt x="187" y="277"/>
                    </a:cubicBezTo>
                    <a:cubicBezTo>
                      <a:pt x="187" y="240"/>
                      <a:pt x="187" y="240"/>
                      <a:pt x="187" y="240"/>
                    </a:cubicBezTo>
                    <a:cubicBezTo>
                      <a:pt x="222" y="240"/>
                      <a:pt x="222" y="240"/>
                      <a:pt x="222" y="240"/>
                    </a:cubicBezTo>
                    <a:lnTo>
                      <a:pt x="222" y="277"/>
                    </a:lnTo>
                    <a:close/>
                    <a:moveTo>
                      <a:pt x="185" y="314"/>
                    </a:moveTo>
                    <a:cubicBezTo>
                      <a:pt x="150" y="314"/>
                      <a:pt x="150" y="314"/>
                      <a:pt x="150" y="314"/>
                    </a:cubicBezTo>
                    <a:cubicBezTo>
                      <a:pt x="150" y="279"/>
                      <a:pt x="150" y="279"/>
                      <a:pt x="150" y="279"/>
                    </a:cubicBezTo>
                    <a:cubicBezTo>
                      <a:pt x="185" y="279"/>
                      <a:pt x="185" y="279"/>
                      <a:pt x="185" y="279"/>
                    </a:cubicBezTo>
                    <a:lnTo>
                      <a:pt x="185" y="314"/>
                    </a:lnTo>
                    <a:close/>
                    <a:moveTo>
                      <a:pt x="148" y="314"/>
                    </a:moveTo>
                    <a:cubicBezTo>
                      <a:pt x="113" y="314"/>
                      <a:pt x="113" y="314"/>
                      <a:pt x="113" y="314"/>
                    </a:cubicBezTo>
                    <a:cubicBezTo>
                      <a:pt x="113" y="279"/>
                      <a:pt x="113" y="279"/>
                      <a:pt x="113" y="279"/>
                    </a:cubicBezTo>
                    <a:cubicBezTo>
                      <a:pt x="148" y="279"/>
                      <a:pt x="148" y="279"/>
                      <a:pt x="148" y="279"/>
                    </a:cubicBezTo>
                    <a:lnTo>
                      <a:pt x="148" y="314"/>
                    </a:lnTo>
                    <a:close/>
                    <a:moveTo>
                      <a:pt x="74" y="314"/>
                    </a:moveTo>
                    <a:cubicBezTo>
                      <a:pt x="39" y="314"/>
                      <a:pt x="39" y="314"/>
                      <a:pt x="39" y="314"/>
                    </a:cubicBezTo>
                    <a:cubicBezTo>
                      <a:pt x="39" y="279"/>
                      <a:pt x="39" y="279"/>
                      <a:pt x="39" y="279"/>
                    </a:cubicBezTo>
                    <a:cubicBezTo>
                      <a:pt x="74" y="279"/>
                      <a:pt x="74" y="279"/>
                      <a:pt x="74" y="279"/>
                    </a:cubicBezTo>
                    <a:lnTo>
                      <a:pt x="74" y="314"/>
                    </a:lnTo>
                    <a:close/>
                    <a:moveTo>
                      <a:pt x="2" y="93"/>
                    </a:moveTo>
                    <a:cubicBezTo>
                      <a:pt x="37" y="93"/>
                      <a:pt x="37" y="93"/>
                      <a:pt x="37" y="93"/>
                    </a:cubicBezTo>
                    <a:cubicBezTo>
                      <a:pt x="37" y="127"/>
                      <a:pt x="37" y="127"/>
                      <a:pt x="37" y="127"/>
                    </a:cubicBezTo>
                    <a:cubicBezTo>
                      <a:pt x="2" y="127"/>
                      <a:pt x="2" y="127"/>
                      <a:pt x="2" y="127"/>
                    </a:cubicBezTo>
                    <a:lnTo>
                      <a:pt x="2" y="93"/>
                    </a:lnTo>
                    <a:close/>
                    <a:moveTo>
                      <a:pt x="113" y="56"/>
                    </a:moveTo>
                    <a:cubicBezTo>
                      <a:pt x="148" y="56"/>
                      <a:pt x="148" y="56"/>
                      <a:pt x="148" y="56"/>
                    </a:cubicBezTo>
                    <a:cubicBezTo>
                      <a:pt x="148" y="91"/>
                      <a:pt x="148" y="91"/>
                      <a:pt x="148" y="91"/>
                    </a:cubicBezTo>
                    <a:cubicBezTo>
                      <a:pt x="113" y="91"/>
                      <a:pt x="113" y="91"/>
                      <a:pt x="113" y="91"/>
                    </a:cubicBezTo>
                    <a:lnTo>
                      <a:pt x="113" y="56"/>
                    </a:lnTo>
                    <a:close/>
                    <a:moveTo>
                      <a:pt x="150" y="91"/>
                    </a:moveTo>
                    <a:cubicBezTo>
                      <a:pt x="150" y="56"/>
                      <a:pt x="150" y="56"/>
                      <a:pt x="150" y="56"/>
                    </a:cubicBezTo>
                    <a:cubicBezTo>
                      <a:pt x="185" y="56"/>
                      <a:pt x="185" y="56"/>
                      <a:pt x="185" y="56"/>
                    </a:cubicBezTo>
                    <a:cubicBezTo>
                      <a:pt x="185" y="91"/>
                      <a:pt x="185" y="91"/>
                      <a:pt x="185" y="91"/>
                    </a:cubicBezTo>
                    <a:lnTo>
                      <a:pt x="150" y="91"/>
                    </a:lnTo>
                    <a:close/>
                    <a:moveTo>
                      <a:pt x="187" y="93"/>
                    </a:moveTo>
                    <a:cubicBezTo>
                      <a:pt x="222" y="93"/>
                      <a:pt x="222" y="93"/>
                      <a:pt x="222" y="93"/>
                    </a:cubicBezTo>
                    <a:cubicBezTo>
                      <a:pt x="222" y="127"/>
                      <a:pt x="222" y="127"/>
                      <a:pt x="222" y="127"/>
                    </a:cubicBezTo>
                    <a:cubicBezTo>
                      <a:pt x="187" y="127"/>
                      <a:pt x="187" y="127"/>
                      <a:pt x="187" y="127"/>
                    </a:cubicBezTo>
                    <a:lnTo>
                      <a:pt x="187" y="93"/>
                    </a:lnTo>
                    <a:close/>
                    <a:moveTo>
                      <a:pt x="334" y="93"/>
                    </a:moveTo>
                    <a:cubicBezTo>
                      <a:pt x="369" y="93"/>
                      <a:pt x="369" y="93"/>
                      <a:pt x="369" y="93"/>
                    </a:cubicBezTo>
                    <a:cubicBezTo>
                      <a:pt x="369" y="127"/>
                      <a:pt x="369" y="127"/>
                      <a:pt x="369" y="127"/>
                    </a:cubicBezTo>
                    <a:cubicBezTo>
                      <a:pt x="334" y="127"/>
                      <a:pt x="334" y="127"/>
                      <a:pt x="334" y="127"/>
                    </a:cubicBezTo>
                    <a:lnTo>
                      <a:pt x="334" y="93"/>
                    </a:lnTo>
                    <a:close/>
                    <a:moveTo>
                      <a:pt x="447" y="93"/>
                    </a:moveTo>
                    <a:cubicBezTo>
                      <a:pt x="485" y="93"/>
                      <a:pt x="485" y="93"/>
                      <a:pt x="485" y="93"/>
                    </a:cubicBezTo>
                    <a:cubicBezTo>
                      <a:pt x="485" y="127"/>
                      <a:pt x="485" y="127"/>
                      <a:pt x="485" y="127"/>
                    </a:cubicBezTo>
                    <a:cubicBezTo>
                      <a:pt x="447" y="127"/>
                      <a:pt x="447" y="127"/>
                      <a:pt x="447" y="127"/>
                    </a:cubicBezTo>
                    <a:lnTo>
                      <a:pt x="447" y="93"/>
                    </a:lnTo>
                    <a:close/>
                    <a:moveTo>
                      <a:pt x="487" y="93"/>
                    </a:moveTo>
                    <a:cubicBezTo>
                      <a:pt x="525" y="93"/>
                      <a:pt x="525" y="93"/>
                      <a:pt x="525" y="93"/>
                    </a:cubicBezTo>
                    <a:cubicBezTo>
                      <a:pt x="525" y="127"/>
                      <a:pt x="525" y="127"/>
                      <a:pt x="525" y="127"/>
                    </a:cubicBezTo>
                    <a:cubicBezTo>
                      <a:pt x="487" y="127"/>
                      <a:pt x="487" y="127"/>
                      <a:pt x="487" y="127"/>
                    </a:cubicBezTo>
                    <a:lnTo>
                      <a:pt x="487" y="93"/>
                    </a:lnTo>
                    <a:close/>
                    <a:moveTo>
                      <a:pt x="527" y="93"/>
                    </a:moveTo>
                    <a:cubicBezTo>
                      <a:pt x="565" y="93"/>
                      <a:pt x="565" y="93"/>
                      <a:pt x="565" y="93"/>
                    </a:cubicBezTo>
                    <a:cubicBezTo>
                      <a:pt x="565" y="127"/>
                      <a:pt x="565" y="127"/>
                      <a:pt x="565" y="127"/>
                    </a:cubicBezTo>
                    <a:cubicBezTo>
                      <a:pt x="527" y="127"/>
                      <a:pt x="527" y="127"/>
                      <a:pt x="527" y="127"/>
                    </a:cubicBezTo>
                    <a:lnTo>
                      <a:pt x="527" y="93"/>
                    </a:lnTo>
                    <a:close/>
                    <a:moveTo>
                      <a:pt x="567" y="93"/>
                    </a:moveTo>
                    <a:cubicBezTo>
                      <a:pt x="605" y="93"/>
                      <a:pt x="605" y="93"/>
                      <a:pt x="605" y="93"/>
                    </a:cubicBezTo>
                    <a:cubicBezTo>
                      <a:pt x="605" y="127"/>
                      <a:pt x="605" y="127"/>
                      <a:pt x="605" y="127"/>
                    </a:cubicBezTo>
                    <a:cubicBezTo>
                      <a:pt x="567" y="127"/>
                      <a:pt x="567" y="127"/>
                      <a:pt x="567" y="127"/>
                    </a:cubicBezTo>
                    <a:lnTo>
                      <a:pt x="567" y="93"/>
                    </a:lnTo>
                    <a:close/>
                    <a:moveTo>
                      <a:pt x="607" y="93"/>
                    </a:moveTo>
                    <a:cubicBezTo>
                      <a:pt x="645" y="93"/>
                      <a:pt x="645" y="93"/>
                      <a:pt x="645" y="93"/>
                    </a:cubicBezTo>
                    <a:cubicBezTo>
                      <a:pt x="645" y="127"/>
                      <a:pt x="645" y="127"/>
                      <a:pt x="645" y="127"/>
                    </a:cubicBezTo>
                    <a:cubicBezTo>
                      <a:pt x="607" y="127"/>
                      <a:pt x="607" y="127"/>
                      <a:pt x="607" y="127"/>
                    </a:cubicBezTo>
                    <a:lnTo>
                      <a:pt x="607" y="93"/>
                    </a:lnTo>
                    <a:close/>
                    <a:moveTo>
                      <a:pt x="645" y="240"/>
                    </a:moveTo>
                    <a:cubicBezTo>
                      <a:pt x="645" y="277"/>
                      <a:pt x="645" y="277"/>
                      <a:pt x="645" y="277"/>
                    </a:cubicBezTo>
                    <a:cubicBezTo>
                      <a:pt x="607" y="277"/>
                      <a:pt x="607" y="277"/>
                      <a:pt x="607" y="277"/>
                    </a:cubicBezTo>
                    <a:cubicBezTo>
                      <a:pt x="607" y="240"/>
                      <a:pt x="607" y="240"/>
                      <a:pt x="607" y="240"/>
                    </a:cubicBezTo>
                    <a:lnTo>
                      <a:pt x="645" y="240"/>
                    </a:lnTo>
                    <a:close/>
                    <a:moveTo>
                      <a:pt x="645" y="238"/>
                    </a:moveTo>
                    <a:cubicBezTo>
                      <a:pt x="607" y="238"/>
                      <a:pt x="607" y="238"/>
                      <a:pt x="607" y="238"/>
                    </a:cubicBezTo>
                    <a:cubicBezTo>
                      <a:pt x="607" y="203"/>
                      <a:pt x="607" y="203"/>
                      <a:pt x="607" y="203"/>
                    </a:cubicBezTo>
                    <a:cubicBezTo>
                      <a:pt x="645" y="203"/>
                      <a:pt x="645" y="203"/>
                      <a:pt x="645" y="203"/>
                    </a:cubicBezTo>
                    <a:lnTo>
                      <a:pt x="645" y="238"/>
                    </a:lnTo>
                    <a:close/>
                    <a:moveTo>
                      <a:pt x="605" y="203"/>
                    </a:moveTo>
                    <a:cubicBezTo>
                      <a:pt x="605" y="238"/>
                      <a:pt x="605" y="238"/>
                      <a:pt x="605" y="238"/>
                    </a:cubicBezTo>
                    <a:cubicBezTo>
                      <a:pt x="567" y="238"/>
                      <a:pt x="567" y="238"/>
                      <a:pt x="567" y="238"/>
                    </a:cubicBezTo>
                    <a:cubicBezTo>
                      <a:pt x="567" y="203"/>
                      <a:pt x="567" y="203"/>
                      <a:pt x="567" y="203"/>
                    </a:cubicBezTo>
                    <a:lnTo>
                      <a:pt x="605" y="203"/>
                    </a:lnTo>
                    <a:close/>
                    <a:moveTo>
                      <a:pt x="565" y="203"/>
                    </a:moveTo>
                    <a:cubicBezTo>
                      <a:pt x="565" y="238"/>
                      <a:pt x="565" y="238"/>
                      <a:pt x="565" y="238"/>
                    </a:cubicBezTo>
                    <a:cubicBezTo>
                      <a:pt x="527" y="238"/>
                      <a:pt x="527" y="238"/>
                      <a:pt x="527" y="238"/>
                    </a:cubicBezTo>
                    <a:cubicBezTo>
                      <a:pt x="527" y="203"/>
                      <a:pt x="527" y="203"/>
                      <a:pt x="527" y="203"/>
                    </a:cubicBezTo>
                    <a:lnTo>
                      <a:pt x="565" y="203"/>
                    </a:lnTo>
                    <a:close/>
                    <a:moveTo>
                      <a:pt x="525" y="203"/>
                    </a:moveTo>
                    <a:cubicBezTo>
                      <a:pt x="525" y="238"/>
                      <a:pt x="525" y="238"/>
                      <a:pt x="525" y="238"/>
                    </a:cubicBezTo>
                    <a:cubicBezTo>
                      <a:pt x="487" y="238"/>
                      <a:pt x="487" y="238"/>
                      <a:pt x="487" y="238"/>
                    </a:cubicBezTo>
                    <a:cubicBezTo>
                      <a:pt x="487" y="203"/>
                      <a:pt x="487" y="203"/>
                      <a:pt x="487" y="203"/>
                    </a:cubicBezTo>
                    <a:lnTo>
                      <a:pt x="525" y="203"/>
                    </a:lnTo>
                    <a:close/>
                    <a:moveTo>
                      <a:pt x="485" y="203"/>
                    </a:moveTo>
                    <a:cubicBezTo>
                      <a:pt x="485" y="238"/>
                      <a:pt x="485" y="238"/>
                      <a:pt x="485" y="238"/>
                    </a:cubicBezTo>
                    <a:cubicBezTo>
                      <a:pt x="447" y="238"/>
                      <a:pt x="447" y="238"/>
                      <a:pt x="447" y="238"/>
                    </a:cubicBezTo>
                    <a:cubicBezTo>
                      <a:pt x="447" y="203"/>
                      <a:pt x="447" y="203"/>
                      <a:pt x="447" y="203"/>
                    </a:cubicBezTo>
                    <a:lnTo>
                      <a:pt x="485" y="203"/>
                    </a:lnTo>
                    <a:close/>
                    <a:moveTo>
                      <a:pt x="445" y="240"/>
                    </a:moveTo>
                    <a:cubicBezTo>
                      <a:pt x="445" y="277"/>
                      <a:pt x="445" y="277"/>
                      <a:pt x="445" y="277"/>
                    </a:cubicBezTo>
                    <a:cubicBezTo>
                      <a:pt x="408" y="277"/>
                      <a:pt x="408" y="277"/>
                      <a:pt x="408" y="277"/>
                    </a:cubicBezTo>
                    <a:cubicBezTo>
                      <a:pt x="408" y="240"/>
                      <a:pt x="408" y="240"/>
                      <a:pt x="408" y="240"/>
                    </a:cubicBezTo>
                    <a:lnTo>
                      <a:pt x="445" y="240"/>
                    </a:lnTo>
                    <a:close/>
                    <a:moveTo>
                      <a:pt x="406" y="240"/>
                    </a:moveTo>
                    <a:cubicBezTo>
                      <a:pt x="406" y="277"/>
                      <a:pt x="406" y="277"/>
                      <a:pt x="406" y="277"/>
                    </a:cubicBezTo>
                    <a:cubicBezTo>
                      <a:pt x="371" y="277"/>
                      <a:pt x="371" y="277"/>
                      <a:pt x="371" y="277"/>
                    </a:cubicBezTo>
                    <a:cubicBezTo>
                      <a:pt x="371" y="240"/>
                      <a:pt x="371" y="240"/>
                      <a:pt x="371" y="240"/>
                    </a:cubicBezTo>
                    <a:lnTo>
                      <a:pt x="406" y="240"/>
                    </a:lnTo>
                    <a:close/>
                    <a:moveTo>
                      <a:pt x="369" y="240"/>
                    </a:moveTo>
                    <a:cubicBezTo>
                      <a:pt x="369" y="277"/>
                      <a:pt x="369" y="277"/>
                      <a:pt x="369" y="277"/>
                    </a:cubicBezTo>
                    <a:cubicBezTo>
                      <a:pt x="334" y="277"/>
                      <a:pt x="334" y="277"/>
                      <a:pt x="334" y="277"/>
                    </a:cubicBezTo>
                    <a:cubicBezTo>
                      <a:pt x="334" y="240"/>
                      <a:pt x="334" y="240"/>
                      <a:pt x="334" y="240"/>
                    </a:cubicBezTo>
                    <a:lnTo>
                      <a:pt x="369" y="240"/>
                    </a:lnTo>
                    <a:close/>
                    <a:moveTo>
                      <a:pt x="332" y="240"/>
                    </a:moveTo>
                    <a:cubicBezTo>
                      <a:pt x="332" y="277"/>
                      <a:pt x="332" y="277"/>
                      <a:pt x="332" y="277"/>
                    </a:cubicBezTo>
                    <a:cubicBezTo>
                      <a:pt x="297" y="277"/>
                      <a:pt x="297" y="277"/>
                      <a:pt x="297" y="277"/>
                    </a:cubicBezTo>
                    <a:cubicBezTo>
                      <a:pt x="297" y="240"/>
                      <a:pt x="297" y="240"/>
                      <a:pt x="297" y="240"/>
                    </a:cubicBezTo>
                    <a:lnTo>
                      <a:pt x="332" y="240"/>
                    </a:lnTo>
                    <a:close/>
                    <a:moveTo>
                      <a:pt x="295" y="240"/>
                    </a:moveTo>
                    <a:cubicBezTo>
                      <a:pt x="295" y="277"/>
                      <a:pt x="295" y="277"/>
                      <a:pt x="295" y="277"/>
                    </a:cubicBezTo>
                    <a:cubicBezTo>
                      <a:pt x="260" y="277"/>
                      <a:pt x="260" y="277"/>
                      <a:pt x="260" y="277"/>
                    </a:cubicBezTo>
                    <a:cubicBezTo>
                      <a:pt x="260" y="240"/>
                      <a:pt x="260" y="240"/>
                      <a:pt x="260" y="240"/>
                    </a:cubicBezTo>
                    <a:lnTo>
                      <a:pt x="295" y="240"/>
                    </a:lnTo>
                    <a:close/>
                    <a:moveTo>
                      <a:pt x="258" y="203"/>
                    </a:moveTo>
                    <a:cubicBezTo>
                      <a:pt x="258" y="238"/>
                      <a:pt x="258" y="238"/>
                      <a:pt x="258" y="238"/>
                    </a:cubicBezTo>
                    <a:cubicBezTo>
                      <a:pt x="224" y="238"/>
                      <a:pt x="224" y="238"/>
                      <a:pt x="224" y="238"/>
                    </a:cubicBezTo>
                    <a:cubicBezTo>
                      <a:pt x="224" y="203"/>
                      <a:pt x="224" y="203"/>
                      <a:pt x="224" y="203"/>
                    </a:cubicBezTo>
                    <a:lnTo>
                      <a:pt x="258" y="203"/>
                    </a:lnTo>
                    <a:close/>
                    <a:moveTo>
                      <a:pt x="222" y="203"/>
                    </a:moveTo>
                    <a:cubicBezTo>
                      <a:pt x="222" y="238"/>
                      <a:pt x="222" y="238"/>
                      <a:pt x="222" y="238"/>
                    </a:cubicBezTo>
                    <a:cubicBezTo>
                      <a:pt x="187" y="238"/>
                      <a:pt x="187" y="238"/>
                      <a:pt x="187" y="238"/>
                    </a:cubicBezTo>
                    <a:cubicBezTo>
                      <a:pt x="187" y="203"/>
                      <a:pt x="187" y="203"/>
                      <a:pt x="187" y="203"/>
                    </a:cubicBezTo>
                    <a:lnTo>
                      <a:pt x="222" y="203"/>
                    </a:lnTo>
                    <a:close/>
                    <a:moveTo>
                      <a:pt x="185" y="203"/>
                    </a:moveTo>
                    <a:cubicBezTo>
                      <a:pt x="185" y="238"/>
                      <a:pt x="185" y="238"/>
                      <a:pt x="185" y="238"/>
                    </a:cubicBezTo>
                    <a:cubicBezTo>
                      <a:pt x="150" y="238"/>
                      <a:pt x="150" y="238"/>
                      <a:pt x="150" y="238"/>
                    </a:cubicBezTo>
                    <a:cubicBezTo>
                      <a:pt x="150" y="203"/>
                      <a:pt x="150" y="203"/>
                      <a:pt x="150" y="203"/>
                    </a:cubicBezTo>
                    <a:lnTo>
                      <a:pt x="185" y="203"/>
                    </a:lnTo>
                    <a:close/>
                    <a:moveTo>
                      <a:pt x="148" y="240"/>
                    </a:moveTo>
                    <a:cubicBezTo>
                      <a:pt x="148" y="277"/>
                      <a:pt x="148" y="277"/>
                      <a:pt x="148" y="277"/>
                    </a:cubicBezTo>
                    <a:cubicBezTo>
                      <a:pt x="113" y="277"/>
                      <a:pt x="113" y="277"/>
                      <a:pt x="113" y="277"/>
                    </a:cubicBezTo>
                    <a:cubicBezTo>
                      <a:pt x="113" y="240"/>
                      <a:pt x="113" y="240"/>
                      <a:pt x="113" y="240"/>
                    </a:cubicBezTo>
                    <a:lnTo>
                      <a:pt x="148" y="240"/>
                    </a:lnTo>
                    <a:close/>
                    <a:moveTo>
                      <a:pt x="111" y="240"/>
                    </a:moveTo>
                    <a:cubicBezTo>
                      <a:pt x="111" y="277"/>
                      <a:pt x="111" y="277"/>
                      <a:pt x="111" y="277"/>
                    </a:cubicBezTo>
                    <a:cubicBezTo>
                      <a:pt x="76" y="277"/>
                      <a:pt x="76" y="277"/>
                      <a:pt x="76" y="277"/>
                    </a:cubicBezTo>
                    <a:cubicBezTo>
                      <a:pt x="76" y="240"/>
                      <a:pt x="76" y="240"/>
                      <a:pt x="76" y="240"/>
                    </a:cubicBezTo>
                    <a:lnTo>
                      <a:pt x="111" y="240"/>
                    </a:lnTo>
                    <a:close/>
                    <a:moveTo>
                      <a:pt x="74" y="240"/>
                    </a:moveTo>
                    <a:cubicBezTo>
                      <a:pt x="74" y="277"/>
                      <a:pt x="74" y="277"/>
                      <a:pt x="74" y="277"/>
                    </a:cubicBezTo>
                    <a:cubicBezTo>
                      <a:pt x="39" y="277"/>
                      <a:pt x="39" y="277"/>
                      <a:pt x="39" y="277"/>
                    </a:cubicBezTo>
                    <a:cubicBezTo>
                      <a:pt x="39" y="240"/>
                      <a:pt x="39" y="240"/>
                      <a:pt x="39" y="240"/>
                    </a:cubicBezTo>
                    <a:lnTo>
                      <a:pt x="74" y="240"/>
                    </a:lnTo>
                    <a:close/>
                    <a:moveTo>
                      <a:pt x="39" y="164"/>
                    </a:moveTo>
                    <a:cubicBezTo>
                      <a:pt x="39" y="129"/>
                      <a:pt x="39" y="129"/>
                      <a:pt x="39" y="129"/>
                    </a:cubicBezTo>
                    <a:cubicBezTo>
                      <a:pt x="74" y="129"/>
                      <a:pt x="74" y="129"/>
                      <a:pt x="74" y="129"/>
                    </a:cubicBezTo>
                    <a:cubicBezTo>
                      <a:pt x="74" y="164"/>
                      <a:pt x="74" y="164"/>
                      <a:pt x="74" y="164"/>
                    </a:cubicBezTo>
                    <a:lnTo>
                      <a:pt x="39" y="164"/>
                    </a:lnTo>
                    <a:close/>
                    <a:moveTo>
                      <a:pt x="76" y="91"/>
                    </a:moveTo>
                    <a:cubicBezTo>
                      <a:pt x="76" y="56"/>
                      <a:pt x="76" y="56"/>
                      <a:pt x="76" y="56"/>
                    </a:cubicBezTo>
                    <a:cubicBezTo>
                      <a:pt x="111" y="56"/>
                      <a:pt x="111" y="56"/>
                      <a:pt x="111" y="56"/>
                    </a:cubicBezTo>
                    <a:cubicBezTo>
                      <a:pt x="111" y="91"/>
                      <a:pt x="111" y="91"/>
                      <a:pt x="111" y="91"/>
                    </a:cubicBezTo>
                    <a:lnTo>
                      <a:pt x="76" y="91"/>
                    </a:lnTo>
                    <a:close/>
                    <a:moveTo>
                      <a:pt x="76" y="93"/>
                    </a:moveTo>
                    <a:cubicBezTo>
                      <a:pt x="111" y="93"/>
                      <a:pt x="111" y="93"/>
                      <a:pt x="111" y="93"/>
                    </a:cubicBezTo>
                    <a:cubicBezTo>
                      <a:pt x="111" y="127"/>
                      <a:pt x="111" y="127"/>
                      <a:pt x="111" y="127"/>
                    </a:cubicBezTo>
                    <a:cubicBezTo>
                      <a:pt x="76" y="127"/>
                      <a:pt x="76" y="127"/>
                      <a:pt x="76" y="127"/>
                    </a:cubicBezTo>
                    <a:lnTo>
                      <a:pt x="76" y="93"/>
                    </a:lnTo>
                    <a:close/>
                    <a:moveTo>
                      <a:pt x="113" y="127"/>
                    </a:moveTo>
                    <a:cubicBezTo>
                      <a:pt x="113" y="93"/>
                      <a:pt x="113" y="93"/>
                      <a:pt x="113" y="93"/>
                    </a:cubicBezTo>
                    <a:cubicBezTo>
                      <a:pt x="148" y="93"/>
                      <a:pt x="148" y="93"/>
                      <a:pt x="148" y="93"/>
                    </a:cubicBezTo>
                    <a:cubicBezTo>
                      <a:pt x="148" y="127"/>
                      <a:pt x="148" y="127"/>
                      <a:pt x="148" y="127"/>
                    </a:cubicBezTo>
                    <a:lnTo>
                      <a:pt x="113" y="127"/>
                    </a:lnTo>
                    <a:close/>
                    <a:moveTo>
                      <a:pt x="150" y="127"/>
                    </a:moveTo>
                    <a:cubicBezTo>
                      <a:pt x="150" y="93"/>
                      <a:pt x="150" y="93"/>
                      <a:pt x="150" y="93"/>
                    </a:cubicBezTo>
                    <a:cubicBezTo>
                      <a:pt x="185" y="93"/>
                      <a:pt x="185" y="93"/>
                      <a:pt x="185" y="93"/>
                    </a:cubicBezTo>
                    <a:cubicBezTo>
                      <a:pt x="185" y="127"/>
                      <a:pt x="185" y="127"/>
                      <a:pt x="185" y="127"/>
                    </a:cubicBezTo>
                    <a:lnTo>
                      <a:pt x="150" y="127"/>
                    </a:lnTo>
                    <a:close/>
                    <a:moveTo>
                      <a:pt x="187" y="164"/>
                    </a:moveTo>
                    <a:cubicBezTo>
                      <a:pt x="187" y="129"/>
                      <a:pt x="187" y="129"/>
                      <a:pt x="187" y="129"/>
                    </a:cubicBezTo>
                    <a:cubicBezTo>
                      <a:pt x="222" y="129"/>
                      <a:pt x="222" y="129"/>
                      <a:pt x="222" y="129"/>
                    </a:cubicBezTo>
                    <a:cubicBezTo>
                      <a:pt x="222" y="164"/>
                      <a:pt x="222" y="164"/>
                      <a:pt x="222" y="164"/>
                    </a:cubicBezTo>
                    <a:lnTo>
                      <a:pt x="187" y="164"/>
                    </a:lnTo>
                    <a:close/>
                    <a:moveTo>
                      <a:pt x="224" y="164"/>
                    </a:moveTo>
                    <a:cubicBezTo>
                      <a:pt x="224" y="129"/>
                      <a:pt x="224" y="129"/>
                      <a:pt x="224" y="129"/>
                    </a:cubicBezTo>
                    <a:cubicBezTo>
                      <a:pt x="258" y="129"/>
                      <a:pt x="258" y="129"/>
                      <a:pt x="258" y="129"/>
                    </a:cubicBezTo>
                    <a:cubicBezTo>
                      <a:pt x="258" y="164"/>
                      <a:pt x="258" y="164"/>
                      <a:pt x="258" y="164"/>
                    </a:cubicBezTo>
                    <a:lnTo>
                      <a:pt x="224" y="164"/>
                    </a:lnTo>
                    <a:close/>
                    <a:moveTo>
                      <a:pt x="260" y="91"/>
                    </a:moveTo>
                    <a:cubicBezTo>
                      <a:pt x="260" y="56"/>
                      <a:pt x="260" y="56"/>
                      <a:pt x="260" y="56"/>
                    </a:cubicBezTo>
                    <a:cubicBezTo>
                      <a:pt x="295" y="56"/>
                      <a:pt x="295" y="56"/>
                      <a:pt x="295" y="56"/>
                    </a:cubicBezTo>
                    <a:cubicBezTo>
                      <a:pt x="295" y="91"/>
                      <a:pt x="295" y="91"/>
                      <a:pt x="295" y="91"/>
                    </a:cubicBezTo>
                    <a:lnTo>
                      <a:pt x="260" y="91"/>
                    </a:lnTo>
                    <a:close/>
                    <a:moveTo>
                      <a:pt x="260" y="93"/>
                    </a:moveTo>
                    <a:cubicBezTo>
                      <a:pt x="295" y="93"/>
                      <a:pt x="295" y="93"/>
                      <a:pt x="295" y="93"/>
                    </a:cubicBezTo>
                    <a:cubicBezTo>
                      <a:pt x="295" y="127"/>
                      <a:pt x="295" y="127"/>
                      <a:pt x="295" y="127"/>
                    </a:cubicBezTo>
                    <a:cubicBezTo>
                      <a:pt x="260" y="127"/>
                      <a:pt x="260" y="127"/>
                      <a:pt x="260" y="127"/>
                    </a:cubicBezTo>
                    <a:lnTo>
                      <a:pt x="260" y="93"/>
                    </a:lnTo>
                    <a:close/>
                    <a:moveTo>
                      <a:pt x="297" y="127"/>
                    </a:moveTo>
                    <a:cubicBezTo>
                      <a:pt x="297" y="93"/>
                      <a:pt x="297" y="93"/>
                      <a:pt x="297" y="93"/>
                    </a:cubicBezTo>
                    <a:cubicBezTo>
                      <a:pt x="332" y="93"/>
                      <a:pt x="332" y="93"/>
                      <a:pt x="332" y="93"/>
                    </a:cubicBezTo>
                    <a:cubicBezTo>
                      <a:pt x="332" y="127"/>
                      <a:pt x="332" y="127"/>
                      <a:pt x="332" y="127"/>
                    </a:cubicBezTo>
                    <a:lnTo>
                      <a:pt x="297" y="127"/>
                    </a:lnTo>
                    <a:close/>
                    <a:moveTo>
                      <a:pt x="334" y="164"/>
                    </a:moveTo>
                    <a:cubicBezTo>
                      <a:pt x="334" y="129"/>
                      <a:pt x="334" y="129"/>
                      <a:pt x="334" y="129"/>
                    </a:cubicBezTo>
                    <a:cubicBezTo>
                      <a:pt x="369" y="129"/>
                      <a:pt x="369" y="129"/>
                      <a:pt x="369" y="129"/>
                    </a:cubicBezTo>
                    <a:cubicBezTo>
                      <a:pt x="369" y="164"/>
                      <a:pt x="369" y="164"/>
                      <a:pt x="369" y="164"/>
                    </a:cubicBezTo>
                    <a:lnTo>
                      <a:pt x="334" y="164"/>
                    </a:lnTo>
                    <a:close/>
                    <a:moveTo>
                      <a:pt x="371" y="164"/>
                    </a:moveTo>
                    <a:cubicBezTo>
                      <a:pt x="371" y="129"/>
                      <a:pt x="371" y="129"/>
                      <a:pt x="371" y="129"/>
                    </a:cubicBezTo>
                    <a:cubicBezTo>
                      <a:pt x="406" y="129"/>
                      <a:pt x="406" y="129"/>
                      <a:pt x="406" y="129"/>
                    </a:cubicBezTo>
                    <a:cubicBezTo>
                      <a:pt x="406" y="164"/>
                      <a:pt x="406" y="164"/>
                      <a:pt x="406" y="164"/>
                    </a:cubicBezTo>
                    <a:lnTo>
                      <a:pt x="371" y="164"/>
                    </a:lnTo>
                    <a:close/>
                    <a:moveTo>
                      <a:pt x="408" y="127"/>
                    </a:moveTo>
                    <a:cubicBezTo>
                      <a:pt x="408" y="93"/>
                      <a:pt x="408" y="93"/>
                      <a:pt x="408" y="93"/>
                    </a:cubicBezTo>
                    <a:cubicBezTo>
                      <a:pt x="445" y="93"/>
                      <a:pt x="445" y="93"/>
                      <a:pt x="445" y="93"/>
                    </a:cubicBezTo>
                    <a:cubicBezTo>
                      <a:pt x="445" y="127"/>
                      <a:pt x="445" y="127"/>
                      <a:pt x="445" y="127"/>
                    </a:cubicBezTo>
                    <a:lnTo>
                      <a:pt x="408" y="127"/>
                    </a:lnTo>
                    <a:close/>
                    <a:moveTo>
                      <a:pt x="408" y="129"/>
                    </a:moveTo>
                    <a:cubicBezTo>
                      <a:pt x="445" y="129"/>
                      <a:pt x="445" y="129"/>
                      <a:pt x="445" y="129"/>
                    </a:cubicBezTo>
                    <a:cubicBezTo>
                      <a:pt x="445" y="164"/>
                      <a:pt x="445" y="164"/>
                      <a:pt x="445" y="164"/>
                    </a:cubicBezTo>
                    <a:cubicBezTo>
                      <a:pt x="408" y="164"/>
                      <a:pt x="408" y="164"/>
                      <a:pt x="408" y="164"/>
                    </a:cubicBezTo>
                    <a:lnTo>
                      <a:pt x="408" y="129"/>
                    </a:lnTo>
                    <a:close/>
                    <a:moveTo>
                      <a:pt x="447" y="164"/>
                    </a:moveTo>
                    <a:cubicBezTo>
                      <a:pt x="447" y="129"/>
                      <a:pt x="447" y="129"/>
                      <a:pt x="447" y="129"/>
                    </a:cubicBezTo>
                    <a:cubicBezTo>
                      <a:pt x="485" y="129"/>
                      <a:pt x="485" y="129"/>
                      <a:pt x="485" y="129"/>
                    </a:cubicBezTo>
                    <a:cubicBezTo>
                      <a:pt x="485" y="164"/>
                      <a:pt x="485" y="164"/>
                      <a:pt x="485" y="164"/>
                    </a:cubicBezTo>
                    <a:lnTo>
                      <a:pt x="447" y="164"/>
                    </a:lnTo>
                    <a:close/>
                    <a:moveTo>
                      <a:pt x="487" y="164"/>
                    </a:moveTo>
                    <a:cubicBezTo>
                      <a:pt x="487" y="129"/>
                      <a:pt x="487" y="129"/>
                      <a:pt x="487" y="129"/>
                    </a:cubicBezTo>
                    <a:cubicBezTo>
                      <a:pt x="525" y="129"/>
                      <a:pt x="525" y="129"/>
                      <a:pt x="525" y="129"/>
                    </a:cubicBezTo>
                    <a:cubicBezTo>
                      <a:pt x="525" y="164"/>
                      <a:pt x="525" y="164"/>
                      <a:pt x="525" y="164"/>
                    </a:cubicBezTo>
                    <a:lnTo>
                      <a:pt x="487" y="164"/>
                    </a:lnTo>
                    <a:close/>
                    <a:moveTo>
                      <a:pt x="527" y="164"/>
                    </a:moveTo>
                    <a:cubicBezTo>
                      <a:pt x="527" y="129"/>
                      <a:pt x="527" y="129"/>
                      <a:pt x="527" y="129"/>
                    </a:cubicBezTo>
                    <a:cubicBezTo>
                      <a:pt x="565" y="129"/>
                      <a:pt x="565" y="129"/>
                      <a:pt x="565" y="129"/>
                    </a:cubicBezTo>
                    <a:cubicBezTo>
                      <a:pt x="565" y="164"/>
                      <a:pt x="565" y="164"/>
                      <a:pt x="565" y="164"/>
                    </a:cubicBezTo>
                    <a:lnTo>
                      <a:pt x="527" y="164"/>
                    </a:lnTo>
                    <a:close/>
                    <a:moveTo>
                      <a:pt x="567" y="164"/>
                    </a:moveTo>
                    <a:cubicBezTo>
                      <a:pt x="567" y="129"/>
                      <a:pt x="567" y="129"/>
                      <a:pt x="567" y="129"/>
                    </a:cubicBezTo>
                    <a:cubicBezTo>
                      <a:pt x="605" y="129"/>
                      <a:pt x="605" y="129"/>
                      <a:pt x="605" y="129"/>
                    </a:cubicBezTo>
                    <a:cubicBezTo>
                      <a:pt x="605" y="164"/>
                      <a:pt x="605" y="164"/>
                      <a:pt x="605" y="164"/>
                    </a:cubicBezTo>
                    <a:lnTo>
                      <a:pt x="567" y="164"/>
                    </a:lnTo>
                    <a:close/>
                    <a:moveTo>
                      <a:pt x="605" y="166"/>
                    </a:moveTo>
                    <a:cubicBezTo>
                      <a:pt x="605" y="201"/>
                      <a:pt x="605" y="201"/>
                      <a:pt x="605" y="201"/>
                    </a:cubicBezTo>
                    <a:cubicBezTo>
                      <a:pt x="567" y="201"/>
                      <a:pt x="567" y="201"/>
                      <a:pt x="567" y="201"/>
                    </a:cubicBezTo>
                    <a:cubicBezTo>
                      <a:pt x="567" y="166"/>
                      <a:pt x="567" y="166"/>
                      <a:pt x="567" y="166"/>
                    </a:cubicBezTo>
                    <a:lnTo>
                      <a:pt x="605" y="166"/>
                    </a:lnTo>
                    <a:close/>
                    <a:moveTo>
                      <a:pt x="565" y="166"/>
                    </a:moveTo>
                    <a:cubicBezTo>
                      <a:pt x="565" y="201"/>
                      <a:pt x="565" y="201"/>
                      <a:pt x="565" y="201"/>
                    </a:cubicBezTo>
                    <a:cubicBezTo>
                      <a:pt x="527" y="201"/>
                      <a:pt x="527" y="201"/>
                      <a:pt x="527" y="201"/>
                    </a:cubicBezTo>
                    <a:cubicBezTo>
                      <a:pt x="527" y="166"/>
                      <a:pt x="527" y="166"/>
                      <a:pt x="527" y="166"/>
                    </a:cubicBezTo>
                    <a:lnTo>
                      <a:pt x="565" y="166"/>
                    </a:lnTo>
                    <a:close/>
                    <a:moveTo>
                      <a:pt x="525" y="166"/>
                    </a:moveTo>
                    <a:cubicBezTo>
                      <a:pt x="525" y="201"/>
                      <a:pt x="525" y="201"/>
                      <a:pt x="525" y="201"/>
                    </a:cubicBezTo>
                    <a:cubicBezTo>
                      <a:pt x="487" y="201"/>
                      <a:pt x="487" y="201"/>
                      <a:pt x="487" y="201"/>
                    </a:cubicBezTo>
                    <a:cubicBezTo>
                      <a:pt x="487" y="166"/>
                      <a:pt x="487" y="166"/>
                      <a:pt x="487" y="166"/>
                    </a:cubicBezTo>
                    <a:lnTo>
                      <a:pt x="525" y="166"/>
                    </a:lnTo>
                    <a:close/>
                    <a:moveTo>
                      <a:pt x="485" y="166"/>
                    </a:moveTo>
                    <a:cubicBezTo>
                      <a:pt x="485" y="201"/>
                      <a:pt x="485" y="201"/>
                      <a:pt x="485" y="201"/>
                    </a:cubicBezTo>
                    <a:cubicBezTo>
                      <a:pt x="447" y="201"/>
                      <a:pt x="447" y="201"/>
                      <a:pt x="447" y="201"/>
                    </a:cubicBezTo>
                    <a:cubicBezTo>
                      <a:pt x="447" y="166"/>
                      <a:pt x="447" y="166"/>
                      <a:pt x="447" y="166"/>
                    </a:cubicBezTo>
                    <a:lnTo>
                      <a:pt x="485" y="166"/>
                    </a:lnTo>
                    <a:close/>
                    <a:moveTo>
                      <a:pt x="445" y="166"/>
                    </a:moveTo>
                    <a:cubicBezTo>
                      <a:pt x="445" y="201"/>
                      <a:pt x="445" y="201"/>
                      <a:pt x="445" y="201"/>
                    </a:cubicBezTo>
                    <a:cubicBezTo>
                      <a:pt x="408" y="201"/>
                      <a:pt x="408" y="201"/>
                      <a:pt x="408" y="201"/>
                    </a:cubicBezTo>
                    <a:cubicBezTo>
                      <a:pt x="408" y="166"/>
                      <a:pt x="408" y="166"/>
                      <a:pt x="408" y="166"/>
                    </a:cubicBezTo>
                    <a:lnTo>
                      <a:pt x="445" y="166"/>
                    </a:lnTo>
                    <a:close/>
                    <a:moveTo>
                      <a:pt x="406" y="203"/>
                    </a:moveTo>
                    <a:cubicBezTo>
                      <a:pt x="406" y="238"/>
                      <a:pt x="406" y="238"/>
                      <a:pt x="406" y="238"/>
                    </a:cubicBezTo>
                    <a:cubicBezTo>
                      <a:pt x="371" y="238"/>
                      <a:pt x="371" y="238"/>
                      <a:pt x="371" y="238"/>
                    </a:cubicBezTo>
                    <a:cubicBezTo>
                      <a:pt x="371" y="203"/>
                      <a:pt x="371" y="203"/>
                      <a:pt x="371" y="203"/>
                    </a:cubicBezTo>
                    <a:lnTo>
                      <a:pt x="406" y="203"/>
                    </a:lnTo>
                    <a:close/>
                    <a:moveTo>
                      <a:pt x="369" y="203"/>
                    </a:moveTo>
                    <a:cubicBezTo>
                      <a:pt x="369" y="238"/>
                      <a:pt x="369" y="238"/>
                      <a:pt x="369" y="238"/>
                    </a:cubicBezTo>
                    <a:cubicBezTo>
                      <a:pt x="334" y="238"/>
                      <a:pt x="334" y="238"/>
                      <a:pt x="334" y="238"/>
                    </a:cubicBezTo>
                    <a:cubicBezTo>
                      <a:pt x="334" y="203"/>
                      <a:pt x="334" y="203"/>
                      <a:pt x="334" y="203"/>
                    </a:cubicBezTo>
                    <a:lnTo>
                      <a:pt x="369" y="203"/>
                    </a:lnTo>
                    <a:close/>
                    <a:moveTo>
                      <a:pt x="332" y="203"/>
                    </a:moveTo>
                    <a:cubicBezTo>
                      <a:pt x="332" y="238"/>
                      <a:pt x="332" y="238"/>
                      <a:pt x="332" y="238"/>
                    </a:cubicBezTo>
                    <a:cubicBezTo>
                      <a:pt x="297" y="238"/>
                      <a:pt x="297" y="238"/>
                      <a:pt x="297" y="238"/>
                    </a:cubicBezTo>
                    <a:cubicBezTo>
                      <a:pt x="297" y="203"/>
                      <a:pt x="297" y="203"/>
                      <a:pt x="297" y="203"/>
                    </a:cubicBezTo>
                    <a:lnTo>
                      <a:pt x="332" y="203"/>
                    </a:lnTo>
                    <a:close/>
                    <a:moveTo>
                      <a:pt x="295" y="203"/>
                    </a:moveTo>
                    <a:cubicBezTo>
                      <a:pt x="295" y="238"/>
                      <a:pt x="295" y="238"/>
                      <a:pt x="295" y="238"/>
                    </a:cubicBezTo>
                    <a:cubicBezTo>
                      <a:pt x="260" y="238"/>
                      <a:pt x="260" y="238"/>
                      <a:pt x="260" y="238"/>
                    </a:cubicBezTo>
                    <a:cubicBezTo>
                      <a:pt x="260" y="203"/>
                      <a:pt x="260" y="203"/>
                      <a:pt x="260" y="203"/>
                    </a:cubicBezTo>
                    <a:lnTo>
                      <a:pt x="295" y="203"/>
                    </a:lnTo>
                    <a:close/>
                    <a:moveTo>
                      <a:pt x="260" y="201"/>
                    </a:moveTo>
                    <a:cubicBezTo>
                      <a:pt x="260" y="166"/>
                      <a:pt x="260" y="166"/>
                      <a:pt x="260" y="166"/>
                    </a:cubicBezTo>
                    <a:cubicBezTo>
                      <a:pt x="295" y="166"/>
                      <a:pt x="295" y="166"/>
                      <a:pt x="295" y="166"/>
                    </a:cubicBezTo>
                    <a:cubicBezTo>
                      <a:pt x="295" y="201"/>
                      <a:pt x="295" y="201"/>
                      <a:pt x="295" y="201"/>
                    </a:cubicBezTo>
                    <a:lnTo>
                      <a:pt x="260" y="201"/>
                    </a:lnTo>
                    <a:close/>
                    <a:moveTo>
                      <a:pt x="297" y="164"/>
                    </a:moveTo>
                    <a:cubicBezTo>
                      <a:pt x="297" y="129"/>
                      <a:pt x="297" y="129"/>
                      <a:pt x="297" y="129"/>
                    </a:cubicBezTo>
                    <a:cubicBezTo>
                      <a:pt x="332" y="129"/>
                      <a:pt x="332" y="129"/>
                      <a:pt x="332" y="129"/>
                    </a:cubicBezTo>
                    <a:cubicBezTo>
                      <a:pt x="332" y="164"/>
                      <a:pt x="332" y="164"/>
                      <a:pt x="332" y="164"/>
                    </a:cubicBezTo>
                    <a:lnTo>
                      <a:pt x="297" y="164"/>
                    </a:lnTo>
                    <a:close/>
                    <a:moveTo>
                      <a:pt x="297" y="166"/>
                    </a:moveTo>
                    <a:cubicBezTo>
                      <a:pt x="332" y="166"/>
                      <a:pt x="332" y="166"/>
                      <a:pt x="332" y="166"/>
                    </a:cubicBezTo>
                    <a:cubicBezTo>
                      <a:pt x="332" y="201"/>
                      <a:pt x="332" y="201"/>
                      <a:pt x="332" y="201"/>
                    </a:cubicBezTo>
                    <a:cubicBezTo>
                      <a:pt x="297" y="201"/>
                      <a:pt x="297" y="201"/>
                      <a:pt x="297" y="201"/>
                    </a:cubicBezTo>
                    <a:lnTo>
                      <a:pt x="297" y="166"/>
                    </a:lnTo>
                    <a:close/>
                    <a:moveTo>
                      <a:pt x="334" y="201"/>
                    </a:moveTo>
                    <a:cubicBezTo>
                      <a:pt x="334" y="166"/>
                      <a:pt x="334" y="166"/>
                      <a:pt x="334" y="166"/>
                    </a:cubicBezTo>
                    <a:cubicBezTo>
                      <a:pt x="369" y="166"/>
                      <a:pt x="369" y="166"/>
                      <a:pt x="369" y="166"/>
                    </a:cubicBezTo>
                    <a:cubicBezTo>
                      <a:pt x="369" y="201"/>
                      <a:pt x="369" y="201"/>
                      <a:pt x="369" y="201"/>
                    </a:cubicBezTo>
                    <a:lnTo>
                      <a:pt x="334" y="201"/>
                    </a:lnTo>
                    <a:close/>
                    <a:moveTo>
                      <a:pt x="406" y="201"/>
                    </a:moveTo>
                    <a:cubicBezTo>
                      <a:pt x="371" y="201"/>
                      <a:pt x="371" y="201"/>
                      <a:pt x="371" y="201"/>
                    </a:cubicBezTo>
                    <a:cubicBezTo>
                      <a:pt x="371" y="166"/>
                      <a:pt x="371" y="166"/>
                      <a:pt x="371" y="166"/>
                    </a:cubicBezTo>
                    <a:cubicBezTo>
                      <a:pt x="406" y="166"/>
                      <a:pt x="406" y="166"/>
                      <a:pt x="406" y="166"/>
                    </a:cubicBezTo>
                    <a:lnTo>
                      <a:pt x="406" y="201"/>
                    </a:lnTo>
                    <a:close/>
                    <a:moveTo>
                      <a:pt x="260" y="129"/>
                    </a:moveTo>
                    <a:cubicBezTo>
                      <a:pt x="295" y="129"/>
                      <a:pt x="295" y="129"/>
                      <a:pt x="295" y="129"/>
                    </a:cubicBezTo>
                    <a:cubicBezTo>
                      <a:pt x="295" y="164"/>
                      <a:pt x="295" y="164"/>
                      <a:pt x="295" y="164"/>
                    </a:cubicBezTo>
                    <a:cubicBezTo>
                      <a:pt x="260" y="164"/>
                      <a:pt x="260" y="164"/>
                      <a:pt x="260" y="164"/>
                    </a:cubicBezTo>
                    <a:lnTo>
                      <a:pt x="260" y="129"/>
                    </a:lnTo>
                    <a:close/>
                    <a:moveTo>
                      <a:pt x="258" y="166"/>
                    </a:moveTo>
                    <a:cubicBezTo>
                      <a:pt x="258" y="201"/>
                      <a:pt x="258" y="201"/>
                      <a:pt x="258" y="201"/>
                    </a:cubicBezTo>
                    <a:cubicBezTo>
                      <a:pt x="224" y="201"/>
                      <a:pt x="224" y="201"/>
                      <a:pt x="224" y="201"/>
                    </a:cubicBezTo>
                    <a:cubicBezTo>
                      <a:pt x="224" y="166"/>
                      <a:pt x="224" y="166"/>
                      <a:pt x="224" y="166"/>
                    </a:cubicBezTo>
                    <a:lnTo>
                      <a:pt x="258" y="166"/>
                    </a:lnTo>
                    <a:close/>
                    <a:moveTo>
                      <a:pt x="222" y="166"/>
                    </a:moveTo>
                    <a:cubicBezTo>
                      <a:pt x="222" y="201"/>
                      <a:pt x="222" y="201"/>
                      <a:pt x="222" y="201"/>
                    </a:cubicBezTo>
                    <a:cubicBezTo>
                      <a:pt x="187" y="201"/>
                      <a:pt x="187" y="201"/>
                      <a:pt x="187" y="201"/>
                    </a:cubicBezTo>
                    <a:cubicBezTo>
                      <a:pt x="187" y="166"/>
                      <a:pt x="187" y="166"/>
                      <a:pt x="187" y="166"/>
                    </a:cubicBezTo>
                    <a:lnTo>
                      <a:pt x="222" y="166"/>
                    </a:lnTo>
                    <a:close/>
                    <a:moveTo>
                      <a:pt x="185" y="166"/>
                    </a:moveTo>
                    <a:cubicBezTo>
                      <a:pt x="185" y="201"/>
                      <a:pt x="185" y="201"/>
                      <a:pt x="185" y="201"/>
                    </a:cubicBezTo>
                    <a:cubicBezTo>
                      <a:pt x="150" y="201"/>
                      <a:pt x="150" y="201"/>
                      <a:pt x="150" y="201"/>
                    </a:cubicBezTo>
                    <a:cubicBezTo>
                      <a:pt x="150" y="166"/>
                      <a:pt x="150" y="166"/>
                      <a:pt x="150" y="166"/>
                    </a:cubicBezTo>
                    <a:lnTo>
                      <a:pt x="185" y="166"/>
                    </a:lnTo>
                    <a:close/>
                    <a:moveTo>
                      <a:pt x="148" y="166"/>
                    </a:moveTo>
                    <a:cubicBezTo>
                      <a:pt x="148" y="201"/>
                      <a:pt x="148" y="201"/>
                      <a:pt x="148" y="201"/>
                    </a:cubicBezTo>
                    <a:cubicBezTo>
                      <a:pt x="113" y="201"/>
                      <a:pt x="113" y="201"/>
                      <a:pt x="113" y="201"/>
                    </a:cubicBezTo>
                    <a:cubicBezTo>
                      <a:pt x="113" y="166"/>
                      <a:pt x="113" y="166"/>
                      <a:pt x="113" y="166"/>
                    </a:cubicBezTo>
                    <a:lnTo>
                      <a:pt x="148" y="166"/>
                    </a:lnTo>
                    <a:close/>
                    <a:moveTo>
                      <a:pt x="113" y="164"/>
                    </a:moveTo>
                    <a:cubicBezTo>
                      <a:pt x="113" y="129"/>
                      <a:pt x="113" y="129"/>
                      <a:pt x="113" y="129"/>
                    </a:cubicBezTo>
                    <a:cubicBezTo>
                      <a:pt x="148" y="129"/>
                      <a:pt x="148" y="129"/>
                      <a:pt x="148" y="129"/>
                    </a:cubicBezTo>
                    <a:cubicBezTo>
                      <a:pt x="148" y="164"/>
                      <a:pt x="148" y="164"/>
                      <a:pt x="148" y="164"/>
                    </a:cubicBezTo>
                    <a:lnTo>
                      <a:pt x="113" y="164"/>
                    </a:lnTo>
                    <a:close/>
                    <a:moveTo>
                      <a:pt x="150" y="164"/>
                    </a:moveTo>
                    <a:cubicBezTo>
                      <a:pt x="150" y="129"/>
                      <a:pt x="150" y="129"/>
                      <a:pt x="150" y="129"/>
                    </a:cubicBezTo>
                    <a:cubicBezTo>
                      <a:pt x="185" y="129"/>
                      <a:pt x="185" y="129"/>
                      <a:pt x="185" y="129"/>
                    </a:cubicBezTo>
                    <a:cubicBezTo>
                      <a:pt x="185" y="164"/>
                      <a:pt x="185" y="164"/>
                      <a:pt x="185" y="164"/>
                    </a:cubicBezTo>
                    <a:lnTo>
                      <a:pt x="150" y="164"/>
                    </a:lnTo>
                    <a:close/>
                    <a:moveTo>
                      <a:pt x="76" y="129"/>
                    </a:moveTo>
                    <a:cubicBezTo>
                      <a:pt x="111" y="129"/>
                      <a:pt x="111" y="129"/>
                      <a:pt x="111" y="129"/>
                    </a:cubicBezTo>
                    <a:cubicBezTo>
                      <a:pt x="111" y="164"/>
                      <a:pt x="111" y="164"/>
                      <a:pt x="111" y="164"/>
                    </a:cubicBezTo>
                    <a:cubicBezTo>
                      <a:pt x="76" y="164"/>
                      <a:pt x="76" y="164"/>
                      <a:pt x="76" y="164"/>
                    </a:cubicBezTo>
                    <a:lnTo>
                      <a:pt x="76" y="129"/>
                    </a:lnTo>
                    <a:close/>
                    <a:moveTo>
                      <a:pt x="111" y="203"/>
                    </a:moveTo>
                    <a:cubicBezTo>
                      <a:pt x="111" y="238"/>
                      <a:pt x="111" y="238"/>
                      <a:pt x="111" y="238"/>
                    </a:cubicBezTo>
                    <a:cubicBezTo>
                      <a:pt x="76" y="238"/>
                      <a:pt x="76" y="238"/>
                      <a:pt x="76" y="238"/>
                    </a:cubicBezTo>
                    <a:cubicBezTo>
                      <a:pt x="76" y="203"/>
                      <a:pt x="76" y="203"/>
                      <a:pt x="76" y="203"/>
                    </a:cubicBezTo>
                    <a:lnTo>
                      <a:pt x="111" y="203"/>
                    </a:lnTo>
                    <a:close/>
                    <a:moveTo>
                      <a:pt x="111" y="201"/>
                    </a:moveTo>
                    <a:cubicBezTo>
                      <a:pt x="76" y="201"/>
                      <a:pt x="76" y="201"/>
                      <a:pt x="76" y="201"/>
                    </a:cubicBezTo>
                    <a:cubicBezTo>
                      <a:pt x="76" y="166"/>
                      <a:pt x="76" y="166"/>
                      <a:pt x="76" y="166"/>
                    </a:cubicBezTo>
                    <a:cubicBezTo>
                      <a:pt x="111" y="166"/>
                      <a:pt x="111" y="166"/>
                      <a:pt x="111" y="166"/>
                    </a:cubicBezTo>
                    <a:lnTo>
                      <a:pt x="111" y="201"/>
                    </a:lnTo>
                    <a:close/>
                    <a:moveTo>
                      <a:pt x="39" y="166"/>
                    </a:moveTo>
                    <a:cubicBezTo>
                      <a:pt x="74" y="166"/>
                      <a:pt x="74" y="166"/>
                      <a:pt x="74" y="166"/>
                    </a:cubicBezTo>
                    <a:cubicBezTo>
                      <a:pt x="74" y="201"/>
                      <a:pt x="74" y="201"/>
                      <a:pt x="74" y="201"/>
                    </a:cubicBezTo>
                    <a:cubicBezTo>
                      <a:pt x="39" y="201"/>
                      <a:pt x="39" y="201"/>
                      <a:pt x="39" y="201"/>
                    </a:cubicBezTo>
                    <a:lnTo>
                      <a:pt x="39" y="166"/>
                    </a:lnTo>
                    <a:close/>
                    <a:moveTo>
                      <a:pt x="39" y="203"/>
                    </a:moveTo>
                    <a:cubicBezTo>
                      <a:pt x="74" y="203"/>
                      <a:pt x="74" y="203"/>
                      <a:pt x="74" y="203"/>
                    </a:cubicBezTo>
                    <a:cubicBezTo>
                      <a:pt x="74" y="238"/>
                      <a:pt x="74" y="238"/>
                      <a:pt x="74" y="238"/>
                    </a:cubicBezTo>
                    <a:cubicBezTo>
                      <a:pt x="39" y="238"/>
                      <a:pt x="39" y="238"/>
                      <a:pt x="39" y="238"/>
                    </a:cubicBezTo>
                    <a:lnTo>
                      <a:pt x="39" y="203"/>
                    </a:lnTo>
                    <a:close/>
                    <a:moveTo>
                      <a:pt x="148" y="238"/>
                    </a:moveTo>
                    <a:cubicBezTo>
                      <a:pt x="113" y="238"/>
                      <a:pt x="113" y="238"/>
                      <a:pt x="113" y="238"/>
                    </a:cubicBezTo>
                    <a:cubicBezTo>
                      <a:pt x="113" y="203"/>
                      <a:pt x="113" y="203"/>
                      <a:pt x="113" y="203"/>
                    </a:cubicBezTo>
                    <a:cubicBezTo>
                      <a:pt x="148" y="203"/>
                      <a:pt x="148" y="203"/>
                      <a:pt x="148" y="203"/>
                    </a:cubicBezTo>
                    <a:lnTo>
                      <a:pt x="148" y="238"/>
                    </a:lnTo>
                    <a:close/>
                    <a:moveTo>
                      <a:pt x="445" y="238"/>
                    </a:moveTo>
                    <a:cubicBezTo>
                      <a:pt x="408" y="238"/>
                      <a:pt x="408" y="238"/>
                      <a:pt x="408" y="238"/>
                    </a:cubicBezTo>
                    <a:cubicBezTo>
                      <a:pt x="408" y="203"/>
                      <a:pt x="408" y="203"/>
                      <a:pt x="408" y="203"/>
                    </a:cubicBezTo>
                    <a:cubicBezTo>
                      <a:pt x="445" y="203"/>
                      <a:pt x="445" y="203"/>
                      <a:pt x="445" y="203"/>
                    </a:cubicBezTo>
                    <a:lnTo>
                      <a:pt x="445" y="238"/>
                    </a:lnTo>
                    <a:close/>
                    <a:moveTo>
                      <a:pt x="645" y="201"/>
                    </a:moveTo>
                    <a:cubicBezTo>
                      <a:pt x="607" y="201"/>
                      <a:pt x="607" y="201"/>
                      <a:pt x="607" y="201"/>
                    </a:cubicBezTo>
                    <a:cubicBezTo>
                      <a:pt x="607" y="166"/>
                      <a:pt x="607" y="166"/>
                      <a:pt x="607" y="166"/>
                    </a:cubicBezTo>
                    <a:cubicBezTo>
                      <a:pt x="645" y="166"/>
                      <a:pt x="645" y="166"/>
                      <a:pt x="645" y="166"/>
                    </a:cubicBezTo>
                    <a:lnTo>
                      <a:pt x="645" y="201"/>
                    </a:lnTo>
                    <a:close/>
                    <a:moveTo>
                      <a:pt x="645" y="164"/>
                    </a:moveTo>
                    <a:cubicBezTo>
                      <a:pt x="607" y="164"/>
                      <a:pt x="607" y="164"/>
                      <a:pt x="607" y="164"/>
                    </a:cubicBezTo>
                    <a:cubicBezTo>
                      <a:pt x="607" y="129"/>
                      <a:pt x="607" y="129"/>
                      <a:pt x="607" y="129"/>
                    </a:cubicBezTo>
                    <a:cubicBezTo>
                      <a:pt x="645" y="129"/>
                      <a:pt x="645" y="129"/>
                      <a:pt x="645" y="129"/>
                    </a:cubicBezTo>
                    <a:lnTo>
                      <a:pt x="645" y="164"/>
                    </a:lnTo>
                    <a:close/>
                    <a:moveTo>
                      <a:pt x="371" y="93"/>
                    </a:moveTo>
                    <a:cubicBezTo>
                      <a:pt x="406" y="93"/>
                      <a:pt x="406" y="93"/>
                      <a:pt x="406" y="93"/>
                    </a:cubicBezTo>
                    <a:cubicBezTo>
                      <a:pt x="406" y="127"/>
                      <a:pt x="406" y="127"/>
                      <a:pt x="406" y="127"/>
                    </a:cubicBezTo>
                    <a:cubicBezTo>
                      <a:pt x="371" y="127"/>
                      <a:pt x="371" y="127"/>
                      <a:pt x="371" y="127"/>
                    </a:cubicBezTo>
                    <a:lnTo>
                      <a:pt x="371" y="93"/>
                    </a:lnTo>
                    <a:close/>
                    <a:moveTo>
                      <a:pt x="224" y="93"/>
                    </a:moveTo>
                    <a:cubicBezTo>
                      <a:pt x="258" y="93"/>
                      <a:pt x="258" y="93"/>
                      <a:pt x="258" y="93"/>
                    </a:cubicBezTo>
                    <a:cubicBezTo>
                      <a:pt x="258" y="127"/>
                      <a:pt x="258" y="127"/>
                      <a:pt x="258" y="127"/>
                    </a:cubicBezTo>
                    <a:cubicBezTo>
                      <a:pt x="224" y="127"/>
                      <a:pt x="224" y="127"/>
                      <a:pt x="224" y="127"/>
                    </a:cubicBezTo>
                    <a:lnTo>
                      <a:pt x="224" y="93"/>
                    </a:lnTo>
                    <a:close/>
                    <a:moveTo>
                      <a:pt x="39" y="93"/>
                    </a:moveTo>
                    <a:cubicBezTo>
                      <a:pt x="74" y="93"/>
                      <a:pt x="74" y="93"/>
                      <a:pt x="74" y="93"/>
                    </a:cubicBezTo>
                    <a:cubicBezTo>
                      <a:pt x="74" y="127"/>
                      <a:pt x="74" y="127"/>
                      <a:pt x="74" y="127"/>
                    </a:cubicBezTo>
                    <a:cubicBezTo>
                      <a:pt x="39" y="127"/>
                      <a:pt x="39" y="127"/>
                      <a:pt x="39" y="127"/>
                    </a:cubicBezTo>
                    <a:lnTo>
                      <a:pt x="39" y="93"/>
                    </a:lnTo>
                    <a:close/>
                    <a:moveTo>
                      <a:pt x="2" y="129"/>
                    </a:moveTo>
                    <a:cubicBezTo>
                      <a:pt x="37" y="129"/>
                      <a:pt x="37" y="129"/>
                      <a:pt x="37" y="129"/>
                    </a:cubicBezTo>
                    <a:cubicBezTo>
                      <a:pt x="37" y="164"/>
                      <a:pt x="37" y="164"/>
                      <a:pt x="37" y="164"/>
                    </a:cubicBezTo>
                    <a:cubicBezTo>
                      <a:pt x="2" y="164"/>
                      <a:pt x="2" y="164"/>
                      <a:pt x="2" y="164"/>
                    </a:cubicBezTo>
                    <a:lnTo>
                      <a:pt x="2" y="129"/>
                    </a:lnTo>
                    <a:close/>
                    <a:moveTo>
                      <a:pt x="2" y="166"/>
                    </a:moveTo>
                    <a:cubicBezTo>
                      <a:pt x="37" y="166"/>
                      <a:pt x="37" y="166"/>
                      <a:pt x="37" y="166"/>
                    </a:cubicBezTo>
                    <a:cubicBezTo>
                      <a:pt x="37" y="201"/>
                      <a:pt x="37" y="201"/>
                      <a:pt x="37" y="201"/>
                    </a:cubicBezTo>
                    <a:cubicBezTo>
                      <a:pt x="2" y="201"/>
                      <a:pt x="2" y="201"/>
                      <a:pt x="2" y="201"/>
                    </a:cubicBezTo>
                    <a:lnTo>
                      <a:pt x="2" y="166"/>
                    </a:lnTo>
                    <a:close/>
                    <a:moveTo>
                      <a:pt x="2" y="203"/>
                    </a:moveTo>
                    <a:cubicBezTo>
                      <a:pt x="37" y="203"/>
                      <a:pt x="37" y="203"/>
                      <a:pt x="37" y="203"/>
                    </a:cubicBezTo>
                    <a:cubicBezTo>
                      <a:pt x="37" y="238"/>
                      <a:pt x="37" y="238"/>
                      <a:pt x="37" y="238"/>
                    </a:cubicBezTo>
                    <a:cubicBezTo>
                      <a:pt x="2" y="238"/>
                      <a:pt x="2" y="238"/>
                      <a:pt x="2" y="238"/>
                    </a:cubicBezTo>
                    <a:lnTo>
                      <a:pt x="2" y="203"/>
                    </a:lnTo>
                    <a:close/>
                    <a:moveTo>
                      <a:pt x="2" y="240"/>
                    </a:moveTo>
                    <a:cubicBezTo>
                      <a:pt x="37" y="240"/>
                      <a:pt x="37" y="240"/>
                      <a:pt x="37" y="240"/>
                    </a:cubicBezTo>
                    <a:cubicBezTo>
                      <a:pt x="37" y="277"/>
                      <a:pt x="37" y="277"/>
                      <a:pt x="37" y="277"/>
                    </a:cubicBezTo>
                    <a:cubicBezTo>
                      <a:pt x="2" y="277"/>
                      <a:pt x="2" y="277"/>
                      <a:pt x="2" y="277"/>
                    </a:cubicBezTo>
                    <a:lnTo>
                      <a:pt x="2" y="240"/>
                    </a:lnTo>
                    <a:close/>
                    <a:moveTo>
                      <a:pt x="185" y="277"/>
                    </a:moveTo>
                    <a:cubicBezTo>
                      <a:pt x="150" y="277"/>
                      <a:pt x="150" y="277"/>
                      <a:pt x="150" y="277"/>
                    </a:cubicBezTo>
                    <a:cubicBezTo>
                      <a:pt x="150" y="240"/>
                      <a:pt x="150" y="240"/>
                      <a:pt x="150" y="240"/>
                    </a:cubicBezTo>
                    <a:cubicBezTo>
                      <a:pt x="185" y="240"/>
                      <a:pt x="185" y="240"/>
                      <a:pt x="185" y="240"/>
                    </a:cubicBezTo>
                    <a:lnTo>
                      <a:pt x="185" y="277"/>
                    </a:lnTo>
                    <a:close/>
                    <a:moveTo>
                      <a:pt x="485" y="277"/>
                    </a:moveTo>
                    <a:cubicBezTo>
                      <a:pt x="447" y="277"/>
                      <a:pt x="447" y="277"/>
                      <a:pt x="447" y="277"/>
                    </a:cubicBezTo>
                    <a:cubicBezTo>
                      <a:pt x="447" y="240"/>
                      <a:pt x="447" y="240"/>
                      <a:pt x="447" y="240"/>
                    </a:cubicBezTo>
                    <a:cubicBezTo>
                      <a:pt x="485" y="240"/>
                      <a:pt x="485" y="240"/>
                      <a:pt x="485" y="240"/>
                    </a:cubicBezTo>
                    <a:lnTo>
                      <a:pt x="485" y="277"/>
                    </a:lnTo>
                    <a:close/>
                    <a:moveTo>
                      <a:pt x="685" y="277"/>
                    </a:moveTo>
                    <a:cubicBezTo>
                      <a:pt x="647" y="277"/>
                      <a:pt x="647" y="277"/>
                      <a:pt x="647" y="277"/>
                    </a:cubicBezTo>
                    <a:cubicBezTo>
                      <a:pt x="647" y="240"/>
                      <a:pt x="647" y="240"/>
                      <a:pt x="647" y="240"/>
                    </a:cubicBezTo>
                    <a:cubicBezTo>
                      <a:pt x="685" y="240"/>
                      <a:pt x="685" y="240"/>
                      <a:pt x="685" y="240"/>
                    </a:cubicBezTo>
                    <a:lnTo>
                      <a:pt x="685" y="277"/>
                    </a:lnTo>
                    <a:close/>
                    <a:moveTo>
                      <a:pt x="685" y="238"/>
                    </a:moveTo>
                    <a:cubicBezTo>
                      <a:pt x="647" y="238"/>
                      <a:pt x="647" y="238"/>
                      <a:pt x="647" y="238"/>
                    </a:cubicBezTo>
                    <a:cubicBezTo>
                      <a:pt x="647" y="203"/>
                      <a:pt x="647" y="203"/>
                      <a:pt x="647" y="203"/>
                    </a:cubicBezTo>
                    <a:cubicBezTo>
                      <a:pt x="685" y="203"/>
                      <a:pt x="685" y="203"/>
                      <a:pt x="685" y="203"/>
                    </a:cubicBezTo>
                    <a:lnTo>
                      <a:pt x="685" y="238"/>
                    </a:lnTo>
                    <a:close/>
                    <a:moveTo>
                      <a:pt x="685" y="201"/>
                    </a:moveTo>
                    <a:cubicBezTo>
                      <a:pt x="647" y="201"/>
                      <a:pt x="647" y="201"/>
                      <a:pt x="647" y="201"/>
                    </a:cubicBezTo>
                    <a:cubicBezTo>
                      <a:pt x="647" y="166"/>
                      <a:pt x="647" y="166"/>
                      <a:pt x="647" y="166"/>
                    </a:cubicBezTo>
                    <a:cubicBezTo>
                      <a:pt x="685" y="166"/>
                      <a:pt x="685" y="166"/>
                      <a:pt x="685" y="166"/>
                    </a:cubicBezTo>
                    <a:lnTo>
                      <a:pt x="685" y="201"/>
                    </a:lnTo>
                    <a:close/>
                    <a:moveTo>
                      <a:pt x="685" y="164"/>
                    </a:moveTo>
                    <a:cubicBezTo>
                      <a:pt x="647" y="164"/>
                      <a:pt x="647" y="164"/>
                      <a:pt x="647" y="164"/>
                    </a:cubicBezTo>
                    <a:cubicBezTo>
                      <a:pt x="647" y="129"/>
                      <a:pt x="647" y="129"/>
                      <a:pt x="647" y="129"/>
                    </a:cubicBezTo>
                    <a:cubicBezTo>
                      <a:pt x="685" y="129"/>
                      <a:pt x="685" y="129"/>
                      <a:pt x="685" y="129"/>
                    </a:cubicBezTo>
                    <a:lnTo>
                      <a:pt x="685" y="164"/>
                    </a:lnTo>
                    <a:close/>
                    <a:moveTo>
                      <a:pt x="685" y="127"/>
                    </a:moveTo>
                    <a:cubicBezTo>
                      <a:pt x="647" y="127"/>
                      <a:pt x="647" y="127"/>
                      <a:pt x="647" y="127"/>
                    </a:cubicBezTo>
                    <a:cubicBezTo>
                      <a:pt x="647" y="93"/>
                      <a:pt x="647" y="93"/>
                      <a:pt x="647" y="93"/>
                    </a:cubicBezTo>
                    <a:cubicBezTo>
                      <a:pt x="685" y="93"/>
                      <a:pt x="685" y="93"/>
                      <a:pt x="685" y="93"/>
                    </a:cubicBezTo>
                    <a:lnTo>
                      <a:pt x="685" y="127"/>
                    </a:lnTo>
                    <a:close/>
                    <a:moveTo>
                      <a:pt x="647" y="56"/>
                    </a:moveTo>
                    <a:cubicBezTo>
                      <a:pt x="685" y="56"/>
                      <a:pt x="685" y="56"/>
                      <a:pt x="685" y="56"/>
                    </a:cubicBezTo>
                    <a:cubicBezTo>
                      <a:pt x="685" y="91"/>
                      <a:pt x="685" y="91"/>
                      <a:pt x="685" y="91"/>
                    </a:cubicBezTo>
                    <a:cubicBezTo>
                      <a:pt x="647" y="91"/>
                      <a:pt x="647" y="91"/>
                      <a:pt x="647" y="91"/>
                    </a:cubicBezTo>
                    <a:lnTo>
                      <a:pt x="647" y="56"/>
                    </a:lnTo>
                    <a:close/>
                    <a:moveTo>
                      <a:pt x="607" y="56"/>
                    </a:moveTo>
                    <a:cubicBezTo>
                      <a:pt x="645" y="56"/>
                      <a:pt x="645" y="56"/>
                      <a:pt x="645" y="56"/>
                    </a:cubicBezTo>
                    <a:cubicBezTo>
                      <a:pt x="645" y="91"/>
                      <a:pt x="645" y="91"/>
                      <a:pt x="645" y="91"/>
                    </a:cubicBezTo>
                    <a:cubicBezTo>
                      <a:pt x="607" y="91"/>
                      <a:pt x="607" y="91"/>
                      <a:pt x="607" y="91"/>
                    </a:cubicBezTo>
                    <a:lnTo>
                      <a:pt x="607" y="56"/>
                    </a:lnTo>
                    <a:close/>
                    <a:moveTo>
                      <a:pt x="567" y="56"/>
                    </a:moveTo>
                    <a:cubicBezTo>
                      <a:pt x="605" y="56"/>
                      <a:pt x="605" y="56"/>
                      <a:pt x="605" y="56"/>
                    </a:cubicBezTo>
                    <a:cubicBezTo>
                      <a:pt x="605" y="91"/>
                      <a:pt x="605" y="91"/>
                      <a:pt x="605" y="91"/>
                    </a:cubicBezTo>
                    <a:cubicBezTo>
                      <a:pt x="567" y="91"/>
                      <a:pt x="567" y="91"/>
                      <a:pt x="567" y="91"/>
                    </a:cubicBezTo>
                    <a:lnTo>
                      <a:pt x="567" y="56"/>
                    </a:lnTo>
                    <a:close/>
                    <a:moveTo>
                      <a:pt x="527" y="56"/>
                    </a:moveTo>
                    <a:cubicBezTo>
                      <a:pt x="565" y="56"/>
                      <a:pt x="565" y="56"/>
                      <a:pt x="565" y="56"/>
                    </a:cubicBezTo>
                    <a:cubicBezTo>
                      <a:pt x="565" y="91"/>
                      <a:pt x="565" y="91"/>
                      <a:pt x="565" y="91"/>
                    </a:cubicBezTo>
                    <a:cubicBezTo>
                      <a:pt x="527" y="91"/>
                      <a:pt x="527" y="91"/>
                      <a:pt x="527" y="91"/>
                    </a:cubicBezTo>
                    <a:lnTo>
                      <a:pt x="527" y="56"/>
                    </a:lnTo>
                    <a:close/>
                    <a:moveTo>
                      <a:pt x="487" y="56"/>
                    </a:moveTo>
                    <a:cubicBezTo>
                      <a:pt x="525" y="56"/>
                      <a:pt x="525" y="56"/>
                      <a:pt x="525" y="56"/>
                    </a:cubicBezTo>
                    <a:cubicBezTo>
                      <a:pt x="525" y="91"/>
                      <a:pt x="525" y="91"/>
                      <a:pt x="525" y="91"/>
                    </a:cubicBezTo>
                    <a:cubicBezTo>
                      <a:pt x="487" y="91"/>
                      <a:pt x="487" y="91"/>
                      <a:pt x="487" y="91"/>
                    </a:cubicBezTo>
                    <a:lnTo>
                      <a:pt x="487" y="56"/>
                    </a:lnTo>
                    <a:close/>
                    <a:moveTo>
                      <a:pt x="447" y="56"/>
                    </a:moveTo>
                    <a:cubicBezTo>
                      <a:pt x="485" y="56"/>
                      <a:pt x="485" y="56"/>
                      <a:pt x="485" y="56"/>
                    </a:cubicBezTo>
                    <a:cubicBezTo>
                      <a:pt x="485" y="91"/>
                      <a:pt x="485" y="91"/>
                      <a:pt x="485" y="91"/>
                    </a:cubicBezTo>
                    <a:cubicBezTo>
                      <a:pt x="447" y="91"/>
                      <a:pt x="447" y="91"/>
                      <a:pt x="447" y="91"/>
                    </a:cubicBezTo>
                    <a:lnTo>
                      <a:pt x="447" y="56"/>
                    </a:lnTo>
                    <a:close/>
                    <a:moveTo>
                      <a:pt x="408" y="56"/>
                    </a:moveTo>
                    <a:cubicBezTo>
                      <a:pt x="445" y="56"/>
                      <a:pt x="445" y="56"/>
                      <a:pt x="445" y="56"/>
                    </a:cubicBezTo>
                    <a:cubicBezTo>
                      <a:pt x="445" y="91"/>
                      <a:pt x="445" y="91"/>
                      <a:pt x="445" y="91"/>
                    </a:cubicBezTo>
                    <a:cubicBezTo>
                      <a:pt x="408" y="91"/>
                      <a:pt x="408" y="91"/>
                      <a:pt x="408" y="91"/>
                    </a:cubicBezTo>
                    <a:lnTo>
                      <a:pt x="408" y="56"/>
                    </a:lnTo>
                    <a:close/>
                    <a:moveTo>
                      <a:pt x="371" y="56"/>
                    </a:moveTo>
                    <a:cubicBezTo>
                      <a:pt x="406" y="56"/>
                      <a:pt x="406" y="56"/>
                      <a:pt x="406" y="56"/>
                    </a:cubicBezTo>
                    <a:cubicBezTo>
                      <a:pt x="406" y="91"/>
                      <a:pt x="406" y="91"/>
                      <a:pt x="406" y="91"/>
                    </a:cubicBezTo>
                    <a:cubicBezTo>
                      <a:pt x="371" y="91"/>
                      <a:pt x="371" y="91"/>
                      <a:pt x="371" y="91"/>
                    </a:cubicBezTo>
                    <a:lnTo>
                      <a:pt x="371" y="56"/>
                    </a:lnTo>
                    <a:close/>
                    <a:moveTo>
                      <a:pt x="334" y="56"/>
                    </a:moveTo>
                    <a:cubicBezTo>
                      <a:pt x="369" y="56"/>
                      <a:pt x="369" y="56"/>
                      <a:pt x="369" y="56"/>
                    </a:cubicBezTo>
                    <a:cubicBezTo>
                      <a:pt x="369" y="91"/>
                      <a:pt x="369" y="91"/>
                      <a:pt x="369" y="91"/>
                    </a:cubicBezTo>
                    <a:cubicBezTo>
                      <a:pt x="334" y="91"/>
                      <a:pt x="334" y="91"/>
                      <a:pt x="334" y="91"/>
                    </a:cubicBezTo>
                    <a:lnTo>
                      <a:pt x="334" y="56"/>
                    </a:lnTo>
                    <a:close/>
                    <a:moveTo>
                      <a:pt x="297" y="56"/>
                    </a:moveTo>
                    <a:cubicBezTo>
                      <a:pt x="332" y="56"/>
                      <a:pt x="332" y="56"/>
                      <a:pt x="332" y="56"/>
                    </a:cubicBezTo>
                    <a:cubicBezTo>
                      <a:pt x="332" y="91"/>
                      <a:pt x="332" y="91"/>
                      <a:pt x="332" y="91"/>
                    </a:cubicBezTo>
                    <a:cubicBezTo>
                      <a:pt x="297" y="91"/>
                      <a:pt x="297" y="91"/>
                      <a:pt x="297" y="91"/>
                    </a:cubicBezTo>
                    <a:lnTo>
                      <a:pt x="297" y="56"/>
                    </a:lnTo>
                    <a:close/>
                    <a:moveTo>
                      <a:pt x="260" y="19"/>
                    </a:moveTo>
                    <a:cubicBezTo>
                      <a:pt x="295" y="19"/>
                      <a:pt x="295" y="19"/>
                      <a:pt x="295" y="19"/>
                    </a:cubicBezTo>
                    <a:cubicBezTo>
                      <a:pt x="295" y="54"/>
                      <a:pt x="295" y="54"/>
                      <a:pt x="295" y="54"/>
                    </a:cubicBezTo>
                    <a:cubicBezTo>
                      <a:pt x="260" y="54"/>
                      <a:pt x="260" y="54"/>
                      <a:pt x="260" y="54"/>
                    </a:cubicBezTo>
                    <a:lnTo>
                      <a:pt x="260" y="19"/>
                    </a:lnTo>
                    <a:close/>
                    <a:moveTo>
                      <a:pt x="224" y="56"/>
                    </a:moveTo>
                    <a:cubicBezTo>
                      <a:pt x="258" y="56"/>
                      <a:pt x="258" y="56"/>
                      <a:pt x="258" y="56"/>
                    </a:cubicBezTo>
                    <a:cubicBezTo>
                      <a:pt x="258" y="91"/>
                      <a:pt x="258" y="91"/>
                      <a:pt x="258" y="91"/>
                    </a:cubicBezTo>
                    <a:cubicBezTo>
                      <a:pt x="224" y="91"/>
                      <a:pt x="224" y="91"/>
                      <a:pt x="224" y="91"/>
                    </a:cubicBezTo>
                    <a:lnTo>
                      <a:pt x="224" y="56"/>
                    </a:lnTo>
                    <a:close/>
                    <a:moveTo>
                      <a:pt x="187" y="56"/>
                    </a:moveTo>
                    <a:cubicBezTo>
                      <a:pt x="222" y="56"/>
                      <a:pt x="222" y="56"/>
                      <a:pt x="222" y="56"/>
                    </a:cubicBezTo>
                    <a:cubicBezTo>
                      <a:pt x="222" y="91"/>
                      <a:pt x="222" y="91"/>
                      <a:pt x="222" y="91"/>
                    </a:cubicBezTo>
                    <a:cubicBezTo>
                      <a:pt x="187" y="91"/>
                      <a:pt x="187" y="91"/>
                      <a:pt x="187" y="91"/>
                    </a:cubicBezTo>
                    <a:lnTo>
                      <a:pt x="187" y="56"/>
                    </a:lnTo>
                    <a:close/>
                    <a:moveTo>
                      <a:pt x="185" y="19"/>
                    </a:moveTo>
                    <a:cubicBezTo>
                      <a:pt x="185" y="54"/>
                      <a:pt x="185" y="54"/>
                      <a:pt x="185" y="54"/>
                    </a:cubicBezTo>
                    <a:cubicBezTo>
                      <a:pt x="150" y="54"/>
                      <a:pt x="150" y="54"/>
                      <a:pt x="150" y="54"/>
                    </a:cubicBezTo>
                    <a:cubicBezTo>
                      <a:pt x="150" y="19"/>
                      <a:pt x="150" y="19"/>
                      <a:pt x="150" y="19"/>
                    </a:cubicBezTo>
                    <a:lnTo>
                      <a:pt x="185" y="19"/>
                    </a:lnTo>
                    <a:close/>
                    <a:moveTo>
                      <a:pt x="177" y="18"/>
                    </a:moveTo>
                    <a:cubicBezTo>
                      <a:pt x="177" y="18"/>
                      <a:pt x="177" y="18"/>
                      <a:pt x="177" y="18"/>
                    </a:cubicBezTo>
                    <a:cubicBezTo>
                      <a:pt x="149" y="18"/>
                      <a:pt x="149" y="18"/>
                      <a:pt x="149" y="18"/>
                    </a:cubicBezTo>
                    <a:lnTo>
                      <a:pt x="177" y="18"/>
                    </a:lnTo>
                    <a:close/>
                    <a:moveTo>
                      <a:pt x="113" y="19"/>
                    </a:moveTo>
                    <a:cubicBezTo>
                      <a:pt x="148" y="19"/>
                      <a:pt x="148" y="19"/>
                      <a:pt x="148" y="19"/>
                    </a:cubicBezTo>
                    <a:cubicBezTo>
                      <a:pt x="148" y="54"/>
                      <a:pt x="148" y="54"/>
                      <a:pt x="148" y="54"/>
                    </a:cubicBezTo>
                    <a:cubicBezTo>
                      <a:pt x="113" y="54"/>
                      <a:pt x="113" y="54"/>
                      <a:pt x="113" y="54"/>
                    </a:cubicBezTo>
                    <a:lnTo>
                      <a:pt x="113" y="19"/>
                    </a:lnTo>
                    <a:close/>
                    <a:moveTo>
                      <a:pt x="76" y="19"/>
                    </a:moveTo>
                    <a:cubicBezTo>
                      <a:pt x="111" y="19"/>
                      <a:pt x="111" y="19"/>
                      <a:pt x="111" y="19"/>
                    </a:cubicBezTo>
                    <a:cubicBezTo>
                      <a:pt x="111" y="54"/>
                      <a:pt x="111" y="54"/>
                      <a:pt x="111" y="54"/>
                    </a:cubicBezTo>
                    <a:cubicBezTo>
                      <a:pt x="76" y="54"/>
                      <a:pt x="76" y="54"/>
                      <a:pt x="76" y="54"/>
                    </a:cubicBezTo>
                    <a:lnTo>
                      <a:pt x="76" y="19"/>
                    </a:lnTo>
                    <a:close/>
                    <a:moveTo>
                      <a:pt x="39" y="56"/>
                    </a:moveTo>
                    <a:cubicBezTo>
                      <a:pt x="74" y="56"/>
                      <a:pt x="74" y="56"/>
                      <a:pt x="74" y="56"/>
                    </a:cubicBezTo>
                    <a:cubicBezTo>
                      <a:pt x="74" y="91"/>
                      <a:pt x="74" y="91"/>
                      <a:pt x="74" y="91"/>
                    </a:cubicBezTo>
                    <a:cubicBezTo>
                      <a:pt x="39" y="91"/>
                      <a:pt x="39" y="91"/>
                      <a:pt x="39" y="91"/>
                    </a:cubicBezTo>
                    <a:lnTo>
                      <a:pt x="39" y="56"/>
                    </a:lnTo>
                    <a:close/>
                    <a:moveTo>
                      <a:pt x="2" y="56"/>
                    </a:moveTo>
                    <a:cubicBezTo>
                      <a:pt x="37" y="56"/>
                      <a:pt x="37" y="56"/>
                      <a:pt x="37" y="56"/>
                    </a:cubicBezTo>
                    <a:cubicBezTo>
                      <a:pt x="37" y="91"/>
                      <a:pt x="37" y="91"/>
                      <a:pt x="37" y="91"/>
                    </a:cubicBezTo>
                    <a:cubicBezTo>
                      <a:pt x="2" y="91"/>
                      <a:pt x="2" y="91"/>
                      <a:pt x="2" y="91"/>
                    </a:cubicBezTo>
                    <a:lnTo>
                      <a:pt x="2" y="56"/>
                    </a:lnTo>
                    <a:close/>
                    <a:moveTo>
                      <a:pt x="76" y="314"/>
                    </a:moveTo>
                    <a:cubicBezTo>
                      <a:pt x="76" y="279"/>
                      <a:pt x="76" y="279"/>
                      <a:pt x="76" y="279"/>
                    </a:cubicBezTo>
                    <a:cubicBezTo>
                      <a:pt x="111" y="279"/>
                      <a:pt x="111" y="279"/>
                      <a:pt x="111" y="279"/>
                    </a:cubicBezTo>
                    <a:cubicBezTo>
                      <a:pt x="111" y="314"/>
                      <a:pt x="111" y="314"/>
                      <a:pt x="111" y="314"/>
                    </a:cubicBezTo>
                    <a:lnTo>
                      <a:pt x="76" y="314"/>
                    </a:lnTo>
                    <a:close/>
                    <a:moveTo>
                      <a:pt x="260" y="314"/>
                    </a:moveTo>
                    <a:cubicBezTo>
                      <a:pt x="260" y="279"/>
                      <a:pt x="260" y="279"/>
                      <a:pt x="260" y="279"/>
                    </a:cubicBezTo>
                    <a:cubicBezTo>
                      <a:pt x="295" y="279"/>
                      <a:pt x="295" y="279"/>
                      <a:pt x="295" y="279"/>
                    </a:cubicBezTo>
                    <a:cubicBezTo>
                      <a:pt x="295" y="314"/>
                      <a:pt x="295" y="314"/>
                      <a:pt x="295" y="314"/>
                    </a:cubicBezTo>
                    <a:lnTo>
                      <a:pt x="260" y="314"/>
                    </a:lnTo>
                    <a:close/>
                    <a:moveTo>
                      <a:pt x="408" y="314"/>
                    </a:moveTo>
                    <a:cubicBezTo>
                      <a:pt x="408" y="279"/>
                      <a:pt x="408" y="279"/>
                      <a:pt x="408" y="279"/>
                    </a:cubicBezTo>
                    <a:cubicBezTo>
                      <a:pt x="445" y="279"/>
                      <a:pt x="445" y="279"/>
                      <a:pt x="445" y="279"/>
                    </a:cubicBezTo>
                    <a:cubicBezTo>
                      <a:pt x="445" y="314"/>
                      <a:pt x="445" y="314"/>
                      <a:pt x="445" y="314"/>
                    </a:cubicBezTo>
                    <a:lnTo>
                      <a:pt x="408" y="314"/>
                    </a:ln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97" name="Google Shape;197;p4"/>
            <p:cNvSpPr/>
            <p:nvPr/>
          </p:nvSpPr>
          <p:spPr>
            <a:xfrm rot="5548823">
              <a:off x="8474127" y="4626831"/>
              <a:ext cx="564555" cy="396683"/>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 name="Google Shape;198;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9" name="Shape 199"/>
        <p:cNvGrpSpPr/>
        <p:nvPr/>
      </p:nvGrpSpPr>
      <p:grpSpPr>
        <a:xfrm>
          <a:off x="0" y="0"/>
          <a:ext cx="0" cy="0"/>
          <a:chOff x="0" y="0"/>
          <a:chExt cx="0" cy="0"/>
        </a:xfrm>
      </p:grpSpPr>
      <p:pic>
        <p:nvPicPr>
          <p:cNvPr id="200" name="Google Shape;200;p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01" name="Google Shape;20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202" name="Google Shape;202;p5"/>
          <p:cNvSpPr txBox="1"/>
          <p:nvPr>
            <p:ph idx="1" type="subTitle"/>
          </p:nvPr>
        </p:nvSpPr>
        <p:spPr>
          <a:xfrm>
            <a:off x="4877388" y="2871350"/>
            <a:ext cx="2746500" cy="150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3" name="Google Shape;203;p5"/>
          <p:cNvSpPr txBox="1"/>
          <p:nvPr>
            <p:ph idx="2" type="subTitle"/>
          </p:nvPr>
        </p:nvSpPr>
        <p:spPr>
          <a:xfrm>
            <a:off x="1520113" y="2871350"/>
            <a:ext cx="2746500" cy="1501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04" name="Google Shape;204;p5"/>
          <p:cNvSpPr txBox="1"/>
          <p:nvPr>
            <p:ph idx="3" type="subTitle"/>
          </p:nvPr>
        </p:nvSpPr>
        <p:spPr>
          <a:xfrm>
            <a:off x="1520113" y="2406850"/>
            <a:ext cx="2746500" cy="486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05" name="Google Shape;205;p5"/>
          <p:cNvSpPr txBox="1"/>
          <p:nvPr>
            <p:ph idx="4" type="subTitle"/>
          </p:nvPr>
        </p:nvSpPr>
        <p:spPr>
          <a:xfrm>
            <a:off x="4877388" y="2406850"/>
            <a:ext cx="2746500" cy="486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06" name="Google Shape;206;p5"/>
          <p:cNvGrpSpPr/>
          <p:nvPr/>
        </p:nvGrpSpPr>
        <p:grpSpPr>
          <a:xfrm>
            <a:off x="-115128" y="-1678401"/>
            <a:ext cx="9708742" cy="6915330"/>
            <a:chOff x="-115128" y="-1678401"/>
            <a:chExt cx="9708742" cy="6915330"/>
          </a:xfrm>
        </p:grpSpPr>
        <p:grpSp>
          <p:nvGrpSpPr>
            <p:cNvPr id="207" name="Google Shape;207;p5"/>
            <p:cNvGrpSpPr/>
            <p:nvPr/>
          </p:nvGrpSpPr>
          <p:grpSpPr>
            <a:xfrm rot="-5400000">
              <a:off x="7449694" y="1576932"/>
              <a:ext cx="3259139" cy="1028700"/>
              <a:chOff x="5662613" y="-252412"/>
              <a:chExt cx="3259139" cy="1028700"/>
            </a:xfrm>
          </p:grpSpPr>
          <p:sp>
            <p:nvSpPr>
              <p:cNvPr id="208" name="Google Shape;208;p5"/>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5"/>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0" name="Google Shape;210;p5"/>
            <p:cNvSpPr/>
            <p:nvPr/>
          </p:nvSpPr>
          <p:spPr>
            <a:xfrm rot="5410200">
              <a:off x="8623993" y="246259"/>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 name="Google Shape;211;p5"/>
            <p:cNvGrpSpPr/>
            <p:nvPr/>
          </p:nvGrpSpPr>
          <p:grpSpPr>
            <a:xfrm flipH="1">
              <a:off x="-115127" y="4014653"/>
              <a:ext cx="1299589" cy="1222276"/>
              <a:chOff x="7071322" y="3223960"/>
              <a:chExt cx="2152706" cy="2024642"/>
            </a:xfrm>
          </p:grpSpPr>
          <p:sp>
            <p:nvSpPr>
              <p:cNvPr id="212" name="Google Shape;212;p5"/>
              <p:cNvSpPr/>
              <p:nvPr/>
            </p:nvSpPr>
            <p:spPr>
              <a:xfrm rot="10800000">
                <a:off x="7071322" y="3223960"/>
                <a:ext cx="2152706" cy="2024642"/>
              </a:xfrm>
              <a:custGeom>
                <a:rect b="b" l="l" r="r" t="t"/>
                <a:pathLst>
                  <a:path extrusionOk="0" h="57785" w="64380">
                    <a:moveTo>
                      <a:pt x="6704" y="0"/>
                    </a:moveTo>
                    <a:cubicBezTo>
                      <a:pt x="3010" y="0"/>
                      <a:pt x="1" y="2976"/>
                      <a:pt x="1" y="6690"/>
                    </a:cubicBezTo>
                    <a:lnTo>
                      <a:pt x="1" y="57784"/>
                    </a:lnTo>
                    <a:cubicBezTo>
                      <a:pt x="335" y="57420"/>
                      <a:pt x="730" y="57085"/>
                      <a:pt x="1156" y="56842"/>
                    </a:cubicBezTo>
                    <a:lnTo>
                      <a:pt x="882" y="56690"/>
                    </a:lnTo>
                    <a:lnTo>
                      <a:pt x="1217" y="56234"/>
                    </a:lnTo>
                    <a:cubicBezTo>
                      <a:pt x="1217" y="56022"/>
                      <a:pt x="1308" y="55839"/>
                      <a:pt x="1490" y="55778"/>
                    </a:cubicBezTo>
                    <a:cubicBezTo>
                      <a:pt x="1521" y="55657"/>
                      <a:pt x="1582" y="55535"/>
                      <a:pt x="1612" y="55383"/>
                    </a:cubicBezTo>
                    <a:cubicBezTo>
                      <a:pt x="1612" y="55262"/>
                      <a:pt x="1703" y="55170"/>
                      <a:pt x="1794" y="55110"/>
                    </a:cubicBezTo>
                    <a:lnTo>
                      <a:pt x="1794" y="55140"/>
                    </a:lnTo>
                    <a:cubicBezTo>
                      <a:pt x="1864" y="55233"/>
                      <a:pt x="1969" y="55273"/>
                      <a:pt x="2123" y="55273"/>
                    </a:cubicBezTo>
                    <a:cubicBezTo>
                      <a:pt x="2171" y="55273"/>
                      <a:pt x="2223" y="55269"/>
                      <a:pt x="2281" y="55262"/>
                    </a:cubicBezTo>
                    <a:cubicBezTo>
                      <a:pt x="2341" y="55049"/>
                      <a:pt x="2433" y="54867"/>
                      <a:pt x="2524" y="54654"/>
                    </a:cubicBezTo>
                    <a:cubicBezTo>
                      <a:pt x="2493" y="54441"/>
                      <a:pt x="2493" y="54198"/>
                      <a:pt x="2554" y="53955"/>
                    </a:cubicBezTo>
                    <a:lnTo>
                      <a:pt x="2676" y="53955"/>
                    </a:lnTo>
                    <a:cubicBezTo>
                      <a:pt x="2767" y="53985"/>
                      <a:pt x="2858" y="54015"/>
                      <a:pt x="2949" y="54076"/>
                    </a:cubicBezTo>
                    <a:cubicBezTo>
                      <a:pt x="3436" y="53529"/>
                      <a:pt x="3952" y="53043"/>
                      <a:pt x="4500" y="52587"/>
                    </a:cubicBezTo>
                    <a:cubicBezTo>
                      <a:pt x="5168" y="51979"/>
                      <a:pt x="5715" y="51462"/>
                      <a:pt x="6323" y="50976"/>
                    </a:cubicBezTo>
                    <a:cubicBezTo>
                      <a:pt x="6414" y="50672"/>
                      <a:pt x="6627" y="50459"/>
                      <a:pt x="6931" y="50368"/>
                    </a:cubicBezTo>
                    <a:lnTo>
                      <a:pt x="7144" y="50368"/>
                    </a:lnTo>
                    <a:cubicBezTo>
                      <a:pt x="7661" y="50034"/>
                      <a:pt x="8208" y="49760"/>
                      <a:pt x="8755" y="49517"/>
                    </a:cubicBezTo>
                    <a:cubicBezTo>
                      <a:pt x="8877" y="49486"/>
                      <a:pt x="8998" y="49456"/>
                      <a:pt x="9150" y="49456"/>
                    </a:cubicBezTo>
                    <a:cubicBezTo>
                      <a:pt x="9150" y="49426"/>
                      <a:pt x="9180" y="49365"/>
                      <a:pt x="9211" y="49335"/>
                    </a:cubicBezTo>
                    <a:cubicBezTo>
                      <a:pt x="9484" y="48939"/>
                      <a:pt x="9728" y="48514"/>
                      <a:pt x="9971" y="48119"/>
                    </a:cubicBezTo>
                    <a:lnTo>
                      <a:pt x="10366" y="48028"/>
                    </a:lnTo>
                    <a:cubicBezTo>
                      <a:pt x="10683" y="47770"/>
                      <a:pt x="11077" y="47629"/>
                      <a:pt x="11473" y="47629"/>
                    </a:cubicBezTo>
                    <a:cubicBezTo>
                      <a:pt x="11685" y="47629"/>
                      <a:pt x="11897" y="47669"/>
                      <a:pt x="12098" y="47754"/>
                    </a:cubicBezTo>
                    <a:cubicBezTo>
                      <a:pt x="12919" y="47146"/>
                      <a:pt x="13649" y="46994"/>
                      <a:pt x="14804" y="46720"/>
                    </a:cubicBezTo>
                    <a:cubicBezTo>
                      <a:pt x="14956" y="46675"/>
                      <a:pt x="15108" y="46652"/>
                      <a:pt x="15256" y="46652"/>
                    </a:cubicBezTo>
                    <a:cubicBezTo>
                      <a:pt x="15404" y="46652"/>
                      <a:pt x="15548" y="46675"/>
                      <a:pt x="15685" y="46720"/>
                    </a:cubicBezTo>
                    <a:cubicBezTo>
                      <a:pt x="15868" y="46690"/>
                      <a:pt x="16020" y="46599"/>
                      <a:pt x="16141" y="46447"/>
                    </a:cubicBezTo>
                    <a:lnTo>
                      <a:pt x="16080" y="46295"/>
                    </a:lnTo>
                    <a:cubicBezTo>
                      <a:pt x="16171" y="46295"/>
                      <a:pt x="16293" y="46325"/>
                      <a:pt x="16384" y="46325"/>
                    </a:cubicBezTo>
                    <a:cubicBezTo>
                      <a:pt x="16536" y="46295"/>
                      <a:pt x="16688" y="46265"/>
                      <a:pt x="16840" y="46234"/>
                    </a:cubicBezTo>
                    <a:cubicBezTo>
                      <a:pt x="16962" y="46143"/>
                      <a:pt x="17053" y="46021"/>
                      <a:pt x="17144" y="45930"/>
                    </a:cubicBezTo>
                    <a:cubicBezTo>
                      <a:pt x="17203" y="45945"/>
                      <a:pt x="17257" y="45953"/>
                      <a:pt x="17305" y="45953"/>
                    </a:cubicBezTo>
                    <a:cubicBezTo>
                      <a:pt x="17454" y="45953"/>
                      <a:pt x="17547" y="45879"/>
                      <a:pt x="17570" y="45717"/>
                    </a:cubicBezTo>
                    <a:cubicBezTo>
                      <a:pt x="17600" y="45687"/>
                      <a:pt x="17630" y="45687"/>
                      <a:pt x="17691" y="45657"/>
                    </a:cubicBezTo>
                    <a:cubicBezTo>
                      <a:pt x="17934" y="45383"/>
                      <a:pt x="18117" y="45079"/>
                      <a:pt x="18330" y="44806"/>
                    </a:cubicBezTo>
                    <a:cubicBezTo>
                      <a:pt x="17965" y="44410"/>
                      <a:pt x="18603" y="44319"/>
                      <a:pt x="18725" y="44106"/>
                    </a:cubicBezTo>
                    <a:cubicBezTo>
                      <a:pt x="18968" y="44106"/>
                      <a:pt x="19150" y="44046"/>
                      <a:pt x="19211" y="43863"/>
                    </a:cubicBezTo>
                    <a:cubicBezTo>
                      <a:pt x="19363" y="43651"/>
                      <a:pt x="19424" y="43407"/>
                      <a:pt x="19393" y="43164"/>
                    </a:cubicBezTo>
                    <a:cubicBezTo>
                      <a:pt x="19029" y="42344"/>
                      <a:pt x="19029" y="42344"/>
                      <a:pt x="20153" y="42283"/>
                    </a:cubicBezTo>
                    <a:lnTo>
                      <a:pt x="20305" y="42283"/>
                    </a:lnTo>
                    <a:cubicBezTo>
                      <a:pt x="20305" y="42283"/>
                      <a:pt x="20488" y="42131"/>
                      <a:pt x="20457" y="42100"/>
                    </a:cubicBezTo>
                    <a:cubicBezTo>
                      <a:pt x="20366" y="41918"/>
                      <a:pt x="20396" y="41705"/>
                      <a:pt x="20548" y="41584"/>
                    </a:cubicBezTo>
                    <a:cubicBezTo>
                      <a:pt x="20579" y="41614"/>
                      <a:pt x="20609" y="41675"/>
                      <a:pt x="20609" y="41736"/>
                    </a:cubicBezTo>
                    <a:cubicBezTo>
                      <a:pt x="20609" y="41888"/>
                      <a:pt x="20609" y="41979"/>
                      <a:pt x="20852" y="42009"/>
                    </a:cubicBezTo>
                    <a:cubicBezTo>
                      <a:pt x="21065" y="42009"/>
                      <a:pt x="21217" y="42009"/>
                      <a:pt x="21217" y="41857"/>
                    </a:cubicBezTo>
                    <a:cubicBezTo>
                      <a:pt x="21278" y="41553"/>
                      <a:pt x="21582" y="41340"/>
                      <a:pt x="21764" y="41097"/>
                    </a:cubicBezTo>
                    <a:cubicBezTo>
                      <a:pt x="21582" y="40702"/>
                      <a:pt x="21886" y="40489"/>
                      <a:pt x="22190" y="40246"/>
                    </a:cubicBezTo>
                    <a:cubicBezTo>
                      <a:pt x="22342" y="40155"/>
                      <a:pt x="22433" y="39973"/>
                      <a:pt x="22403" y="39790"/>
                    </a:cubicBezTo>
                    <a:cubicBezTo>
                      <a:pt x="22372" y="39608"/>
                      <a:pt x="22463" y="39456"/>
                      <a:pt x="22646" y="39365"/>
                    </a:cubicBezTo>
                    <a:cubicBezTo>
                      <a:pt x="22919" y="39182"/>
                      <a:pt x="23193" y="39000"/>
                      <a:pt x="23497" y="38818"/>
                    </a:cubicBezTo>
                    <a:cubicBezTo>
                      <a:pt x="23545" y="38789"/>
                      <a:pt x="23557" y="38778"/>
                      <a:pt x="23557" y="38778"/>
                    </a:cubicBezTo>
                    <a:lnTo>
                      <a:pt x="23557" y="38778"/>
                    </a:lnTo>
                    <a:cubicBezTo>
                      <a:pt x="23557" y="38778"/>
                      <a:pt x="23504" y="38827"/>
                      <a:pt x="23649" y="38848"/>
                    </a:cubicBezTo>
                    <a:cubicBezTo>
                      <a:pt x="23710" y="38848"/>
                      <a:pt x="23801" y="39000"/>
                      <a:pt x="23770" y="39061"/>
                    </a:cubicBezTo>
                    <a:lnTo>
                      <a:pt x="23710" y="39122"/>
                    </a:lnTo>
                    <a:cubicBezTo>
                      <a:pt x="24196" y="38757"/>
                      <a:pt x="24773" y="38453"/>
                      <a:pt x="25412" y="37997"/>
                    </a:cubicBezTo>
                    <a:cubicBezTo>
                      <a:pt x="25594" y="37815"/>
                      <a:pt x="25777" y="37663"/>
                      <a:pt x="25989" y="37511"/>
                    </a:cubicBezTo>
                    <a:cubicBezTo>
                      <a:pt x="26050" y="37419"/>
                      <a:pt x="26141" y="37328"/>
                      <a:pt x="26202" y="37237"/>
                    </a:cubicBezTo>
                    <a:cubicBezTo>
                      <a:pt x="26232" y="37085"/>
                      <a:pt x="26293" y="36903"/>
                      <a:pt x="26384" y="36720"/>
                    </a:cubicBezTo>
                    <a:cubicBezTo>
                      <a:pt x="26415" y="36660"/>
                      <a:pt x="26536" y="36629"/>
                      <a:pt x="26628" y="36599"/>
                    </a:cubicBezTo>
                    <a:cubicBezTo>
                      <a:pt x="26628" y="36599"/>
                      <a:pt x="26719" y="36629"/>
                      <a:pt x="26749" y="36660"/>
                    </a:cubicBezTo>
                    <a:lnTo>
                      <a:pt x="26749" y="36720"/>
                    </a:lnTo>
                    <a:cubicBezTo>
                      <a:pt x="27053" y="36416"/>
                      <a:pt x="27357" y="36143"/>
                      <a:pt x="27661" y="35900"/>
                    </a:cubicBezTo>
                    <a:cubicBezTo>
                      <a:pt x="28178" y="35322"/>
                      <a:pt x="28695" y="34775"/>
                      <a:pt x="29242" y="34258"/>
                    </a:cubicBezTo>
                    <a:cubicBezTo>
                      <a:pt x="29394" y="34089"/>
                      <a:pt x="29611" y="34005"/>
                      <a:pt x="29832" y="34005"/>
                    </a:cubicBezTo>
                    <a:cubicBezTo>
                      <a:pt x="30009" y="34005"/>
                      <a:pt x="30187" y="34059"/>
                      <a:pt x="30336" y="34167"/>
                    </a:cubicBezTo>
                    <a:cubicBezTo>
                      <a:pt x="30427" y="33985"/>
                      <a:pt x="30518" y="33802"/>
                      <a:pt x="30609" y="33620"/>
                    </a:cubicBezTo>
                    <a:cubicBezTo>
                      <a:pt x="30579" y="33590"/>
                      <a:pt x="30518" y="33529"/>
                      <a:pt x="30549" y="33498"/>
                    </a:cubicBezTo>
                    <a:cubicBezTo>
                      <a:pt x="30579" y="33377"/>
                      <a:pt x="30609" y="33286"/>
                      <a:pt x="30701" y="33194"/>
                    </a:cubicBezTo>
                    <a:cubicBezTo>
                      <a:pt x="31126" y="32708"/>
                      <a:pt x="31369" y="32161"/>
                      <a:pt x="31795" y="31735"/>
                    </a:cubicBezTo>
                    <a:cubicBezTo>
                      <a:pt x="31886" y="31675"/>
                      <a:pt x="31992" y="31644"/>
                      <a:pt x="32099" y="31644"/>
                    </a:cubicBezTo>
                    <a:cubicBezTo>
                      <a:pt x="32205" y="31644"/>
                      <a:pt x="32312" y="31675"/>
                      <a:pt x="32403" y="31735"/>
                    </a:cubicBezTo>
                    <a:cubicBezTo>
                      <a:pt x="32555" y="31887"/>
                      <a:pt x="32707" y="32070"/>
                      <a:pt x="32889" y="32222"/>
                    </a:cubicBezTo>
                    <a:lnTo>
                      <a:pt x="32950" y="32222"/>
                    </a:lnTo>
                    <a:lnTo>
                      <a:pt x="33953" y="32313"/>
                    </a:lnTo>
                    <a:lnTo>
                      <a:pt x="34196" y="32131"/>
                    </a:lnTo>
                    <a:cubicBezTo>
                      <a:pt x="34223" y="31290"/>
                      <a:pt x="34904" y="30643"/>
                      <a:pt x="35720" y="30643"/>
                    </a:cubicBezTo>
                    <a:cubicBezTo>
                      <a:pt x="35818" y="30643"/>
                      <a:pt x="35918" y="30652"/>
                      <a:pt x="36020" y="30672"/>
                    </a:cubicBezTo>
                    <a:lnTo>
                      <a:pt x="36567" y="30459"/>
                    </a:lnTo>
                    <a:lnTo>
                      <a:pt x="36597" y="30459"/>
                    </a:lnTo>
                    <a:cubicBezTo>
                      <a:pt x="36689" y="30125"/>
                      <a:pt x="36871" y="29851"/>
                      <a:pt x="37114" y="29638"/>
                    </a:cubicBezTo>
                    <a:cubicBezTo>
                      <a:pt x="37175" y="29608"/>
                      <a:pt x="37327" y="29608"/>
                      <a:pt x="37418" y="29608"/>
                    </a:cubicBezTo>
                    <a:cubicBezTo>
                      <a:pt x="37448" y="29608"/>
                      <a:pt x="37509" y="29638"/>
                      <a:pt x="37540" y="29699"/>
                    </a:cubicBezTo>
                    <a:cubicBezTo>
                      <a:pt x="37600" y="29790"/>
                      <a:pt x="37631" y="29912"/>
                      <a:pt x="37661" y="30033"/>
                    </a:cubicBezTo>
                    <a:cubicBezTo>
                      <a:pt x="37692" y="30125"/>
                      <a:pt x="37692" y="30246"/>
                      <a:pt x="37813" y="30337"/>
                    </a:cubicBezTo>
                    <a:cubicBezTo>
                      <a:pt x="37874" y="30368"/>
                      <a:pt x="37935" y="30398"/>
                      <a:pt x="38026" y="30428"/>
                    </a:cubicBezTo>
                    <a:cubicBezTo>
                      <a:pt x="38051" y="30441"/>
                      <a:pt x="38082" y="30448"/>
                      <a:pt x="38113" y="30448"/>
                    </a:cubicBezTo>
                    <a:cubicBezTo>
                      <a:pt x="38157" y="30448"/>
                      <a:pt x="38203" y="30434"/>
                      <a:pt x="38239" y="30398"/>
                    </a:cubicBezTo>
                    <a:cubicBezTo>
                      <a:pt x="38330" y="30307"/>
                      <a:pt x="38360" y="30185"/>
                      <a:pt x="38512" y="30185"/>
                    </a:cubicBezTo>
                    <a:cubicBezTo>
                      <a:pt x="38573" y="30125"/>
                      <a:pt x="38604" y="30094"/>
                      <a:pt x="38695" y="30033"/>
                    </a:cubicBezTo>
                    <a:cubicBezTo>
                      <a:pt x="38938" y="29912"/>
                      <a:pt x="39181" y="29790"/>
                      <a:pt x="39485" y="29729"/>
                    </a:cubicBezTo>
                    <a:cubicBezTo>
                      <a:pt x="39897" y="29002"/>
                      <a:pt x="40696" y="28700"/>
                      <a:pt x="41526" y="28700"/>
                    </a:cubicBezTo>
                    <a:cubicBezTo>
                      <a:pt x="41737" y="28700"/>
                      <a:pt x="41950" y="28720"/>
                      <a:pt x="42160" y="28757"/>
                    </a:cubicBezTo>
                    <a:cubicBezTo>
                      <a:pt x="42266" y="28571"/>
                      <a:pt x="42396" y="28477"/>
                      <a:pt x="42610" y="28477"/>
                    </a:cubicBezTo>
                    <a:cubicBezTo>
                      <a:pt x="42640" y="28477"/>
                      <a:pt x="42673" y="28479"/>
                      <a:pt x="42707" y="28483"/>
                    </a:cubicBezTo>
                    <a:cubicBezTo>
                      <a:pt x="42829" y="28483"/>
                      <a:pt x="42950" y="28514"/>
                      <a:pt x="43041" y="28514"/>
                    </a:cubicBezTo>
                    <a:cubicBezTo>
                      <a:pt x="43109" y="28534"/>
                      <a:pt x="43176" y="28543"/>
                      <a:pt x="43242" y="28543"/>
                    </a:cubicBezTo>
                    <a:cubicBezTo>
                      <a:pt x="43474" y="28543"/>
                      <a:pt x="43690" y="28423"/>
                      <a:pt x="43832" y="28210"/>
                    </a:cubicBezTo>
                    <a:cubicBezTo>
                      <a:pt x="43953" y="27997"/>
                      <a:pt x="44044" y="27754"/>
                      <a:pt x="44136" y="27541"/>
                    </a:cubicBezTo>
                    <a:cubicBezTo>
                      <a:pt x="44257" y="27328"/>
                      <a:pt x="44440" y="27176"/>
                      <a:pt x="44652" y="27085"/>
                    </a:cubicBezTo>
                    <a:cubicBezTo>
                      <a:pt x="44865" y="26963"/>
                      <a:pt x="45260" y="26994"/>
                      <a:pt x="45321" y="26781"/>
                    </a:cubicBezTo>
                    <a:cubicBezTo>
                      <a:pt x="45443" y="26416"/>
                      <a:pt x="45321" y="25991"/>
                      <a:pt x="45017" y="25717"/>
                    </a:cubicBezTo>
                    <a:cubicBezTo>
                      <a:pt x="44987" y="25687"/>
                      <a:pt x="44956" y="25656"/>
                      <a:pt x="44926" y="25626"/>
                    </a:cubicBezTo>
                    <a:cubicBezTo>
                      <a:pt x="44622" y="25352"/>
                      <a:pt x="44652" y="24896"/>
                      <a:pt x="44956" y="24623"/>
                    </a:cubicBezTo>
                    <a:cubicBezTo>
                      <a:pt x="45047" y="24562"/>
                      <a:pt x="45139" y="24532"/>
                      <a:pt x="45230" y="24532"/>
                    </a:cubicBezTo>
                    <a:cubicBezTo>
                      <a:pt x="45327" y="24532"/>
                      <a:pt x="45424" y="24571"/>
                      <a:pt x="45506" y="24571"/>
                    </a:cubicBezTo>
                    <a:cubicBezTo>
                      <a:pt x="45526" y="24571"/>
                      <a:pt x="45546" y="24568"/>
                      <a:pt x="45564" y="24562"/>
                    </a:cubicBezTo>
                    <a:cubicBezTo>
                      <a:pt x="45620" y="24551"/>
                      <a:pt x="45679" y="24544"/>
                      <a:pt x="45742" y="24544"/>
                    </a:cubicBezTo>
                    <a:cubicBezTo>
                      <a:pt x="45850" y="24544"/>
                      <a:pt x="45965" y="24565"/>
                      <a:pt x="46081" y="24623"/>
                    </a:cubicBezTo>
                    <a:cubicBezTo>
                      <a:pt x="46172" y="24045"/>
                      <a:pt x="46476" y="23529"/>
                      <a:pt x="46871" y="23134"/>
                    </a:cubicBezTo>
                    <a:cubicBezTo>
                      <a:pt x="47165" y="22840"/>
                      <a:pt x="47559" y="22685"/>
                      <a:pt x="47965" y="22685"/>
                    </a:cubicBezTo>
                    <a:cubicBezTo>
                      <a:pt x="48190" y="22685"/>
                      <a:pt x="48418" y="22732"/>
                      <a:pt x="48634" y="22830"/>
                    </a:cubicBezTo>
                    <a:lnTo>
                      <a:pt x="48968" y="22708"/>
                    </a:lnTo>
                    <a:cubicBezTo>
                      <a:pt x="49029" y="22434"/>
                      <a:pt x="49151" y="22191"/>
                      <a:pt x="49303" y="21948"/>
                    </a:cubicBezTo>
                    <a:cubicBezTo>
                      <a:pt x="49637" y="21492"/>
                      <a:pt x="50123" y="21127"/>
                      <a:pt x="50671" y="20945"/>
                    </a:cubicBezTo>
                    <a:cubicBezTo>
                      <a:pt x="50762" y="20520"/>
                      <a:pt x="50975" y="20124"/>
                      <a:pt x="51248" y="19790"/>
                    </a:cubicBezTo>
                    <a:cubicBezTo>
                      <a:pt x="51461" y="19608"/>
                      <a:pt x="51674" y="19425"/>
                      <a:pt x="51917" y="19304"/>
                    </a:cubicBezTo>
                    <a:cubicBezTo>
                      <a:pt x="51856" y="18453"/>
                      <a:pt x="52403" y="17602"/>
                      <a:pt x="53163" y="17054"/>
                    </a:cubicBezTo>
                    <a:cubicBezTo>
                      <a:pt x="53163" y="16659"/>
                      <a:pt x="53193" y="16234"/>
                      <a:pt x="53163" y="15808"/>
                    </a:cubicBezTo>
                    <a:cubicBezTo>
                      <a:pt x="53102" y="15383"/>
                      <a:pt x="53163" y="14927"/>
                      <a:pt x="53285" y="14532"/>
                    </a:cubicBezTo>
                    <a:cubicBezTo>
                      <a:pt x="52890" y="14136"/>
                      <a:pt x="52859" y="13346"/>
                      <a:pt x="53589" y="13225"/>
                    </a:cubicBezTo>
                    <a:cubicBezTo>
                      <a:pt x="54075" y="13133"/>
                      <a:pt x="54561" y="13012"/>
                      <a:pt x="55017" y="12829"/>
                    </a:cubicBezTo>
                    <a:cubicBezTo>
                      <a:pt x="55078" y="12799"/>
                      <a:pt x="55146" y="12784"/>
                      <a:pt x="55219" y="12784"/>
                    </a:cubicBezTo>
                    <a:cubicBezTo>
                      <a:pt x="55291" y="12784"/>
                      <a:pt x="55367" y="12799"/>
                      <a:pt x="55443" y="12829"/>
                    </a:cubicBezTo>
                    <a:cubicBezTo>
                      <a:pt x="55504" y="12708"/>
                      <a:pt x="55564" y="12617"/>
                      <a:pt x="55625" y="12525"/>
                    </a:cubicBezTo>
                    <a:cubicBezTo>
                      <a:pt x="55747" y="12343"/>
                      <a:pt x="55959" y="12191"/>
                      <a:pt x="56172" y="12130"/>
                    </a:cubicBezTo>
                    <a:cubicBezTo>
                      <a:pt x="56324" y="12070"/>
                      <a:pt x="56567" y="12100"/>
                      <a:pt x="56719" y="12039"/>
                    </a:cubicBezTo>
                    <a:cubicBezTo>
                      <a:pt x="56780" y="11948"/>
                      <a:pt x="56841" y="11857"/>
                      <a:pt x="56902" y="11766"/>
                    </a:cubicBezTo>
                    <a:cubicBezTo>
                      <a:pt x="57023" y="11462"/>
                      <a:pt x="56963" y="11127"/>
                      <a:pt x="56719" y="10884"/>
                    </a:cubicBezTo>
                    <a:cubicBezTo>
                      <a:pt x="56689" y="10854"/>
                      <a:pt x="56659" y="10793"/>
                      <a:pt x="56628" y="10763"/>
                    </a:cubicBezTo>
                    <a:cubicBezTo>
                      <a:pt x="56446" y="10550"/>
                      <a:pt x="56446" y="10215"/>
                      <a:pt x="56628" y="9972"/>
                    </a:cubicBezTo>
                    <a:cubicBezTo>
                      <a:pt x="56628" y="9638"/>
                      <a:pt x="56811" y="9334"/>
                      <a:pt x="57145" y="9182"/>
                    </a:cubicBezTo>
                    <a:cubicBezTo>
                      <a:pt x="57145" y="8817"/>
                      <a:pt x="57388" y="8452"/>
                      <a:pt x="57753" y="8361"/>
                    </a:cubicBezTo>
                    <a:cubicBezTo>
                      <a:pt x="58133" y="8240"/>
                      <a:pt x="58490" y="8224"/>
                      <a:pt x="58843" y="8224"/>
                    </a:cubicBezTo>
                    <a:cubicBezTo>
                      <a:pt x="58961" y="8224"/>
                      <a:pt x="59078" y="8226"/>
                      <a:pt x="59196" y="8226"/>
                    </a:cubicBezTo>
                    <a:cubicBezTo>
                      <a:pt x="59431" y="8226"/>
                      <a:pt x="59668" y="8219"/>
                      <a:pt x="59911" y="8179"/>
                    </a:cubicBezTo>
                    <a:cubicBezTo>
                      <a:pt x="61704" y="7814"/>
                      <a:pt x="61400" y="7054"/>
                      <a:pt x="62373" y="5990"/>
                    </a:cubicBezTo>
                    <a:cubicBezTo>
                      <a:pt x="62677" y="5717"/>
                      <a:pt x="63011" y="5504"/>
                      <a:pt x="63346" y="5291"/>
                    </a:cubicBezTo>
                    <a:cubicBezTo>
                      <a:pt x="63346" y="5139"/>
                      <a:pt x="63376" y="4957"/>
                      <a:pt x="63498" y="4805"/>
                    </a:cubicBezTo>
                    <a:cubicBezTo>
                      <a:pt x="63619" y="4653"/>
                      <a:pt x="63710" y="4501"/>
                      <a:pt x="63832" y="4349"/>
                    </a:cubicBezTo>
                    <a:cubicBezTo>
                      <a:pt x="63802" y="3650"/>
                      <a:pt x="64379" y="2282"/>
                      <a:pt x="63254" y="1249"/>
                    </a:cubicBezTo>
                    <a:cubicBezTo>
                      <a:pt x="62768" y="808"/>
                      <a:pt x="62525" y="702"/>
                      <a:pt x="62229" y="702"/>
                    </a:cubicBezTo>
                    <a:cubicBezTo>
                      <a:pt x="61952" y="702"/>
                      <a:pt x="61629" y="794"/>
                      <a:pt x="61019" y="794"/>
                    </a:cubicBezTo>
                    <a:cubicBezTo>
                      <a:pt x="60975" y="794"/>
                      <a:pt x="60930" y="794"/>
                      <a:pt x="60884" y="793"/>
                    </a:cubicBezTo>
                    <a:lnTo>
                      <a:pt x="6870" y="2"/>
                    </a:lnTo>
                    <a:cubicBezTo>
                      <a:pt x="6815" y="1"/>
                      <a:pt x="6759" y="0"/>
                      <a:pt x="6704" y="0"/>
                    </a:cubicBezTo>
                    <a:close/>
                  </a:path>
                </a:pathLst>
              </a:custGeom>
              <a:solidFill>
                <a:schemeClr val="dk2"/>
              </a:solidFill>
              <a:ln>
                <a:noFill/>
              </a:ln>
              <a:effectLst>
                <a:outerShdw blurRad="42863" rotWithShape="0" algn="bl" dir="1020000" dist="76200">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5"/>
              <p:cNvSpPr/>
              <p:nvPr/>
            </p:nvSpPr>
            <p:spPr>
              <a:xfrm rot="10800000">
                <a:off x="7106409" y="3356921"/>
                <a:ext cx="2117619" cy="1891681"/>
              </a:xfrm>
              <a:custGeom>
                <a:rect b="b" l="l" r="r" t="t"/>
                <a:pathLst>
                  <a:path extrusionOk="0" h="54106" w="63255">
                    <a:moveTo>
                      <a:pt x="6232" y="1"/>
                    </a:moveTo>
                    <a:cubicBezTo>
                      <a:pt x="2797" y="1"/>
                      <a:pt x="1" y="2797"/>
                      <a:pt x="1" y="6232"/>
                    </a:cubicBezTo>
                    <a:lnTo>
                      <a:pt x="1" y="54105"/>
                    </a:lnTo>
                    <a:cubicBezTo>
                      <a:pt x="305" y="53771"/>
                      <a:pt x="670" y="53467"/>
                      <a:pt x="1065" y="53254"/>
                    </a:cubicBezTo>
                    <a:lnTo>
                      <a:pt x="822" y="53102"/>
                    </a:lnTo>
                    <a:lnTo>
                      <a:pt x="1156" y="52676"/>
                    </a:lnTo>
                    <a:cubicBezTo>
                      <a:pt x="1156" y="52494"/>
                      <a:pt x="1186" y="52342"/>
                      <a:pt x="1369" y="52251"/>
                    </a:cubicBezTo>
                    <a:cubicBezTo>
                      <a:pt x="1430" y="52129"/>
                      <a:pt x="1460" y="52038"/>
                      <a:pt x="1490" y="51917"/>
                    </a:cubicBezTo>
                    <a:cubicBezTo>
                      <a:pt x="1521" y="51795"/>
                      <a:pt x="1582" y="51704"/>
                      <a:pt x="1673" y="51643"/>
                    </a:cubicBezTo>
                    <a:lnTo>
                      <a:pt x="1673" y="51673"/>
                    </a:lnTo>
                    <a:cubicBezTo>
                      <a:pt x="1720" y="51791"/>
                      <a:pt x="1822" y="51836"/>
                      <a:pt x="1964" y="51836"/>
                    </a:cubicBezTo>
                    <a:cubicBezTo>
                      <a:pt x="2006" y="51836"/>
                      <a:pt x="2050" y="51832"/>
                      <a:pt x="2098" y="51825"/>
                    </a:cubicBezTo>
                    <a:cubicBezTo>
                      <a:pt x="2159" y="51613"/>
                      <a:pt x="2250" y="51430"/>
                      <a:pt x="2341" y="51278"/>
                    </a:cubicBezTo>
                    <a:cubicBezTo>
                      <a:pt x="2311" y="51035"/>
                      <a:pt x="2311" y="50822"/>
                      <a:pt x="2372" y="50610"/>
                    </a:cubicBezTo>
                    <a:cubicBezTo>
                      <a:pt x="2387" y="50594"/>
                      <a:pt x="2402" y="50587"/>
                      <a:pt x="2417" y="50587"/>
                    </a:cubicBezTo>
                    <a:cubicBezTo>
                      <a:pt x="2433" y="50587"/>
                      <a:pt x="2448" y="50594"/>
                      <a:pt x="2463" y="50610"/>
                    </a:cubicBezTo>
                    <a:cubicBezTo>
                      <a:pt x="2554" y="50640"/>
                      <a:pt x="2645" y="50670"/>
                      <a:pt x="2737" y="50701"/>
                    </a:cubicBezTo>
                    <a:cubicBezTo>
                      <a:pt x="3193" y="50214"/>
                      <a:pt x="3648" y="49758"/>
                      <a:pt x="4196" y="49363"/>
                    </a:cubicBezTo>
                    <a:cubicBezTo>
                      <a:pt x="4804" y="48847"/>
                      <a:pt x="5320" y="48360"/>
                      <a:pt x="5867" y="47935"/>
                    </a:cubicBezTo>
                    <a:cubicBezTo>
                      <a:pt x="5959" y="47661"/>
                      <a:pt x="6171" y="47418"/>
                      <a:pt x="6445" y="47357"/>
                    </a:cubicBezTo>
                    <a:cubicBezTo>
                      <a:pt x="6506" y="47357"/>
                      <a:pt x="6566" y="47357"/>
                      <a:pt x="6627" y="47388"/>
                    </a:cubicBezTo>
                    <a:cubicBezTo>
                      <a:pt x="7114" y="47084"/>
                      <a:pt x="7630" y="46840"/>
                      <a:pt x="8147" y="46658"/>
                    </a:cubicBezTo>
                    <a:cubicBezTo>
                      <a:pt x="8269" y="46628"/>
                      <a:pt x="8390" y="46597"/>
                      <a:pt x="8512" y="46597"/>
                    </a:cubicBezTo>
                    <a:cubicBezTo>
                      <a:pt x="8542" y="46567"/>
                      <a:pt x="8542" y="46537"/>
                      <a:pt x="8573" y="46476"/>
                    </a:cubicBezTo>
                    <a:cubicBezTo>
                      <a:pt x="8846" y="46111"/>
                      <a:pt x="9059" y="45716"/>
                      <a:pt x="9302" y="45351"/>
                    </a:cubicBezTo>
                    <a:lnTo>
                      <a:pt x="9667" y="45290"/>
                    </a:lnTo>
                    <a:cubicBezTo>
                      <a:pt x="9944" y="45050"/>
                      <a:pt x="10288" y="44934"/>
                      <a:pt x="10639" y="44934"/>
                    </a:cubicBezTo>
                    <a:cubicBezTo>
                      <a:pt x="10865" y="44934"/>
                      <a:pt x="11094" y="44982"/>
                      <a:pt x="11308" y="45078"/>
                    </a:cubicBezTo>
                    <a:cubicBezTo>
                      <a:pt x="12068" y="44561"/>
                      <a:pt x="12767" y="44439"/>
                      <a:pt x="13861" y="44196"/>
                    </a:cubicBezTo>
                    <a:cubicBezTo>
                      <a:pt x="13983" y="44181"/>
                      <a:pt x="14105" y="44173"/>
                      <a:pt x="14226" y="44173"/>
                    </a:cubicBezTo>
                    <a:cubicBezTo>
                      <a:pt x="14348" y="44173"/>
                      <a:pt x="14469" y="44181"/>
                      <a:pt x="14591" y="44196"/>
                    </a:cubicBezTo>
                    <a:cubicBezTo>
                      <a:pt x="14895" y="43923"/>
                      <a:pt x="15168" y="43619"/>
                      <a:pt x="15503" y="43345"/>
                    </a:cubicBezTo>
                    <a:cubicBezTo>
                      <a:pt x="15928" y="43011"/>
                      <a:pt x="16597" y="42919"/>
                      <a:pt x="16445" y="42464"/>
                    </a:cubicBezTo>
                    <a:cubicBezTo>
                      <a:pt x="16384" y="42190"/>
                      <a:pt x="16445" y="41916"/>
                      <a:pt x="16658" y="41704"/>
                    </a:cubicBezTo>
                    <a:cubicBezTo>
                      <a:pt x="16719" y="41643"/>
                      <a:pt x="16810" y="41552"/>
                      <a:pt x="16901" y="41491"/>
                    </a:cubicBezTo>
                    <a:cubicBezTo>
                      <a:pt x="16871" y="41369"/>
                      <a:pt x="16871" y="41248"/>
                      <a:pt x="16871" y="41126"/>
                    </a:cubicBezTo>
                    <a:cubicBezTo>
                      <a:pt x="16958" y="40599"/>
                      <a:pt x="17413" y="40213"/>
                      <a:pt x="17909" y="40213"/>
                    </a:cubicBezTo>
                    <a:cubicBezTo>
                      <a:pt x="17928" y="40213"/>
                      <a:pt x="17946" y="40213"/>
                      <a:pt x="17965" y="40214"/>
                    </a:cubicBezTo>
                    <a:cubicBezTo>
                      <a:pt x="18086" y="40123"/>
                      <a:pt x="18360" y="40123"/>
                      <a:pt x="18846" y="40123"/>
                    </a:cubicBezTo>
                    <a:lnTo>
                      <a:pt x="18998" y="40123"/>
                    </a:lnTo>
                    <a:cubicBezTo>
                      <a:pt x="19029" y="40093"/>
                      <a:pt x="19181" y="39971"/>
                      <a:pt x="19181" y="39941"/>
                    </a:cubicBezTo>
                    <a:cubicBezTo>
                      <a:pt x="19089" y="39789"/>
                      <a:pt x="19120" y="39576"/>
                      <a:pt x="19272" y="39454"/>
                    </a:cubicBezTo>
                    <a:cubicBezTo>
                      <a:pt x="19302" y="39485"/>
                      <a:pt x="19302" y="39546"/>
                      <a:pt x="19302" y="39606"/>
                    </a:cubicBezTo>
                    <a:cubicBezTo>
                      <a:pt x="19302" y="39728"/>
                      <a:pt x="19302" y="39850"/>
                      <a:pt x="19545" y="39880"/>
                    </a:cubicBezTo>
                    <a:cubicBezTo>
                      <a:pt x="19758" y="39880"/>
                      <a:pt x="19880" y="39880"/>
                      <a:pt x="19910" y="39728"/>
                    </a:cubicBezTo>
                    <a:cubicBezTo>
                      <a:pt x="19971" y="39454"/>
                      <a:pt x="20245" y="39272"/>
                      <a:pt x="20427" y="39029"/>
                    </a:cubicBezTo>
                    <a:cubicBezTo>
                      <a:pt x="20245" y="38664"/>
                      <a:pt x="20548" y="38451"/>
                      <a:pt x="20852" y="38239"/>
                    </a:cubicBezTo>
                    <a:cubicBezTo>
                      <a:pt x="21004" y="38147"/>
                      <a:pt x="21065" y="37965"/>
                      <a:pt x="21035" y="37813"/>
                    </a:cubicBezTo>
                    <a:cubicBezTo>
                      <a:pt x="21004" y="37631"/>
                      <a:pt x="21096" y="37479"/>
                      <a:pt x="21248" y="37387"/>
                    </a:cubicBezTo>
                    <a:cubicBezTo>
                      <a:pt x="21521" y="37205"/>
                      <a:pt x="21795" y="37053"/>
                      <a:pt x="22068" y="36901"/>
                    </a:cubicBezTo>
                    <a:cubicBezTo>
                      <a:pt x="22126" y="36872"/>
                      <a:pt x="22144" y="36862"/>
                      <a:pt x="22148" y="36862"/>
                    </a:cubicBezTo>
                    <a:cubicBezTo>
                      <a:pt x="22155" y="36862"/>
                      <a:pt x="22096" y="36911"/>
                      <a:pt x="22220" y="36932"/>
                    </a:cubicBezTo>
                    <a:cubicBezTo>
                      <a:pt x="22980" y="36080"/>
                      <a:pt x="23740" y="35442"/>
                      <a:pt x="24804" y="35138"/>
                    </a:cubicBezTo>
                    <a:cubicBezTo>
                      <a:pt x="24834" y="35077"/>
                      <a:pt x="24865" y="35017"/>
                      <a:pt x="24865" y="34956"/>
                    </a:cubicBezTo>
                    <a:cubicBezTo>
                      <a:pt x="24895" y="34895"/>
                      <a:pt x="25017" y="34834"/>
                      <a:pt x="25108" y="34804"/>
                    </a:cubicBezTo>
                    <a:cubicBezTo>
                      <a:pt x="25169" y="34834"/>
                      <a:pt x="25199" y="34865"/>
                      <a:pt x="25229" y="34895"/>
                    </a:cubicBezTo>
                    <a:lnTo>
                      <a:pt x="25260" y="34925"/>
                    </a:lnTo>
                    <a:cubicBezTo>
                      <a:pt x="25533" y="34682"/>
                      <a:pt x="25807" y="34409"/>
                      <a:pt x="26111" y="34166"/>
                    </a:cubicBezTo>
                    <a:cubicBezTo>
                      <a:pt x="26628" y="33649"/>
                      <a:pt x="27144" y="33132"/>
                      <a:pt x="27661" y="32646"/>
                    </a:cubicBezTo>
                    <a:cubicBezTo>
                      <a:pt x="27809" y="32482"/>
                      <a:pt x="28018" y="32397"/>
                      <a:pt x="28227" y="32397"/>
                    </a:cubicBezTo>
                    <a:cubicBezTo>
                      <a:pt x="28406" y="32397"/>
                      <a:pt x="28585" y="32459"/>
                      <a:pt x="28725" y="32585"/>
                    </a:cubicBezTo>
                    <a:cubicBezTo>
                      <a:pt x="28816" y="32403"/>
                      <a:pt x="28907" y="32251"/>
                      <a:pt x="28998" y="32068"/>
                    </a:cubicBezTo>
                    <a:cubicBezTo>
                      <a:pt x="28968" y="32038"/>
                      <a:pt x="28907" y="31977"/>
                      <a:pt x="28938" y="31947"/>
                    </a:cubicBezTo>
                    <a:cubicBezTo>
                      <a:pt x="28938" y="31825"/>
                      <a:pt x="28998" y="31734"/>
                      <a:pt x="29059" y="31643"/>
                    </a:cubicBezTo>
                    <a:cubicBezTo>
                      <a:pt x="29485" y="31187"/>
                      <a:pt x="29728" y="30670"/>
                      <a:pt x="30154" y="30245"/>
                    </a:cubicBezTo>
                    <a:cubicBezTo>
                      <a:pt x="30245" y="30184"/>
                      <a:pt x="30351" y="30153"/>
                      <a:pt x="30454" y="30153"/>
                    </a:cubicBezTo>
                    <a:cubicBezTo>
                      <a:pt x="30556" y="30153"/>
                      <a:pt x="30655" y="30184"/>
                      <a:pt x="30731" y="30245"/>
                    </a:cubicBezTo>
                    <a:lnTo>
                      <a:pt x="30822" y="30245"/>
                    </a:lnTo>
                    <a:cubicBezTo>
                      <a:pt x="31521" y="30214"/>
                      <a:pt x="32129" y="30001"/>
                      <a:pt x="32737" y="29910"/>
                    </a:cubicBezTo>
                    <a:cubicBezTo>
                      <a:pt x="33034" y="29515"/>
                      <a:pt x="33491" y="29260"/>
                      <a:pt x="33961" y="29260"/>
                    </a:cubicBezTo>
                    <a:cubicBezTo>
                      <a:pt x="34070" y="29260"/>
                      <a:pt x="34179" y="29274"/>
                      <a:pt x="34287" y="29302"/>
                    </a:cubicBezTo>
                    <a:lnTo>
                      <a:pt x="34865" y="29089"/>
                    </a:lnTo>
                    <a:lnTo>
                      <a:pt x="34895" y="29089"/>
                    </a:lnTo>
                    <a:cubicBezTo>
                      <a:pt x="34926" y="28938"/>
                      <a:pt x="34986" y="28786"/>
                      <a:pt x="35078" y="28664"/>
                    </a:cubicBezTo>
                    <a:cubicBezTo>
                      <a:pt x="35382" y="27813"/>
                      <a:pt x="37053" y="27934"/>
                      <a:pt x="37813" y="27904"/>
                    </a:cubicBezTo>
                    <a:cubicBezTo>
                      <a:pt x="37965" y="27889"/>
                      <a:pt x="38110" y="27881"/>
                      <a:pt x="38250" y="27881"/>
                    </a:cubicBezTo>
                    <a:cubicBezTo>
                      <a:pt x="38391" y="27881"/>
                      <a:pt x="38528" y="27889"/>
                      <a:pt x="38664" y="27904"/>
                    </a:cubicBezTo>
                    <a:cubicBezTo>
                      <a:pt x="38847" y="27843"/>
                      <a:pt x="39029" y="27722"/>
                      <a:pt x="39181" y="27570"/>
                    </a:cubicBezTo>
                    <a:cubicBezTo>
                      <a:pt x="39504" y="27354"/>
                      <a:pt x="39888" y="27231"/>
                      <a:pt x="40278" y="27231"/>
                    </a:cubicBezTo>
                    <a:cubicBezTo>
                      <a:pt x="40440" y="27231"/>
                      <a:pt x="40602" y="27252"/>
                      <a:pt x="40762" y="27296"/>
                    </a:cubicBezTo>
                    <a:cubicBezTo>
                      <a:pt x="40807" y="27281"/>
                      <a:pt x="40853" y="27273"/>
                      <a:pt x="40898" y="27273"/>
                    </a:cubicBezTo>
                    <a:cubicBezTo>
                      <a:pt x="40944" y="27273"/>
                      <a:pt x="40990" y="27281"/>
                      <a:pt x="41035" y="27296"/>
                    </a:cubicBezTo>
                    <a:cubicBezTo>
                      <a:pt x="41157" y="27296"/>
                      <a:pt x="41248" y="27327"/>
                      <a:pt x="41370" y="27327"/>
                    </a:cubicBezTo>
                    <a:cubicBezTo>
                      <a:pt x="41438" y="27337"/>
                      <a:pt x="41504" y="27342"/>
                      <a:pt x="41565" y="27342"/>
                    </a:cubicBezTo>
                    <a:cubicBezTo>
                      <a:pt x="41855" y="27342"/>
                      <a:pt x="42059" y="27229"/>
                      <a:pt x="42160" y="27053"/>
                    </a:cubicBezTo>
                    <a:cubicBezTo>
                      <a:pt x="42281" y="26810"/>
                      <a:pt x="42373" y="26597"/>
                      <a:pt x="42464" y="26384"/>
                    </a:cubicBezTo>
                    <a:cubicBezTo>
                      <a:pt x="42585" y="26172"/>
                      <a:pt x="42768" y="26020"/>
                      <a:pt x="42981" y="25928"/>
                    </a:cubicBezTo>
                    <a:cubicBezTo>
                      <a:pt x="43193" y="25837"/>
                      <a:pt x="43619" y="25868"/>
                      <a:pt x="43649" y="25655"/>
                    </a:cubicBezTo>
                    <a:cubicBezTo>
                      <a:pt x="43771" y="25290"/>
                      <a:pt x="43649" y="24864"/>
                      <a:pt x="43345" y="24621"/>
                    </a:cubicBezTo>
                    <a:cubicBezTo>
                      <a:pt x="43315" y="24591"/>
                      <a:pt x="43254" y="24561"/>
                      <a:pt x="43224" y="24530"/>
                    </a:cubicBezTo>
                    <a:cubicBezTo>
                      <a:pt x="42920" y="24257"/>
                      <a:pt x="42950" y="23770"/>
                      <a:pt x="43254" y="23527"/>
                    </a:cubicBezTo>
                    <a:cubicBezTo>
                      <a:pt x="43345" y="23466"/>
                      <a:pt x="43436" y="23436"/>
                      <a:pt x="43528" y="23436"/>
                    </a:cubicBezTo>
                    <a:cubicBezTo>
                      <a:pt x="43625" y="23436"/>
                      <a:pt x="43722" y="23475"/>
                      <a:pt x="43804" y="23475"/>
                    </a:cubicBezTo>
                    <a:cubicBezTo>
                      <a:pt x="43824" y="23475"/>
                      <a:pt x="43844" y="23472"/>
                      <a:pt x="43862" y="23466"/>
                    </a:cubicBezTo>
                    <a:cubicBezTo>
                      <a:pt x="43929" y="23455"/>
                      <a:pt x="43995" y="23448"/>
                      <a:pt x="44062" y="23448"/>
                    </a:cubicBezTo>
                    <a:cubicBezTo>
                      <a:pt x="44178" y="23448"/>
                      <a:pt x="44293" y="23469"/>
                      <a:pt x="44409" y="23527"/>
                    </a:cubicBezTo>
                    <a:cubicBezTo>
                      <a:pt x="44500" y="22980"/>
                      <a:pt x="44774" y="22463"/>
                      <a:pt x="45199" y="22068"/>
                    </a:cubicBezTo>
                    <a:cubicBezTo>
                      <a:pt x="45503" y="21783"/>
                      <a:pt x="45890" y="21641"/>
                      <a:pt x="46286" y="21641"/>
                    </a:cubicBezTo>
                    <a:cubicBezTo>
                      <a:pt x="46524" y="21641"/>
                      <a:pt x="46765" y="21692"/>
                      <a:pt x="46993" y="21795"/>
                    </a:cubicBezTo>
                    <a:lnTo>
                      <a:pt x="47357" y="21703"/>
                    </a:lnTo>
                    <a:cubicBezTo>
                      <a:pt x="47388" y="21430"/>
                      <a:pt x="47509" y="21187"/>
                      <a:pt x="47692" y="20974"/>
                    </a:cubicBezTo>
                    <a:cubicBezTo>
                      <a:pt x="48026" y="20488"/>
                      <a:pt x="48513" y="20153"/>
                      <a:pt x="49060" y="19971"/>
                    </a:cubicBezTo>
                    <a:cubicBezTo>
                      <a:pt x="49181" y="19545"/>
                      <a:pt x="49364" y="19150"/>
                      <a:pt x="49668" y="18816"/>
                    </a:cubicBezTo>
                    <a:cubicBezTo>
                      <a:pt x="49850" y="18633"/>
                      <a:pt x="50063" y="18481"/>
                      <a:pt x="50336" y="18360"/>
                    </a:cubicBezTo>
                    <a:cubicBezTo>
                      <a:pt x="50336" y="17509"/>
                      <a:pt x="50731" y="16718"/>
                      <a:pt x="51400" y="16263"/>
                    </a:cubicBezTo>
                    <a:cubicBezTo>
                      <a:pt x="51552" y="15685"/>
                      <a:pt x="51704" y="14986"/>
                      <a:pt x="51461" y="14439"/>
                    </a:cubicBezTo>
                    <a:cubicBezTo>
                      <a:pt x="51309" y="14165"/>
                      <a:pt x="51339" y="13801"/>
                      <a:pt x="51522" y="13557"/>
                    </a:cubicBezTo>
                    <a:cubicBezTo>
                      <a:pt x="51461" y="13466"/>
                      <a:pt x="51431" y="13345"/>
                      <a:pt x="51431" y="13193"/>
                    </a:cubicBezTo>
                    <a:cubicBezTo>
                      <a:pt x="51400" y="12858"/>
                      <a:pt x="51643" y="12554"/>
                      <a:pt x="51978" y="12463"/>
                    </a:cubicBezTo>
                    <a:cubicBezTo>
                      <a:pt x="52065" y="12397"/>
                      <a:pt x="52200" y="12347"/>
                      <a:pt x="52326" y="12347"/>
                    </a:cubicBezTo>
                    <a:cubicBezTo>
                      <a:pt x="52374" y="12347"/>
                      <a:pt x="52422" y="12355"/>
                      <a:pt x="52464" y="12372"/>
                    </a:cubicBezTo>
                    <a:cubicBezTo>
                      <a:pt x="52586" y="12402"/>
                      <a:pt x="52707" y="12433"/>
                      <a:pt x="52798" y="12463"/>
                    </a:cubicBezTo>
                    <a:cubicBezTo>
                      <a:pt x="52887" y="12490"/>
                      <a:pt x="52978" y="12503"/>
                      <a:pt x="53068" y="12503"/>
                    </a:cubicBezTo>
                    <a:cubicBezTo>
                      <a:pt x="53287" y="12503"/>
                      <a:pt x="53499" y="12423"/>
                      <a:pt x="53649" y="12250"/>
                    </a:cubicBezTo>
                    <a:cubicBezTo>
                      <a:pt x="53801" y="12068"/>
                      <a:pt x="53893" y="11825"/>
                      <a:pt x="54045" y="11642"/>
                    </a:cubicBezTo>
                    <a:cubicBezTo>
                      <a:pt x="54197" y="11460"/>
                      <a:pt x="54379" y="11308"/>
                      <a:pt x="54622" y="11247"/>
                    </a:cubicBezTo>
                    <a:cubicBezTo>
                      <a:pt x="54804" y="11186"/>
                      <a:pt x="55048" y="11217"/>
                      <a:pt x="55200" y="11156"/>
                    </a:cubicBezTo>
                    <a:cubicBezTo>
                      <a:pt x="55260" y="11065"/>
                      <a:pt x="55321" y="10974"/>
                      <a:pt x="55382" y="10883"/>
                    </a:cubicBezTo>
                    <a:cubicBezTo>
                      <a:pt x="55504" y="10579"/>
                      <a:pt x="55412" y="10244"/>
                      <a:pt x="55169" y="10001"/>
                    </a:cubicBezTo>
                    <a:cubicBezTo>
                      <a:pt x="55139" y="9971"/>
                      <a:pt x="55108" y="9940"/>
                      <a:pt x="55078" y="9910"/>
                    </a:cubicBezTo>
                    <a:cubicBezTo>
                      <a:pt x="54896" y="9667"/>
                      <a:pt x="54896" y="9363"/>
                      <a:pt x="55078" y="9120"/>
                    </a:cubicBezTo>
                    <a:cubicBezTo>
                      <a:pt x="55078" y="8785"/>
                      <a:pt x="55260" y="8451"/>
                      <a:pt x="55595" y="8329"/>
                    </a:cubicBezTo>
                    <a:cubicBezTo>
                      <a:pt x="55595" y="7934"/>
                      <a:pt x="55838" y="7600"/>
                      <a:pt x="56203" y="7478"/>
                    </a:cubicBezTo>
                    <a:cubicBezTo>
                      <a:pt x="56598" y="7372"/>
                      <a:pt x="56978" y="7364"/>
                      <a:pt x="57354" y="7364"/>
                    </a:cubicBezTo>
                    <a:cubicBezTo>
                      <a:pt x="57417" y="7364"/>
                      <a:pt x="57479" y="7364"/>
                      <a:pt x="57542" y="7364"/>
                    </a:cubicBezTo>
                    <a:cubicBezTo>
                      <a:pt x="57854" y="7364"/>
                      <a:pt x="58166" y="7359"/>
                      <a:pt x="58482" y="7296"/>
                    </a:cubicBezTo>
                    <a:cubicBezTo>
                      <a:pt x="60397" y="6931"/>
                      <a:pt x="60032" y="6171"/>
                      <a:pt x="61066" y="5107"/>
                    </a:cubicBezTo>
                    <a:cubicBezTo>
                      <a:pt x="61370" y="4864"/>
                      <a:pt x="61704" y="4621"/>
                      <a:pt x="62069" y="4439"/>
                    </a:cubicBezTo>
                    <a:cubicBezTo>
                      <a:pt x="62069" y="4256"/>
                      <a:pt x="62099" y="4074"/>
                      <a:pt x="62221" y="3922"/>
                    </a:cubicBezTo>
                    <a:cubicBezTo>
                      <a:pt x="62343" y="3770"/>
                      <a:pt x="62464" y="3618"/>
                      <a:pt x="62586" y="3466"/>
                    </a:cubicBezTo>
                    <a:cubicBezTo>
                      <a:pt x="62525" y="2797"/>
                      <a:pt x="62950" y="2159"/>
                      <a:pt x="63254" y="1369"/>
                    </a:cubicBezTo>
                    <a:cubicBezTo>
                      <a:pt x="62160" y="487"/>
                      <a:pt x="60792" y="1"/>
                      <a:pt x="593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5"/>
              <p:cNvGrpSpPr/>
              <p:nvPr/>
            </p:nvGrpSpPr>
            <p:grpSpPr>
              <a:xfrm rot="10800000">
                <a:off x="7984865" y="4119996"/>
                <a:ext cx="1239152" cy="1128603"/>
                <a:chOff x="390884" y="252477"/>
                <a:chExt cx="1001254" cy="911929"/>
              </a:xfrm>
            </p:grpSpPr>
            <p:sp>
              <p:nvSpPr>
                <p:cNvPr id="215" name="Google Shape;215;p5"/>
                <p:cNvSpPr/>
                <p:nvPr/>
              </p:nvSpPr>
              <p:spPr>
                <a:xfrm>
                  <a:off x="448429" y="835607"/>
                  <a:ext cx="11187" cy="9831"/>
                </a:xfrm>
                <a:custGeom>
                  <a:rect b="b" l="l" r="r" t="t"/>
                  <a:pathLst>
                    <a:path extrusionOk="0" h="348" w="396">
                      <a:moveTo>
                        <a:pt x="212" y="1"/>
                      </a:moveTo>
                      <a:cubicBezTo>
                        <a:pt x="174" y="1"/>
                        <a:pt x="133" y="17"/>
                        <a:pt x="92" y="58"/>
                      </a:cubicBezTo>
                      <a:cubicBezTo>
                        <a:pt x="0" y="180"/>
                        <a:pt x="0" y="210"/>
                        <a:pt x="92" y="301"/>
                      </a:cubicBezTo>
                      <a:cubicBezTo>
                        <a:pt x="122" y="332"/>
                        <a:pt x="160" y="347"/>
                        <a:pt x="202" y="347"/>
                      </a:cubicBezTo>
                      <a:cubicBezTo>
                        <a:pt x="244" y="347"/>
                        <a:pt x="289" y="332"/>
                        <a:pt x="335" y="301"/>
                      </a:cubicBezTo>
                      <a:cubicBezTo>
                        <a:pt x="396" y="241"/>
                        <a:pt x="396" y="119"/>
                        <a:pt x="335" y="58"/>
                      </a:cubicBezTo>
                      <a:cubicBezTo>
                        <a:pt x="301" y="25"/>
                        <a:pt x="259" y="1"/>
                        <a:pt x="21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1229814" y="464886"/>
                  <a:ext cx="12063" cy="9605"/>
                </a:xfrm>
                <a:custGeom>
                  <a:rect b="b" l="l" r="r" t="t"/>
                  <a:pathLst>
                    <a:path extrusionOk="0" h="340" w="427">
                      <a:moveTo>
                        <a:pt x="205" y="1"/>
                      </a:moveTo>
                      <a:cubicBezTo>
                        <a:pt x="170" y="1"/>
                        <a:pt x="134" y="24"/>
                        <a:pt x="92" y="81"/>
                      </a:cubicBezTo>
                      <a:cubicBezTo>
                        <a:pt x="31" y="172"/>
                        <a:pt x="1" y="233"/>
                        <a:pt x="92" y="294"/>
                      </a:cubicBezTo>
                      <a:cubicBezTo>
                        <a:pt x="153" y="324"/>
                        <a:pt x="191" y="339"/>
                        <a:pt x="225" y="339"/>
                      </a:cubicBezTo>
                      <a:cubicBezTo>
                        <a:pt x="259" y="339"/>
                        <a:pt x="289" y="324"/>
                        <a:pt x="335" y="294"/>
                      </a:cubicBezTo>
                      <a:cubicBezTo>
                        <a:pt x="396" y="233"/>
                        <a:pt x="426" y="142"/>
                        <a:pt x="335" y="81"/>
                      </a:cubicBezTo>
                      <a:cubicBezTo>
                        <a:pt x="286" y="32"/>
                        <a:pt x="246" y="1"/>
                        <a:pt x="20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1125912" y="326491"/>
                  <a:ext cx="27516" cy="17515"/>
                </a:xfrm>
                <a:custGeom>
                  <a:rect b="b" l="l" r="r" t="t"/>
                  <a:pathLst>
                    <a:path extrusionOk="0" h="620" w="974">
                      <a:moveTo>
                        <a:pt x="514" y="1"/>
                      </a:moveTo>
                      <a:cubicBezTo>
                        <a:pt x="414" y="1"/>
                        <a:pt x="314" y="87"/>
                        <a:pt x="213" y="147"/>
                      </a:cubicBezTo>
                      <a:cubicBezTo>
                        <a:pt x="122" y="208"/>
                        <a:pt x="1" y="268"/>
                        <a:pt x="61" y="420"/>
                      </a:cubicBezTo>
                      <a:cubicBezTo>
                        <a:pt x="92" y="542"/>
                        <a:pt x="274" y="512"/>
                        <a:pt x="396" y="542"/>
                      </a:cubicBezTo>
                      <a:cubicBezTo>
                        <a:pt x="504" y="542"/>
                        <a:pt x="644" y="620"/>
                        <a:pt x="792" y="620"/>
                      </a:cubicBezTo>
                      <a:cubicBezTo>
                        <a:pt x="852" y="620"/>
                        <a:pt x="913" y="607"/>
                        <a:pt x="973" y="572"/>
                      </a:cubicBezTo>
                      <a:cubicBezTo>
                        <a:pt x="913" y="390"/>
                        <a:pt x="821" y="208"/>
                        <a:pt x="669" y="86"/>
                      </a:cubicBezTo>
                      <a:cubicBezTo>
                        <a:pt x="617" y="24"/>
                        <a:pt x="566" y="1"/>
                        <a:pt x="5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616740" y="374770"/>
                  <a:ext cx="12035" cy="9549"/>
                </a:xfrm>
                <a:custGeom>
                  <a:rect b="b" l="l" r="r" t="t"/>
                  <a:pathLst>
                    <a:path extrusionOk="0" h="338" w="426">
                      <a:moveTo>
                        <a:pt x="251" y="0"/>
                      </a:moveTo>
                      <a:cubicBezTo>
                        <a:pt x="219" y="0"/>
                        <a:pt x="185" y="7"/>
                        <a:pt x="152" y="18"/>
                      </a:cubicBezTo>
                      <a:cubicBezTo>
                        <a:pt x="61" y="110"/>
                        <a:pt x="0" y="201"/>
                        <a:pt x="122" y="292"/>
                      </a:cubicBezTo>
                      <a:cubicBezTo>
                        <a:pt x="152" y="322"/>
                        <a:pt x="190" y="338"/>
                        <a:pt x="232" y="338"/>
                      </a:cubicBezTo>
                      <a:cubicBezTo>
                        <a:pt x="274" y="338"/>
                        <a:pt x="319" y="322"/>
                        <a:pt x="365" y="292"/>
                      </a:cubicBezTo>
                      <a:cubicBezTo>
                        <a:pt x="426" y="262"/>
                        <a:pt x="426" y="140"/>
                        <a:pt x="395" y="79"/>
                      </a:cubicBezTo>
                      <a:cubicBezTo>
                        <a:pt x="357" y="21"/>
                        <a:pt x="306" y="0"/>
                        <a:pt x="25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1037463" y="347791"/>
                  <a:ext cx="4322" cy="3842"/>
                </a:xfrm>
                <a:custGeom>
                  <a:rect b="b" l="l" r="r" t="t"/>
                  <a:pathLst>
                    <a:path extrusionOk="0" h="136" w="153">
                      <a:moveTo>
                        <a:pt x="62" y="1"/>
                      </a:moveTo>
                      <a:cubicBezTo>
                        <a:pt x="31" y="62"/>
                        <a:pt x="31" y="92"/>
                        <a:pt x="1" y="122"/>
                      </a:cubicBezTo>
                      <a:cubicBezTo>
                        <a:pt x="21" y="122"/>
                        <a:pt x="41" y="136"/>
                        <a:pt x="62" y="136"/>
                      </a:cubicBezTo>
                      <a:cubicBezTo>
                        <a:pt x="72" y="136"/>
                        <a:pt x="82" y="133"/>
                        <a:pt x="92" y="122"/>
                      </a:cubicBezTo>
                      <a:cubicBezTo>
                        <a:pt x="92" y="92"/>
                        <a:pt x="123" y="62"/>
                        <a:pt x="15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1230662" y="503193"/>
                  <a:ext cx="10340" cy="8955"/>
                </a:xfrm>
                <a:custGeom>
                  <a:rect b="b" l="l" r="r" t="t"/>
                  <a:pathLst>
                    <a:path extrusionOk="0" h="317" w="366">
                      <a:moveTo>
                        <a:pt x="217" y="0"/>
                      </a:moveTo>
                      <a:cubicBezTo>
                        <a:pt x="187" y="0"/>
                        <a:pt x="155" y="10"/>
                        <a:pt x="123" y="32"/>
                      </a:cubicBezTo>
                      <a:cubicBezTo>
                        <a:pt x="1" y="62"/>
                        <a:pt x="31" y="153"/>
                        <a:pt x="62" y="214"/>
                      </a:cubicBezTo>
                      <a:cubicBezTo>
                        <a:pt x="85" y="283"/>
                        <a:pt x="142" y="317"/>
                        <a:pt x="207" y="317"/>
                      </a:cubicBezTo>
                      <a:cubicBezTo>
                        <a:pt x="229" y="317"/>
                        <a:pt x="252" y="313"/>
                        <a:pt x="275" y="305"/>
                      </a:cubicBezTo>
                      <a:cubicBezTo>
                        <a:pt x="335" y="275"/>
                        <a:pt x="366" y="184"/>
                        <a:pt x="335" y="93"/>
                      </a:cubicBezTo>
                      <a:cubicBezTo>
                        <a:pt x="316" y="34"/>
                        <a:pt x="271"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5"/>
                <p:cNvSpPr/>
                <p:nvPr/>
              </p:nvSpPr>
              <p:spPr>
                <a:xfrm>
                  <a:off x="1023733" y="346096"/>
                  <a:ext cx="3475" cy="2599"/>
                </a:xfrm>
                <a:custGeom>
                  <a:rect b="b" l="l" r="r" t="t"/>
                  <a:pathLst>
                    <a:path extrusionOk="0" h="92" w="123">
                      <a:moveTo>
                        <a:pt x="1" y="0"/>
                      </a:moveTo>
                      <a:cubicBezTo>
                        <a:pt x="1" y="0"/>
                        <a:pt x="1" y="91"/>
                        <a:pt x="1" y="91"/>
                      </a:cubicBezTo>
                      <a:lnTo>
                        <a:pt x="122" y="91"/>
                      </a:lnTo>
                      <a:lnTo>
                        <a:pt x="122"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1192892" y="503221"/>
                  <a:ext cx="11187" cy="9548"/>
                </a:xfrm>
                <a:custGeom>
                  <a:rect b="b" l="l" r="r" t="t"/>
                  <a:pathLst>
                    <a:path extrusionOk="0" h="338" w="396">
                      <a:moveTo>
                        <a:pt x="192" y="0"/>
                      </a:moveTo>
                      <a:cubicBezTo>
                        <a:pt x="166" y="0"/>
                        <a:pt x="142" y="11"/>
                        <a:pt x="122" y="31"/>
                      </a:cubicBezTo>
                      <a:cubicBezTo>
                        <a:pt x="31" y="92"/>
                        <a:pt x="1" y="183"/>
                        <a:pt x="92" y="274"/>
                      </a:cubicBezTo>
                      <a:cubicBezTo>
                        <a:pt x="111" y="312"/>
                        <a:pt x="153" y="338"/>
                        <a:pt x="203" y="338"/>
                      </a:cubicBezTo>
                      <a:cubicBezTo>
                        <a:pt x="235" y="338"/>
                        <a:pt x="270" y="328"/>
                        <a:pt x="305" y="304"/>
                      </a:cubicBezTo>
                      <a:cubicBezTo>
                        <a:pt x="365" y="274"/>
                        <a:pt x="396" y="213"/>
                        <a:pt x="365" y="122"/>
                      </a:cubicBezTo>
                      <a:cubicBezTo>
                        <a:pt x="305" y="41"/>
                        <a:pt x="244" y="0"/>
                        <a:pt x="1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876891" y="362425"/>
                  <a:ext cx="19803" cy="18193"/>
                </a:xfrm>
                <a:custGeom>
                  <a:rect b="b" l="l" r="r" t="t"/>
                  <a:pathLst>
                    <a:path extrusionOk="0" h="644" w="701">
                      <a:moveTo>
                        <a:pt x="269" y="1"/>
                      </a:moveTo>
                      <a:cubicBezTo>
                        <a:pt x="224" y="1"/>
                        <a:pt x="169" y="27"/>
                        <a:pt x="92" y="91"/>
                      </a:cubicBezTo>
                      <a:cubicBezTo>
                        <a:pt x="1" y="243"/>
                        <a:pt x="123" y="364"/>
                        <a:pt x="244" y="516"/>
                      </a:cubicBezTo>
                      <a:cubicBezTo>
                        <a:pt x="300" y="591"/>
                        <a:pt x="357" y="643"/>
                        <a:pt x="420" y="643"/>
                      </a:cubicBezTo>
                      <a:cubicBezTo>
                        <a:pt x="460" y="643"/>
                        <a:pt x="502" y="624"/>
                        <a:pt x="548" y="577"/>
                      </a:cubicBezTo>
                      <a:cubicBezTo>
                        <a:pt x="700" y="395"/>
                        <a:pt x="518" y="273"/>
                        <a:pt x="426" y="121"/>
                      </a:cubicBezTo>
                      <a:cubicBezTo>
                        <a:pt x="374" y="51"/>
                        <a:pt x="331" y="1"/>
                        <a:pt x="2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599565" y="337509"/>
                  <a:ext cx="26640" cy="27883"/>
                </a:xfrm>
                <a:custGeom>
                  <a:rect b="b" l="l" r="r" t="t"/>
                  <a:pathLst>
                    <a:path extrusionOk="0" h="987" w="943">
                      <a:moveTo>
                        <a:pt x="608" y="0"/>
                      </a:moveTo>
                      <a:cubicBezTo>
                        <a:pt x="517" y="152"/>
                        <a:pt x="365" y="213"/>
                        <a:pt x="213" y="334"/>
                      </a:cubicBezTo>
                      <a:cubicBezTo>
                        <a:pt x="0" y="486"/>
                        <a:pt x="61" y="669"/>
                        <a:pt x="183" y="851"/>
                      </a:cubicBezTo>
                      <a:cubicBezTo>
                        <a:pt x="236" y="940"/>
                        <a:pt x="320" y="987"/>
                        <a:pt x="411" y="987"/>
                      </a:cubicBezTo>
                      <a:cubicBezTo>
                        <a:pt x="476" y="987"/>
                        <a:pt x="545" y="963"/>
                        <a:pt x="608" y="912"/>
                      </a:cubicBezTo>
                      <a:cubicBezTo>
                        <a:pt x="790" y="821"/>
                        <a:pt x="942" y="699"/>
                        <a:pt x="821" y="426"/>
                      </a:cubicBezTo>
                      <a:cubicBezTo>
                        <a:pt x="760" y="304"/>
                        <a:pt x="608" y="182"/>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5"/>
                <p:cNvSpPr/>
                <p:nvPr/>
              </p:nvSpPr>
              <p:spPr>
                <a:xfrm>
                  <a:off x="412354" y="334062"/>
                  <a:ext cx="12910" cy="10678"/>
                </a:xfrm>
                <a:custGeom>
                  <a:rect b="b" l="l" r="r" t="t"/>
                  <a:pathLst>
                    <a:path extrusionOk="0" h="378" w="457">
                      <a:moveTo>
                        <a:pt x="244" y="0"/>
                      </a:moveTo>
                      <a:cubicBezTo>
                        <a:pt x="153" y="122"/>
                        <a:pt x="92" y="244"/>
                        <a:pt x="1" y="365"/>
                      </a:cubicBezTo>
                      <a:cubicBezTo>
                        <a:pt x="45" y="374"/>
                        <a:pt x="90" y="378"/>
                        <a:pt x="134" y="378"/>
                      </a:cubicBezTo>
                      <a:cubicBezTo>
                        <a:pt x="242" y="378"/>
                        <a:pt x="349" y="356"/>
                        <a:pt x="457" y="335"/>
                      </a:cubicBezTo>
                      <a:cubicBezTo>
                        <a:pt x="366" y="213"/>
                        <a:pt x="305" y="122"/>
                        <a:pt x="24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142241" y="437541"/>
                  <a:ext cx="145149" cy="143849"/>
                </a:xfrm>
                <a:custGeom>
                  <a:rect b="b" l="l" r="r" t="t"/>
                  <a:pathLst>
                    <a:path extrusionOk="0" h="5092" w="5138">
                      <a:moveTo>
                        <a:pt x="3304" y="970"/>
                      </a:moveTo>
                      <a:cubicBezTo>
                        <a:pt x="3350" y="970"/>
                        <a:pt x="3398" y="1000"/>
                        <a:pt x="3435" y="1018"/>
                      </a:cubicBezTo>
                      <a:cubicBezTo>
                        <a:pt x="3496" y="1079"/>
                        <a:pt x="3496" y="1170"/>
                        <a:pt x="3435" y="1231"/>
                      </a:cubicBezTo>
                      <a:cubicBezTo>
                        <a:pt x="3407" y="1272"/>
                        <a:pt x="3374" y="1289"/>
                        <a:pt x="3340" y="1289"/>
                      </a:cubicBezTo>
                      <a:cubicBezTo>
                        <a:pt x="3298" y="1289"/>
                        <a:pt x="3256" y="1265"/>
                        <a:pt x="3222" y="1231"/>
                      </a:cubicBezTo>
                      <a:cubicBezTo>
                        <a:pt x="3161" y="1201"/>
                        <a:pt x="3161" y="1110"/>
                        <a:pt x="3222" y="1018"/>
                      </a:cubicBezTo>
                      <a:cubicBezTo>
                        <a:pt x="3246" y="983"/>
                        <a:pt x="3275" y="970"/>
                        <a:pt x="3304" y="970"/>
                      </a:cubicBezTo>
                      <a:close/>
                      <a:moveTo>
                        <a:pt x="3320" y="2314"/>
                      </a:moveTo>
                      <a:cubicBezTo>
                        <a:pt x="3387" y="2314"/>
                        <a:pt x="3450" y="2348"/>
                        <a:pt x="3496" y="2417"/>
                      </a:cubicBezTo>
                      <a:cubicBezTo>
                        <a:pt x="3496" y="2508"/>
                        <a:pt x="3496" y="2569"/>
                        <a:pt x="3405" y="2629"/>
                      </a:cubicBezTo>
                      <a:cubicBezTo>
                        <a:pt x="3384" y="2629"/>
                        <a:pt x="3361" y="2633"/>
                        <a:pt x="3336" y="2633"/>
                      </a:cubicBezTo>
                      <a:cubicBezTo>
                        <a:pt x="3286" y="2633"/>
                        <a:pt x="3232" y="2619"/>
                        <a:pt x="3192" y="2538"/>
                      </a:cubicBezTo>
                      <a:cubicBezTo>
                        <a:pt x="3161" y="2417"/>
                        <a:pt x="3161" y="2386"/>
                        <a:pt x="3253" y="2325"/>
                      </a:cubicBezTo>
                      <a:cubicBezTo>
                        <a:pt x="3275" y="2318"/>
                        <a:pt x="3298" y="2314"/>
                        <a:pt x="3320" y="2314"/>
                      </a:cubicBezTo>
                      <a:close/>
                      <a:moveTo>
                        <a:pt x="1976" y="2325"/>
                      </a:moveTo>
                      <a:cubicBezTo>
                        <a:pt x="2037" y="2325"/>
                        <a:pt x="2098" y="2366"/>
                        <a:pt x="2158" y="2447"/>
                      </a:cubicBezTo>
                      <a:cubicBezTo>
                        <a:pt x="2158" y="2538"/>
                        <a:pt x="2128" y="2599"/>
                        <a:pt x="2067" y="2629"/>
                      </a:cubicBezTo>
                      <a:cubicBezTo>
                        <a:pt x="2044" y="2653"/>
                        <a:pt x="2012" y="2663"/>
                        <a:pt x="1979" y="2663"/>
                      </a:cubicBezTo>
                      <a:cubicBezTo>
                        <a:pt x="1927" y="2663"/>
                        <a:pt x="1873" y="2637"/>
                        <a:pt x="1854" y="2599"/>
                      </a:cubicBezTo>
                      <a:cubicBezTo>
                        <a:pt x="1794" y="2508"/>
                        <a:pt x="1824" y="2417"/>
                        <a:pt x="1885" y="2356"/>
                      </a:cubicBezTo>
                      <a:cubicBezTo>
                        <a:pt x="1915" y="2336"/>
                        <a:pt x="1946" y="2325"/>
                        <a:pt x="1976" y="2325"/>
                      </a:cubicBezTo>
                      <a:close/>
                      <a:moveTo>
                        <a:pt x="3500" y="1"/>
                      </a:moveTo>
                      <a:cubicBezTo>
                        <a:pt x="3385" y="1"/>
                        <a:pt x="3255" y="34"/>
                        <a:pt x="3131" y="107"/>
                      </a:cubicBezTo>
                      <a:cubicBezTo>
                        <a:pt x="2928" y="251"/>
                        <a:pt x="2698" y="534"/>
                        <a:pt x="2493" y="534"/>
                      </a:cubicBezTo>
                      <a:cubicBezTo>
                        <a:pt x="2482" y="534"/>
                        <a:pt x="2472" y="534"/>
                        <a:pt x="2462" y="532"/>
                      </a:cubicBezTo>
                      <a:cubicBezTo>
                        <a:pt x="2358" y="515"/>
                        <a:pt x="2261" y="505"/>
                        <a:pt x="2173" y="505"/>
                      </a:cubicBezTo>
                      <a:cubicBezTo>
                        <a:pt x="1799" y="505"/>
                        <a:pt x="1575" y="679"/>
                        <a:pt x="1550" y="1170"/>
                      </a:cubicBezTo>
                      <a:cubicBezTo>
                        <a:pt x="791" y="1535"/>
                        <a:pt x="547" y="2204"/>
                        <a:pt x="304" y="2933"/>
                      </a:cubicBezTo>
                      <a:cubicBezTo>
                        <a:pt x="183" y="3207"/>
                        <a:pt x="0" y="3359"/>
                        <a:pt x="213" y="3632"/>
                      </a:cubicBezTo>
                      <a:cubicBezTo>
                        <a:pt x="377" y="3838"/>
                        <a:pt x="486" y="4029"/>
                        <a:pt x="661" y="4029"/>
                      </a:cubicBezTo>
                      <a:cubicBezTo>
                        <a:pt x="745" y="4029"/>
                        <a:pt x="844" y="3984"/>
                        <a:pt x="973" y="3876"/>
                      </a:cubicBezTo>
                      <a:cubicBezTo>
                        <a:pt x="1022" y="3834"/>
                        <a:pt x="1067" y="3818"/>
                        <a:pt x="1109" y="3818"/>
                      </a:cubicBezTo>
                      <a:cubicBezTo>
                        <a:pt x="1223" y="3818"/>
                        <a:pt x="1318" y="3939"/>
                        <a:pt x="1429" y="4028"/>
                      </a:cubicBezTo>
                      <a:cubicBezTo>
                        <a:pt x="1672" y="4332"/>
                        <a:pt x="1763" y="4727"/>
                        <a:pt x="1611" y="5091"/>
                      </a:cubicBezTo>
                      <a:cubicBezTo>
                        <a:pt x="2067" y="4909"/>
                        <a:pt x="2979" y="4423"/>
                        <a:pt x="3070" y="4240"/>
                      </a:cubicBezTo>
                      <a:cubicBezTo>
                        <a:pt x="3222" y="3906"/>
                        <a:pt x="3405" y="3541"/>
                        <a:pt x="3617" y="3237"/>
                      </a:cubicBezTo>
                      <a:cubicBezTo>
                        <a:pt x="3749" y="3000"/>
                        <a:pt x="3493" y="2467"/>
                        <a:pt x="3936" y="2467"/>
                      </a:cubicBezTo>
                      <a:cubicBezTo>
                        <a:pt x="4004" y="2467"/>
                        <a:pt x="4089" y="2479"/>
                        <a:pt x="4195" y="2508"/>
                      </a:cubicBezTo>
                      <a:cubicBezTo>
                        <a:pt x="4202" y="2510"/>
                        <a:pt x="4208" y="2511"/>
                        <a:pt x="4215" y="2511"/>
                      </a:cubicBezTo>
                      <a:cubicBezTo>
                        <a:pt x="4295" y="2511"/>
                        <a:pt x="4345" y="2347"/>
                        <a:pt x="4316" y="2234"/>
                      </a:cubicBezTo>
                      <a:cubicBezTo>
                        <a:pt x="4286" y="2113"/>
                        <a:pt x="4347" y="2021"/>
                        <a:pt x="4438" y="1930"/>
                      </a:cubicBezTo>
                      <a:cubicBezTo>
                        <a:pt x="4620" y="1748"/>
                        <a:pt x="5137" y="1626"/>
                        <a:pt x="4955" y="1383"/>
                      </a:cubicBezTo>
                      <a:cubicBezTo>
                        <a:pt x="4902" y="1293"/>
                        <a:pt x="4846" y="1259"/>
                        <a:pt x="4787" y="1259"/>
                      </a:cubicBezTo>
                      <a:cubicBezTo>
                        <a:pt x="4607" y="1259"/>
                        <a:pt x="4401" y="1581"/>
                        <a:pt x="4195" y="1626"/>
                      </a:cubicBezTo>
                      <a:cubicBezTo>
                        <a:pt x="4134" y="1626"/>
                        <a:pt x="4073" y="1657"/>
                        <a:pt x="3830" y="1748"/>
                      </a:cubicBezTo>
                      <a:cubicBezTo>
                        <a:pt x="4195" y="1201"/>
                        <a:pt x="3708" y="836"/>
                        <a:pt x="3830" y="350"/>
                      </a:cubicBezTo>
                      <a:cubicBezTo>
                        <a:pt x="3890" y="129"/>
                        <a:pt x="3725" y="1"/>
                        <a:pt x="35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999693" y="252477"/>
                  <a:ext cx="67857" cy="40397"/>
                </a:xfrm>
                <a:custGeom>
                  <a:rect b="b" l="l" r="r" t="t"/>
                  <a:pathLst>
                    <a:path extrusionOk="0" h="1430" w="2402">
                      <a:moveTo>
                        <a:pt x="1034" y="1"/>
                      </a:moveTo>
                      <a:cubicBezTo>
                        <a:pt x="1034" y="31"/>
                        <a:pt x="1034" y="92"/>
                        <a:pt x="1004" y="122"/>
                      </a:cubicBezTo>
                      <a:cubicBezTo>
                        <a:pt x="1095" y="183"/>
                        <a:pt x="1064" y="244"/>
                        <a:pt x="1004" y="305"/>
                      </a:cubicBezTo>
                      <a:cubicBezTo>
                        <a:pt x="981" y="316"/>
                        <a:pt x="959" y="323"/>
                        <a:pt x="938" y="323"/>
                      </a:cubicBezTo>
                      <a:cubicBezTo>
                        <a:pt x="902" y="323"/>
                        <a:pt x="871" y="302"/>
                        <a:pt x="852" y="244"/>
                      </a:cubicBezTo>
                      <a:lnTo>
                        <a:pt x="31" y="122"/>
                      </a:lnTo>
                      <a:lnTo>
                        <a:pt x="31" y="122"/>
                      </a:lnTo>
                      <a:cubicBezTo>
                        <a:pt x="1" y="457"/>
                        <a:pt x="274" y="366"/>
                        <a:pt x="365" y="487"/>
                      </a:cubicBezTo>
                      <a:cubicBezTo>
                        <a:pt x="517" y="670"/>
                        <a:pt x="244" y="822"/>
                        <a:pt x="335" y="974"/>
                      </a:cubicBezTo>
                      <a:cubicBezTo>
                        <a:pt x="396" y="1126"/>
                        <a:pt x="487" y="1278"/>
                        <a:pt x="608" y="1430"/>
                      </a:cubicBezTo>
                      <a:lnTo>
                        <a:pt x="1946" y="609"/>
                      </a:lnTo>
                      <a:cubicBezTo>
                        <a:pt x="2015" y="730"/>
                        <a:pt x="2094" y="802"/>
                        <a:pt x="2183" y="802"/>
                      </a:cubicBezTo>
                      <a:cubicBezTo>
                        <a:pt x="2251" y="802"/>
                        <a:pt x="2323" y="761"/>
                        <a:pt x="2402" y="670"/>
                      </a:cubicBezTo>
                      <a:cubicBezTo>
                        <a:pt x="2335" y="519"/>
                        <a:pt x="2259" y="451"/>
                        <a:pt x="2173" y="451"/>
                      </a:cubicBezTo>
                      <a:cubicBezTo>
                        <a:pt x="2104" y="451"/>
                        <a:pt x="2028" y="496"/>
                        <a:pt x="1946" y="578"/>
                      </a:cubicBezTo>
                      <a:cubicBezTo>
                        <a:pt x="1855" y="457"/>
                        <a:pt x="1733" y="335"/>
                        <a:pt x="1855" y="214"/>
                      </a:cubicBezTo>
                      <a:cubicBezTo>
                        <a:pt x="1946" y="122"/>
                        <a:pt x="2037" y="62"/>
                        <a:pt x="212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390884" y="402313"/>
                  <a:ext cx="103932" cy="205773"/>
                </a:xfrm>
                <a:custGeom>
                  <a:rect b="b" l="l" r="r" t="t"/>
                  <a:pathLst>
                    <a:path extrusionOk="0" h="7284" w="3679">
                      <a:moveTo>
                        <a:pt x="3466" y="1"/>
                      </a:moveTo>
                      <a:cubicBezTo>
                        <a:pt x="3421" y="1"/>
                        <a:pt x="3375" y="16"/>
                        <a:pt x="3345" y="47"/>
                      </a:cubicBezTo>
                      <a:cubicBezTo>
                        <a:pt x="3162" y="168"/>
                        <a:pt x="2980" y="259"/>
                        <a:pt x="2828" y="411"/>
                      </a:cubicBezTo>
                      <a:cubicBezTo>
                        <a:pt x="2575" y="683"/>
                        <a:pt x="2211" y="831"/>
                        <a:pt x="1847" y="831"/>
                      </a:cubicBezTo>
                      <a:cubicBezTo>
                        <a:pt x="1640" y="831"/>
                        <a:pt x="1434" y="784"/>
                        <a:pt x="1247" y="685"/>
                      </a:cubicBezTo>
                      <a:cubicBezTo>
                        <a:pt x="1217" y="685"/>
                        <a:pt x="1156" y="715"/>
                        <a:pt x="1095" y="746"/>
                      </a:cubicBezTo>
                      <a:cubicBezTo>
                        <a:pt x="974" y="898"/>
                        <a:pt x="1126" y="989"/>
                        <a:pt x="1156" y="1110"/>
                      </a:cubicBezTo>
                      <a:cubicBezTo>
                        <a:pt x="1308" y="1566"/>
                        <a:pt x="1126" y="1749"/>
                        <a:pt x="670" y="1931"/>
                      </a:cubicBezTo>
                      <a:cubicBezTo>
                        <a:pt x="457" y="1992"/>
                        <a:pt x="244" y="2022"/>
                        <a:pt x="1" y="2022"/>
                      </a:cubicBezTo>
                      <a:lnTo>
                        <a:pt x="1" y="3998"/>
                      </a:lnTo>
                      <a:cubicBezTo>
                        <a:pt x="396" y="4028"/>
                        <a:pt x="761" y="4150"/>
                        <a:pt x="1095" y="4302"/>
                      </a:cubicBezTo>
                      <a:cubicBezTo>
                        <a:pt x="1186" y="4363"/>
                        <a:pt x="1278" y="4515"/>
                        <a:pt x="1369" y="4515"/>
                      </a:cubicBezTo>
                      <a:cubicBezTo>
                        <a:pt x="1411" y="4508"/>
                        <a:pt x="1451" y="4504"/>
                        <a:pt x="1490" y="4504"/>
                      </a:cubicBezTo>
                      <a:cubicBezTo>
                        <a:pt x="1786" y="4504"/>
                        <a:pt x="1970" y="4702"/>
                        <a:pt x="1916" y="4971"/>
                      </a:cubicBezTo>
                      <a:cubicBezTo>
                        <a:pt x="1891" y="5121"/>
                        <a:pt x="2011" y="5624"/>
                        <a:pt x="1660" y="5624"/>
                      </a:cubicBezTo>
                      <a:cubicBezTo>
                        <a:pt x="1586" y="5624"/>
                        <a:pt x="1491" y="5601"/>
                        <a:pt x="1369" y="5548"/>
                      </a:cubicBezTo>
                      <a:cubicBezTo>
                        <a:pt x="1354" y="5541"/>
                        <a:pt x="1341" y="5537"/>
                        <a:pt x="1331" y="5537"/>
                      </a:cubicBezTo>
                      <a:cubicBezTo>
                        <a:pt x="1253" y="5537"/>
                        <a:pt x="1270" y="5711"/>
                        <a:pt x="1217" y="5791"/>
                      </a:cubicBezTo>
                      <a:cubicBezTo>
                        <a:pt x="913" y="6217"/>
                        <a:pt x="1521" y="6642"/>
                        <a:pt x="1247" y="7068"/>
                      </a:cubicBezTo>
                      <a:cubicBezTo>
                        <a:pt x="1223" y="7117"/>
                        <a:pt x="1297" y="7206"/>
                        <a:pt x="1375" y="7206"/>
                      </a:cubicBezTo>
                      <a:cubicBezTo>
                        <a:pt x="1394" y="7206"/>
                        <a:pt x="1412" y="7201"/>
                        <a:pt x="1430" y="7189"/>
                      </a:cubicBezTo>
                      <a:cubicBezTo>
                        <a:pt x="1464" y="7165"/>
                        <a:pt x="1497" y="7156"/>
                        <a:pt x="1530" y="7156"/>
                      </a:cubicBezTo>
                      <a:cubicBezTo>
                        <a:pt x="1651" y="7156"/>
                        <a:pt x="1770" y="7284"/>
                        <a:pt x="1917" y="7284"/>
                      </a:cubicBezTo>
                      <a:cubicBezTo>
                        <a:pt x="1982" y="7284"/>
                        <a:pt x="2051" y="7259"/>
                        <a:pt x="2129" y="7189"/>
                      </a:cubicBezTo>
                      <a:cubicBezTo>
                        <a:pt x="1916" y="6703"/>
                        <a:pt x="1734" y="6126"/>
                        <a:pt x="2341" y="5700"/>
                      </a:cubicBezTo>
                      <a:cubicBezTo>
                        <a:pt x="2463" y="5609"/>
                        <a:pt x="2402" y="5487"/>
                        <a:pt x="2341" y="5396"/>
                      </a:cubicBezTo>
                      <a:cubicBezTo>
                        <a:pt x="2281" y="5275"/>
                        <a:pt x="2159" y="5123"/>
                        <a:pt x="2220" y="4910"/>
                      </a:cubicBezTo>
                      <a:cubicBezTo>
                        <a:pt x="2341" y="4545"/>
                        <a:pt x="2189" y="4332"/>
                        <a:pt x="1825" y="4302"/>
                      </a:cubicBezTo>
                      <a:cubicBezTo>
                        <a:pt x="1308" y="4211"/>
                        <a:pt x="1247" y="3724"/>
                        <a:pt x="1004" y="3420"/>
                      </a:cubicBezTo>
                      <a:cubicBezTo>
                        <a:pt x="761" y="3116"/>
                        <a:pt x="1126" y="3025"/>
                        <a:pt x="1278" y="2843"/>
                      </a:cubicBezTo>
                      <a:cubicBezTo>
                        <a:pt x="1399" y="2691"/>
                        <a:pt x="1308" y="2569"/>
                        <a:pt x="1308" y="2417"/>
                      </a:cubicBezTo>
                      <a:cubicBezTo>
                        <a:pt x="1338" y="1992"/>
                        <a:pt x="1612" y="1597"/>
                        <a:pt x="2007" y="1414"/>
                      </a:cubicBezTo>
                      <a:cubicBezTo>
                        <a:pt x="2281" y="1262"/>
                        <a:pt x="2554" y="1050"/>
                        <a:pt x="2828" y="867"/>
                      </a:cubicBezTo>
                      <a:cubicBezTo>
                        <a:pt x="3101" y="685"/>
                        <a:pt x="3314" y="533"/>
                        <a:pt x="3557" y="350"/>
                      </a:cubicBezTo>
                      <a:cubicBezTo>
                        <a:pt x="3648" y="290"/>
                        <a:pt x="3679" y="138"/>
                        <a:pt x="3588" y="47"/>
                      </a:cubicBezTo>
                      <a:cubicBezTo>
                        <a:pt x="3557" y="16"/>
                        <a:pt x="3512" y="1"/>
                        <a:pt x="346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049497" y="297140"/>
                  <a:ext cx="28" cy="28"/>
                </a:xfrm>
                <a:custGeom>
                  <a:rect b="b" l="l" r="r" t="t"/>
                  <a:pathLst>
                    <a:path extrusionOk="0" h="1" w="1">
                      <a:moveTo>
                        <a:pt x="0" y="0"/>
                      </a:moveTo>
                      <a:lnTo>
                        <a:pt x="0"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940453" y="285388"/>
                  <a:ext cx="123678" cy="139527"/>
                </a:xfrm>
                <a:custGeom>
                  <a:rect b="b" l="l" r="r" t="t"/>
                  <a:pathLst>
                    <a:path extrusionOk="0" h="4939" w="4378">
                      <a:moveTo>
                        <a:pt x="3070" y="2119"/>
                      </a:moveTo>
                      <a:lnTo>
                        <a:pt x="3070" y="2240"/>
                      </a:lnTo>
                      <a:lnTo>
                        <a:pt x="2918" y="2240"/>
                      </a:lnTo>
                      <a:lnTo>
                        <a:pt x="2918" y="2149"/>
                      </a:lnTo>
                      <a:cubicBezTo>
                        <a:pt x="2979" y="2149"/>
                        <a:pt x="3009" y="2119"/>
                        <a:pt x="3070" y="2119"/>
                      </a:cubicBezTo>
                      <a:close/>
                      <a:moveTo>
                        <a:pt x="3587" y="2240"/>
                      </a:moveTo>
                      <a:cubicBezTo>
                        <a:pt x="3557" y="2271"/>
                        <a:pt x="3526" y="2301"/>
                        <a:pt x="3526" y="2362"/>
                      </a:cubicBezTo>
                      <a:lnTo>
                        <a:pt x="3435" y="2362"/>
                      </a:lnTo>
                      <a:cubicBezTo>
                        <a:pt x="3465" y="2301"/>
                        <a:pt x="3465" y="2271"/>
                        <a:pt x="3496" y="2240"/>
                      </a:cubicBezTo>
                      <a:close/>
                      <a:moveTo>
                        <a:pt x="1965" y="0"/>
                      </a:moveTo>
                      <a:cubicBezTo>
                        <a:pt x="1774" y="0"/>
                        <a:pt x="1559" y="185"/>
                        <a:pt x="1327" y="185"/>
                      </a:cubicBezTo>
                      <a:cubicBezTo>
                        <a:pt x="1251" y="185"/>
                        <a:pt x="1174" y="165"/>
                        <a:pt x="1094" y="113"/>
                      </a:cubicBezTo>
                      <a:cubicBezTo>
                        <a:pt x="1064" y="143"/>
                        <a:pt x="1003" y="204"/>
                        <a:pt x="973" y="234"/>
                      </a:cubicBezTo>
                      <a:cubicBezTo>
                        <a:pt x="1034" y="386"/>
                        <a:pt x="1186" y="538"/>
                        <a:pt x="1186" y="720"/>
                      </a:cubicBezTo>
                      <a:cubicBezTo>
                        <a:pt x="1155" y="1237"/>
                        <a:pt x="1216" y="1784"/>
                        <a:pt x="1398" y="2301"/>
                      </a:cubicBezTo>
                      <a:cubicBezTo>
                        <a:pt x="1459" y="2423"/>
                        <a:pt x="1398" y="2544"/>
                        <a:pt x="1307" y="2605"/>
                      </a:cubicBezTo>
                      <a:cubicBezTo>
                        <a:pt x="1125" y="2696"/>
                        <a:pt x="1034" y="2909"/>
                        <a:pt x="1003" y="3091"/>
                      </a:cubicBezTo>
                      <a:cubicBezTo>
                        <a:pt x="978" y="3345"/>
                        <a:pt x="1016" y="3788"/>
                        <a:pt x="642" y="3788"/>
                      </a:cubicBezTo>
                      <a:cubicBezTo>
                        <a:pt x="568" y="3788"/>
                        <a:pt x="476" y="3770"/>
                        <a:pt x="365" y="3730"/>
                      </a:cubicBezTo>
                      <a:cubicBezTo>
                        <a:pt x="356" y="3727"/>
                        <a:pt x="347" y="3726"/>
                        <a:pt x="337" y="3726"/>
                      </a:cubicBezTo>
                      <a:cubicBezTo>
                        <a:pt x="209" y="3726"/>
                        <a:pt x="0" y="3902"/>
                        <a:pt x="0" y="4155"/>
                      </a:cubicBezTo>
                      <a:cubicBezTo>
                        <a:pt x="304" y="4307"/>
                        <a:pt x="578" y="4520"/>
                        <a:pt x="851" y="4763"/>
                      </a:cubicBezTo>
                      <a:cubicBezTo>
                        <a:pt x="952" y="4878"/>
                        <a:pt x="1093" y="4938"/>
                        <a:pt x="1223" y="4938"/>
                      </a:cubicBezTo>
                      <a:cubicBezTo>
                        <a:pt x="1369" y="4938"/>
                        <a:pt x="1502" y="4863"/>
                        <a:pt x="1550" y="4702"/>
                      </a:cubicBezTo>
                      <a:cubicBezTo>
                        <a:pt x="1672" y="4277"/>
                        <a:pt x="1885" y="3790"/>
                        <a:pt x="1733" y="3426"/>
                      </a:cubicBezTo>
                      <a:cubicBezTo>
                        <a:pt x="1550" y="2939"/>
                        <a:pt x="1794" y="2544"/>
                        <a:pt x="1763" y="2119"/>
                      </a:cubicBezTo>
                      <a:cubicBezTo>
                        <a:pt x="1790" y="1901"/>
                        <a:pt x="1958" y="1799"/>
                        <a:pt x="2128" y="1799"/>
                      </a:cubicBezTo>
                      <a:cubicBezTo>
                        <a:pt x="2340" y="1799"/>
                        <a:pt x="2557" y="1955"/>
                        <a:pt x="2523" y="2240"/>
                      </a:cubicBezTo>
                      <a:cubicBezTo>
                        <a:pt x="2401" y="2423"/>
                        <a:pt x="2493" y="2666"/>
                        <a:pt x="2705" y="2757"/>
                      </a:cubicBezTo>
                      <a:cubicBezTo>
                        <a:pt x="3101" y="2848"/>
                        <a:pt x="3435" y="3122"/>
                        <a:pt x="3617" y="3486"/>
                      </a:cubicBezTo>
                      <a:cubicBezTo>
                        <a:pt x="3654" y="3560"/>
                        <a:pt x="3736" y="3600"/>
                        <a:pt x="3821" y="3600"/>
                      </a:cubicBezTo>
                      <a:cubicBezTo>
                        <a:pt x="3877" y="3600"/>
                        <a:pt x="3934" y="3583"/>
                        <a:pt x="3982" y="3547"/>
                      </a:cubicBezTo>
                      <a:cubicBezTo>
                        <a:pt x="4134" y="3456"/>
                        <a:pt x="4377" y="3334"/>
                        <a:pt x="4256" y="3152"/>
                      </a:cubicBezTo>
                      <a:cubicBezTo>
                        <a:pt x="4104" y="2879"/>
                        <a:pt x="4164" y="2605"/>
                        <a:pt x="4104" y="2331"/>
                      </a:cubicBezTo>
                      <a:cubicBezTo>
                        <a:pt x="4060" y="2155"/>
                        <a:pt x="3984" y="1899"/>
                        <a:pt x="3783" y="1899"/>
                      </a:cubicBezTo>
                      <a:cubicBezTo>
                        <a:pt x="3707" y="1899"/>
                        <a:pt x="3613" y="1936"/>
                        <a:pt x="3496" y="2027"/>
                      </a:cubicBezTo>
                      <a:cubicBezTo>
                        <a:pt x="3439" y="2075"/>
                        <a:pt x="3389" y="2095"/>
                        <a:pt x="3346" y="2095"/>
                      </a:cubicBezTo>
                      <a:cubicBezTo>
                        <a:pt x="3250" y="2095"/>
                        <a:pt x="3192" y="1992"/>
                        <a:pt x="3192" y="1845"/>
                      </a:cubicBezTo>
                      <a:cubicBezTo>
                        <a:pt x="3131" y="1511"/>
                        <a:pt x="3313" y="1176"/>
                        <a:pt x="3617" y="1055"/>
                      </a:cubicBezTo>
                      <a:cubicBezTo>
                        <a:pt x="3860" y="933"/>
                        <a:pt x="4073" y="751"/>
                        <a:pt x="3860" y="416"/>
                      </a:cubicBezTo>
                      <a:lnTo>
                        <a:pt x="3860" y="416"/>
                      </a:lnTo>
                      <a:cubicBezTo>
                        <a:pt x="3642" y="504"/>
                        <a:pt x="3471" y="794"/>
                        <a:pt x="3235" y="794"/>
                      </a:cubicBezTo>
                      <a:cubicBezTo>
                        <a:pt x="3142" y="794"/>
                        <a:pt x="3038" y="749"/>
                        <a:pt x="2918" y="629"/>
                      </a:cubicBezTo>
                      <a:cubicBezTo>
                        <a:pt x="2870" y="629"/>
                        <a:pt x="2821" y="668"/>
                        <a:pt x="2772" y="668"/>
                      </a:cubicBezTo>
                      <a:cubicBezTo>
                        <a:pt x="2760" y="668"/>
                        <a:pt x="2748" y="666"/>
                        <a:pt x="2736" y="660"/>
                      </a:cubicBezTo>
                      <a:cubicBezTo>
                        <a:pt x="2371" y="599"/>
                        <a:pt x="2371" y="113"/>
                        <a:pt x="2067" y="21"/>
                      </a:cubicBezTo>
                      <a:cubicBezTo>
                        <a:pt x="2034" y="7"/>
                        <a:pt x="2000" y="0"/>
                        <a:pt x="196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572078" y="292846"/>
                  <a:ext cx="119385" cy="139131"/>
                </a:xfrm>
                <a:custGeom>
                  <a:rect b="b" l="l" r="r" t="t"/>
                  <a:pathLst>
                    <a:path extrusionOk="0" h="4925" w="4226">
                      <a:moveTo>
                        <a:pt x="1581" y="1581"/>
                      </a:moveTo>
                      <a:cubicBezTo>
                        <a:pt x="1581" y="1763"/>
                        <a:pt x="1733" y="1885"/>
                        <a:pt x="1794" y="2007"/>
                      </a:cubicBezTo>
                      <a:cubicBezTo>
                        <a:pt x="1946" y="2280"/>
                        <a:pt x="1763" y="2402"/>
                        <a:pt x="1581" y="2493"/>
                      </a:cubicBezTo>
                      <a:cubicBezTo>
                        <a:pt x="1533" y="2529"/>
                        <a:pt x="1476" y="2546"/>
                        <a:pt x="1420" y="2546"/>
                      </a:cubicBezTo>
                      <a:cubicBezTo>
                        <a:pt x="1335" y="2546"/>
                        <a:pt x="1253" y="2506"/>
                        <a:pt x="1216" y="2432"/>
                      </a:cubicBezTo>
                      <a:cubicBezTo>
                        <a:pt x="1034" y="2250"/>
                        <a:pt x="973" y="2067"/>
                        <a:pt x="1186" y="1915"/>
                      </a:cubicBezTo>
                      <a:lnTo>
                        <a:pt x="1216" y="1915"/>
                      </a:lnTo>
                      <a:cubicBezTo>
                        <a:pt x="1338" y="1794"/>
                        <a:pt x="1490" y="1733"/>
                        <a:pt x="1581" y="1581"/>
                      </a:cubicBezTo>
                      <a:close/>
                      <a:moveTo>
                        <a:pt x="1805" y="2907"/>
                      </a:moveTo>
                      <a:cubicBezTo>
                        <a:pt x="1869" y="2907"/>
                        <a:pt x="1924" y="2935"/>
                        <a:pt x="1946" y="2979"/>
                      </a:cubicBezTo>
                      <a:lnTo>
                        <a:pt x="1976" y="2979"/>
                      </a:lnTo>
                      <a:cubicBezTo>
                        <a:pt x="2007" y="3040"/>
                        <a:pt x="2007" y="3162"/>
                        <a:pt x="1946" y="3192"/>
                      </a:cubicBezTo>
                      <a:cubicBezTo>
                        <a:pt x="1900" y="3222"/>
                        <a:pt x="1855" y="3238"/>
                        <a:pt x="1813" y="3238"/>
                      </a:cubicBezTo>
                      <a:cubicBezTo>
                        <a:pt x="1771" y="3238"/>
                        <a:pt x="1733" y="3222"/>
                        <a:pt x="1703" y="3192"/>
                      </a:cubicBezTo>
                      <a:cubicBezTo>
                        <a:pt x="1581" y="3101"/>
                        <a:pt x="1642" y="3010"/>
                        <a:pt x="1733" y="2918"/>
                      </a:cubicBezTo>
                      <a:cubicBezTo>
                        <a:pt x="1757" y="2910"/>
                        <a:pt x="1782" y="2907"/>
                        <a:pt x="1805" y="2907"/>
                      </a:cubicBezTo>
                      <a:close/>
                      <a:moveTo>
                        <a:pt x="791" y="1"/>
                      </a:moveTo>
                      <a:cubicBezTo>
                        <a:pt x="548" y="61"/>
                        <a:pt x="274" y="152"/>
                        <a:pt x="274" y="396"/>
                      </a:cubicBezTo>
                      <a:cubicBezTo>
                        <a:pt x="274" y="639"/>
                        <a:pt x="0" y="882"/>
                        <a:pt x="183" y="1034"/>
                      </a:cubicBezTo>
                      <a:cubicBezTo>
                        <a:pt x="639" y="1429"/>
                        <a:pt x="396" y="1976"/>
                        <a:pt x="639" y="2402"/>
                      </a:cubicBezTo>
                      <a:cubicBezTo>
                        <a:pt x="779" y="2598"/>
                        <a:pt x="426" y="3081"/>
                        <a:pt x="900" y="3081"/>
                      </a:cubicBezTo>
                      <a:cubicBezTo>
                        <a:pt x="939" y="3081"/>
                        <a:pt x="983" y="3077"/>
                        <a:pt x="1034" y="3070"/>
                      </a:cubicBezTo>
                      <a:cubicBezTo>
                        <a:pt x="1064" y="3070"/>
                        <a:pt x="1095" y="3162"/>
                        <a:pt x="1095" y="3222"/>
                      </a:cubicBezTo>
                      <a:cubicBezTo>
                        <a:pt x="1368" y="4225"/>
                        <a:pt x="1459" y="4408"/>
                        <a:pt x="2159" y="4925"/>
                      </a:cubicBezTo>
                      <a:cubicBezTo>
                        <a:pt x="2219" y="4408"/>
                        <a:pt x="2311" y="3891"/>
                        <a:pt x="2432" y="3405"/>
                      </a:cubicBezTo>
                      <a:cubicBezTo>
                        <a:pt x="2584" y="2918"/>
                        <a:pt x="2007" y="2402"/>
                        <a:pt x="2584" y="1946"/>
                      </a:cubicBezTo>
                      <a:cubicBezTo>
                        <a:pt x="2645" y="2037"/>
                        <a:pt x="2736" y="2128"/>
                        <a:pt x="2827" y="2219"/>
                      </a:cubicBezTo>
                      <a:cubicBezTo>
                        <a:pt x="3011" y="2367"/>
                        <a:pt x="3229" y="2447"/>
                        <a:pt x="3453" y="2447"/>
                      </a:cubicBezTo>
                      <a:cubicBezTo>
                        <a:pt x="3599" y="2447"/>
                        <a:pt x="3747" y="2413"/>
                        <a:pt x="3891" y="2341"/>
                      </a:cubicBezTo>
                      <a:cubicBezTo>
                        <a:pt x="3982" y="2250"/>
                        <a:pt x="4074" y="2189"/>
                        <a:pt x="4013" y="2037"/>
                      </a:cubicBezTo>
                      <a:cubicBezTo>
                        <a:pt x="3979" y="1970"/>
                        <a:pt x="3927" y="1949"/>
                        <a:pt x="3872" y="1949"/>
                      </a:cubicBezTo>
                      <a:cubicBezTo>
                        <a:pt x="3827" y="1949"/>
                        <a:pt x="3780" y="1963"/>
                        <a:pt x="3739" y="1976"/>
                      </a:cubicBezTo>
                      <a:cubicBezTo>
                        <a:pt x="3660" y="1996"/>
                        <a:pt x="3555" y="2145"/>
                        <a:pt x="3415" y="2145"/>
                      </a:cubicBezTo>
                      <a:cubicBezTo>
                        <a:pt x="3341" y="2145"/>
                        <a:pt x="3257" y="2103"/>
                        <a:pt x="3162" y="1976"/>
                      </a:cubicBezTo>
                      <a:cubicBezTo>
                        <a:pt x="3496" y="1794"/>
                        <a:pt x="3496" y="1338"/>
                        <a:pt x="3739" y="1095"/>
                      </a:cubicBezTo>
                      <a:cubicBezTo>
                        <a:pt x="4225" y="669"/>
                        <a:pt x="3922" y="487"/>
                        <a:pt x="3587" y="213"/>
                      </a:cubicBezTo>
                      <a:cubicBezTo>
                        <a:pt x="3314" y="1004"/>
                        <a:pt x="2949" y="1520"/>
                        <a:pt x="2463" y="1672"/>
                      </a:cubicBezTo>
                      <a:cubicBezTo>
                        <a:pt x="2463" y="1490"/>
                        <a:pt x="2675" y="1308"/>
                        <a:pt x="2554" y="1156"/>
                      </a:cubicBezTo>
                      <a:cubicBezTo>
                        <a:pt x="2507" y="1109"/>
                        <a:pt x="2458" y="1091"/>
                        <a:pt x="2407" y="1091"/>
                      </a:cubicBezTo>
                      <a:cubicBezTo>
                        <a:pt x="2293" y="1091"/>
                        <a:pt x="2173" y="1183"/>
                        <a:pt x="2067" y="1247"/>
                      </a:cubicBezTo>
                      <a:lnTo>
                        <a:pt x="1551" y="1551"/>
                      </a:lnTo>
                      <a:cubicBezTo>
                        <a:pt x="1490" y="1490"/>
                        <a:pt x="1429" y="1429"/>
                        <a:pt x="1338" y="1429"/>
                      </a:cubicBezTo>
                      <a:cubicBezTo>
                        <a:pt x="760" y="1277"/>
                        <a:pt x="791" y="1277"/>
                        <a:pt x="821" y="669"/>
                      </a:cubicBezTo>
                      <a:cubicBezTo>
                        <a:pt x="821" y="456"/>
                        <a:pt x="1064" y="213"/>
                        <a:pt x="79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p:nvPr/>
              </p:nvSpPr>
              <p:spPr>
                <a:xfrm>
                  <a:off x="457017" y="1015839"/>
                  <a:ext cx="91050" cy="148567"/>
                </a:xfrm>
                <a:custGeom>
                  <a:rect b="b" l="l" r="r" t="t"/>
                  <a:pathLst>
                    <a:path extrusionOk="0" h="5259" w="3223">
                      <a:moveTo>
                        <a:pt x="3131" y="1"/>
                      </a:moveTo>
                      <a:lnTo>
                        <a:pt x="3131" y="1"/>
                      </a:lnTo>
                      <a:cubicBezTo>
                        <a:pt x="2706" y="365"/>
                        <a:pt x="1976" y="1"/>
                        <a:pt x="1855" y="791"/>
                      </a:cubicBezTo>
                      <a:cubicBezTo>
                        <a:pt x="1855" y="882"/>
                        <a:pt x="1672" y="943"/>
                        <a:pt x="1581" y="1004"/>
                      </a:cubicBezTo>
                      <a:cubicBezTo>
                        <a:pt x="1095" y="1247"/>
                        <a:pt x="821" y="1551"/>
                        <a:pt x="1216" y="2098"/>
                      </a:cubicBezTo>
                      <a:cubicBezTo>
                        <a:pt x="1095" y="2128"/>
                        <a:pt x="1034" y="2159"/>
                        <a:pt x="1004" y="2159"/>
                      </a:cubicBezTo>
                      <a:cubicBezTo>
                        <a:pt x="921" y="2113"/>
                        <a:pt x="835" y="2092"/>
                        <a:pt x="752" y="2092"/>
                      </a:cubicBezTo>
                      <a:cubicBezTo>
                        <a:pt x="562" y="2092"/>
                        <a:pt x="389" y="2202"/>
                        <a:pt x="304" y="2371"/>
                      </a:cubicBezTo>
                      <a:cubicBezTo>
                        <a:pt x="183" y="2615"/>
                        <a:pt x="426" y="2767"/>
                        <a:pt x="517" y="2919"/>
                      </a:cubicBezTo>
                      <a:cubicBezTo>
                        <a:pt x="608" y="3192"/>
                        <a:pt x="973" y="3374"/>
                        <a:pt x="821" y="3739"/>
                      </a:cubicBezTo>
                      <a:cubicBezTo>
                        <a:pt x="700" y="3739"/>
                        <a:pt x="578" y="3648"/>
                        <a:pt x="517" y="3557"/>
                      </a:cubicBezTo>
                      <a:cubicBezTo>
                        <a:pt x="451" y="3468"/>
                        <a:pt x="384" y="3347"/>
                        <a:pt x="294" y="3347"/>
                      </a:cubicBezTo>
                      <a:cubicBezTo>
                        <a:pt x="261" y="3347"/>
                        <a:pt x="224" y="3364"/>
                        <a:pt x="183" y="3405"/>
                      </a:cubicBezTo>
                      <a:cubicBezTo>
                        <a:pt x="0" y="3557"/>
                        <a:pt x="183" y="3709"/>
                        <a:pt x="274" y="3861"/>
                      </a:cubicBezTo>
                      <a:cubicBezTo>
                        <a:pt x="304" y="3922"/>
                        <a:pt x="365" y="3982"/>
                        <a:pt x="456" y="3982"/>
                      </a:cubicBezTo>
                      <a:cubicBezTo>
                        <a:pt x="1247" y="4074"/>
                        <a:pt x="1186" y="4651"/>
                        <a:pt x="1186" y="5259"/>
                      </a:cubicBezTo>
                      <a:cubicBezTo>
                        <a:pt x="1763" y="4955"/>
                        <a:pt x="2584" y="5259"/>
                        <a:pt x="2949" y="4378"/>
                      </a:cubicBezTo>
                      <a:cubicBezTo>
                        <a:pt x="2894" y="4365"/>
                        <a:pt x="2843" y="4359"/>
                        <a:pt x="2796" y="4359"/>
                      </a:cubicBezTo>
                      <a:cubicBezTo>
                        <a:pt x="2502" y="4359"/>
                        <a:pt x="2338" y="4577"/>
                        <a:pt x="2128" y="4681"/>
                      </a:cubicBezTo>
                      <a:cubicBezTo>
                        <a:pt x="2042" y="4725"/>
                        <a:pt x="1970" y="4754"/>
                        <a:pt x="1904" y="4754"/>
                      </a:cubicBezTo>
                      <a:cubicBezTo>
                        <a:pt x="1831" y="4754"/>
                        <a:pt x="1767" y="4717"/>
                        <a:pt x="1703" y="4621"/>
                      </a:cubicBezTo>
                      <a:cubicBezTo>
                        <a:pt x="1581" y="4408"/>
                        <a:pt x="1490" y="4256"/>
                        <a:pt x="1703" y="4165"/>
                      </a:cubicBezTo>
                      <a:cubicBezTo>
                        <a:pt x="2037" y="3952"/>
                        <a:pt x="2007" y="3587"/>
                        <a:pt x="2067" y="3314"/>
                      </a:cubicBezTo>
                      <a:cubicBezTo>
                        <a:pt x="2189" y="2919"/>
                        <a:pt x="2159" y="2493"/>
                        <a:pt x="2523" y="2128"/>
                      </a:cubicBezTo>
                      <a:cubicBezTo>
                        <a:pt x="2736" y="1916"/>
                        <a:pt x="2766" y="1551"/>
                        <a:pt x="2614" y="1277"/>
                      </a:cubicBezTo>
                      <a:cubicBezTo>
                        <a:pt x="2402" y="1004"/>
                        <a:pt x="2523" y="852"/>
                        <a:pt x="2736" y="700"/>
                      </a:cubicBezTo>
                      <a:cubicBezTo>
                        <a:pt x="2949" y="517"/>
                        <a:pt x="3222" y="487"/>
                        <a:pt x="313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391760" y="614525"/>
                  <a:ext cx="97067" cy="116729"/>
                </a:xfrm>
                <a:custGeom>
                  <a:rect b="b" l="l" r="r" t="t"/>
                  <a:pathLst>
                    <a:path extrusionOk="0" h="4132" w="3436">
                      <a:moveTo>
                        <a:pt x="454" y="1"/>
                      </a:moveTo>
                      <a:cubicBezTo>
                        <a:pt x="371" y="1"/>
                        <a:pt x="258" y="41"/>
                        <a:pt x="304" y="133"/>
                      </a:cubicBezTo>
                      <a:cubicBezTo>
                        <a:pt x="396" y="377"/>
                        <a:pt x="92" y="559"/>
                        <a:pt x="213" y="711"/>
                      </a:cubicBezTo>
                      <a:cubicBezTo>
                        <a:pt x="517" y="1136"/>
                        <a:pt x="365" y="1380"/>
                        <a:pt x="0" y="1592"/>
                      </a:cubicBezTo>
                      <a:lnTo>
                        <a:pt x="0" y="3811"/>
                      </a:lnTo>
                      <a:lnTo>
                        <a:pt x="92" y="3933"/>
                      </a:lnTo>
                      <a:cubicBezTo>
                        <a:pt x="183" y="4070"/>
                        <a:pt x="304" y="4092"/>
                        <a:pt x="434" y="4092"/>
                      </a:cubicBezTo>
                      <a:cubicBezTo>
                        <a:pt x="498" y="4092"/>
                        <a:pt x="565" y="4087"/>
                        <a:pt x="630" y="4087"/>
                      </a:cubicBezTo>
                      <a:cubicBezTo>
                        <a:pt x="696" y="4087"/>
                        <a:pt x="760" y="4092"/>
                        <a:pt x="821" y="4115"/>
                      </a:cubicBezTo>
                      <a:cubicBezTo>
                        <a:pt x="852" y="4127"/>
                        <a:pt x="877" y="4132"/>
                        <a:pt x="897" y="4132"/>
                      </a:cubicBezTo>
                      <a:cubicBezTo>
                        <a:pt x="1036" y="4132"/>
                        <a:pt x="950" y="3883"/>
                        <a:pt x="1003" y="3751"/>
                      </a:cubicBezTo>
                      <a:cubicBezTo>
                        <a:pt x="1179" y="3417"/>
                        <a:pt x="1507" y="3235"/>
                        <a:pt x="1840" y="3235"/>
                      </a:cubicBezTo>
                      <a:cubicBezTo>
                        <a:pt x="2084" y="3235"/>
                        <a:pt x="2331" y="3332"/>
                        <a:pt x="2523" y="3538"/>
                      </a:cubicBezTo>
                      <a:cubicBezTo>
                        <a:pt x="2641" y="3656"/>
                        <a:pt x="2741" y="3700"/>
                        <a:pt x="2827" y="3700"/>
                      </a:cubicBezTo>
                      <a:cubicBezTo>
                        <a:pt x="2964" y="3700"/>
                        <a:pt x="3068" y="3589"/>
                        <a:pt x="3162" y="3477"/>
                      </a:cubicBezTo>
                      <a:cubicBezTo>
                        <a:pt x="3435" y="3203"/>
                        <a:pt x="3131" y="3051"/>
                        <a:pt x="3010" y="2899"/>
                      </a:cubicBezTo>
                      <a:cubicBezTo>
                        <a:pt x="2969" y="2849"/>
                        <a:pt x="2912" y="2839"/>
                        <a:pt x="2847" y="2839"/>
                      </a:cubicBezTo>
                      <a:cubicBezTo>
                        <a:pt x="2805" y="2839"/>
                        <a:pt x="2759" y="2843"/>
                        <a:pt x="2713" y="2843"/>
                      </a:cubicBezTo>
                      <a:cubicBezTo>
                        <a:pt x="2622" y="2843"/>
                        <a:pt x="2530" y="2825"/>
                        <a:pt x="2462" y="2717"/>
                      </a:cubicBezTo>
                      <a:cubicBezTo>
                        <a:pt x="2098" y="2200"/>
                        <a:pt x="1581" y="1836"/>
                        <a:pt x="973" y="1714"/>
                      </a:cubicBezTo>
                      <a:cubicBezTo>
                        <a:pt x="851" y="1684"/>
                        <a:pt x="669" y="1471"/>
                        <a:pt x="699" y="1410"/>
                      </a:cubicBezTo>
                      <a:cubicBezTo>
                        <a:pt x="912" y="985"/>
                        <a:pt x="365" y="620"/>
                        <a:pt x="608" y="194"/>
                      </a:cubicBezTo>
                      <a:cubicBezTo>
                        <a:pt x="669" y="103"/>
                        <a:pt x="608" y="12"/>
                        <a:pt x="517" y="12"/>
                      </a:cubicBezTo>
                      <a:cubicBezTo>
                        <a:pt x="503" y="5"/>
                        <a:pt x="480" y="1"/>
                        <a:pt x="45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p:nvPr/>
              </p:nvSpPr>
              <p:spPr>
                <a:xfrm>
                  <a:off x="537726" y="602829"/>
                  <a:ext cx="95344" cy="100457"/>
                </a:xfrm>
                <a:custGeom>
                  <a:rect b="b" l="l" r="r" t="t"/>
                  <a:pathLst>
                    <a:path extrusionOk="0" h="3556" w="3375">
                      <a:moveTo>
                        <a:pt x="1855" y="0"/>
                      </a:moveTo>
                      <a:cubicBezTo>
                        <a:pt x="1703" y="0"/>
                        <a:pt x="1642" y="122"/>
                        <a:pt x="1612" y="274"/>
                      </a:cubicBezTo>
                      <a:cubicBezTo>
                        <a:pt x="1581" y="669"/>
                        <a:pt x="1612" y="1095"/>
                        <a:pt x="1125" y="1277"/>
                      </a:cubicBezTo>
                      <a:cubicBezTo>
                        <a:pt x="761" y="1459"/>
                        <a:pt x="821" y="1672"/>
                        <a:pt x="1004" y="2006"/>
                      </a:cubicBezTo>
                      <a:cubicBezTo>
                        <a:pt x="1216" y="2310"/>
                        <a:pt x="1551" y="2462"/>
                        <a:pt x="1368" y="3009"/>
                      </a:cubicBezTo>
                      <a:cubicBezTo>
                        <a:pt x="1160" y="2644"/>
                        <a:pt x="771" y="2413"/>
                        <a:pt x="377" y="2413"/>
                      </a:cubicBezTo>
                      <a:cubicBezTo>
                        <a:pt x="312" y="2413"/>
                        <a:pt x="247" y="2419"/>
                        <a:pt x="183" y="2432"/>
                      </a:cubicBezTo>
                      <a:cubicBezTo>
                        <a:pt x="122" y="2675"/>
                        <a:pt x="61" y="2918"/>
                        <a:pt x="1" y="3253"/>
                      </a:cubicBezTo>
                      <a:cubicBezTo>
                        <a:pt x="47" y="3242"/>
                        <a:pt x="93" y="3238"/>
                        <a:pt x="139" y="3238"/>
                      </a:cubicBezTo>
                      <a:cubicBezTo>
                        <a:pt x="354" y="3238"/>
                        <a:pt x="560" y="3336"/>
                        <a:pt x="756" y="3336"/>
                      </a:cubicBezTo>
                      <a:cubicBezTo>
                        <a:pt x="872" y="3336"/>
                        <a:pt x="985" y="3302"/>
                        <a:pt x="1095" y="3192"/>
                      </a:cubicBezTo>
                      <a:cubicBezTo>
                        <a:pt x="1133" y="3154"/>
                        <a:pt x="1182" y="3137"/>
                        <a:pt x="1233" y="3137"/>
                      </a:cubicBezTo>
                      <a:cubicBezTo>
                        <a:pt x="1303" y="3137"/>
                        <a:pt x="1376" y="3169"/>
                        <a:pt x="1429" y="3222"/>
                      </a:cubicBezTo>
                      <a:cubicBezTo>
                        <a:pt x="1519" y="3356"/>
                        <a:pt x="1608" y="3556"/>
                        <a:pt x="1770" y="3556"/>
                      </a:cubicBezTo>
                      <a:cubicBezTo>
                        <a:pt x="1828" y="3556"/>
                        <a:pt x="1896" y="3530"/>
                        <a:pt x="1976" y="3465"/>
                      </a:cubicBezTo>
                      <a:cubicBezTo>
                        <a:pt x="2159" y="3344"/>
                        <a:pt x="2493" y="3253"/>
                        <a:pt x="2493" y="3040"/>
                      </a:cubicBezTo>
                      <a:cubicBezTo>
                        <a:pt x="2493" y="2584"/>
                        <a:pt x="2858" y="2462"/>
                        <a:pt x="3071" y="2219"/>
                      </a:cubicBezTo>
                      <a:cubicBezTo>
                        <a:pt x="3283" y="2006"/>
                        <a:pt x="3375" y="1672"/>
                        <a:pt x="3283" y="1368"/>
                      </a:cubicBezTo>
                      <a:cubicBezTo>
                        <a:pt x="3259" y="1129"/>
                        <a:pt x="3066" y="965"/>
                        <a:pt x="2852" y="965"/>
                      </a:cubicBezTo>
                      <a:cubicBezTo>
                        <a:pt x="2794" y="965"/>
                        <a:pt x="2734" y="977"/>
                        <a:pt x="2675" y="1003"/>
                      </a:cubicBezTo>
                      <a:cubicBezTo>
                        <a:pt x="2669" y="1007"/>
                        <a:pt x="2662" y="1008"/>
                        <a:pt x="2654" y="1008"/>
                      </a:cubicBezTo>
                      <a:cubicBezTo>
                        <a:pt x="2594" y="1008"/>
                        <a:pt x="2513" y="912"/>
                        <a:pt x="2432" y="912"/>
                      </a:cubicBezTo>
                      <a:cubicBezTo>
                        <a:pt x="2007" y="912"/>
                        <a:pt x="1764" y="760"/>
                        <a:pt x="1946" y="304"/>
                      </a:cubicBezTo>
                      <a:cubicBezTo>
                        <a:pt x="2007" y="152"/>
                        <a:pt x="1976" y="31"/>
                        <a:pt x="185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852851" y="320954"/>
                  <a:ext cx="102208" cy="115034"/>
                </a:xfrm>
                <a:custGeom>
                  <a:rect b="b" l="l" r="r" t="t"/>
                  <a:pathLst>
                    <a:path extrusionOk="0" h="4072" w="3618">
                      <a:moveTo>
                        <a:pt x="1118" y="1477"/>
                      </a:moveTo>
                      <a:cubicBezTo>
                        <a:pt x="1192" y="1477"/>
                        <a:pt x="1240" y="1533"/>
                        <a:pt x="1277" y="1589"/>
                      </a:cubicBezTo>
                      <a:cubicBezTo>
                        <a:pt x="1338" y="1711"/>
                        <a:pt x="1551" y="1863"/>
                        <a:pt x="1399" y="2045"/>
                      </a:cubicBezTo>
                      <a:cubicBezTo>
                        <a:pt x="1361" y="2083"/>
                        <a:pt x="1324" y="2097"/>
                        <a:pt x="1288" y="2097"/>
                      </a:cubicBezTo>
                      <a:cubicBezTo>
                        <a:pt x="1208" y="2097"/>
                        <a:pt x="1137" y="2026"/>
                        <a:pt x="1095" y="1984"/>
                      </a:cubicBezTo>
                      <a:cubicBezTo>
                        <a:pt x="1004" y="1893"/>
                        <a:pt x="852" y="1741"/>
                        <a:pt x="943" y="1559"/>
                      </a:cubicBezTo>
                      <a:cubicBezTo>
                        <a:pt x="1014" y="1500"/>
                        <a:pt x="1071" y="1477"/>
                        <a:pt x="1118" y="1477"/>
                      </a:cubicBezTo>
                      <a:close/>
                      <a:moveTo>
                        <a:pt x="1911" y="0"/>
                      </a:moveTo>
                      <a:cubicBezTo>
                        <a:pt x="1800" y="0"/>
                        <a:pt x="1660" y="55"/>
                        <a:pt x="1490" y="161"/>
                      </a:cubicBezTo>
                      <a:cubicBezTo>
                        <a:pt x="1156" y="404"/>
                        <a:pt x="791" y="647"/>
                        <a:pt x="457" y="890"/>
                      </a:cubicBezTo>
                      <a:cubicBezTo>
                        <a:pt x="92" y="1133"/>
                        <a:pt x="1" y="1620"/>
                        <a:pt x="244" y="1984"/>
                      </a:cubicBezTo>
                      <a:cubicBezTo>
                        <a:pt x="332" y="1940"/>
                        <a:pt x="434" y="1889"/>
                        <a:pt x="510" y="1889"/>
                      </a:cubicBezTo>
                      <a:cubicBezTo>
                        <a:pt x="590" y="1889"/>
                        <a:pt x="640" y="1948"/>
                        <a:pt x="609" y="2136"/>
                      </a:cubicBezTo>
                      <a:cubicBezTo>
                        <a:pt x="548" y="2471"/>
                        <a:pt x="366" y="2775"/>
                        <a:pt x="548" y="3139"/>
                      </a:cubicBezTo>
                      <a:lnTo>
                        <a:pt x="1" y="3534"/>
                      </a:lnTo>
                      <a:cubicBezTo>
                        <a:pt x="1" y="3626"/>
                        <a:pt x="31" y="3686"/>
                        <a:pt x="92" y="3778"/>
                      </a:cubicBezTo>
                      <a:cubicBezTo>
                        <a:pt x="169" y="3881"/>
                        <a:pt x="203" y="4071"/>
                        <a:pt x="360" y="4071"/>
                      </a:cubicBezTo>
                      <a:cubicBezTo>
                        <a:pt x="388" y="4071"/>
                        <a:pt x="420" y="4065"/>
                        <a:pt x="457" y="4051"/>
                      </a:cubicBezTo>
                      <a:cubicBezTo>
                        <a:pt x="700" y="3960"/>
                        <a:pt x="518" y="3808"/>
                        <a:pt x="578" y="3656"/>
                      </a:cubicBezTo>
                      <a:cubicBezTo>
                        <a:pt x="639" y="3474"/>
                        <a:pt x="730" y="3291"/>
                        <a:pt x="578" y="3109"/>
                      </a:cubicBezTo>
                      <a:cubicBezTo>
                        <a:pt x="761" y="3018"/>
                        <a:pt x="974" y="2866"/>
                        <a:pt x="1126" y="2744"/>
                      </a:cubicBezTo>
                      <a:cubicBezTo>
                        <a:pt x="1429" y="2440"/>
                        <a:pt x="2007" y="2440"/>
                        <a:pt x="1977" y="1832"/>
                      </a:cubicBezTo>
                      <a:cubicBezTo>
                        <a:pt x="1977" y="1711"/>
                        <a:pt x="2098" y="1741"/>
                        <a:pt x="2250" y="1711"/>
                      </a:cubicBezTo>
                      <a:cubicBezTo>
                        <a:pt x="2269" y="1710"/>
                        <a:pt x="2287" y="1709"/>
                        <a:pt x="2304" y="1709"/>
                      </a:cubicBezTo>
                      <a:cubicBezTo>
                        <a:pt x="2789" y="1709"/>
                        <a:pt x="2677" y="2116"/>
                        <a:pt x="2706" y="2410"/>
                      </a:cubicBezTo>
                      <a:cubicBezTo>
                        <a:pt x="3010" y="2349"/>
                        <a:pt x="3314" y="2197"/>
                        <a:pt x="3527" y="1984"/>
                      </a:cubicBezTo>
                      <a:cubicBezTo>
                        <a:pt x="3588" y="1923"/>
                        <a:pt x="3618" y="1893"/>
                        <a:pt x="3618" y="1832"/>
                      </a:cubicBezTo>
                      <a:cubicBezTo>
                        <a:pt x="3618" y="1528"/>
                        <a:pt x="3405" y="1346"/>
                        <a:pt x="3253" y="1133"/>
                      </a:cubicBezTo>
                      <a:cubicBezTo>
                        <a:pt x="3071" y="920"/>
                        <a:pt x="3527" y="708"/>
                        <a:pt x="3192" y="495"/>
                      </a:cubicBezTo>
                      <a:cubicBezTo>
                        <a:pt x="3181" y="494"/>
                        <a:pt x="3169" y="493"/>
                        <a:pt x="3158" y="493"/>
                      </a:cubicBezTo>
                      <a:cubicBezTo>
                        <a:pt x="2827" y="493"/>
                        <a:pt x="2646" y="891"/>
                        <a:pt x="2315" y="891"/>
                      </a:cubicBezTo>
                      <a:cubicBezTo>
                        <a:pt x="2304" y="891"/>
                        <a:pt x="2292" y="891"/>
                        <a:pt x="2281" y="890"/>
                      </a:cubicBezTo>
                      <a:cubicBezTo>
                        <a:pt x="2250" y="829"/>
                        <a:pt x="2220" y="799"/>
                        <a:pt x="2189" y="738"/>
                      </a:cubicBezTo>
                      <a:cubicBezTo>
                        <a:pt x="2189" y="708"/>
                        <a:pt x="2250" y="647"/>
                        <a:pt x="2250" y="586"/>
                      </a:cubicBezTo>
                      <a:cubicBezTo>
                        <a:pt x="2230" y="190"/>
                        <a:pt x="2120" y="0"/>
                        <a:pt x="191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5"/>
                <p:cNvSpPr/>
                <p:nvPr/>
              </p:nvSpPr>
              <p:spPr>
                <a:xfrm>
                  <a:off x="495662" y="430930"/>
                  <a:ext cx="76360" cy="173653"/>
                </a:xfrm>
                <a:custGeom>
                  <a:rect b="b" l="l" r="r" t="t"/>
                  <a:pathLst>
                    <a:path extrusionOk="0" h="6147" w="2703">
                      <a:moveTo>
                        <a:pt x="912" y="0"/>
                      </a:moveTo>
                      <a:cubicBezTo>
                        <a:pt x="823" y="0"/>
                        <a:pt x="735" y="32"/>
                        <a:pt x="669" y="97"/>
                      </a:cubicBezTo>
                      <a:cubicBezTo>
                        <a:pt x="487" y="280"/>
                        <a:pt x="152" y="341"/>
                        <a:pt x="152" y="736"/>
                      </a:cubicBezTo>
                      <a:cubicBezTo>
                        <a:pt x="517" y="736"/>
                        <a:pt x="851" y="979"/>
                        <a:pt x="973" y="1313"/>
                      </a:cubicBezTo>
                      <a:cubicBezTo>
                        <a:pt x="1125" y="1678"/>
                        <a:pt x="973" y="2073"/>
                        <a:pt x="1186" y="2407"/>
                      </a:cubicBezTo>
                      <a:cubicBezTo>
                        <a:pt x="730" y="2620"/>
                        <a:pt x="882" y="3319"/>
                        <a:pt x="335" y="3502"/>
                      </a:cubicBezTo>
                      <a:cubicBezTo>
                        <a:pt x="91" y="3623"/>
                        <a:pt x="0" y="3806"/>
                        <a:pt x="183" y="4079"/>
                      </a:cubicBezTo>
                      <a:cubicBezTo>
                        <a:pt x="304" y="4201"/>
                        <a:pt x="243" y="4322"/>
                        <a:pt x="243" y="4474"/>
                      </a:cubicBezTo>
                      <a:cubicBezTo>
                        <a:pt x="243" y="4878"/>
                        <a:pt x="332" y="5059"/>
                        <a:pt x="572" y="5059"/>
                      </a:cubicBezTo>
                      <a:cubicBezTo>
                        <a:pt x="676" y="5059"/>
                        <a:pt x="808" y="5025"/>
                        <a:pt x="973" y="4961"/>
                      </a:cubicBezTo>
                      <a:cubicBezTo>
                        <a:pt x="1011" y="4935"/>
                        <a:pt x="1050" y="4926"/>
                        <a:pt x="1089" y="4926"/>
                      </a:cubicBezTo>
                      <a:cubicBezTo>
                        <a:pt x="1141" y="4926"/>
                        <a:pt x="1194" y="4943"/>
                        <a:pt x="1246" y="4961"/>
                      </a:cubicBezTo>
                      <a:cubicBezTo>
                        <a:pt x="973" y="5477"/>
                        <a:pt x="1368" y="5781"/>
                        <a:pt x="1642" y="6116"/>
                      </a:cubicBezTo>
                      <a:cubicBezTo>
                        <a:pt x="1672" y="6146"/>
                        <a:pt x="1763" y="6146"/>
                        <a:pt x="1794" y="6146"/>
                      </a:cubicBezTo>
                      <a:cubicBezTo>
                        <a:pt x="1854" y="6116"/>
                        <a:pt x="1946" y="5994"/>
                        <a:pt x="1915" y="5933"/>
                      </a:cubicBezTo>
                      <a:cubicBezTo>
                        <a:pt x="1520" y="5477"/>
                        <a:pt x="1915" y="4991"/>
                        <a:pt x="1854" y="4444"/>
                      </a:cubicBezTo>
                      <a:lnTo>
                        <a:pt x="1854" y="4444"/>
                      </a:lnTo>
                      <a:cubicBezTo>
                        <a:pt x="1567" y="4540"/>
                        <a:pt x="1380" y="4602"/>
                        <a:pt x="1242" y="4602"/>
                      </a:cubicBezTo>
                      <a:cubicBezTo>
                        <a:pt x="985" y="4602"/>
                        <a:pt x="895" y="4388"/>
                        <a:pt x="639" y="3775"/>
                      </a:cubicBezTo>
                      <a:cubicBezTo>
                        <a:pt x="1611" y="3471"/>
                        <a:pt x="1368" y="2529"/>
                        <a:pt x="1581" y="1800"/>
                      </a:cubicBezTo>
                      <a:lnTo>
                        <a:pt x="1581" y="1800"/>
                      </a:lnTo>
                      <a:cubicBezTo>
                        <a:pt x="1885" y="1921"/>
                        <a:pt x="2189" y="1800"/>
                        <a:pt x="2493" y="1982"/>
                      </a:cubicBezTo>
                      <a:cubicBezTo>
                        <a:pt x="2510" y="1994"/>
                        <a:pt x="2526" y="1998"/>
                        <a:pt x="2542" y="1998"/>
                      </a:cubicBezTo>
                      <a:cubicBezTo>
                        <a:pt x="2606" y="1998"/>
                        <a:pt x="2650" y="1910"/>
                        <a:pt x="2675" y="1860"/>
                      </a:cubicBezTo>
                      <a:cubicBezTo>
                        <a:pt x="2703" y="1777"/>
                        <a:pt x="2629" y="1644"/>
                        <a:pt x="2570" y="1644"/>
                      </a:cubicBezTo>
                      <a:cubicBezTo>
                        <a:pt x="2565" y="1644"/>
                        <a:pt x="2559" y="1645"/>
                        <a:pt x="2553" y="1648"/>
                      </a:cubicBezTo>
                      <a:cubicBezTo>
                        <a:pt x="2508" y="1656"/>
                        <a:pt x="2466" y="1660"/>
                        <a:pt x="2428" y="1660"/>
                      </a:cubicBezTo>
                      <a:cubicBezTo>
                        <a:pt x="2055" y="1660"/>
                        <a:pt x="1989" y="1285"/>
                        <a:pt x="1824" y="1009"/>
                      </a:cubicBezTo>
                      <a:cubicBezTo>
                        <a:pt x="1642" y="736"/>
                        <a:pt x="1429" y="432"/>
                        <a:pt x="1216" y="158"/>
                      </a:cubicBezTo>
                      <a:cubicBezTo>
                        <a:pt x="1147" y="55"/>
                        <a:pt x="1029" y="0"/>
                        <a:pt x="91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760983" y="460197"/>
                  <a:ext cx="127125" cy="100570"/>
                </a:xfrm>
                <a:custGeom>
                  <a:rect b="b" l="l" r="r" t="t"/>
                  <a:pathLst>
                    <a:path extrusionOk="0" h="3560" w="4500">
                      <a:moveTo>
                        <a:pt x="1287" y="1"/>
                      </a:moveTo>
                      <a:cubicBezTo>
                        <a:pt x="1274" y="1"/>
                        <a:pt x="1261" y="2"/>
                        <a:pt x="1247" y="4"/>
                      </a:cubicBezTo>
                      <a:cubicBezTo>
                        <a:pt x="1034" y="64"/>
                        <a:pt x="791" y="156"/>
                        <a:pt x="791" y="460"/>
                      </a:cubicBezTo>
                      <a:cubicBezTo>
                        <a:pt x="791" y="642"/>
                        <a:pt x="791" y="703"/>
                        <a:pt x="578" y="703"/>
                      </a:cubicBezTo>
                      <a:cubicBezTo>
                        <a:pt x="213" y="764"/>
                        <a:pt x="1" y="1128"/>
                        <a:pt x="153" y="1463"/>
                      </a:cubicBezTo>
                      <a:cubicBezTo>
                        <a:pt x="487" y="2131"/>
                        <a:pt x="973" y="2648"/>
                        <a:pt x="1612" y="3013"/>
                      </a:cubicBezTo>
                      <a:cubicBezTo>
                        <a:pt x="1710" y="3075"/>
                        <a:pt x="1792" y="3098"/>
                        <a:pt x="1865" y="3098"/>
                      </a:cubicBezTo>
                      <a:cubicBezTo>
                        <a:pt x="2040" y="3098"/>
                        <a:pt x="2160" y="2965"/>
                        <a:pt x="2311" y="2922"/>
                      </a:cubicBezTo>
                      <a:cubicBezTo>
                        <a:pt x="2324" y="2918"/>
                        <a:pt x="2336" y="2917"/>
                        <a:pt x="2349" y="2917"/>
                      </a:cubicBezTo>
                      <a:cubicBezTo>
                        <a:pt x="2451" y="2917"/>
                        <a:pt x="2530" y="3023"/>
                        <a:pt x="2584" y="3104"/>
                      </a:cubicBezTo>
                      <a:cubicBezTo>
                        <a:pt x="2635" y="3180"/>
                        <a:pt x="2769" y="3339"/>
                        <a:pt x="2865" y="3339"/>
                      </a:cubicBezTo>
                      <a:cubicBezTo>
                        <a:pt x="2885" y="3339"/>
                        <a:pt x="2903" y="3332"/>
                        <a:pt x="2919" y="3317"/>
                      </a:cubicBezTo>
                      <a:cubicBezTo>
                        <a:pt x="3063" y="3192"/>
                        <a:pt x="3188" y="3143"/>
                        <a:pt x="3300" y="3143"/>
                      </a:cubicBezTo>
                      <a:cubicBezTo>
                        <a:pt x="3541" y="3143"/>
                        <a:pt x="3715" y="3373"/>
                        <a:pt x="3861" y="3560"/>
                      </a:cubicBezTo>
                      <a:cubicBezTo>
                        <a:pt x="4104" y="3408"/>
                        <a:pt x="4134" y="3286"/>
                        <a:pt x="4074" y="3256"/>
                      </a:cubicBezTo>
                      <a:cubicBezTo>
                        <a:pt x="3952" y="3074"/>
                        <a:pt x="4499" y="2678"/>
                        <a:pt x="3922" y="2678"/>
                      </a:cubicBezTo>
                      <a:cubicBezTo>
                        <a:pt x="3587" y="2678"/>
                        <a:pt x="3557" y="2283"/>
                        <a:pt x="3283" y="2253"/>
                      </a:cubicBezTo>
                      <a:cubicBezTo>
                        <a:pt x="3222" y="2253"/>
                        <a:pt x="3131" y="2344"/>
                        <a:pt x="3101" y="2405"/>
                      </a:cubicBezTo>
                      <a:cubicBezTo>
                        <a:pt x="2975" y="2603"/>
                        <a:pt x="2796" y="2705"/>
                        <a:pt x="2620" y="2705"/>
                      </a:cubicBezTo>
                      <a:cubicBezTo>
                        <a:pt x="2499" y="2705"/>
                        <a:pt x="2380" y="2656"/>
                        <a:pt x="2280" y="2557"/>
                      </a:cubicBezTo>
                      <a:cubicBezTo>
                        <a:pt x="2189" y="2466"/>
                        <a:pt x="2128" y="2374"/>
                        <a:pt x="2128" y="2253"/>
                      </a:cubicBezTo>
                      <a:cubicBezTo>
                        <a:pt x="2143" y="2147"/>
                        <a:pt x="2189" y="2116"/>
                        <a:pt x="2250" y="2116"/>
                      </a:cubicBezTo>
                      <a:cubicBezTo>
                        <a:pt x="2311" y="2116"/>
                        <a:pt x="2387" y="2147"/>
                        <a:pt x="2463" y="2162"/>
                      </a:cubicBezTo>
                      <a:cubicBezTo>
                        <a:pt x="2494" y="2177"/>
                        <a:pt x="2525" y="2185"/>
                        <a:pt x="2555" y="2185"/>
                      </a:cubicBezTo>
                      <a:cubicBezTo>
                        <a:pt x="2639" y="2185"/>
                        <a:pt x="2706" y="2122"/>
                        <a:pt x="2706" y="2010"/>
                      </a:cubicBezTo>
                      <a:cubicBezTo>
                        <a:pt x="2706" y="1956"/>
                        <a:pt x="2657" y="1853"/>
                        <a:pt x="2582" y="1853"/>
                      </a:cubicBezTo>
                      <a:cubicBezTo>
                        <a:pt x="2573" y="1853"/>
                        <a:pt x="2564" y="1854"/>
                        <a:pt x="2554" y="1858"/>
                      </a:cubicBezTo>
                      <a:cubicBezTo>
                        <a:pt x="2531" y="1861"/>
                        <a:pt x="2508" y="1862"/>
                        <a:pt x="2486" y="1862"/>
                      </a:cubicBezTo>
                      <a:cubicBezTo>
                        <a:pt x="2052" y="1862"/>
                        <a:pt x="1892" y="1311"/>
                        <a:pt x="1429" y="1311"/>
                      </a:cubicBezTo>
                      <a:cubicBezTo>
                        <a:pt x="1308" y="1311"/>
                        <a:pt x="1125" y="976"/>
                        <a:pt x="1429" y="764"/>
                      </a:cubicBezTo>
                      <a:cubicBezTo>
                        <a:pt x="1581" y="672"/>
                        <a:pt x="1763" y="581"/>
                        <a:pt x="1642" y="338"/>
                      </a:cubicBezTo>
                      <a:cubicBezTo>
                        <a:pt x="1557" y="196"/>
                        <a:pt x="1471" y="1"/>
                        <a:pt x="128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5"/>
                <p:cNvSpPr/>
                <p:nvPr/>
              </p:nvSpPr>
              <p:spPr>
                <a:xfrm>
                  <a:off x="570354" y="547743"/>
                  <a:ext cx="103084" cy="63534"/>
                </a:xfrm>
                <a:custGeom>
                  <a:rect b="b" l="l" r="r" t="t"/>
                  <a:pathLst>
                    <a:path extrusionOk="0" h="2249" w="3649">
                      <a:moveTo>
                        <a:pt x="1522" y="0"/>
                      </a:moveTo>
                      <a:cubicBezTo>
                        <a:pt x="1350" y="0"/>
                        <a:pt x="1156" y="109"/>
                        <a:pt x="1156" y="218"/>
                      </a:cubicBezTo>
                      <a:cubicBezTo>
                        <a:pt x="1065" y="856"/>
                        <a:pt x="517" y="1008"/>
                        <a:pt x="122" y="1342"/>
                      </a:cubicBezTo>
                      <a:cubicBezTo>
                        <a:pt x="31" y="1403"/>
                        <a:pt x="1" y="1555"/>
                        <a:pt x="61" y="1646"/>
                      </a:cubicBezTo>
                      <a:cubicBezTo>
                        <a:pt x="99" y="1684"/>
                        <a:pt x="160" y="1710"/>
                        <a:pt x="215" y="1710"/>
                      </a:cubicBezTo>
                      <a:cubicBezTo>
                        <a:pt x="249" y="1710"/>
                        <a:pt x="281" y="1700"/>
                        <a:pt x="305" y="1677"/>
                      </a:cubicBezTo>
                      <a:cubicBezTo>
                        <a:pt x="444" y="1548"/>
                        <a:pt x="565" y="1495"/>
                        <a:pt x="670" y="1495"/>
                      </a:cubicBezTo>
                      <a:cubicBezTo>
                        <a:pt x="864" y="1495"/>
                        <a:pt x="1007" y="1673"/>
                        <a:pt x="1125" y="1890"/>
                      </a:cubicBezTo>
                      <a:cubicBezTo>
                        <a:pt x="1219" y="2077"/>
                        <a:pt x="1329" y="2152"/>
                        <a:pt x="1454" y="2152"/>
                      </a:cubicBezTo>
                      <a:cubicBezTo>
                        <a:pt x="1573" y="2152"/>
                        <a:pt x="1707" y="2084"/>
                        <a:pt x="1855" y="1981"/>
                      </a:cubicBezTo>
                      <a:cubicBezTo>
                        <a:pt x="2057" y="1854"/>
                        <a:pt x="2234" y="1791"/>
                        <a:pt x="2403" y="1791"/>
                      </a:cubicBezTo>
                      <a:cubicBezTo>
                        <a:pt x="2641" y="1791"/>
                        <a:pt x="2865" y="1915"/>
                        <a:pt x="3131" y="2163"/>
                      </a:cubicBezTo>
                      <a:cubicBezTo>
                        <a:pt x="3184" y="2216"/>
                        <a:pt x="3268" y="2249"/>
                        <a:pt x="3347" y="2249"/>
                      </a:cubicBezTo>
                      <a:cubicBezTo>
                        <a:pt x="3404" y="2249"/>
                        <a:pt x="3458" y="2232"/>
                        <a:pt x="3496" y="2193"/>
                      </a:cubicBezTo>
                      <a:cubicBezTo>
                        <a:pt x="3375" y="1920"/>
                        <a:pt x="3648" y="1707"/>
                        <a:pt x="3587" y="1403"/>
                      </a:cubicBezTo>
                      <a:cubicBezTo>
                        <a:pt x="3538" y="1376"/>
                        <a:pt x="3493" y="1365"/>
                        <a:pt x="3450" y="1365"/>
                      </a:cubicBezTo>
                      <a:cubicBezTo>
                        <a:pt x="3258" y="1365"/>
                        <a:pt x="3123" y="1588"/>
                        <a:pt x="2938" y="1588"/>
                      </a:cubicBezTo>
                      <a:cubicBezTo>
                        <a:pt x="2886" y="1588"/>
                        <a:pt x="2829" y="1570"/>
                        <a:pt x="2767" y="1525"/>
                      </a:cubicBezTo>
                      <a:cubicBezTo>
                        <a:pt x="2463" y="1312"/>
                        <a:pt x="2706" y="947"/>
                        <a:pt x="2615" y="704"/>
                      </a:cubicBezTo>
                      <a:cubicBezTo>
                        <a:pt x="2584" y="696"/>
                        <a:pt x="2552" y="693"/>
                        <a:pt x="2519" y="693"/>
                      </a:cubicBezTo>
                      <a:cubicBezTo>
                        <a:pt x="2421" y="693"/>
                        <a:pt x="2318" y="727"/>
                        <a:pt x="2250" y="795"/>
                      </a:cubicBezTo>
                      <a:cubicBezTo>
                        <a:pt x="2186" y="838"/>
                        <a:pt x="2123" y="895"/>
                        <a:pt x="2039" y="895"/>
                      </a:cubicBezTo>
                      <a:cubicBezTo>
                        <a:pt x="2002" y="895"/>
                        <a:pt x="1962" y="884"/>
                        <a:pt x="1916" y="856"/>
                      </a:cubicBezTo>
                      <a:cubicBezTo>
                        <a:pt x="1733" y="704"/>
                        <a:pt x="2007" y="552"/>
                        <a:pt x="1916" y="370"/>
                      </a:cubicBezTo>
                      <a:cubicBezTo>
                        <a:pt x="1824" y="218"/>
                        <a:pt x="1794" y="35"/>
                        <a:pt x="1581" y="5"/>
                      </a:cubicBezTo>
                      <a:cubicBezTo>
                        <a:pt x="1562" y="2"/>
                        <a:pt x="1542" y="0"/>
                        <a:pt x="152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931865" y="516103"/>
                  <a:ext cx="28" cy="3447"/>
                </a:xfrm>
                <a:custGeom>
                  <a:rect b="b" l="l" r="r" t="t"/>
                  <a:pathLst>
                    <a:path extrusionOk="0" h="122" w="1">
                      <a:moveTo>
                        <a:pt x="0" y="122"/>
                      </a:moveTo>
                      <a:lnTo>
                        <a:pt x="0" y="122"/>
                      </a:lnTo>
                      <a:lnTo>
                        <a:pt x="0" y="0"/>
                      </a:lnTo>
                      <a:cubicBezTo>
                        <a:pt x="0" y="31"/>
                        <a:pt x="0" y="61"/>
                        <a:pt x="0" y="122"/>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
                <p:cNvSpPr/>
                <p:nvPr/>
              </p:nvSpPr>
              <p:spPr>
                <a:xfrm>
                  <a:off x="875196" y="490057"/>
                  <a:ext cx="124526" cy="66218"/>
                </a:xfrm>
                <a:custGeom>
                  <a:rect b="b" l="l" r="r" t="t"/>
                  <a:pathLst>
                    <a:path extrusionOk="0" h="2344" w="4408">
                      <a:moveTo>
                        <a:pt x="992" y="0"/>
                      </a:moveTo>
                      <a:cubicBezTo>
                        <a:pt x="677" y="0"/>
                        <a:pt x="419" y="166"/>
                        <a:pt x="91" y="527"/>
                      </a:cubicBezTo>
                      <a:cubicBezTo>
                        <a:pt x="31" y="588"/>
                        <a:pt x="0" y="679"/>
                        <a:pt x="0" y="770"/>
                      </a:cubicBezTo>
                      <a:cubicBezTo>
                        <a:pt x="20" y="851"/>
                        <a:pt x="95" y="905"/>
                        <a:pt x="178" y="905"/>
                      </a:cubicBezTo>
                      <a:cubicBezTo>
                        <a:pt x="220" y="905"/>
                        <a:pt x="264" y="892"/>
                        <a:pt x="304" y="862"/>
                      </a:cubicBezTo>
                      <a:cubicBezTo>
                        <a:pt x="470" y="751"/>
                        <a:pt x="662" y="697"/>
                        <a:pt x="853" y="697"/>
                      </a:cubicBezTo>
                      <a:cubicBezTo>
                        <a:pt x="1081" y="697"/>
                        <a:pt x="1308" y="774"/>
                        <a:pt x="1490" y="922"/>
                      </a:cubicBezTo>
                      <a:cubicBezTo>
                        <a:pt x="1611" y="922"/>
                        <a:pt x="1773" y="693"/>
                        <a:pt x="1886" y="693"/>
                      </a:cubicBezTo>
                      <a:cubicBezTo>
                        <a:pt x="1942" y="693"/>
                        <a:pt x="1986" y="750"/>
                        <a:pt x="2006" y="922"/>
                      </a:cubicBezTo>
                      <a:cubicBezTo>
                        <a:pt x="2006" y="831"/>
                        <a:pt x="2067" y="770"/>
                        <a:pt x="2158" y="770"/>
                      </a:cubicBezTo>
                      <a:cubicBezTo>
                        <a:pt x="2310" y="801"/>
                        <a:pt x="2401" y="983"/>
                        <a:pt x="2462" y="1166"/>
                      </a:cubicBezTo>
                      <a:cubicBezTo>
                        <a:pt x="2537" y="1314"/>
                        <a:pt x="2620" y="1364"/>
                        <a:pt x="2707" y="1364"/>
                      </a:cubicBezTo>
                      <a:cubicBezTo>
                        <a:pt x="2886" y="1364"/>
                        <a:pt x="3083" y="1154"/>
                        <a:pt x="3254" y="1154"/>
                      </a:cubicBezTo>
                      <a:cubicBezTo>
                        <a:pt x="3307" y="1154"/>
                        <a:pt x="3358" y="1174"/>
                        <a:pt x="3404" y="1226"/>
                      </a:cubicBezTo>
                      <a:cubicBezTo>
                        <a:pt x="3404" y="1409"/>
                        <a:pt x="3252" y="1469"/>
                        <a:pt x="3131" y="1561"/>
                      </a:cubicBezTo>
                      <a:cubicBezTo>
                        <a:pt x="2949" y="1713"/>
                        <a:pt x="2979" y="1834"/>
                        <a:pt x="3070" y="2017"/>
                      </a:cubicBezTo>
                      <a:cubicBezTo>
                        <a:pt x="3264" y="2230"/>
                        <a:pt x="3519" y="2344"/>
                        <a:pt x="3781" y="2344"/>
                      </a:cubicBezTo>
                      <a:cubicBezTo>
                        <a:pt x="3930" y="2344"/>
                        <a:pt x="4082" y="2307"/>
                        <a:pt x="4225" y="2229"/>
                      </a:cubicBezTo>
                      <a:cubicBezTo>
                        <a:pt x="4316" y="2169"/>
                        <a:pt x="4408" y="2077"/>
                        <a:pt x="4347" y="1956"/>
                      </a:cubicBezTo>
                      <a:cubicBezTo>
                        <a:pt x="4305" y="1851"/>
                        <a:pt x="4248" y="1818"/>
                        <a:pt x="4177" y="1818"/>
                      </a:cubicBezTo>
                      <a:cubicBezTo>
                        <a:pt x="4145" y="1818"/>
                        <a:pt x="4111" y="1825"/>
                        <a:pt x="4073" y="1834"/>
                      </a:cubicBezTo>
                      <a:cubicBezTo>
                        <a:pt x="3951" y="1883"/>
                        <a:pt x="3848" y="2011"/>
                        <a:pt x="3669" y="2011"/>
                      </a:cubicBezTo>
                      <a:cubicBezTo>
                        <a:pt x="3626" y="2011"/>
                        <a:pt x="3579" y="2004"/>
                        <a:pt x="3526" y="1986"/>
                      </a:cubicBezTo>
                      <a:cubicBezTo>
                        <a:pt x="3587" y="1682"/>
                        <a:pt x="3800" y="1287"/>
                        <a:pt x="3708" y="1044"/>
                      </a:cubicBezTo>
                      <a:cubicBezTo>
                        <a:pt x="3587" y="801"/>
                        <a:pt x="3070" y="892"/>
                        <a:pt x="2797" y="770"/>
                      </a:cubicBezTo>
                      <a:cubicBezTo>
                        <a:pt x="2523" y="618"/>
                        <a:pt x="2280" y="466"/>
                        <a:pt x="2006" y="345"/>
                      </a:cubicBezTo>
                      <a:cubicBezTo>
                        <a:pt x="1573" y="121"/>
                        <a:pt x="1261" y="0"/>
                        <a:pt x="9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391760" y="747948"/>
                  <a:ext cx="24916" cy="42347"/>
                </a:xfrm>
                <a:custGeom>
                  <a:rect b="b" l="l" r="r" t="t"/>
                  <a:pathLst>
                    <a:path extrusionOk="0" h="1499" w="882">
                      <a:moveTo>
                        <a:pt x="0" y="0"/>
                      </a:moveTo>
                      <a:lnTo>
                        <a:pt x="0" y="1064"/>
                      </a:lnTo>
                      <a:cubicBezTo>
                        <a:pt x="110" y="1256"/>
                        <a:pt x="195" y="1498"/>
                        <a:pt x="368" y="1498"/>
                      </a:cubicBezTo>
                      <a:cubicBezTo>
                        <a:pt x="386" y="1498"/>
                        <a:pt x="405" y="1495"/>
                        <a:pt x="426" y="1490"/>
                      </a:cubicBezTo>
                      <a:cubicBezTo>
                        <a:pt x="882" y="1338"/>
                        <a:pt x="365" y="1064"/>
                        <a:pt x="396" y="851"/>
                      </a:cubicBezTo>
                      <a:cubicBezTo>
                        <a:pt x="396" y="760"/>
                        <a:pt x="456" y="699"/>
                        <a:pt x="487" y="608"/>
                      </a:cubicBezTo>
                      <a:cubicBezTo>
                        <a:pt x="548" y="365"/>
                        <a:pt x="396" y="122"/>
                        <a:pt x="152" y="31"/>
                      </a:cubicBezTo>
                      <a:cubicBezTo>
                        <a:pt x="92" y="31"/>
                        <a:pt x="31" y="0"/>
                        <a:pt x="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
                <p:cNvSpPr/>
                <p:nvPr/>
              </p:nvSpPr>
              <p:spPr>
                <a:xfrm>
                  <a:off x="864038" y="591671"/>
                  <a:ext cx="80739" cy="77320"/>
                </a:xfrm>
                <a:custGeom>
                  <a:rect b="b" l="l" r="r" t="t"/>
                  <a:pathLst>
                    <a:path extrusionOk="0" h="2737" w="2858">
                      <a:moveTo>
                        <a:pt x="2857" y="0"/>
                      </a:moveTo>
                      <a:cubicBezTo>
                        <a:pt x="2189" y="243"/>
                        <a:pt x="2219" y="243"/>
                        <a:pt x="2310" y="730"/>
                      </a:cubicBezTo>
                      <a:cubicBezTo>
                        <a:pt x="2444" y="1397"/>
                        <a:pt x="2178" y="1948"/>
                        <a:pt x="1493" y="1948"/>
                      </a:cubicBezTo>
                      <a:cubicBezTo>
                        <a:pt x="1399" y="1948"/>
                        <a:pt x="1296" y="1937"/>
                        <a:pt x="1185" y="1915"/>
                      </a:cubicBezTo>
                      <a:cubicBezTo>
                        <a:pt x="912" y="1854"/>
                        <a:pt x="851" y="1702"/>
                        <a:pt x="699" y="1581"/>
                      </a:cubicBezTo>
                      <a:cubicBezTo>
                        <a:pt x="618" y="1517"/>
                        <a:pt x="542" y="1492"/>
                        <a:pt x="473" y="1492"/>
                      </a:cubicBezTo>
                      <a:cubicBezTo>
                        <a:pt x="310" y="1492"/>
                        <a:pt x="186" y="1635"/>
                        <a:pt x="122" y="1763"/>
                      </a:cubicBezTo>
                      <a:cubicBezTo>
                        <a:pt x="0" y="1915"/>
                        <a:pt x="152" y="2037"/>
                        <a:pt x="365" y="2037"/>
                      </a:cubicBezTo>
                      <a:cubicBezTo>
                        <a:pt x="821" y="2067"/>
                        <a:pt x="730" y="2736"/>
                        <a:pt x="1185" y="2736"/>
                      </a:cubicBezTo>
                      <a:cubicBezTo>
                        <a:pt x="1194" y="2737"/>
                        <a:pt x="1203" y="2737"/>
                        <a:pt x="1212" y="2737"/>
                      </a:cubicBezTo>
                      <a:cubicBezTo>
                        <a:pt x="1500" y="2737"/>
                        <a:pt x="1676" y="2344"/>
                        <a:pt x="1980" y="2344"/>
                      </a:cubicBezTo>
                      <a:cubicBezTo>
                        <a:pt x="2044" y="2344"/>
                        <a:pt x="2112" y="2361"/>
                        <a:pt x="2189" y="2401"/>
                      </a:cubicBezTo>
                      <a:cubicBezTo>
                        <a:pt x="2234" y="2417"/>
                        <a:pt x="2280" y="2424"/>
                        <a:pt x="2321" y="2424"/>
                      </a:cubicBezTo>
                      <a:cubicBezTo>
                        <a:pt x="2363" y="2424"/>
                        <a:pt x="2401" y="2417"/>
                        <a:pt x="2432" y="2401"/>
                      </a:cubicBezTo>
                      <a:cubicBezTo>
                        <a:pt x="2584" y="2310"/>
                        <a:pt x="2857" y="2219"/>
                        <a:pt x="2766" y="2006"/>
                      </a:cubicBezTo>
                      <a:cubicBezTo>
                        <a:pt x="2371" y="1338"/>
                        <a:pt x="2827" y="730"/>
                        <a:pt x="285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1043536" y="254342"/>
                  <a:ext cx="98734" cy="59127"/>
                </a:xfrm>
                <a:custGeom>
                  <a:rect b="b" l="l" r="r" t="t"/>
                  <a:pathLst>
                    <a:path extrusionOk="0" h="2093" w="3495">
                      <a:moveTo>
                        <a:pt x="2730" y="0"/>
                      </a:moveTo>
                      <a:cubicBezTo>
                        <a:pt x="2576" y="0"/>
                        <a:pt x="2422" y="39"/>
                        <a:pt x="2278" y="117"/>
                      </a:cubicBezTo>
                      <a:cubicBezTo>
                        <a:pt x="1883" y="360"/>
                        <a:pt x="1519" y="664"/>
                        <a:pt x="1154" y="938"/>
                      </a:cubicBezTo>
                      <a:cubicBezTo>
                        <a:pt x="1233" y="1097"/>
                        <a:pt x="1313" y="1350"/>
                        <a:pt x="1109" y="1350"/>
                      </a:cubicBezTo>
                      <a:cubicBezTo>
                        <a:pt x="1079" y="1350"/>
                        <a:pt x="1044" y="1345"/>
                        <a:pt x="1002" y="1333"/>
                      </a:cubicBezTo>
                      <a:cubicBezTo>
                        <a:pt x="759" y="1272"/>
                        <a:pt x="515" y="1212"/>
                        <a:pt x="242" y="1212"/>
                      </a:cubicBezTo>
                      <a:cubicBezTo>
                        <a:pt x="212" y="1205"/>
                        <a:pt x="188" y="1202"/>
                        <a:pt x="167" y="1202"/>
                      </a:cubicBezTo>
                      <a:cubicBezTo>
                        <a:pt x="1" y="1202"/>
                        <a:pt x="133" y="1407"/>
                        <a:pt x="242" y="1515"/>
                      </a:cubicBezTo>
                      <a:cubicBezTo>
                        <a:pt x="291" y="1491"/>
                        <a:pt x="380" y="1446"/>
                        <a:pt x="428" y="1446"/>
                      </a:cubicBezTo>
                      <a:cubicBezTo>
                        <a:pt x="440" y="1446"/>
                        <a:pt x="449" y="1449"/>
                        <a:pt x="455" y="1455"/>
                      </a:cubicBezTo>
                      <a:cubicBezTo>
                        <a:pt x="880" y="2093"/>
                        <a:pt x="1549" y="1880"/>
                        <a:pt x="2126" y="2063"/>
                      </a:cubicBezTo>
                      <a:cubicBezTo>
                        <a:pt x="2157" y="1667"/>
                        <a:pt x="1914" y="1515"/>
                        <a:pt x="1792" y="1303"/>
                      </a:cubicBezTo>
                      <a:cubicBezTo>
                        <a:pt x="1610" y="1090"/>
                        <a:pt x="1762" y="786"/>
                        <a:pt x="2035" y="786"/>
                      </a:cubicBezTo>
                      <a:cubicBezTo>
                        <a:pt x="2097" y="807"/>
                        <a:pt x="2158" y="815"/>
                        <a:pt x="2218" y="815"/>
                      </a:cubicBezTo>
                      <a:cubicBezTo>
                        <a:pt x="2480" y="815"/>
                        <a:pt x="2729" y="656"/>
                        <a:pt x="2976" y="656"/>
                      </a:cubicBezTo>
                      <a:cubicBezTo>
                        <a:pt x="3007" y="656"/>
                        <a:pt x="3038" y="659"/>
                        <a:pt x="3069" y="664"/>
                      </a:cubicBezTo>
                      <a:cubicBezTo>
                        <a:pt x="3160" y="680"/>
                        <a:pt x="3236" y="702"/>
                        <a:pt x="3300" y="702"/>
                      </a:cubicBezTo>
                      <a:cubicBezTo>
                        <a:pt x="3365" y="702"/>
                        <a:pt x="3418" y="680"/>
                        <a:pt x="3464" y="604"/>
                      </a:cubicBezTo>
                      <a:cubicBezTo>
                        <a:pt x="3494" y="452"/>
                        <a:pt x="3433" y="300"/>
                        <a:pt x="3312" y="208"/>
                      </a:cubicBezTo>
                      <a:cubicBezTo>
                        <a:pt x="3138" y="70"/>
                        <a:pt x="2935" y="0"/>
                        <a:pt x="273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5"/>
                <p:cNvSpPr/>
                <p:nvPr/>
              </p:nvSpPr>
              <p:spPr>
                <a:xfrm>
                  <a:off x="626176" y="252477"/>
                  <a:ext cx="63563" cy="34550"/>
                </a:xfrm>
                <a:custGeom>
                  <a:rect b="b" l="l" r="r" t="t"/>
                  <a:pathLst>
                    <a:path extrusionOk="0" h="1223" w="2250">
                      <a:moveTo>
                        <a:pt x="821" y="1"/>
                      </a:moveTo>
                      <a:cubicBezTo>
                        <a:pt x="892" y="37"/>
                        <a:pt x="953" y="51"/>
                        <a:pt x="1016" y="51"/>
                      </a:cubicBezTo>
                      <a:cubicBezTo>
                        <a:pt x="1060" y="51"/>
                        <a:pt x="1105" y="44"/>
                        <a:pt x="1155" y="31"/>
                      </a:cubicBezTo>
                      <a:lnTo>
                        <a:pt x="1155" y="214"/>
                      </a:lnTo>
                      <a:lnTo>
                        <a:pt x="0" y="974"/>
                      </a:lnTo>
                      <a:cubicBezTo>
                        <a:pt x="68" y="1158"/>
                        <a:pt x="153" y="1222"/>
                        <a:pt x="257" y="1222"/>
                      </a:cubicBezTo>
                      <a:cubicBezTo>
                        <a:pt x="342" y="1222"/>
                        <a:pt x="439" y="1180"/>
                        <a:pt x="548" y="1126"/>
                      </a:cubicBezTo>
                      <a:cubicBezTo>
                        <a:pt x="868" y="929"/>
                        <a:pt x="1108" y="612"/>
                        <a:pt x="1479" y="612"/>
                      </a:cubicBezTo>
                      <a:cubicBezTo>
                        <a:pt x="1565" y="612"/>
                        <a:pt x="1659" y="629"/>
                        <a:pt x="1763" y="670"/>
                      </a:cubicBezTo>
                      <a:cubicBezTo>
                        <a:pt x="1770" y="672"/>
                        <a:pt x="1778" y="673"/>
                        <a:pt x="1787" y="673"/>
                      </a:cubicBezTo>
                      <a:cubicBezTo>
                        <a:pt x="1895" y="673"/>
                        <a:pt x="2128" y="513"/>
                        <a:pt x="2128" y="457"/>
                      </a:cubicBezTo>
                      <a:cubicBezTo>
                        <a:pt x="2098" y="274"/>
                        <a:pt x="2159" y="122"/>
                        <a:pt x="22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855450" y="260217"/>
                  <a:ext cx="72998" cy="70427"/>
                </a:xfrm>
                <a:custGeom>
                  <a:rect b="b" l="l" r="r" t="t"/>
                  <a:pathLst>
                    <a:path extrusionOk="0" h="2493" w="2584">
                      <a:moveTo>
                        <a:pt x="2249" y="0"/>
                      </a:moveTo>
                      <a:lnTo>
                        <a:pt x="2249" y="0"/>
                      </a:lnTo>
                      <a:cubicBezTo>
                        <a:pt x="2052" y="66"/>
                        <a:pt x="1840" y="258"/>
                        <a:pt x="1611" y="258"/>
                      </a:cubicBezTo>
                      <a:cubicBezTo>
                        <a:pt x="1522" y="258"/>
                        <a:pt x="1431" y="229"/>
                        <a:pt x="1337" y="152"/>
                      </a:cubicBezTo>
                      <a:cubicBezTo>
                        <a:pt x="1329" y="148"/>
                        <a:pt x="1321" y="147"/>
                        <a:pt x="1312" y="147"/>
                      </a:cubicBezTo>
                      <a:cubicBezTo>
                        <a:pt x="1254" y="147"/>
                        <a:pt x="1185" y="229"/>
                        <a:pt x="1185" y="335"/>
                      </a:cubicBezTo>
                      <a:cubicBezTo>
                        <a:pt x="1185" y="426"/>
                        <a:pt x="1246" y="487"/>
                        <a:pt x="1337" y="517"/>
                      </a:cubicBezTo>
                      <a:cubicBezTo>
                        <a:pt x="1354" y="521"/>
                        <a:pt x="1372" y="523"/>
                        <a:pt x="1391" y="523"/>
                      </a:cubicBezTo>
                      <a:cubicBezTo>
                        <a:pt x="1421" y="523"/>
                        <a:pt x="1452" y="519"/>
                        <a:pt x="1483" y="519"/>
                      </a:cubicBezTo>
                      <a:cubicBezTo>
                        <a:pt x="1571" y="519"/>
                        <a:pt x="1652" y="547"/>
                        <a:pt x="1672" y="760"/>
                      </a:cubicBezTo>
                      <a:lnTo>
                        <a:pt x="851" y="1307"/>
                      </a:lnTo>
                      <a:cubicBezTo>
                        <a:pt x="608" y="1490"/>
                        <a:pt x="365" y="1642"/>
                        <a:pt x="152" y="1824"/>
                      </a:cubicBezTo>
                      <a:cubicBezTo>
                        <a:pt x="0" y="1946"/>
                        <a:pt x="30" y="2098"/>
                        <a:pt x="152" y="2219"/>
                      </a:cubicBezTo>
                      <a:cubicBezTo>
                        <a:pt x="243" y="2341"/>
                        <a:pt x="274" y="2493"/>
                        <a:pt x="456" y="2493"/>
                      </a:cubicBezTo>
                      <a:cubicBezTo>
                        <a:pt x="669" y="2493"/>
                        <a:pt x="578" y="2311"/>
                        <a:pt x="638" y="2189"/>
                      </a:cubicBezTo>
                      <a:cubicBezTo>
                        <a:pt x="717" y="1823"/>
                        <a:pt x="1042" y="1592"/>
                        <a:pt x="1402" y="1592"/>
                      </a:cubicBezTo>
                      <a:cubicBezTo>
                        <a:pt x="1461" y="1592"/>
                        <a:pt x="1521" y="1599"/>
                        <a:pt x="1581" y="1611"/>
                      </a:cubicBezTo>
                      <a:cubicBezTo>
                        <a:pt x="1630" y="1624"/>
                        <a:pt x="1685" y="1636"/>
                        <a:pt x="1732" y="1636"/>
                      </a:cubicBezTo>
                      <a:cubicBezTo>
                        <a:pt x="1801" y="1636"/>
                        <a:pt x="1854" y="1610"/>
                        <a:pt x="1854" y="1520"/>
                      </a:cubicBezTo>
                      <a:cubicBezTo>
                        <a:pt x="1854" y="1004"/>
                        <a:pt x="2584" y="700"/>
                        <a:pt x="224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a:off x="429530" y="815097"/>
                  <a:ext cx="48985" cy="62517"/>
                </a:xfrm>
                <a:custGeom>
                  <a:rect b="b" l="l" r="r" t="t"/>
                  <a:pathLst>
                    <a:path extrusionOk="0" h="2213" w="1734">
                      <a:moveTo>
                        <a:pt x="885" y="735"/>
                      </a:moveTo>
                      <a:cubicBezTo>
                        <a:pt x="930" y="735"/>
                        <a:pt x="971" y="766"/>
                        <a:pt x="1004" y="815"/>
                      </a:cubicBezTo>
                      <a:cubicBezTo>
                        <a:pt x="1065" y="845"/>
                        <a:pt x="1065" y="967"/>
                        <a:pt x="1004" y="1027"/>
                      </a:cubicBezTo>
                      <a:cubicBezTo>
                        <a:pt x="973" y="1058"/>
                        <a:pt x="928" y="1073"/>
                        <a:pt x="882" y="1073"/>
                      </a:cubicBezTo>
                      <a:cubicBezTo>
                        <a:pt x="837" y="1073"/>
                        <a:pt x="791" y="1058"/>
                        <a:pt x="761" y="1027"/>
                      </a:cubicBezTo>
                      <a:cubicBezTo>
                        <a:pt x="669" y="967"/>
                        <a:pt x="730" y="875"/>
                        <a:pt x="761" y="815"/>
                      </a:cubicBezTo>
                      <a:cubicBezTo>
                        <a:pt x="803" y="758"/>
                        <a:pt x="845" y="735"/>
                        <a:pt x="885" y="735"/>
                      </a:cubicBezTo>
                      <a:close/>
                      <a:moveTo>
                        <a:pt x="1187" y="0"/>
                      </a:moveTo>
                      <a:cubicBezTo>
                        <a:pt x="1000" y="0"/>
                        <a:pt x="785" y="110"/>
                        <a:pt x="548" y="328"/>
                      </a:cubicBezTo>
                      <a:cubicBezTo>
                        <a:pt x="518" y="359"/>
                        <a:pt x="487" y="389"/>
                        <a:pt x="426" y="420"/>
                      </a:cubicBezTo>
                      <a:cubicBezTo>
                        <a:pt x="1" y="572"/>
                        <a:pt x="1" y="572"/>
                        <a:pt x="214" y="967"/>
                      </a:cubicBezTo>
                      <a:cubicBezTo>
                        <a:pt x="335" y="1149"/>
                        <a:pt x="457" y="1301"/>
                        <a:pt x="335" y="1575"/>
                      </a:cubicBezTo>
                      <a:cubicBezTo>
                        <a:pt x="244" y="1818"/>
                        <a:pt x="487" y="2000"/>
                        <a:pt x="913" y="2213"/>
                      </a:cubicBezTo>
                      <a:cubicBezTo>
                        <a:pt x="700" y="1605"/>
                        <a:pt x="1065" y="1483"/>
                        <a:pt x="1338" y="1271"/>
                      </a:cubicBezTo>
                      <a:cubicBezTo>
                        <a:pt x="1673" y="997"/>
                        <a:pt x="1733" y="511"/>
                        <a:pt x="1521" y="146"/>
                      </a:cubicBezTo>
                      <a:cubicBezTo>
                        <a:pt x="1423" y="49"/>
                        <a:pt x="1311" y="0"/>
                        <a:pt x="118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1311399" y="422738"/>
                  <a:ext cx="80739" cy="37573"/>
                </a:xfrm>
                <a:custGeom>
                  <a:rect b="b" l="l" r="r" t="t"/>
                  <a:pathLst>
                    <a:path extrusionOk="0" h="1330" w="2858">
                      <a:moveTo>
                        <a:pt x="2326" y="0"/>
                      </a:moveTo>
                      <a:cubicBezTo>
                        <a:pt x="2030" y="0"/>
                        <a:pt x="1742" y="180"/>
                        <a:pt x="1458" y="180"/>
                      </a:cubicBezTo>
                      <a:cubicBezTo>
                        <a:pt x="1367" y="180"/>
                        <a:pt x="1276" y="162"/>
                        <a:pt x="1186" y="114"/>
                      </a:cubicBezTo>
                      <a:cubicBezTo>
                        <a:pt x="1070" y="63"/>
                        <a:pt x="967" y="42"/>
                        <a:pt x="872" y="42"/>
                      </a:cubicBezTo>
                      <a:cubicBezTo>
                        <a:pt x="566" y="42"/>
                        <a:pt x="346" y="263"/>
                        <a:pt x="91" y="448"/>
                      </a:cubicBezTo>
                      <a:cubicBezTo>
                        <a:pt x="31" y="479"/>
                        <a:pt x="0" y="570"/>
                        <a:pt x="31" y="661"/>
                      </a:cubicBezTo>
                      <a:cubicBezTo>
                        <a:pt x="84" y="732"/>
                        <a:pt x="137" y="762"/>
                        <a:pt x="197" y="762"/>
                      </a:cubicBezTo>
                      <a:cubicBezTo>
                        <a:pt x="239" y="762"/>
                        <a:pt x="284" y="747"/>
                        <a:pt x="335" y="722"/>
                      </a:cubicBezTo>
                      <a:cubicBezTo>
                        <a:pt x="426" y="661"/>
                        <a:pt x="517" y="570"/>
                        <a:pt x="638" y="539"/>
                      </a:cubicBezTo>
                      <a:cubicBezTo>
                        <a:pt x="746" y="475"/>
                        <a:pt x="853" y="320"/>
                        <a:pt x="982" y="320"/>
                      </a:cubicBezTo>
                      <a:cubicBezTo>
                        <a:pt x="1036" y="320"/>
                        <a:pt x="1093" y="346"/>
                        <a:pt x="1155" y="418"/>
                      </a:cubicBezTo>
                      <a:cubicBezTo>
                        <a:pt x="1307" y="539"/>
                        <a:pt x="1459" y="691"/>
                        <a:pt x="1307" y="935"/>
                      </a:cubicBezTo>
                      <a:cubicBezTo>
                        <a:pt x="1246" y="1056"/>
                        <a:pt x="1277" y="1178"/>
                        <a:pt x="1459" y="1330"/>
                      </a:cubicBezTo>
                      <a:cubicBezTo>
                        <a:pt x="1976" y="1026"/>
                        <a:pt x="2432" y="722"/>
                        <a:pt x="2857" y="357"/>
                      </a:cubicBezTo>
                      <a:cubicBezTo>
                        <a:pt x="2797" y="114"/>
                        <a:pt x="2675" y="114"/>
                        <a:pt x="2584" y="53"/>
                      </a:cubicBezTo>
                      <a:cubicBezTo>
                        <a:pt x="2497" y="15"/>
                        <a:pt x="2411" y="0"/>
                        <a:pt x="232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5"/>
                <p:cNvSpPr/>
                <p:nvPr/>
              </p:nvSpPr>
              <p:spPr>
                <a:xfrm>
                  <a:off x="1118200" y="309598"/>
                  <a:ext cx="45539" cy="55850"/>
                </a:xfrm>
                <a:custGeom>
                  <a:rect b="b" l="l" r="r" t="t"/>
                  <a:pathLst>
                    <a:path extrusionOk="0" h="1977" w="1612">
                      <a:moveTo>
                        <a:pt x="785" y="605"/>
                      </a:moveTo>
                      <a:cubicBezTo>
                        <a:pt x="840" y="605"/>
                        <a:pt x="894" y="626"/>
                        <a:pt x="942" y="684"/>
                      </a:cubicBezTo>
                      <a:cubicBezTo>
                        <a:pt x="1094" y="806"/>
                        <a:pt x="1186" y="988"/>
                        <a:pt x="1246" y="1170"/>
                      </a:cubicBezTo>
                      <a:cubicBezTo>
                        <a:pt x="1178" y="1209"/>
                        <a:pt x="1113" y="1223"/>
                        <a:pt x="1050" y="1223"/>
                      </a:cubicBezTo>
                      <a:cubicBezTo>
                        <a:pt x="917" y="1223"/>
                        <a:pt x="793" y="1161"/>
                        <a:pt x="669" y="1140"/>
                      </a:cubicBezTo>
                      <a:cubicBezTo>
                        <a:pt x="625" y="1140"/>
                        <a:pt x="576" y="1148"/>
                        <a:pt x="530" y="1148"/>
                      </a:cubicBezTo>
                      <a:cubicBezTo>
                        <a:pt x="449" y="1148"/>
                        <a:pt x="373" y="1123"/>
                        <a:pt x="334" y="988"/>
                      </a:cubicBezTo>
                      <a:cubicBezTo>
                        <a:pt x="274" y="806"/>
                        <a:pt x="395" y="806"/>
                        <a:pt x="486" y="745"/>
                      </a:cubicBezTo>
                      <a:cubicBezTo>
                        <a:pt x="549" y="703"/>
                        <a:pt x="668" y="605"/>
                        <a:pt x="785" y="605"/>
                      </a:cubicBezTo>
                      <a:close/>
                      <a:moveTo>
                        <a:pt x="475" y="1"/>
                      </a:moveTo>
                      <a:cubicBezTo>
                        <a:pt x="379" y="1"/>
                        <a:pt x="281" y="15"/>
                        <a:pt x="183" y="46"/>
                      </a:cubicBezTo>
                      <a:cubicBezTo>
                        <a:pt x="243" y="319"/>
                        <a:pt x="183" y="593"/>
                        <a:pt x="61" y="836"/>
                      </a:cubicBezTo>
                      <a:cubicBezTo>
                        <a:pt x="0" y="1201"/>
                        <a:pt x="122" y="1535"/>
                        <a:pt x="365" y="1778"/>
                      </a:cubicBezTo>
                      <a:cubicBezTo>
                        <a:pt x="444" y="1897"/>
                        <a:pt x="536" y="1977"/>
                        <a:pt x="632" y="1977"/>
                      </a:cubicBezTo>
                      <a:cubicBezTo>
                        <a:pt x="684" y="1977"/>
                        <a:pt x="737" y="1953"/>
                        <a:pt x="790" y="1900"/>
                      </a:cubicBezTo>
                      <a:cubicBezTo>
                        <a:pt x="912" y="1718"/>
                        <a:pt x="1611" y="1748"/>
                        <a:pt x="1246" y="1201"/>
                      </a:cubicBezTo>
                      <a:cubicBezTo>
                        <a:pt x="1459" y="1049"/>
                        <a:pt x="1490" y="806"/>
                        <a:pt x="1368" y="593"/>
                      </a:cubicBezTo>
                      <a:cubicBezTo>
                        <a:pt x="1198" y="229"/>
                        <a:pt x="854" y="1"/>
                        <a:pt x="4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555749" y="519606"/>
                  <a:ext cx="61868" cy="34860"/>
                </a:xfrm>
                <a:custGeom>
                  <a:rect b="b" l="l" r="r" t="t"/>
                  <a:pathLst>
                    <a:path extrusionOk="0" h="1234" w="2190">
                      <a:moveTo>
                        <a:pt x="992" y="1"/>
                      </a:moveTo>
                      <a:cubicBezTo>
                        <a:pt x="451" y="1"/>
                        <a:pt x="191" y="295"/>
                        <a:pt x="62" y="940"/>
                      </a:cubicBezTo>
                      <a:cubicBezTo>
                        <a:pt x="31" y="1062"/>
                        <a:pt x="1" y="1183"/>
                        <a:pt x="153" y="1214"/>
                      </a:cubicBezTo>
                      <a:cubicBezTo>
                        <a:pt x="180" y="1227"/>
                        <a:pt x="203" y="1233"/>
                        <a:pt x="225" y="1233"/>
                      </a:cubicBezTo>
                      <a:cubicBezTo>
                        <a:pt x="301" y="1233"/>
                        <a:pt x="349" y="1157"/>
                        <a:pt x="396" y="1062"/>
                      </a:cubicBezTo>
                      <a:cubicBezTo>
                        <a:pt x="518" y="748"/>
                        <a:pt x="580" y="614"/>
                        <a:pt x="708" y="614"/>
                      </a:cubicBezTo>
                      <a:cubicBezTo>
                        <a:pt x="803" y="614"/>
                        <a:pt x="935" y="689"/>
                        <a:pt x="1156" y="819"/>
                      </a:cubicBezTo>
                      <a:cubicBezTo>
                        <a:pt x="1217" y="864"/>
                        <a:pt x="1293" y="887"/>
                        <a:pt x="1365" y="887"/>
                      </a:cubicBezTo>
                      <a:cubicBezTo>
                        <a:pt x="1437" y="887"/>
                        <a:pt x="1506" y="864"/>
                        <a:pt x="1551" y="819"/>
                      </a:cubicBezTo>
                      <a:cubicBezTo>
                        <a:pt x="1764" y="667"/>
                        <a:pt x="2037" y="575"/>
                        <a:pt x="2189" y="211"/>
                      </a:cubicBezTo>
                      <a:lnTo>
                        <a:pt x="1308" y="28"/>
                      </a:lnTo>
                      <a:cubicBezTo>
                        <a:pt x="1193" y="10"/>
                        <a:pt x="1088" y="1"/>
                        <a:pt x="99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
                <p:cNvSpPr/>
                <p:nvPr/>
              </p:nvSpPr>
              <p:spPr>
                <a:xfrm>
                  <a:off x="415800" y="729840"/>
                  <a:ext cx="48957" cy="44465"/>
                </a:xfrm>
                <a:custGeom>
                  <a:rect b="b" l="l" r="r" t="t"/>
                  <a:pathLst>
                    <a:path extrusionOk="0" h="1574" w="1733">
                      <a:moveTo>
                        <a:pt x="1532" y="0"/>
                      </a:moveTo>
                      <a:cubicBezTo>
                        <a:pt x="1499" y="0"/>
                        <a:pt x="1464" y="10"/>
                        <a:pt x="1429" y="33"/>
                      </a:cubicBezTo>
                      <a:cubicBezTo>
                        <a:pt x="1277" y="94"/>
                        <a:pt x="1034" y="185"/>
                        <a:pt x="1064" y="368"/>
                      </a:cubicBezTo>
                      <a:cubicBezTo>
                        <a:pt x="1101" y="641"/>
                        <a:pt x="1028" y="696"/>
                        <a:pt x="905" y="696"/>
                      </a:cubicBezTo>
                      <a:cubicBezTo>
                        <a:pt x="822" y="696"/>
                        <a:pt x="718" y="672"/>
                        <a:pt x="608" y="672"/>
                      </a:cubicBezTo>
                      <a:cubicBezTo>
                        <a:pt x="183" y="672"/>
                        <a:pt x="0" y="1006"/>
                        <a:pt x="213" y="1310"/>
                      </a:cubicBezTo>
                      <a:cubicBezTo>
                        <a:pt x="409" y="1486"/>
                        <a:pt x="654" y="1574"/>
                        <a:pt x="902" y="1574"/>
                      </a:cubicBezTo>
                      <a:cubicBezTo>
                        <a:pt x="1039" y="1574"/>
                        <a:pt x="1177" y="1547"/>
                        <a:pt x="1307" y="1492"/>
                      </a:cubicBezTo>
                      <a:cubicBezTo>
                        <a:pt x="1459" y="1401"/>
                        <a:pt x="1611" y="1219"/>
                        <a:pt x="1459" y="1067"/>
                      </a:cubicBezTo>
                      <a:cubicBezTo>
                        <a:pt x="1155" y="672"/>
                        <a:pt x="1338" y="489"/>
                        <a:pt x="1642" y="307"/>
                      </a:cubicBezTo>
                      <a:cubicBezTo>
                        <a:pt x="1733" y="246"/>
                        <a:pt x="1733" y="124"/>
                        <a:pt x="1672" y="64"/>
                      </a:cubicBezTo>
                      <a:cubicBezTo>
                        <a:pt x="1635" y="26"/>
                        <a:pt x="1585" y="0"/>
                        <a:pt x="153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809940" y="772836"/>
                  <a:ext cx="51528" cy="46019"/>
                </a:xfrm>
                <a:custGeom>
                  <a:rect b="b" l="l" r="r" t="t"/>
                  <a:pathLst>
                    <a:path extrusionOk="0" h="1629" w="1824">
                      <a:moveTo>
                        <a:pt x="152" y="1"/>
                      </a:moveTo>
                      <a:cubicBezTo>
                        <a:pt x="426" y="426"/>
                        <a:pt x="0" y="761"/>
                        <a:pt x="304" y="1064"/>
                      </a:cubicBezTo>
                      <a:cubicBezTo>
                        <a:pt x="547" y="1277"/>
                        <a:pt x="790" y="1460"/>
                        <a:pt x="1064" y="1581"/>
                      </a:cubicBezTo>
                      <a:cubicBezTo>
                        <a:pt x="1128" y="1613"/>
                        <a:pt x="1196" y="1628"/>
                        <a:pt x="1264" y="1628"/>
                      </a:cubicBezTo>
                      <a:cubicBezTo>
                        <a:pt x="1454" y="1628"/>
                        <a:pt x="1643" y="1509"/>
                        <a:pt x="1733" y="1308"/>
                      </a:cubicBezTo>
                      <a:cubicBezTo>
                        <a:pt x="1824" y="1125"/>
                        <a:pt x="1641" y="973"/>
                        <a:pt x="1520" y="852"/>
                      </a:cubicBezTo>
                      <a:cubicBezTo>
                        <a:pt x="1456" y="788"/>
                        <a:pt x="1398" y="764"/>
                        <a:pt x="1344" y="764"/>
                      </a:cubicBezTo>
                      <a:cubicBezTo>
                        <a:pt x="1192" y="764"/>
                        <a:pt x="1069" y="951"/>
                        <a:pt x="912" y="973"/>
                      </a:cubicBezTo>
                      <a:cubicBezTo>
                        <a:pt x="851" y="973"/>
                        <a:pt x="790" y="973"/>
                        <a:pt x="699" y="943"/>
                      </a:cubicBezTo>
                      <a:cubicBezTo>
                        <a:pt x="790" y="578"/>
                        <a:pt x="882" y="183"/>
                        <a:pt x="15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5"/>
                <p:cNvSpPr/>
                <p:nvPr/>
              </p:nvSpPr>
              <p:spPr>
                <a:xfrm>
                  <a:off x="742084" y="550031"/>
                  <a:ext cx="50709" cy="42742"/>
                </a:xfrm>
                <a:custGeom>
                  <a:rect b="b" l="l" r="r" t="t"/>
                  <a:pathLst>
                    <a:path extrusionOk="0" h="1513" w="1795">
                      <a:moveTo>
                        <a:pt x="541" y="1"/>
                      </a:moveTo>
                      <a:cubicBezTo>
                        <a:pt x="477" y="1"/>
                        <a:pt x="408" y="24"/>
                        <a:pt x="335" y="76"/>
                      </a:cubicBezTo>
                      <a:cubicBezTo>
                        <a:pt x="183" y="167"/>
                        <a:pt x="1" y="289"/>
                        <a:pt x="62" y="502"/>
                      </a:cubicBezTo>
                      <a:cubicBezTo>
                        <a:pt x="118" y="699"/>
                        <a:pt x="200" y="870"/>
                        <a:pt x="430" y="870"/>
                      </a:cubicBezTo>
                      <a:cubicBezTo>
                        <a:pt x="448" y="870"/>
                        <a:pt x="467" y="868"/>
                        <a:pt x="487" y="866"/>
                      </a:cubicBezTo>
                      <a:cubicBezTo>
                        <a:pt x="512" y="865"/>
                        <a:pt x="534" y="864"/>
                        <a:pt x="555" y="864"/>
                      </a:cubicBezTo>
                      <a:cubicBezTo>
                        <a:pt x="899" y="864"/>
                        <a:pt x="786" y="1091"/>
                        <a:pt x="700" y="1292"/>
                      </a:cubicBezTo>
                      <a:cubicBezTo>
                        <a:pt x="670" y="1413"/>
                        <a:pt x="730" y="1474"/>
                        <a:pt x="822" y="1505"/>
                      </a:cubicBezTo>
                      <a:cubicBezTo>
                        <a:pt x="838" y="1510"/>
                        <a:pt x="856" y="1513"/>
                        <a:pt x="874" y="1513"/>
                      </a:cubicBezTo>
                      <a:cubicBezTo>
                        <a:pt x="953" y="1513"/>
                        <a:pt x="1034" y="1463"/>
                        <a:pt x="1034" y="1413"/>
                      </a:cubicBezTo>
                      <a:cubicBezTo>
                        <a:pt x="943" y="897"/>
                        <a:pt x="1399" y="805"/>
                        <a:pt x="1673" y="562"/>
                      </a:cubicBezTo>
                      <a:cubicBezTo>
                        <a:pt x="1764" y="502"/>
                        <a:pt x="1794" y="380"/>
                        <a:pt x="1764" y="289"/>
                      </a:cubicBezTo>
                      <a:cubicBezTo>
                        <a:pt x="1711" y="236"/>
                        <a:pt x="1637" y="203"/>
                        <a:pt x="1567" y="203"/>
                      </a:cubicBezTo>
                      <a:cubicBezTo>
                        <a:pt x="1516" y="203"/>
                        <a:pt x="1468" y="220"/>
                        <a:pt x="1429" y="258"/>
                      </a:cubicBezTo>
                      <a:cubicBezTo>
                        <a:pt x="1305" y="312"/>
                        <a:pt x="1191" y="396"/>
                        <a:pt x="1081" y="396"/>
                      </a:cubicBezTo>
                      <a:cubicBezTo>
                        <a:pt x="1003" y="396"/>
                        <a:pt x="928" y="354"/>
                        <a:pt x="852" y="228"/>
                      </a:cubicBezTo>
                      <a:cubicBezTo>
                        <a:pt x="772" y="88"/>
                        <a:pt x="665" y="1"/>
                        <a:pt x="54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5"/>
                <p:cNvSpPr/>
                <p:nvPr/>
              </p:nvSpPr>
              <p:spPr>
                <a:xfrm>
                  <a:off x="1186875" y="253353"/>
                  <a:ext cx="21498" cy="9633"/>
                </a:xfrm>
                <a:custGeom>
                  <a:rect b="b" l="l" r="r" t="t"/>
                  <a:pathLst>
                    <a:path extrusionOk="0" h="341" w="761">
                      <a:moveTo>
                        <a:pt x="1" y="0"/>
                      </a:moveTo>
                      <a:cubicBezTo>
                        <a:pt x="1" y="31"/>
                        <a:pt x="1" y="91"/>
                        <a:pt x="1" y="152"/>
                      </a:cubicBezTo>
                      <a:cubicBezTo>
                        <a:pt x="27" y="258"/>
                        <a:pt x="99" y="341"/>
                        <a:pt x="198" y="341"/>
                      </a:cubicBezTo>
                      <a:cubicBezTo>
                        <a:pt x="213" y="341"/>
                        <a:pt x="228" y="339"/>
                        <a:pt x="244" y="335"/>
                      </a:cubicBezTo>
                      <a:cubicBezTo>
                        <a:pt x="426" y="213"/>
                        <a:pt x="609" y="122"/>
                        <a:pt x="76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5"/>
                <p:cNvSpPr/>
                <p:nvPr/>
              </p:nvSpPr>
              <p:spPr>
                <a:xfrm>
                  <a:off x="855450" y="449405"/>
                  <a:ext cx="60992" cy="39776"/>
                </a:xfrm>
                <a:custGeom>
                  <a:rect b="b" l="l" r="r" t="t"/>
                  <a:pathLst>
                    <a:path extrusionOk="0" h="1408" w="2159">
                      <a:moveTo>
                        <a:pt x="1720" y="1"/>
                      </a:moveTo>
                      <a:cubicBezTo>
                        <a:pt x="1558" y="1"/>
                        <a:pt x="1576" y="196"/>
                        <a:pt x="1550" y="325"/>
                      </a:cubicBezTo>
                      <a:cubicBezTo>
                        <a:pt x="1550" y="452"/>
                        <a:pt x="1506" y="505"/>
                        <a:pt x="1428" y="505"/>
                      </a:cubicBezTo>
                      <a:cubicBezTo>
                        <a:pt x="1394" y="505"/>
                        <a:pt x="1353" y="495"/>
                        <a:pt x="1307" y="477"/>
                      </a:cubicBezTo>
                      <a:cubicBezTo>
                        <a:pt x="1237" y="439"/>
                        <a:pt x="1174" y="423"/>
                        <a:pt x="1116" y="423"/>
                      </a:cubicBezTo>
                      <a:cubicBezTo>
                        <a:pt x="895" y="423"/>
                        <a:pt x="746" y="648"/>
                        <a:pt x="578" y="720"/>
                      </a:cubicBezTo>
                      <a:lnTo>
                        <a:pt x="243" y="933"/>
                      </a:lnTo>
                      <a:cubicBezTo>
                        <a:pt x="122" y="1024"/>
                        <a:pt x="0" y="1146"/>
                        <a:pt x="61" y="1298"/>
                      </a:cubicBezTo>
                      <a:cubicBezTo>
                        <a:pt x="107" y="1379"/>
                        <a:pt x="163" y="1407"/>
                        <a:pt x="222" y="1407"/>
                      </a:cubicBezTo>
                      <a:cubicBezTo>
                        <a:pt x="318" y="1407"/>
                        <a:pt x="423" y="1335"/>
                        <a:pt x="517" y="1298"/>
                      </a:cubicBezTo>
                      <a:cubicBezTo>
                        <a:pt x="727" y="1166"/>
                        <a:pt x="892" y="1012"/>
                        <a:pt x="1168" y="1012"/>
                      </a:cubicBezTo>
                      <a:cubicBezTo>
                        <a:pt x="1212" y="1012"/>
                        <a:pt x="1258" y="1016"/>
                        <a:pt x="1307" y="1024"/>
                      </a:cubicBezTo>
                      <a:cubicBezTo>
                        <a:pt x="1319" y="1027"/>
                        <a:pt x="1331" y="1028"/>
                        <a:pt x="1342" y="1028"/>
                      </a:cubicBezTo>
                      <a:cubicBezTo>
                        <a:pt x="1556" y="1028"/>
                        <a:pt x="1640" y="567"/>
                        <a:pt x="1949" y="567"/>
                      </a:cubicBezTo>
                      <a:cubicBezTo>
                        <a:pt x="1993" y="567"/>
                        <a:pt x="2042" y="576"/>
                        <a:pt x="2097" y="598"/>
                      </a:cubicBezTo>
                      <a:cubicBezTo>
                        <a:pt x="2097" y="538"/>
                        <a:pt x="2158" y="477"/>
                        <a:pt x="2128" y="416"/>
                      </a:cubicBezTo>
                      <a:cubicBezTo>
                        <a:pt x="2097" y="234"/>
                        <a:pt x="1976" y="82"/>
                        <a:pt x="1824" y="21"/>
                      </a:cubicBezTo>
                      <a:cubicBezTo>
                        <a:pt x="1783" y="7"/>
                        <a:pt x="1748" y="1"/>
                        <a:pt x="172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492216" y="623536"/>
                  <a:ext cx="60822" cy="47997"/>
                </a:xfrm>
                <a:custGeom>
                  <a:rect b="b" l="l" r="r" t="t"/>
                  <a:pathLst>
                    <a:path extrusionOk="0" h="1699" w="2153">
                      <a:moveTo>
                        <a:pt x="1674" y="0"/>
                      </a:moveTo>
                      <a:cubicBezTo>
                        <a:pt x="1602" y="0"/>
                        <a:pt x="1520" y="27"/>
                        <a:pt x="1429" y="88"/>
                      </a:cubicBezTo>
                      <a:cubicBezTo>
                        <a:pt x="1175" y="258"/>
                        <a:pt x="921" y="611"/>
                        <a:pt x="544" y="611"/>
                      </a:cubicBezTo>
                      <a:cubicBezTo>
                        <a:pt x="516" y="611"/>
                        <a:pt x="487" y="609"/>
                        <a:pt x="457" y="605"/>
                      </a:cubicBezTo>
                      <a:cubicBezTo>
                        <a:pt x="356" y="590"/>
                        <a:pt x="263" y="563"/>
                        <a:pt x="192" y="563"/>
                      </a:cubicBezTo>
                      <a:cubicBezTo>
                        <a:pt x="113" y="563"/>
                        <a:pt x="61" y="598"/>
                        <a:pt x="61" y="726"/>
                      </a:cubicBezTo>
                      <a:cubicBezTo>
                        <a:pt x="61" y="874"/>
                        <a:pt x="141" y="898"/>
                        <a:pt x="234" y="898"/>
                      </a:cubicBezTo>
                      <a:cubicBezTo>
                        <a:pt x="277" y="898"/>
                        <a:pt x="323" y="893"/>
                        <a:pt x="365" y="893"/>
                      </a:cubicBezTo>
                      <a:cubicBezTo>
                        <a:pt x="400" y="893"/>
                        <a:pt x="431" y="896"/>
                        <a:pt x="457" y="909"/>
                      </a:cubicBezTo>
                      <a:cubicBezTo>
                        <a:pt x="517" y="939"/>
                        <a:pt x="548" y="969"/>
                        <a:pt x="578" y="1000"/>
                      </a:cubicBezTo>
                      <a:cubicBezTo>
                        <a:pt x="609" y="1304"/>
                        <a:pt x="1" y="1304"/>
                        <a:pt x="244" y="1699"/>
                      </a:cubicBezTo>
                      <a:cubicBezTo>
                        <a:pt x="548" y="1669"/>
                        <a:pt x="761" y="1577"/>
                        <a:pt x="821" y="1273"/>
                      </a:cubicBezTo>
                      <a:cubicBezTo>
                        <a:pt x="873" y="886"/>
                        <a:pt x="1210" y="608"/>
                        <a:pt x="1571" y="608"/>
                      </a:cubicBezTo>
                      <a:cubicBezTo>
                        <a:pt x="1635" y="608"/>
                        <a:pt x="1700" y="617"/>
                        <a:pt x="1764" y="635"/>
                      </a:cubicBezTo>
                      <a:cubicBezTo>
                        <a:pt x="1797" y="638"/>
                        <a:pt x="1828" y="639"/>
                        <a:pt x="1856" y="639"/>
                      </a:cubicBezTo>
                      <a:cubicBezTo>
                        <a:pt x="2153" y="639"/>
                        <a:pt x="2118" y="493"/>
                        <a:pt x="2007" y="270"/>
                      </a:cubicBezTo>
                      <a:cubicBezTo>
                        <a:pt x="1926" y="108"/>
                        <a:pt x="1818" y="0"/>
                        <a:pt x="16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463881" y="1004709"/>
                  <a:ext cx="32657" cy="41330"/>
                </a:xfrm>
                <a:custGeom>
                  <a:rect b="b" l="l" r="r" t="t"/>
                  <a:pathLst>
                    <a:path extrusionOk="0" h="1463" w="1156">
                      <a:moveTo>
                        <a:pt x="197" y="1"/>
                      </a:moveTo>
                      <a:cubicBezTo>
                        <a:pt x="135" y="1"/>
                        <a:pt x="70" y="17"/>
                        <a:pt x="1" y="60"/>
                      </a:cubicBezTo>
                      <a:cubicBezTo>
                        <a:pt x="1" y="486"/>
                        <a:pt x="548" y="699"/>
                        <a:pt x="396" y="1124"/>
                      </a:cubicBezTo>
                      <a:cubicBezTo>
                        <a:pt x="335" y="1276"/>
                        <a:pt x="274" y="1428"/>
                        <a:pt x="487" y="1458"/>
                      </a:cubicBezTo>
                      <a:cubicBezTo>
                        <a:pt x="505" y="1461"/>
                        <a:pt x="523" y="1462"/>
                        <a:pt x="538" y="1462"/>
                      </a:cubicBezTo>
                      <a:cubicBezTo>
                        <a:pt x="705" y="1462"/>
                        <a:pt x="727" y="1324"/>
                        <a:pt x="700" y="1185"/>
                      </a:cubicBezTo>
                      <a:cubicBezTo>
                        <a:pt x="639" y="1002"/>
                        <a:pt x="791" y="942"/>
                        <a:pt x="882" y="820"/>
                      </a:cubicBezTo>
                      <a:cubicBezTo>
                        <a:pt x="1156" y="455"/>
                        <a:pt x="1064" y="151"/>
                        <a:pt x="639" y="121"/>
                      </a:cubicBezTo>
                      <a:cubicBezTo>
                        <a:pt x="487" y="99"/>
                        <a:pt x="351" y="1"/>
                        <a:pt x="19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5"/>
                <p:cNvSpPr/>
                <p:nvPr/>
              </p:nvSpPr>
              <p:spPr>
                <a:xfrm>
                  <a:off x="687138" y="473757"/>
                  <a:ext cx="51556" cy="23928"/>
                </a:xfrm>
                <a:custGeom>
                  <a:rect b="b" l="l" r="r" t="t"/>
                  <a:pathLst>
                    <a:path extrusionOk="0" h="847" w="1825">
                      <a:moveTo>
                        <a:pt x="606" y="0"/>
                      </a:moveTo>
                      <a:cubicBezTo>
                        <a:pt x="557" y="0"/>
                        <a:pt x="507" y="3"/>
                        <a:pt x="456" y="10"/>
                      </a:cubicBezTo>
                      <a:cubicBezTo>
                        <a:pt x="274" y="71"/>
                        <a:pt x="1" y="192"/>
                        <a:pt x="152" y="527"/>
                      </a:cubicBezTo>
                      <a:cubicBezTo>
                        <a:pt x="246" y="733"/>
                        <a:pt x="340" y="846"/>
                        <a:pt x="469" y="846"/>
                      </a:cubicBezTo>
                      <a:cubicBezTo>
                        <a:pt x="550" y="846"/>
                        <a:pt x="644" y="802"/>
                        <a:pt x="760" y="709"/>
                      </a:cubicBezTo>
                      <a:cubicBezTo>
                        <a:pt x="938" y="598"/>
                        <a:pt x="1116" y="405"/>
                        <a:pt x="1342" y="405"/>
                      </a:cubicBezTo>
                      <a:cubicBezTo>
                        <a:pt x="1425" y="405"/>
                        <a:pt x="1514" y="431"/>
                        <a:pt x="1611" y="496"/>
                      </a:cubicBezTo>
                      <a:cubicBezTo>
                        <a:pt x="1631" y="506"/>
                        <a:pt x="1649" y="510"/>
                        <a:pt x="1666" y="510"/>
                      </a:cubicBezTo>
                      <a:cubicBezTo>
                        <a:pt x="1759" y="510"/>
                        <a:pt x="1824" y="386"/>
                        <a:pt x="1824" y="284"/>
                      </a:cubicBezTo>
                      <a:cubicBezTo>
                        <a:pt x="1824" y="253"/>
                        <a:pt x="1794" y="223"/>
                        <a:pt x="1794" y="223"/>
                      </a:cubicBezTo>
                      <a:cubicBezTo>
                        <a:pt x="1388" y="196"/>
                        <a:pt x="1007" y="0"/>
                        <a:pt x="60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
                <p:cNvSpPr/>
                <p:nvPr/>
              </p:nvSpPr>
              <p:spPr>
                <a:xfrm>
                  <a:off x="449276" y="611276"/>
                  <a:ext cx="31725" cy="41189"/>
                </a:xfrm>
                <a:custGeom>
                  <a:rect b="b" l="l" r="r" t="t"/>
                  <a:pathLst>
                    <a:path extrusionOk="0" h="1458" w="1123">
                      <a:moveTo>
                        <a:pt x="535" y="0"/>
                      </a:moveTo>
                      <a:cubicBezTo>
                        <a:pt x="384" y="0"/>
                        <a:pt x="251" y="91"/>
                        <a:pt x="183" y="248"/>
                      </a:cubicBezTo>
                      <a:cubicBezTo>
                        <a:pt x="62" y="431"/>
                        <a:pt x="1" y="644"/>
                        <a:pt x="1" y="887"/>
                      </a:cubicBezTo>
                      <a:cubicBezTo>
                        <a:pt x="31" y="1403"/>
                        <a:pt x="518" y="1312"/>
                        <a:pt x="822" y="1434"/>
                      </a:cubicBezTo>
                      <a:cubicBezTo>
                        <a:pt x="854" y="1450"/>
                        <a:pt x="887" y="1458"/>
                        <a:pt x="918" y="1458"/>
                      </a:cubicBezTo>
                      <a:cubicBezTo>
                        <a:pt x="1002" y="1458"/>
                        <a:pt x="1073" y="1401"/>
                        <a:pt x="1095" y="1312"/>
                      </a:cubicBezTo>
                      <a:cubicBezTo>
                        <a:pt x="1122" y="1204"/>
                        <a:pt x="1052" y="1095"/>
                        <a:pt x="950" y="1095"/>
                      </a:cubicBezTo>
                      <a:cubicBezTo>
                        <a:pt x="938" y="1095"/>
                        <a:pt x="926" y="1096"/>
                        <a:pt x="913" y="1100"/>
                      </a:cubicBezTo>
                      <a:cubicBezTo>
                        <a:pt x="856" y="1110"/>
                        <a:pt x="810" y="1115"/>
                        <a:pt x="773" y="1115"/>
                      </a:cubicBezTo>
                      <a:cubicBezTo>
                        <a:pt x="589" y="1115"/>
                        <a:pt x="614" y="992"/>
                        <a:pt x="639" y="765"/>
                      </a:cubicBezTo>
                      <a:cubicBezTo>
                        <a:pt x="670" y="492"/>
                        <a:pt x="822" y="279"/>
                        <a:pt x="700" y="36"/>
                      </a:cubicBezTo>
                      <a:cubicBezTo>
                        <a:pt x="644" y="12"/>
                        <a:pt x="589" y="0"/>
                        <a:pt x="53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5"/>
                <p:cNvSpPr/>
                <p:nvPr/>
              </p:nvSpPr>
              <p:spPr>
                <a:xfrm>
                  <a:off x="694879" y="262788"/>
                  <a:ext cx="37798" cy="32374"/>
                </a:xfrm>
                <a:custGeom>
                  <a:rect b="b" l="l" r="r" t="t"/>
                  <a:pathLst>
                    <a:path extrusionOk="0" h="1146" w="1338">
                      <a:moveTo>
                        <a:pt x="1337" y="1"/>
                      </a:moveTo>
                      <a:lnTo>
                        <a:pt x="1337" y="1"/>
                      </a:lnTo>
                      <a:cubicBezTo>
                        <a:pt x="882" y="153"/>
                        <a:pt x="486" y="365"/>
                        <a:pt x="152" y="669"/>
                      </a:cubicBezTo>
                      <a:cubicBezTo>
                        <a:pt x="30" y="730"/>
                        <a:pt x="0" y="852"/>
                        <a:pt x="91" y="973"/>
                      </a:cubicBezTo>
                      <a:cubicBezTo>
                        <a:pt x="174" y="1092"/>
                        <a:pt x="340" y="1146"/>
                        <a:pt x="521" y="1146"/>
                      </a:cubicBezTo>
                      <a:cubicBezTo>
                        <a:pt x="804" y="1146"/>
                        <a:pt x="1123" y="1014"/>
                        <a:pt x="1216" y="791"/>
                      </a:cubicBezTo>
                      <a:cubicBezTo>
                        <a:pt x="1277" y="548"/>
                        <a:pt x="1307" y="274"/>
                        <a:pt x="13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5"/>
                <p:cNvSpPr/>
                <p:nvPr/>
              </p:nvSpPr>
              <p:spPr>
                <a:xfrm>
                  <a:off x="756689" y="263664"/>
                  <a:ext cx="35228" cy="36951"/>
                </a:xfrm>
                <a:custGeom>
                  <a:rect b="b" l="l" r="r" t="t"/>
                  <a:pathLst>
                    <a:path extrusionOk="0" h="1308" w="1247">
                      <a:moveTo>
                        <a:pt x="1034" y="0"/>
                      </a:moveTo>
                      <a:lnTo>
                        <a:pt x="1034" y="0"/>
                      </a:lnTo>
                      <a:cubicBezTo>
                        <a:pt x="578" y="304"/>
                        <a:pt x="1" y="304"/>
                        <a:pt x="92" y="821"/>
                      </a:cubicBezTo>
                      <a:cubicBezTo>
                        <a:pt x="183" y="1307"/>
                        <a:pt x="730" y="1185"/>
                        <a:pt x="1247" y="1246"/>
                      </a:cubicBezTo>
                      <a:cubicBezTo>
                        <a:pt x="912" y="851"/>
                        <a:pt x="943" y="486"/>
                        <a:pt x="103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5"/>
                <p:cNvSpPr/>
                <p:nvPr/>
              </p:nvSpPr>
              <p:spPr>
                <a:xfrm>
                  <a:off x="391760" y="415506"/>
                  <a:ext cx="18927" cy="22487"/>
                </a:xfrm>
                <a:custGeom>
                  <a:rect b="b" l="l" r="r" t="t"/>
                  <a:pathLst>
                    <a:path extrusionOk="0" h="796" w="670">
                      <a:moveTo>
                        <a:pt x="137" y="0"/>
                      </a:moveTo>
                      <a:cubicBezTo>
                        <a:pt x="94" y="0"/>
                        <a:pt x="48" y="12"/>
                        <a:pt x="0" y="35"/>
                      </a:cubicBezTo>
                      <a:cubicBezTo>
                        <a:pt x="0" y="187"/>
                        <a:pt x="0" y="309"/>
                        <a:pt x="0" y="461"/>
                      </a:cubicBezTo>
                      <a:lnTo>
                        <a:pt x="0" y="795"/>
                      </a:lnTo>
                      <a:cubicBezTo>
                        <a:pt x="61" y="795"/>
                        <a:pt x="152" y="765"/>
                        <a:pt x="244" y="765"/>
                      </a:cubicBezTo>
                      <a:cubicBezTo>
                        <a:pt x="456" y="765"/>
                        <a:pt x="669" y="552"/>
                        <a:pt x="456" y="248"/>
                      </a:cubicBezTo>
                      <a:cubicBezTo>
                        <a:pt x="367" y="91"/>
                        <a:pt x="260" y="0"/>
                        <a:pt x="13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706885" y="770548"/>
                  <a:ext cx="30934" cy="47658"/>
                </a:xfrm>
                <a:custGeom>
                  <a:rect b="b" l="l" r="r" t="t"/>
                  <a:pathLst>
                    <a:path extrusionOk="0" h="1687" w="1095">
                      <a:moveTo>
                        <a:pt x="369" y="1"/>
                      </a:moveTo>
                      <a:cubicBezTo>
                        <a:pt x="330" y="1"/>
                        <a:pt x="288" y="16"/>
                        <a:pt x="244" y="51"/>
                      </a:cubicBezTo>
                      <a:cubicBezTo>
                        <a:pt x="153" y="142"/>
                        <a:pt x="153" y="294"/>
                        <a:pt x="244" y="355"/>
                      </a:cubicBezTo>
                      <a:cubicBezTo>
                        <a:pt x="548" y="598"/>
                        <a:pt x="213" y="902"/>
                        <a:pt x="305" y="1145"/>
                      </a:cubicBezTo>
                      <a:cubicBezTo>
                        <a:pt x="396" y="1328"/>
                        <a:pt x="1" y="1571"/>
                        <a:pt x="305" y="1662"/>
                      </a:cubicBezTo>
                      <a:cubicBezTo>
                        <a:pt x="360" y="1679"/>
                        <a:pt x="402" y="1687"/>
                        <a:pt x="435" y="1687"/>
                      </a:cubicBezTo>
                      <a:cubicBezTo>
                        <a:pt x="638" y="1687"/>
                        <a:pt x="469" y="1402"/>
                        <a:pt x="548" y="1297"/>
                      </a:cubicBezTo>
                      <a:cubicBezTo>
                        <a:pt x="578" y="1206"/>
                        <a:pt x="639" y="1145"/>
                        <a:pt x="700" y="1115"/>
                      </a:cubicBezTo>
                      <a:cubicBezTo>
                        <a:pt x="1095" y="872"/>
                        <a:pt x="912" y="629"/>
                        <a:pt x="760" y="446"/>
                      </a:cubicBezTo>
                      <a:cubicBezTo>
                        <a:pt x="700" y="325"/>
                        <a:pt x="639" y="264"/>
                        <a:pt x="609" y="173"/>
                      </a:cubicBezTo>
                      <a:cubicBezTo>
                        <a:pt x="544" y="87"/>
                        <a:pt x="464" y="1"/>
                        <a:pt x="3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661375" y="732495"/>
                  <a:ext cx="26640" cy="44522"/>
                </a:xfrm>
                <a:custGeom>
                  <a:rect b="b" l="l" r="r" t="t"/>
                  <a:pathLst>
                    <a:path extrusionOk="0" h="1576" w="943">
                      <a:moveTo>
                        <a:pt x="700" y="0"/>
                      </a:moveTo>
                      <a:cubicBezTo>
                        <a:pt x="457" y="0"/>
                        <a:pt x="244" y="122"/>
                        <a:pt x="153" y="334"/>
                      </a:cubicBezTo>
                      <a:cubicBezTo>
                        <a:pt x="61" y="730"/>
                        <a:pt x="1" y="1094"/>
                        <a:pt x="1" y="1489"/>
                      </a:cubicBezTo>
                      <a:cubicBezTo>
                        <a:pt x="1" y="1532"/>
                        <a:pt x="92" y="1575"/>
                        <a:pt x="145" y="1575"/>
                      </a:cubicBezTo>
                      <a:cubicBezTo>
                        <a:pt x="167" y="1575"/>
                        <a:pt x="183" y="1568"/>
                        <a:pt x="183" y="1550"/>
                      </a:cubicBezTo>
                      <a:cubicBezTo>
                        <a:pt x="183" y="1003"/>
                        <a:pt x="943" y="699"/>
                        <a:pt x="7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5"/>
                <p:cNvSpPr/>
                <p:nvPr/>
              </p:nvSpPr>
              <p:spPr>
                <a:xfrm>
                  <a:off x="584959" y="266715"/>
                  <a:ext cx="41245" cy="17148"/>
                </a:xfrm>
                <a:custGeom>
                  <a:rect b="b" l="l" r="r" t="t"/>
                  <a:pathLst>
                    <a:path extrusionOk="0" h="607" w="1460">
                      <a:moveTo>
                        <a:pt x="1028" y="0"/>
                      </a:moveTo>
                      <a:cubicBezTo>
                        <a:pt x="1002" y="0"/>
                        <a:pt x="974" y="4"/>
                        <a:pt x="943" y="14"/>
                      </a:cubicBezTo>
                      <a:cubicBezTo>
                        <a:pt x="730" y="77"/>
                        <a:pt x="577" y="156"/>
                        <a:pt x="400" y="156"/>
                      </a:cubicBezTo>
                      <a:cubicBezTo>
                        <a:pt x="324" y="156"/>
                        <a:pt x="244" y="141"/>
                        <a:pt x="152" y="105"/>
                      </a:cubicBezTo>
                      <a:cubicBezTo>
                        <a:pt x="144" y="101"/>
                        <a:pt x="136" y="99"/>
                        <a:pt x="127" y="99"/>
                      </a:cubicBezTo>
                      <a:cubicBezTo>
                        <a:pt x="69" y="99"/>
                        <a:pt x="0" y="178"/>
                        <a:pt x="0" y="257"/>
                      </a:cubicBezTo>
                      <a:cubicBezTo>
                        <a:pt x="0" y="378"/>
                        <a:pt x="61" y="409"/>
                        <a:pt x="61" y="409"/>
                      </a:cubicBezTo>
                      <a:cubicBezTo>
                        <a:pt x="90" y="405"/>
                        <a:pt x="120" y="403"/>
                        <a:pt x="149" y="403"/>
                      </a:cubicBezTo>
                      <a:cubicBezTo>
                        <a:pt x="468" y="403"/>
                        <a:pt x="776" y="606"/>
                        <a:pt x="1079" y="606"/>
                      </a:cubicBezTo>
                      <a:cubicBezTo>
                        <a:pt x="1206" y="606"/>
                        <a:pt x="1333" y="571"/>
                        <a:pt x="1459" y="470"/>
                      </a:cubicBezTo>
                      <a:cubicBezTo>
                        <a:pt x="1323" y="333"/>
                        <a:pt x="1260" y="0"/>
                        <a:pt x="102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5"/>
                <p:cNvSpPr/>
                <p:nvPr/>
              </p:nvSpPr>
              <p:spPr>
                <a:xfrm>
                  <a:off x="626176" y="279964"/>
                  <a:ext cx="876" cy="876"/>
                </a:xfrm>
                <a:custGeom>
                  <a:rect b="b" l="l" r="r" t="t"/>
                  <a:pathLst>
                    <a:path extrusionOk="0" h="31" w="31">
                      <a:moveTo>
                        <a:pt x="0" y="1"/>
                      </a:moveTo>
                      <a:lnTo>
                        <a:pt x="31" y="31"/>
                      </a:lnTo>
                      <a:lnTo>
                        <a:pt x="31"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1071814" y="373103"/>
                  <a:ext cx="42658" cy="18871"/>
                </a:xfrm>
                <a:custGeom>
                  <a:rect b="b" l="l" r="r" t="t"/>
                  <a:pathLst>
                    <a:path extrusionOk="0" h="668" w="1510">
                      <a:moveTo>
                        <a:pt x="1376" y="1"/>
                      </a:moveTo>
                      <a:cubicBezTo>
                        <a:pt x="1362" y="1"/>
                        <a:pt x="1349" y="6"/>
                        <a:pt x="1338" y="17"/>
                      </a:cubicBezTo>
                      <a:cubicBezTo>
                        <a:pt x="943" y="321"/>
                        <a:pt x="274" y="47"/>
                        <a:pt x="1" y="655"/>
                      </a:cubicBezTo>
                      <a:cubicBezTo>
                        <a:pt x="38" y="663"/>
                        <a:pt x="74" y="667"/>
                        <a:pt x="109" y="667"/>
                      </a:cubicBezTo>
                      <a:cubicBezTo>
                        <a:pt x="372" y="667"/>
                        <a:pt x="599" y="461"/>
                        <a:pt x="851" y="461"/>
                      </a:cubicBezTo>
                      <a:cubicBezTo>
                        <a:pt x="929" y="461"/>
                        <a:pt x="1010" y="481"/>
                        <a:pt x="1095" y="533"/>
                      </a:cubicBezTo>
                      <a:cubicBezTo>
                        <a:pt x="1103" y="542"/>
                        <a:pt x="1115" y="545"/>
                        <a:pt x="1128" y="545"/>
                      </a:cubicBezTo>
                      <a:cubicBezTo>
                        <a:pt x="1218" y="545"/>
                        <a:pt x="1407" y="387"/>
                        <a:pt x="1460" y="229"/>
                      </a:cubicBezTo>
                      <a:cubicBezTo>
                        <a:pt x="1510" y="105"/>
                        <a:pt x="1437" y="1"/>
                        <a:pt x="137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679398" y="582207"/>
                  <a:ext cx="31810" cy="34437"/>
                </a:xfrm>
                <a:custGeom>
                  <a:rect b="b" l="l" r="r" t="t"/>
                  <a:pathLst>
                    <a:path extrusionOk="0" h="1219" w="1126">
                      <a:moveTo>
                        <a:pt x="275" y="1"/>
                      </a:moveTo>
                      <a:cubicBezTo>
                        <a:pt x="305" y="335"/>
                        <a:pt x="1" y="609"/>
                        <a:pt x="244" y="973"/>
                      </a:cubicBezTo>
                      <a:cubicBezTo>
                        <a:pt x="331" y="1103"/>
                        <a:pt x="417" y="1218"/>
                        <a:pt x="548" y="1218"/>
                      </a:cubicBezTo>
                      <a:cubicBezTo>
                        <a:pt x="601" y="1218"/>
                        <a:pt x="661" y="1199"/>
                        <a:pt x="730" y="1156"/>
                      </a:cubicBezTo>
                      <a:cubicBezTo>
                        <a:pt x="913" y="1034"/>
                        <a:pt x="1126" y="882"/>
                        <a:pt x="943" y="639"/>
                      </a:cubicBezTo>
                      <a:cubicBezTo>
                        <a:pt x="730" y="396"/>
                        <a:pt x="670" y="122"/>
                        <a:pt x="2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
                <p:cNvSpPr/>
                <p:nvPr/>
              </p:nvSpPr>
              <p:spPr>
                <a:xfrm>
                  <a:off x="529138" y="1073384"/>
                  <a:ext cx="34380" cy="30369"/>
                </a:xfrm>
                <a:custGeom>
                  <a:rect b="b" l="l" r="r" t="t"/>
                  <a:pathLst>
                    <a:path extrusionOk="0" h="1075" w="1217">
                      <a:moveTo>
                        <a:pt x="973" y="0"/>
                      </a:moveTo>
                      <a:lnTo>
                        <a:pt x="973" y="0"/>
                      </a:lnTo>
                      <a:cubicBezTo>
                        <a:pt x="761" y="61"/>
                        <a:pt x="548" y="152"/>
                        <a:pt x="396" y="304"/>
                      </a:cubicBezTo>
                      <a:cubicBezTo>
                        <a:pt x="244" y="426"/>
                        <a:pt x="1" y="517"/>
                        <a:pt x="153" y="790"/>
                      </a:cubicBezTo>
                      <a:cubicBezTo>
                        <a:pt x="233" y="897"/>
                        <a:pt x="313" y="1075"/>
                        <a:pt x="476" y="1075"/>
                      </a:cubicBezTo>
                      <a:cubicBezTo>
                        <a:pt x="498" y="1075"/>
                        <a:pt x="522" y="1071"/>
                        <a:pt x="548" y="1064"/>
                      </a:cubicBezTo>
                      <a:cubicBezTo>
                        <a:pt x="761" y="1034"/>
                        <a:pt x="1004" y="882"/>
                        <a:pt x="973" y="699"/>
                      </a:cubicBezTo>
                      <a:cubicBezTo>
                        <a:pt x="943" y="486"/>
                        <a:pt x="1217" y="274"/>
                        <a:pt x="97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5"/>
                <p:cNvSpPr/>
                <p:nvPr/>
              </p:nvSpPr>
              <p:spPr>
                <a:xfrm>
                  <a:off x="1344875" y="468022"/>
                  <a:ext cx="28" cy="876"/>
                </a:xfrm>
                <a:custGeom>
                  <a:rect b="b" l="l" r="r" t="t"/>
                  <a:pathLst>
                    <a:path extrusionOk="0" h="31" w="1">
                      <a:moveTo>
                        <a:pt x="1" y="0"/>
                      </a:moveTo>
                      <a:lnTo>
                        <a:pt x="1" y="0"/>
                      </a:lnTo>
                      <a:lnTo>
                        <a:pt x="1" y="0"/>
                      </a:lnTo>
                      <a:lnTo>
                        <a:pt x="1" y="3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1312077" y="453841"/>
                  <a:ext cx="32826" cy="28391"/>
                </a:xfrm>
                <a:custGeom>
                  <a:rect b="b" l="l" r="r" t="t"/>
                  <a:pathLst>
                    <a:path extrusionOk="0" h="1005" w="1162">
                      <a:moveTo>
                        <a:pt x="537" y="1"/>
                      </a:moveTo>
                      <a:cubicBezTo>
                        <a:pt x="414" y="1"/>
                        <a:pt x="254" y="43"/>
                        <a:pt x="7" y="107"/>
                      </a:cubicBezTo>
                      <a:cubicBezTo>
                        <a:pt x="67" y="259"/>
                        <a:pt x="219" y="381"/>
                        <a:pt x="98" y="563"/>
                      </a:cubicBezTo>
                      <a:cubicBezTo>
                        <a:pt x="2" y="803"/>
                        <a:pt x="1" y="1005"/>
                        <a:pt x="213" y="1005"/>
                      </a:cubicBezTo>
                      <a:cubicBezTo>
                        <a:pt x="270" y="1005"/>
                        <a:pt x="342" y="990"/>
                        <a:pt x="432" y="958"/>
                      </a:cubicBezTo>
                      <a:cubicBezTo>
                        <a:pt x="675" y="837"/>
                        <a:pt x="918" y="685"/>
                        <a:pt x="1162" y="533"/>
                      </a:cubicBezTo>
                      <a:cubicBezTo>
                        <a:pt x="867" y="140"/>
                        <a:pt x="763" y="1"/>
                        <a:pt x="5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548037" y="861286"/>
                  <a:ext cx="28363" cy="32657"/>
                </a:xfrm>
                <a:custGeom>
                  <a:rect b="b" l="l" r="r" t="t"/>
                  <a:pathLst>
                    <a:path extrusionOk="0" h="1156" w="1004">
                      <a:moveTo>
                        <a:pt x="396" y="0"/>
                      </a:moveTo>
                      <a:cubicBezTo>
                        <a:pt x="396" y="365"/>
                        <a:pt x="365" y="669"/>
                        <a:pt x="31" y="851"/>
                      </a:cubicBezTo>
                      <a:cubicBezTo>
                        <a:pt x="0" y="851"/>
                        <a:pt x="0" y="1003"/>
                        <a:pt x="0" y="1064"/>
                      </a:cubicBezTo>
                      <a:cubicBezTo>
                        <a:pt x="31" y="1125"/>
                        <a:pt x="92" y="1155"/>
                        <a:pt x="152" y="1155"/>
                      </a:cubicBezTo>
                      <a:cubicBezTo>
                        <a:pt x="456" y="1095"/>
                        <a:pt x="730" y="912"/>
                        <a:pt x="912" y="608"/>
                      </a:cubicBezTo>
                      <a:cubicBezTo>
                        <a:pt x="1003" y="365"/>
                        <a:pt x="791" y="152"/>
                        <a:pt x="3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535155" y="270416"/>
                  <a:ext cx="30086" cy="24464"/>
                </a:xfrm>
                <a:custGeom>
                  <a:rect b="b" l="l" r="r" t="t"/>
                  <a:pathLst>
                    <a:path extrusionOk="0" h="866" w="1065">
                      <a:moveTo>
                        <a:pt x="604" y="0"/>
                      </a:moveTo>
                      <a:cubicBezTo>
                        <a:pt x="532" y="0"/>
                        <a:pt x="454" y="32"/>
                        <a:pt x="365" y="95"/>
                      </a:cubicBezTo>
                      <a:cubicBezTo>
                        <a:pt x="152" y="247"/>
                        <a:pt x="0" y="339"/>
                        <a:pt x="183" y="582"/>
                      </a:cubicBezTo>
                      <a:cubicBezTo>
                        <a:pt x="284" y="744"/>
                        <a:pt x="372" y="865"/>
                        <a:pt x="500" y="865"/>
                      </a:cubicBezTo>
                      <a:cubicBezTo>
                        <a:pt x="564" y="865"/>
                        <a:pt x="639" y="835"/>
                        <a:pt x="730" y="764"/>
                      </a:cubicBezTo>
                      <a:cubicBezTo>
                        <a:pt x="973" y="673"/>
                        <a:pt x="1064" y="369"/>
                        <a:pt x="882" y="187"/>
                      </a:cubicBezTo>
                      <a:cubicBezTo>
                        <a:pt x="793" y="62"/>
                        <a:pt x="705" y="0"/>
                        <a:pt x="60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829686" y="384714"/>
                  <a:ext cx="23193" cy="31103"/>
                </a:xfrm>
                <a:custGeom>
                  <a:rect b="b" l="l" r="r" t="t"/>
                  <a:pathLst>
                    <a:path extrusionOk="0" h="1101" w="821">
                      <a:moveTo>
                        <a:pt x="760" y="1"/>
                      </a:moveTo>
                      <a:lnTo>
                        <a:pt x="760" y="1"/>
                      </a:lnTo>
                      <a:cubicBezTo>
                        <a:pt x="335" y="31"/>
                        <a:pt x="699" y="609"/>
                        <a:pt x="274" y="700"/>
                      </a:cubicBezTo>
                      <a:cubicBezTo>
                        <a:pt x="152" y="730"/>
                        <a:pt x="0" y="852"/>
                        <a:pt x="122" y="1034"/>
                      </a:cubicBezTo>
                      <a:cubicBezTo>
                        <a:pt x="171" y="1083"/>
                        <a:pt x="220" y="1101"/>
                        <a:pt x="269" y="1101"/>
                      </a:cubicBezTo>
                      <a:cubicBezTo>
                        <a:pt x="372" y="1101"/>
                        <a:pt x="475" y="1024"/>
                        <a:pt x="578" y="1004"/>
                      </a:cubicBezTo>
                      <a:cubicBezTo>
                        <a:pt x="790" y="700"/>
                        <a:pt x="821" y="335"/>
                        <a:pt x="76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959324" y="568421"/>
                  <a:ext cx="28363" cy="24719"/>
                </a:xfrm>
                <a:custGeom>
                  <a:rect b="b" l="l" r="r" t="t"/>
                  <a:pathLst>
                    <a:path extrusionOk="0" h="875" w="1004">
                      <a:moveTo>
                        <a:pt x="524" y="1"/>
                      </a:moveTo>
                      <a:cubicBezTo>
                        <a:pt x="445" y="1"/>
                        <a:pt x="354" y="32"/>
                        <a:pt x="244" y="94"/>
                      </a:cubicBezTo>
                      <a:cubicBezTo>
                        <a:pt x="31" y="246"/>
                        <a:pt x="1" y="398"/>
                        <a:pt x="153" y="610"/>
                      </a:cubicBezTo>
                      <a:cubicBezTo>
                        <a:pt x="257" y="757"/>
                        <a:pt x="319" y="874"/>
                        <a:pt x="436" y="874"/>
                      </a:cubicBezTo>
                      <a:cubicBezTo>
                        <a:pt x="489" y="874"/>
                        <a:pt x="554" y="850"/>
                        <a:pt x="639" y="793"/>
                      </a:cubicBezTo>
                      <a:cubicBezTo>
                        <a:pt x="882" y="610"/>
                        <a:pt x="1004" y="519"/>
                        <a:pt x="822" y="215"/>
                      </a:cubicBezTo>
                      <a:cubicBezTo>
                        <a:pt x="731" y="70"/>
                        <a:pt x="640" y="1"/>
                        <a:pt x="5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733496" y="653989"/>
                  <a:ext cx="39013" cy="17713"/>
                </a:xfrm>
                <a:custGeom>
                  <a:rect b="b" l="l" r="r" t="t"/>
                  <a:pathLst>
                    <a:path extrusionOk="0" h="627" w="1381">
                      <a:moveTo>
                        <a:pt x="204" y="1"/>
                      </a:moveTo>
                      <a:cubicBezTo>
                        <a:pt x="138" y="1"/>
                        <a:pt x="71" y="27"/>
                        <a:pt x="1" y="104"/>
                      </a:cubicBezTo>
                      <a:cubicBezTo>
                        <a:pt x="81" y="385"/>
                        <a:pt x="175" y="627"/>
                        <a:pt x="378" y="627"/>
                      </a:cubicBezTo>
                      <a:cubicBezTo>
                        <a:pt x="482" y="627"/>
                        <a:pt x="616" y="563"/>
                        <a:pt x="791" y="408"/>
                      </a:cubicBezTo>
                      <a:cubicBezTo>
                        <a:pt x="814" y="389"/>
                        <a:pt x="839" y="382"/>
                        <a:pt x="866" y="382"/>
                      </a:cubicBezTo>
                      <a:cubicBezTo>
                        <a:pt x="987" y="382"/>
                        <a:pt x="1145" y="537"/>
                        <a:pt x="1252" y="537"/>
                      </a:cubicBezTo>
                      <a:cubicBezTo>
                        <a:pt x="1314" y="537"/>
                        <a:pt x="1359" y="484"/>
                        <a:pt x="1369" y="317"/>
                      </a:cubicBezTo>
                      <a:cubicBezTo>
                        <a:pt x="1380" y="180"/>
                        <a:pt x="1315" y="150"/>
                        <a:pt x="1222" y="150"/>
                      </a:cubicBezTo>
                      <a:cubicBezTo>
                        <a:pt x="1150" y="150"/>
                        <a:pt x="1061" y="168"/>
                        <a:pt x="979" y="168"/>
                      </a:cubicBezTo>
                      <a:cubicBezTo>
                        <a:pt x="886" y="168"/>
                        <a:pt x="801" y="145"/>
                        <a:pt x="761" y="43"/>
                      </a:cubicBezTo>
                      <a:cubicBezTo>
                        <a:pt x="709" y="96"/>
                        <a:pt x="656" y="114"/>
                        <a:pt x="604" y="114"/>
                      </a:cubicBezTo>
                      <a:cubicBezTo>
                        <a:pt x="474" y="114"/>
                        <a:pt x="342" y="1"/>
                        <a:pt x="20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925848" y="457541"/>
                  <a:ext cx="34380" cy="23391"/>
                </a:xfrm>
                <a:custGeom>
                  <a:rect b="b" l="l" r="r" t="t"/>
                  <a:pathLst>
                    <a:path extrusionOk="0" h="828" w="1217">
                      <a:moveTo>
                        <a:pt x="750" y="1"/>
                      </a:moveTo>
                      <a:cubicBezTo>
                        <a:pt x="537" y="1"/>
                        <a:pt x="355" y="275"/>
                        <a:pt x="152" y="402"/>
                      </a:cubicBezTo>
                      <a:cubicBezTo>
                        <a:pt x="31" y="462"/>
                        <a:pt x="1" y="614"/>
                        <a:pt x="92" y="736"/>
                      </a:cubicBezTo>
                      <a:cubicBezTo>
                        <a:pt x="146" y="781"/>
                        <a:pt x="210" y="794"/>
                        <a:pt x="282" y="794"/>
                      </a:cubicBezTo>
                      <a:cubicBezTo>
                        <a:pt x="380" y="794"/>
                        <a:pt x="491" y="769"/>
                        <a:pt x="605" y="769"/>
                      </a:cubicBezTo>
                      <a:cubicBezTo>
                        <a:pt x="687" y="769"/>
                        <a:pt x="771" y="782"/>
                        <a:pt x="852" y="827"/>
                      </a:cubicBezTo>
                      <a:cubicBezTo>
                        <a:pt x="730" y="554"/>
                        <a:pt x="1216" y="219"/>
                        <a:pt x="882" y="37"/>
                      </a:cubicBezTo>
                      <a:cubicBezTo>
                        <a:pt x="836" y="12"/>
                        <a:pt x="792" y="1"/>
                        <a:pt x="7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431253" y="1069683"/>
                  <a:ext cx="22346" cy="38928"/>
                </a:xfrm>
                <a:custGeom>
                  <a:rect b="b" l="l" r="r" t="t"/>
                  <a:pathLst>
                    <a:path extrusionOk="0" h="1378" w="791">
                      <a:moveTo>
                        <a:pt x="583" y="0"/>
                      </a:moveTo>
                      <a:cubicBezTo>
                        <a:pt x="516" y="0"/>
                        <a:pt x="436" y="35"/>
                        <a:pt x="365" y="70"/>
                      </a:cubicBezTo>
                      <a:cubicBezTo>
                        <a:pt x="31" y="405"/>
                        <a:pt x="1" y="921"/>
                        <a:pt x="274" y="1286"/>
                      </a:cubicBezTo>
                      <a:cubicBezTo>
                        <a:pt x="335" y="1347"/>
                        <a:pt x="426" y="1377"/>
                        <a:pt x="517" y="1377"/>
                      </a:cubicBezTo>
                      <a:cubicBezTo>
                        <a:pt x="669" y="1317"/>
                        <a:pt x="639" y="1195"/>
                        <a:pt x="578" y="1073"/>
                      </a:cubicBezTo>
                      <a:cubicBezTo>
                        <a:pt x="396" y="800"/>
                        <a:pt x="335" y="587"/>
                        <a:pt x="700" y="374"/>
                      </a:cubicBezTo>
                      <a:cubicBezTo>
                        <a:pt x="791" y="313"/>
                        <a:pt x="760" y="161"/>
                        <a:pt x="700" y="70"/>
                      </a:cubicBezTo>
                      <a:cubicBezTo>
                        <a:pt x="674" y="19"/>
                        <a:pt x="632" y="0"/>
                        <a:pt x="5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795335" y="264088"/>
                  <a:ext cx="29211" cy="24493"/>
                </a:xfrm>
                <a:custGeom>
                  <a:rect b="b" l="l" r="r" t="t"/>
                  <a:pathLst>
                    <a:path extrusionOk="0" h="867" w="1034">
                      <a:moveTo>
                        <a:pt x="336" y="1"/>
                      </a:moveTo>
                      <a:cubicBezTo>
                        <a:pt x="305" y="1"/>
                        <a:pt x="274" y="5"/>
                        <a:pt x="244" y="15"/>
                      </a:cubicBezTo>
                      <a:cubicBezTo>
                        <a:pt x="31" y="76"/>
                        <a:pt x="152" y="319"/>
                        <a:pt x="92" y="471"/>
                      </a:cubicBezTo>
                      <a:cubicBezTo>
                        <a:pt x="0" y="593"/>
                        <a:pt x="0" y="745"/>
                        <a:pt x="92" y="867"/>
                      </a:cubicBezTo>
                      <a:cubicBezTo>
                        <a:pt x="396" y="806"/>
                        <a:pt x="669" y="623"/>
                        <a:pt x="912" y="411"/>
                      </a:cubicBezTo>
                      <a:cubicBezTo>
                        <a:pt x="1034" y="319"/>
                        <a:pt x="973" y="107"/>
                        <a:pt x="821" y="76"/>
                      </a:cubicBezTo>
                      <a:cubicBezTo>
                        <a:pt x="801" y="79"/>
                        <a:pt x="782" y="80"/>
                        <a:pt x="763" y="80"/>
                      </a:cubicBezTo>
                      <a:cubicBezTo>
                        <a:pt x="610" y="80"/>
                        <a:pt x="472" y="1"/>
                        <a:pt x="33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669963" y="399658"/>
                  <a:ext cx="13758" cy="39522"/>
                </a:xfrm>
                <a:custGeom>
                  <a:rect b="b" l="l" r="r" t="t"/>
                  <a:pathLst>
                    <a:path extrusionOk="0" h="1399" w="487">
                      <a:moveTo>
                        <a:pt x="323" y="1"/>
                      </a:moveTo>
                      <a:cubicBezTo>
                        <a:pt x="295" y="1"/>
                        <a:pt x="274" y="8"/>
                        <a:pt x="274" y="19"/>
                      </a:cubicBezTo>
                      <a:cubicBezTo>
                        <a:pt x="153" y="444"/>
                        <a:pt x="61" y="870"/>
                        <a:pt x="1" y="1326"/>
                      </a:cubicBezTo>
                      <a:cubicBezTo>
                        <a:pt x="1" y="1376"/>
                        <a:pt x="37" y="1399"/>
                        <a:pt x="86" y="1399"/>
                      </a:cubicBezTo>
                      <a:cubicBezTo>
                        <a:pt x="125" y="1399"/>
                        <a:pt x="172" y="1384"/>
                        <a:pt x="213" y="1356"/>
                      </a:cubicBezTo>
                      <a:cubicBezTo>
                        <a:pt x="365" y="961"/>
                        <a:pt x="457" y="505"/>
                        <a:pt x="487" y="80"/>
                      </a:cubicBezTo>
                      <a:cubicBezTo>
                        <a:pt x="448" y="22"/>
                        <a:pt x="373" y="1"/>
                        <a:pt x="32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708608" y="308835"/>
                  <a:ext cx="23222" cy="24973"/>
                </a:xfrm>
                <a:custGeom>
                  <a:rect b="b" l="l" r="r" t="t"/>
                  <a:pathLst>
                    <a:path extrusionOk="0" h="884" w="822">
                      <a:moveTo>
                        <a:pt x="410" y="0"/>
                      </a:moveTo>
                      <a:cubicBezTo>
                        <a:pt x="388" y="0"/>
                        <a:pt x="363" y="4"/>
                        <a:pt x="335" y="12"/>
                      </a:cubicBezTo>
                      <a:cubicBezTo>
                        <a:pt x="122" y="73"/>
                        <a:pt x="244" y="286"/>
                        <a:pt x="213" y="438"/>
                      </a:cubicBezTo>
                      <a:cubicBezTo>
                        <a:pt x="183" y="590"/>
                        <a:pt x="0" y="681"/>
                        <a:pt x="152" y="833"/>
                      </a:cubicBezTo>
                      <a:cubicBezTo>
                        <a:pt x="198" y="869"/>
                        <a:pt x="238" y="884"/>
                        <a:pt x="276" y="884"/>
                      </a:cubicBezTo>
                      <a:cubicBezTo>
                        <a:pt x="365" y="884"/>
                        <a:pt x="441" y="805"/>
                        <a:pt x="548" y="742"/>
                      </a:cubicBezTo>
                      <a:cubicBezTo>
                        <a:pt x="669" y="681"/>
                        <a:pt x="821" y="529"/>
                        <a:pt x="699" y="346"/>
                      </a:cubicBezTo>
                      <a:cubicBezTo>
                        <a:pt x="594" y="162"/>
                        <a:pt x="557" y="0"/>
                        <a:pt x="41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792058" y="740094"/>
                  <a:ext cx="31640" cy="21611"/>
                </a:xfrm>
                <a:custGeom>
                  <a:rect b="b" l="l" r="r" t="t"/>
                  <a:pathLst>
                    <a:path extrusionOk="0" h="765" w="1120">
                      <a:moveTo>
                        <a:pt x="193" y="1"/>
                      </a:moveTo>
                      <a:cubicBezTo>
                        <a:pt x="46" y="1"/>
                        <a:pt x="0" y="142"/>
                        <a:pt x="56" y="309"/>
                      </a:cubicBezTo>
                      <a:cubicBezTo>
                        <a:pt x="268" y="764"/>
                        <a:pt x="694" y="673"/>
                        <a:pt x="1119" y="764"/>
                      </a:cubicBezTo>
                      <a:cubicBezTo>
                        <a:pt x="1089" y="65"/>
                        <a:pt x="633" y="96"/>
                        <a:pt x="238" y="5"/>
                      </a:cubicBezTo>
                      <a:cubicBezTo>
                        <a:pt x="222" y="2"/>
                        <a:pt x="207" y="1"/>
                        <a:pt x="19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393483" y="391578"/>
                  <a:ext cx="5170" cy="12063"/>
                </a:xfrm>
                <a:custGeom>
                  <a:rect b="b" l="l" r="r" t="t"/>
                  <a:pathLst>
                    <a:path extrusionOk="0" h="427" w="183">
                      <a:moveTo>
                        <a:pt x="61" y="1"/>
                      </a:moveTo>
                      <a:lnTo>
                        <a:pt x="61" y="1"/>
                      </a:lnTo>
                      <a:cubicBezTo>
                        <a:pt x="31" y="123"/>
                        <a:pt x="31" y="275"/>
                        <a:pt x="0" y="427"/>
                      </a:cubicBezTo>
                      <a:cubicBezTo>
                        <a:pt x="183" y="275"/>
                        <a:pt x="183" y="183"/>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997122" y="368414"/>
                  <a:ext cx="18052" cy="32177"/>
                </a:xfrm>
                <a:custGeom>
                  <a:rect b="b" l="l" r="r" t="t"/>
                  <a:pathLst>
                    <a:path extrusionOk="0" h="1139" w="639">
                      <a:moveTo>
                        <a:pt x="152" y="0"/>
                      </a:moveTo>
                      <a:cubicBezTo>
                        <a:pt x="31" y="61"/>
                        <a:pt x="0" y="183"/>
                        <a:pt x="61" y="304"/>
                      </a:cubicBezTo>
                      <a:cubicBezTo>
                        <a:pt x="213" y="517"/>
                        <a:pt x="365" y="730"/>
                        <a:pt x="183" y="1003"/>
                      </a:cubicBezTo>
                      <a:cubicBezTo>
                        <a:pt x="183" y="1034"/>
                        <a:pt x="244" y="1125"/>
                        <a:pt x="274" y="1125"/>
                      </a:cubicBezTo>
                      <a:cubicBezTo>
                        <a:pt x="294" y="1135"/>
                        <a:pt x="314" y="1138"/>
                        <a:pt x="335" y="1138"/>
                      </a:cubicBezTo>
                      <a:cubicBezTo>
                        <a:pt x="375" y="1138"/>
                        <a:pt x="416" y="1125"/>
                        <a:pt x="456" y="1125"/>
                      </a:cubicBezTo>
                      <a:cubicBezTo>
                        <a:pt x="639" y="791"/>
                        <a:pt x="608" y="395"/>
                        <a:pt x="365" y="92"/>
                      </a:cubicBezTo>
                      <a:cubicBezTo>
                        <a:pt x="335" y="31"/>
                        <a:pt x="244" y="0"/>
                        <a:pt x="15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490493" y="790605"/>
                  <a:ext cx="24069" cy="26018"/>
                </a:xfrm>
                <a:custGeom>
                  <a:rect b="b" l="l" r="r" t="t"/>
                  <a:pathLst>
                    <a:path extrusionOk="0" h="921" w="852">
                      <a:moveTo>
                        <a:pt x="407" y="0"/>
                      </a:moveTo>
                      <a:cubicBezTo>
                        <a:pt x="385" y="0"/>
                        <a:pt x="361" y="3"/>
                        <a:pt x="335" y="10"/>
                      </a:cubicBezTo>
                      <a:cubicBezTo>
                        <a:pt x="92" y="101"/>
                        <a:pt x="244" y="314"/>
                        <a:pt x="183" y="466"/>
                      </a:cubicBezTo>
                      <a:cubicBezTo>
                        <a:pt x="122" y="587"/>
                        <a:pt x="1" y="709"/>
                        <a:pt x="153" y="861"/>
                      </a:cubicBezTo>
                      <a:cubicBezTo>
                        <a:pt x="196" y="904"/>
                        <a:pt x="236" y="920"/>
                        <a:pt x="275" y="920"/>
                      </a:cubicBezTo>
                      <a:cubicBezTo>
                        <a:pt x="373" y="920"/>
                        <a:pt x="461" y="814"/>
                        <a:pt x="548" y="770"/>
                      </a:cubicBezTo>
                      <a:cubicBezTo>
                        <a:pt x="639" y="679"/>
                        <a:pt x="852" y="527"/>
                        <a:pt x="700" y="344"/>
                      </a:cubicBezTo>
                      <a:cubicBezTo>
                        <a:pt x="619" y="209"/>
                        <a:pt x="586" y="0"/>
                        <a:pt x="4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
                <p:cNvSpPr/>
                <p:nvPr/>
              </p:nvSpPr>
              <p:spPr>
                <a:xfrm>
                  <a:off x="655358" y="702438"/>
                  <a:ext cx="33533" cy="17374"/>
                </a:xfrm>
                <a:custGeom>
                  <a:rect b="b" l="l" r="r" t="t"/>
                  <a:pathLst>
                    <a:path extrusionOk="0" h="615" w="1187">
                      <a:moveTo>
                        <a:pt x="1095" y="0"/>
                      </a:moveTo>
                      <a:cubicBezTo>
                        <a:pt x="1095" y="31"/>
                        <a:pt x="1004" y="31"/>
                        <a:pt x="913" y="61"/>
                      </a:cubicBezTo>
                      <a:cubicBezTo>
                        <a:pt x="761" y="152"/>
                        <a:pt x="609" y="213"/>
                        <a:pt x="457" y="274"/>
                      </a:cubicBezTo>
                      <a:cubicBezTo>
                        <a:pt x="365" y="274"/>
                        <a:pt x="228" y="162"/>
                        <a:pt x="128" y="162"/>
                      </a:cubicBezTo>
                      <a:cubicBezTo>
                        <a:pt x="63" y="162"/>
                        <a:pt x="13" y="209"/>
                        <a:pt x="1" y="365"/>
                      </a:cubicBezTo>
                      <a:cubicBezTo>
                        <a:pt x="1" y="504"/>
                        <a:pt x="49" y="541"/>
                        <a:pt x="118" y="541"/>
                      </a:cubicBezTo>
                      <a:cubicBezTo>
                        <a:pt x="198" y="541"/>
                        <a:pt x="307" y="489"/>
                        <a:pt x="396" y="489"/>
                      </a:cubicBezTo>
                      <a:cubicBezTo>
                        <a:pt x="430" y="489"/>
                        <a:pt x="461" y="496"/>
                        <a:pt x="487" y="517"/>
                      </a:cubicBezTo>
                      <a:cubicBezTo>
                        <a:pt x="566" y="587"/>
                        <a:pt x="635" y="614"/>
                        <a:pt x="698" y="614"/>
                      </a:cubicBezTo>
                      <a:cubicBezTo>
                        <a:pt x="851" y="614"/>
                        <a:pt x="966" y="451"/>
                        <a:pt x="1095" y="365"/>
                      </a:cubicBezTo>
                      <a:cubicBezTo>
                        <a:pt x="1186" y="304"/>
                        <a:pt x="1156" y="243"/>
                        <a:pt x="10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816804" y="587801"/>
                  <a:ext cx="24069" cy="23928"/>
                </a:xfrm>
                <a:custGeom>
                  <a:rect b="b" l="l" r="r" t="t"/>
                  <a:pathLst>
                    <a:path extrusionOk="0" h="847" w="852">
                      <a:moveTo>
                        <a:pt x="608" y="0"/>
                      </a:moveTo>
                      <a:cubicBezTo>
                        <a:pt x="563" y="0"/>
                        <a:pt x="517" y="16"/>
                        <a:pt x="487" y="46"/>
                      </a:cubicBezTo>
                      <a:cubicBezTo>
                        <a:pt x="335" y="168"/>
                        <a:pt x="0" y="228"/>
                        <a:pt x="183" y="532"/>
                      </a:cubicBezTo>
                      <a:cubicBezTo>
                        <a:pt x="263" y="666"/>
                        <a:pt x="320" y="847"/>
                        <a:pt x="477" y="847"/>
                      </a:cubicBezTo>
                      <a:cubicBezTo>
                        <a:pt x="499" y="847"/>
                        <a:pt x="522" y="844"/>
                        <a:pt x="547" y="836"/>
                      </a:cubicBezTo>
                      <a:cubicBezTo>
                        <a:pt x="851" y="775"/>
                        <a:pt x="608" y="502"/>
                        <a:pt x="699" y="350"/>
                      </a:cubicBezTo>
                      <a:cubicBezTo>
                        <a:pt x="821" y="198"/>
                        <a:pt x="821" y="137"/>
                        <a:pt x="730" y="46"/>
                      </a:cubicBezTo>
                      <a:cubicBezTo>
                        <a:pt x="699" y="16"/>
                        <a:pt x="654" y="0"/>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809940" y="298213"/>
                  <a:ext cx="21470" cy="24803"/>
                </a:xfrm>
                <a:custGeom>
                  <a:rect b="b" l="l" r="r" t="t"/>
                  <a:pathLst>
                    <a:path extrusionOk="0" h="878" w="760">
                      <a:moveTo>
                        <a:pt x="583" y="1"/>
                      </a:moveTo>
                      <a:cubicBezTo>
                        <a:pt x="537" y="1"/>
                        <a:pt x="492" y="18"/>
                        <a:pt x="456" y="54"/>
                      </a:cubicBezTo>
                      <a:cubicBezTo>
                        <a:pt x="274" y="175"/>
                        <a:pt x="0" y="266"/>
                        <a:pt x="182" y="570"/>
                      </a:cubicBezTo>
                      <a:cubicBezTo>
                        <a:pt x="268" y="684"/>
                        <a:pt x="300" y="877"/>
                        <a:pt x="527" y="877"/>
                      </a:cubicBezTo>
                      <a:cubicBezTo>
                        <a:pt x="543" y="877"/>
                        <a:pt x="560" y="876"/>
                        <a:pt x="578" y="874"/>
                      </a:cubicBezTo>
                      <a:cubicBezTo>
                        <a:pt x="699" y="631"/>
                        <a:pt x="760" y="358"/>
                        <a:pt x="760" y="114"/>
                      </a:cubicBezTo>
                      <a:cubicBezTo>
                        <a:pt x="723" y="41"/>
                        <a:pt x="653" y="1"/>
                        <a:pt x="5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489645" y="928887"/>
                  <a:ext cx="23222" cy="24295"/>
                </a:xfrm>
                <a:custGeom>
                  <a:rect b="b" l="l" r="r" t="t"/>
                  <a:pathLst>
                    <a:path extrusionOk="0" h="860" w="822">
                      <a:moveTo>
                        <a:pt x="559" y="0"/>
                      </a:moveTo>
                      <a:cubicBezTo>
                        <a:pt x="477" y="0"/>
                        <a:pt x="398" y="57"/>
                        <a:pt x="335" y="100"/>
                      </a:cubicBezTo>
                      <a:cubicBezTo>
                        <a:pt x="244" y="161"/>
                        <a:pt x="0" y="282"/>
                        <a:pt x="122" y="465"/>
                      </a:cubicBezTo>
                      <a:cubicBezTo>
                        <a:pt x="213" y="677"/>
                        <a:pt x="274" y="860"/>
                        <a:pt x="517" y="860"/>
                      </a:cubicBezTo>
                      <a:cubicBezTo>
                        <a:pt x="760" y="738"/>
                        <a:pt x="548" y="525"/>
                        <a:pt x="639" y="404"/>
                      </a:cubicBezTo>
                      <a:cubicBezTo>
                        <a:pt x="730" y="252"/>
                        <a:pt x="821" y="161"/>
                        <a:pt x="669" y="39"/>
                      </a:cubicBezTo>
                      <a:cubicBezTo>
                        <a:pt x="632" y="11"/>
                        <a:pt x="595" y="0"/>
                        <a:pt x="5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779882" y="663312"/>
                  <a:ext cx="23193" cy="16102"/>
                </a:xfrm>
                <a:custGeom>
                  <a:rect b="b" l="l" r="r" t="t"/>
                  <a:pathLst>
                    <a:path extrusionOk="0" h="570" w="821">
                      <a:moveTo>
                        <a:pt x="575" y="0"/>
                      </a:moveTo>
                      <a:cubicBezTo>
                        <a:pt x="469" y="0"/>
                        <a:pt x="379" y="106"/>
                        <a:pt x="274" y="169"/>
                      </a:cubicBezTo>
                      <a:cubicBezTo>
                        <a:pt x="152" y="230"/>
                        <a:pt x="0" y="352"/>
                        <a:pt x="152" y="504"/>
                      </a:cubicBezTo>
                      <a:cubicBezTo>
                        <a:pt x="190" y="551"/>
                        <a:pt x="235" y="569"/>
                        <a:pt x="282" y="569"/>
                      </a:cubicBezTo>
                      <a:cubicBezTo>
                        <a:pt x="385" y="569"/>
                        <a:pt x="504" y="485"/>
                        <a:pt x="608" y="443"/>
                      </a:cubicBezTo>
                      <a:cubicBezTo>
                        <a:pt x="760" y="352"/>
                        <a:pt x="821" y="261"/>
                        <a:pt x="730" y="78"/>
                      </a:cubicBezTo>
                      <a:cubicBezTo>
                        <a:pt x="673" y="22"/>
                        <a:pt x="622" y="0"/>
                        <a:pt x="57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p:nvPr/>
              </p:nvSpPr>
              <p:spPr>
                <a:xfrm>
                  <a:off x="533432" y="375250"/>
                  <a:ext cx="20651" cy="26668"/>
                </a:xfrm>
                <a:custGeom>
                  <a:rect b="b" l="l" r="r" t="t"/>
                  <a:pathLst>
                    <a:path extrusionOk="0" h="944" w="731">
                      <a:moveTo>
                        <a:pt x="495" y="0"/>
                      </a:moveTo>
                      <a:cubicBezTo>
                        <a:pt x="454" y="0"/>
                        <a:pt x="410" y="10"/>
                        <a:pt x="365" y="32"/>
                      </a:cubicBezTo>
                      <a:cubicBezTo>
                        <a:pt x="1" y="153"/>
                        <a:pt x="1" y="305"/>
                        <a:pt x="274" y="944"/>
                      </a:cubicBezTo>
                      <a:cubicBezTo>
                        <a:pt x="289" y="929"/>
                        <a:pt x="312" y="921"/>
                        <a:pt x="335" y="921"/>
                      </a:cubicBezTo>
                      <a:cubicBezTo>
                        <a:pt x="358" y="921"/>
                        <a:pt x="381" y="929"/>
                        <a:pt x="396" y="944"/>
                      </a:cubicBezTo>
                      <a:cubicBezTo>
                        <a:pt x="730" y="792"/>
                        <a:pt x="517" y="427"/>
                        <a:pt x="669" y="184"/>
                      </a:cubicBezTo>
                      <a:cubicBezTo>
                        <a:pt x="715" y="92"/>
                        <a:pt x="622" y="0"/>
                        <a:pt x="4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
                <p:cNvSpPr/>
                <p:nvPr/>
              </p:nvSpPr>
              <p:spPr>
                <a:xfrm>
                  <a:off x="435547" y="1016517"/>
                  <a:ext cx="22346" cy="16300"/>
                </a:xfrm>
                <a:custGeom>
                  <a:rect b="b" l="l" r="r" t="t"/>
                  <a:pathLst>
                    <a:path extrusionOk="0" h="577" w="791">
                      <a:moveTo>
                        <a:pt x="518" y="1"/>
                      </a:moveTo>
                      <a:cubicBezTo>
                        <a:pt x="383" y="1"/>
                        <a:pt x="296" y="148"/>
                        <a:pt x="153" y="220"/>
                      </a:cubicBezTo>
                      <a:cubicBezTo>
                        <a:pt x="61" y="311"/>
                        <a:pt x="1" y="433"/>
                        <a:pt x="122" y="524"/>
                      </a:cubicBezTo>
                      <a:cubicBezTo>
                        <a:pt x="182" y="561"/>
                        <a:pt x="236" y="576"/>
                        <a:pt x="286" y="576"/>
                      </a:cubicBezTo>
                      <a:cubicBezTo>
                        <a:pt x="438" y="576"/>
                        <a:pt x="547" y="433"/>
                        <a:pt x="639" y="341"/>
                      </a:cubicBezTo>
                      <a:cubicBezTo>
                        <a:pt x="791" y="220"/>
                        <a:pt x="760" y="159"/>
                        <a:pt x="639" y="37"/>
                      </a:cubicBezTo>
                      <a:cubicBezTo>
                        <a:pt x="594" y="12"/>
                        <a:pt x="554" y="1"/>
                        <a:pt x="5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
                <p:cNvSpPr/>
                <p:nvPr/>
              </p:nvSpPr>
              <p:spPr>
                <a:xfrm>
                  <a:off x="491368" y="366690"/>
                  <a:ext cx="17204" cy="24916"/>
                </a:xfrm>
                <a:custGeom>
                  <a:rect b="b" l="l" r="r" t="t"/>
                  <a:pathLst>
                    <a:path extrusionOk="0" h="882" w="609">
                      <a:moveTo>
                        <a:pt x="426" y="1"/>
                      </a:moveTo>
                      <a:cubicBezTo>
                        <a:pt x="304" y="31"/>
                        <a:pt x="183" y="122"/>
                        <a:pt x="274" y="244"/>
                      </a:cubicBezTo>
                      <a:cubicBezTo>
                        <a:pt x="395" y="456"/>
                        <a:pt x="0" y="669"/>
                        <a:pt x="274" y="882"/>
                      </a:cubicBezTo>
                      <a:lnTo>
                        <a:pt x="426" y="882"/>
                      </a:lnTo>
                      <a:cubicBezTo>
                        <a:pt x="487" y="608"/>
                        <a:pt x="547" y="365"/>
                        <a:pt x="608" y="122"/>
                      </a:cubicBezTo>
                      <a:cubicBezTo>
                        <a:pt x="547" y="61"/>
                        <a:pt x="487" y="1"/>
                        <a:pt x="42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
                <p:cNvSpPr/>
                <p:nvPr/>
              </p:nvSpPr>
              <p:spPr>
                <a:xfrm>
                  <a:off x="863162" y="253353"/>
                  <a:ext cx="7769" cy="2006"/>
                </a:xfrm>
                <a:custGeom>
                  <a:rect b="b" l="l" r="r" t="t"/>
                  <a:pathLst>
                    <a:path extrusionOk="0" h="71" w="275">
                      <a:moveTo>
                        <a:pt x="1" y="0"/>
                      </a:moveTo>
                      <a:cubicBezTo>
                        <a:pt x="36" y="35"/>
                        <a:pt x="81" y="71"/>
                        <a:pt x="136" y="71"/>
                      </a:cubicBezTo>
                      <a:cubicBezTo>
                        <a:pt x="177" y="71"/>
                        <a:pt x="223" y="52"/>
                        <a:pt x="2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
                <p:cNvSpPr/>
                <p:nvPr/>
              </p:nvSpPr>
              <p:spPr>
                <a:xfrm>
                  <a:off x="533432" y="942701"/>
                  <a:ext cx="19775" cy="18250"/>
                </a:xfrm>
                <a:custGeom>
                  <a:rect b="b" l="l" r="r" t="t"/>
                  <a:pathLst>
                    <a:path extrusionOk="0" h="646" w="700">
                      <a:moveTo>
                        <a:pt x="278" y="1"/>
                      </a:moveTo>
                      <a:cubicBezTo>
                        <a:pt x="241" y="1"/>
                        <a:pt x="200" y="19"/>
                        <a:pt x="153" y="67"/>
                      </a:cubicBezTo>
                      <a:cubicBezTo>
                        <a:pt x="1" y="188"/>
                        <a:pt x="153" y="340"/>
                        <a:pt x="213" y="462"/>
                      </a:cubicBezTo>
                      <a:cubicBezTo>
                        <a:pt x="282" y="554"/>
                        <a:pt x="369" y="646"/>
                        <a:pt x="459" y="646"/>
                      </a:cubicBezTo>
                      <a:cubicBezTo>
                        <a:pt x="488" y="646"/>
                        <a:pt x="518" y="636"/>
                        <a:pt x="548" y="614"/>
                      </a:cubicBezTo>
                      <a:cubicBezTo>
                        <a:pt x="700" y="523"/>
                        <a:pt x="639" y="340"/>
                        <a:pt x="517" y="219"/>
                      </a:cubicBezTo>
                      <a:cubicBezTo>
                        <a:pt x="450" y="151"/>
                        <a:pt x="382" y="1"/>
                        <a:pt x="27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
                <p:cNvSpPr/>
                <p:nvPr/>
              </p:nvSpPr>
              <p:spPr>
                <a:xfrm>
                  <a:off x="806493" y="365899"/>
                  <a:ext cx="21498" cy="15170"/>
                </a:xfrm>
                <a:custGeom>
                  <a:rect b="b" l="l" r="r" t="t"/>
                  <a:pathLst>
                    <a:path extrusionOk="0" h="537" w="761">
                      <a:moveTo>
                        <a:pt x="540" y="1"/>
                      </a:moveTo>
                      <a:cubicBezTo>
                        <a:pt x="383" y="1"/>
                        <a:pt x="249" y="121"/>
                        <a:pt x="152" y="241"/>
                      </a:cubicBezTo>
                      <a:cubicBezTo>
                        <a:pt x="61" y="302"/>
                        <a:pt x="1" y="454"/>
                        <a:pt x="183" y="515"/>
                      </a:cubicBezTo>
                      <a:cubicBezTo>
                        <a:pt x="224" y="530"/>
                        <a:pt x="261" y="537"/>
                        <a:pt x="296" y="537"/>
                      </a:cubicBezTo>
                      <a:cubicBezTo>
                        <a:pt x="468" y="537"/>
                        <a:pt x="573" y="373"/>
                        <a:pt x="700" y="272"/>
                      </a:cubicBezTo>
                      <a:cubicBezTo>
                        <a:pt x="760" y="181"/>
                        <a:pt x="730" y="89"/>
                        <a:pt x="669" y="29"/>
                      </a:cubicBezTo>
                      <a:cubicBezTo>
                        <a:pt x="625" y="9"/>
                        <a:pt x="581" y="1"/>
                        <a:pt x="5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
                <p:cNvSpPr/>
                <p:nvPr/>
              </p:nvSpPr>
              <p:spPr>
                <a:xfrm>
                  <a:off x="575524" y="421325"/>
                  <a:ext cx="24916" cy="16555"/>
                </a:xfrm>
                <a:custGeom>
                  <a:rect b="b" l="l" r="r" t="t"/>
                  <a:pathLst>
                    <a:path extrusionOk="0" h="586" w="882">
                      <a:moveTo>
                        <a:pt x="596" y="1"/>
                      </a:moveTo>
                      <a:cubicBezTo>
                        <a:pt x="507" y="1"/>
                        <a:pt x="414" y="74"/>
                        <a:pt x="334" y="133"/>
                      </a:cubicBezTo>
                      <a:cubicBezTo>
                        <a:pt x="213" y="194"/>
                        <a:pt x="0" y="316"/>
                        <a:pt x="152" y="498"/>
                      </a:cubicBezTo>
                      <a:cubicBezTo>
                        <a:pt x="195" y="562"/>
                        <a:pt x="241" y="585"/>
                        <a:pt x="289" y="585"/>
                      </a:cubicBezTo>
                      <a:cubicBezTo>
                        <a:pt x="377" y="585"/>
                        <a:pt x="468" y="507"/>
                        <a:pt x="547" y="468"/>
                      </a:cubicBezTo>
                      <a:cubicBezTo>
                        <a:pt x="638" y="346"/>
                        <a:pt x="882" y="285"/>
                        <a:pt x="730" y="73"/>
                      </a:cubicBezTo>
                      <a:cubicBezTo>
                        <a:pt x="688" y="20"/>
                        <a:pt x="643" y="1"/>
                        <a:pt x="59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
                <p:cNvSpPr/>
                <p:nvPr/>
              </p:nvSpPr>
              <p:spPr>
                <a:xfrm>
                  <a:off x="912966" y="519521"/>
                  <a:ext cx="23222" cy="18193"/>
                </a:xfrm>
                <a:custGeom>
                  <a:rect b="b" l="l" r="r" t="t"/>
                  <a:pathLst>
                    <a:path extrusionOk="0" h="644" w="822">
                      <a:moveTo>
                        <a:pt x="669" y="1"/>
                      </a:moveTo>
                      <a:lnTo>
                        <a:pt x="335" y="153"/>
                      </a:lnTo>
                      <a:cubicBezTo>
                        <a:pt x="244" y="274"/>
                        <a:pt x="1" y="366"/>
                        <a:pt x="183" y="578"/>
                      </a:cubicBezTo>
                      <a:cubicBezTo>
                        <a:pt x="221" y="626"/>
                        <a:pt x="259" y="644"/>
                        <a:pt x="298" y="644"/>
                      </a:cubicBezTo>
                      <a:cubicBezTo>
                        <a:pt x="381" y="644"/>
                        <a:pt x="464" y="559"/>
                        <a:pt x="548" y="518"/>
                      </a:cubicBezTo>
                      <a:cubicBezTo>
                        <a:pt x="669" y="457"/>
                        <a:pt x="730" y="366"/>
                        <a:pt x="821" y="274"/>
                      </a:cubicBezTo>
                      <a:lnTo>
                        <a:pt x="669"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
                <p:cNvSpPr/>
                <p:nvPr/>
              </p:nvSpPr>
              <p:spPr>
                <a:xfrm>
                  <a:off x="511115" y="326322"/>
                  <a:ext cx="20623" cy="25792"/>
                </a:xfrm>
                <a:custGeom>
                  <a:rect b="b" l="l" r="r" t="t"/>
                  <a:pathLst>
                    <a:path extrusionOk="0" h="913" w="730">
                      <a:moveTo>
                        <a:pt x="608" y="1"/>
                      </a:moveTo>
                      <a:cubicBezTo>
                        <a:pt x="548" y="1"/>
                        <a:pt x="487" y="1"/>
                        <a:pt x="426" y="31"/>
                      </a:cubicBezTo>
                      <a:cubicBezTo>
                        <a:pt x="608" y="335"/>
                        <a:pt x="0" y="609"/>
                        <a:pt x="426" y="913"/>
                      </a:cubicBezTo>
                      <a:cubicBezTo>
                        <a:pt x="730" y="730"/>
                        <a:pt x="578" y="366"/>
                        <a:pt x="699" y="92"/>
                      </a:cubicBezTo>
                      <a:cubicBezTo>
                        <a:pt x="699" y="92"/>
                        <a:pt x="639" y="1"/>
                        <a:pt x="60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
                <p:cNvSpPr/>
                <p:nvPr/>
              </p:nvSpPr>
              <p:spPr>
                <a:xfrm>
                  <a:off x="443287" y="302281"/>
                  <a:ext cx="1723" cy="1751"/>
                </a:xfrm>
                <a:custGeom>
                  <a:rect b="b" l="l" r="r" t="t"/>
                  <a:pathLst>
                    <a:path extrusionOk="0" h="62" w="61">
                      <a:moveTo>
                        <a:pt x="61" y="1"/>
                      </a:moveTo>
                      <a:cubicBezTo>
                        <a:pt x="30" y="31"/>
                        <a:pt x="0" y="31"/>
                        <a:pt x="0" y="62"/>
                      </a:cubicBezTo>
                      <a:lnTo>
                        <a:pt x="31" y="31"/>
                      </a:lnTo>
                      <a:cubicBezTo>
                        <a:pt x="31" y="31"/>
                        <a:pt x="60" y="2"/>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
                <p:cNvSpPr/>
                <p:nvPr/>
              </p:nvSpPr>
              <p:spPr>
                <a:xfrm>
                  <a:off x="978223" y="433021"/>
                  <a:ext cx="12063" cy="10763"/>
                </a:xfrm>
                <a:custGeom>
                  <a:rect b="b" l="l" r="r" t="t"/>
                  <a:pathLst>
                    <a:path extrusionOk="0" h="381" w="427">
                      <a:moveTo>
                        <a:pt x="239" y="1"/>
                      </a:moveTo>
                      <a:cubicBezTo>
                        <a:pt x="199" y="1"/>
                        <a:pt x="158" y="18"/>
                        <a:pt x="122" y="54"/>
                      </a:cubicBezTo>
                      <a:cubicBezTo>
                        <a:pt x="31" y="84"/>
                        <a:pt x="1" y="175"/>
                        <a:pt x="61" y="267"/>
                      </a:cubicBezTo>
                      <a:cubicBezTo>
                        <a:pt x="80" y="340"/>
                        <a:pt x="143" y="380"/>
                        <a:pt x="210" y="380"/>
                      </a:cubicBezTo>
                      <a:cubicBezTo>
                        <a:pt x="254" y="380"/>
                        <a:pt x="299" y="363"/>
                        <a:pt x="335" y="327"/>
                      </a:cubicBezTo>
                      <a:cubicBezTo>
                        <a:pt x="396" y="267"/>
                        <a:pt x="426" y="175"/>
                        <a:pt x="396" y="115"/>
                      </a:cubicBezTo>
                      <a:cubicBezTo>
                        <a:pt x="359" y="41"/>
                        <a:pt x="300" y="1"/>
                        <a:pt x="23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5"/>
                <p:cNvSpPr/>
                <p:nvPr/>
              </p:nvSpPr>
              <p:spPr>
                <a:xfrm>
                  <a:off x="961047" y="445676"/>
                  <a:ext cx="11187" cy="10340"/>
                </a:xfrm>
                <a:custGeom>
                  <a:rect b="b" l="l" r="r" t="t"/>
                  <a:pathLst>
                    <a:path extrusionOk="0" h="366" w="396">
                      <a:moveTo>
                        <a:pt x="183" y="1"/>
                      </a:moveTo>
                      <a:cubicBezTo>
                        <a:pt x="92" y="1"/>
                        <a:pt x="1" y="62"/>
                        <a:pt x="31" y="153"/>
                      </a:cubicBezTo>
                      <a:cubicBezTo>
                        <a:pt x="31" y="305"/>
                        <a:pt x="92" y="366"/>
                        <a:pt x="244" y="366"/>
                      </a:cubicBezTo>
                      <a:cubicBezTo>
                        <a:pt x="335" y="335"/>
                        <a:pt x="396" y="244"/>
                        <a:pt x="365" y="153"/>
                      </a:cubicBezTo>
                      <a:cubicBezTo>
                        <a:pt x="365" y="62"/>
                        <a:pt x="274" y="1"/>
                        <a:pt x="1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5"/>
                <p:cNvSpPr/>
                <p:nvPr/>
              </p:nvSpPr>
              <p:spPr>
                <a:xfrm>
                  <a:off x="466452" y="785633"/>
                  <a:ext cx="11187" cy="10509"/>
                </a:xfrm>
                <a:custGeom>
                  <a:rect b="b" l="l" r="r" t="t"/>
                  <a:pathLst>
                    <a:path extrusionOk="0" h="372" w="396">
                      <a:moveTo>
                        <a:pt x="202" y="1"/>
                      </a:moveTo>
                      <a:cubicBezTo>
                        <a:pt x="148" y="1"/>
                        <a:pt x="99" y="27"/>
                        <a:pt x="62" y="64"/>
                      </a:cubicBezTo>
                      <a:cubicBezTo>
                        <a:pt x="1" y="125"/>
                        <a:pt x="1" y="216"/>
                        <a:pt x="62" y="308"/>
                      </a:cubicBezTo>
                      <a:cubicBezTo>
                        <a:pt x="99" y="345"/>
                        <a:pt x="148" y="371"/>
                        <a:pt x="202" y="371"/>
                      </a:cubicBezTo>
                      <a:cubicBezTo>
                        <a:pt x="235" y="371"/>
                        <a:pt x="270" y="361"/>
                        <a:pt x="305" y="338"/>
                      </a:cubicBezTo>
                      <a:cubicBezTo>
                        <a:pt x="396" y="277"/>
                        <a:pt x="396" y="95"/>
                        <a:pt x="305" y="34"/>
                      </a:cubicBezTo>
                      <a:cubicBezTo>
                        <a:pt x="270" y="11"/>
                        <a:pt x="235" y="1"/>
                        <a:pt x="20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5"/>
                <p:cNvSpPr/>
                <p:nvPr/>
              </p:nvSpPr>
              <p:spPr>
                <a:xfrm>
                  <a:off x="1070967" y="339175"/>
                  <a:ext cx="18927" cy="15481"/>
                </a:xfrm>
                <a:custGeom>
                  <a:rect b="b" l="l" r="r" t="t"/>
                  <a:pathLst>
                    <a:path extrusionOk="0" h="548" w="670">
                      <a:moveTo>
                        <a:pt x="448" y="1"/>
                      </a:moveTo>
                      <a:cubicBezTo>
                        <a:pt x="407" y="1"/>
                        <a:pt x="367" y="11"/>
                        <a:pt x="335" y="32"/>
                      </a:cubicBezTo>
                      <a:cubicBezTo>
                        <a:pt x="183" y="123"/>
                        <a:pt x="0" y="184"/>
                        <a:pt x="31" y="427"/>
                      </a:cubicBezTo>
                      <a:cubicBezTo>
                        <a:pt x="57" y="518"/>
                        <a:pt x="99" y="548"/>
                        <a:pt x="148" y="548"/>
                      </a:cubicBezTo>
                      <a:cubicBezTo>
                        <a:pt x="215" y="548"/>
                        <a:pt x="295" y="493"/>
                        <a:pt x="365" y="458"/>
                      </a:cubicBezTo>
                      <a:cubicBezTo>
                        <a:pt x="517" y="397"/>
                        <a:pt x="669" y="275"/>
                        <a:pt x="639" y="93"/>
                      </a:cubicBezTo>
                      <a:cubicBezTo>
                        <a:pt x="599" y="34"/>
                        <a:pt x="522" y="1"/>
                        <a:pt x="44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5"/>
                <p:cNvSpPr/>
                <p:nvPr/>
              </p:nvSpPr>
              <p:spPr>
                <a:xfrm>
                  <a:off x="474193" y="573930"/>
                  <a:ext cx="12035" cy="10933"/>
                </a:xfrm>
                <a:custGeom>
                  <a:rect b="b" l="l" r="r" t="t"/>
                  <a:pathLst>
                    <a:path extrusionOk="0" h="387" w="426">
                      <a:moveTo>
                        <a:pt x="207" y="0"/>
                      </a:moveTo>
                      <a:cubicBezTo>
                        <a:pt x="178" y="0"/>
                        <a:pt x="147" y="8"/>
                        <a:pt x="122" y="20"/>
                      </a:cubicBezTo>
                      <a:cubicBezTo>
                        <a:pt x="0" y="142"/>
                        <a:pt x="31" y="233"/>
                        <a:pt x="61" y="294"/>
                      </a:cubicBezTo>
                      <a:cubicBezTo>
                        <a:pt x="100" y="353"/>
                        <a:pt x="165" y="386"/>
                        <a:pt x="222" y="386"/>
                      </a:cubicBezTo>
                      <a:cubicBezTo>
                        <a:pt x="254" y="386"/>
                        <a:pt x="283" y="376"/>
                        <a:pt x="304" y="355"/>
                      </a:cubicBezTo>
                      <a:cubicBezTo>
                        <a:pt x="426" y="294"/>
                        <a:pt x="426" y="111"/>
                        <a:pt x="304" y="51"/>
                      </a:cubicBezTo>
                      <a:cubicBezTo>
                        <a:pt x="287" y="15"/>
                        <a:pt x="248" y="0"/>
                        <a:pt x="2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5"/>
                <p:cNvSpPr/>
                <p:nvPr/>
              </p:nvSpPr>
              <p:spPr>
                <a:xfrm>
                  <a:off x="1284760" y="489915"/>
                  <a:ext cx="12063" cy="10791"/>
                </a:xfrm>
                <a:custGeom>
                  <a:rect b="b" l="l" r="r" t="t"/>
                  <a:pathLst>
                    <a:path extrusionOk="0" h="382" w="427">
                      <a:moveTo>
                        <a:pt x="246" y="1"/>
                      </a:moveTo>
                      <a:cubicBezTo>
                        <a:pt x="207" y="1"/>
                        <a:pt x="165" y="14"/>
                        <a:pt x="122" y="46"/>
                      </a:cubicBezTo>
                      <a:cubicBezTo>
                        <a:pt x="31" y="107"/>
                        <a:pt x="1" y="198"/>
                        <a:pt x="62" y="289"/>
                      </a:cubicBezTo>
                      <a:cubicBezTo>
                        <a:pt x="101" y="348"/>
                        <a:pt x="166" y="381"/>
                        <a:pt x="239" y="381"/>
                      </a:cubicBezTo>
                      <a:cubicBezTo>
                        <a:pt x="280" y="381"/>
                        <a:pt x="323" y="371"/>
                        <a:pt x="366" y="350"/>
                      </a:cubicBezTo>
                      <a:cubicBezTo>
                        <a:pt x="426" y="289"/>
                        <a:pt x="426" y="198"/>
                        <a:pt x="396" y="107"/>
                      </a:cubicBezTo>
                      <a:cubicBezTo>
                        <a:pt x="376" y="47"/>
                        <a:pt x="318" y="1"/>
                        <a:pt x="24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5"/>
                <p:cNvSpPr/>
                <p:nvPr/>
              </p:nvSpPr>
              <p:spPr>
                <a:xfrm>
                  <a:off x="652787" y="388132"/>
                  <a:ext cx="12063" cy="10368"/>
                </a:xfrm>
                <a:custGeom>
                  <a:rect b="b" l="l" r="r" t="t"/>
                  <a:pathLst>
                    <a:path extrusionOk="0" h="367" w="427">
                      <a:moveTo>
                        <a:pt x="227" y="0"/>
                      </a:moveTo>
                      <a:cubicBezTo>
                        <a:pt x="191" y="0"/>
                        <a:pt x="155" y="10"/>
                        <a:pt x="122" y="32"/>
                      </a:cubicBezTo>
                      <a:cubicBezTo>
                        <a:pt x="31" y="93"/>
                        <a:pt x="1" y="184"/>
                        <a:pt x="61" y="245"/>
                      </a:cubicBezTo>
                      <a:cubicBezTo>
                        <a:pt x="82" y="326"/>
                        <a:pt x="156" y="366"/>
                        <a:pt x="230" y="366"/>
                      </a:cubicBezTo>
                      <a:cubicBezTo>
                        <a:pt x="267" y="366"/>
                        <a:pt x="305" y="356"/>
                        <a:pt x="335" y="336"/>
                      </a:cubicBezTo>
                      <a:cubicBezTo>
                        <a:pt x="396" y="275"/>
                        <a:pt x="426" y="184"/>
                        <a:pt x="396" y="93"/>
                      </a:cubicBezTo>
                      <a:cubicBezTo>
                        <a:pt x="357" y="34"/>
                        <a:pt x="292" y="0"/>
                        <a:pt x="22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5"/>
                <p:cNvSpPr/>
                <p:nvPr/>
              </p:nvSpPr>
              <p:spPr>
                <a:xfrm>
                  <a:off x="479334" y="544663"/>
                  <a:ext cx="12910" cy="11074"/>
                </a:xfrm>
                <a:custGeom>
                  <a:rect b="b" l="l" r="r" t="t"/>
                  <a:pathLst>
                    <a:path extrusionOk="0" h="392" w="457">
                      <a:moveTo>
                        <a:pt x="219" y="0"/>
                      </a:moveTo>
                      <a:cubicBezTo>
                        <a:pt x="173" y="0"/>
                        <a:pt x="128" y="17"/>
                        <a:pt x="92" y="53"/>
                      </a:cubicBezTo>
                      <a:cubicBezTo>
                        <a:pt x="31" y="114"/>
                        <a:pt x="1" y="205"/>
                        <a:pt x="62" y="296"/>
                      </a:cubicBezTo>
                      <a:cubicBezTo>
                        <a:pt x="110" y="362"/>
                        <a:pt x="159" y="392"/>
                        <a:pt x="213" y="392"/>
                      </a:cubicBezTo>
                      <a:cubicBezTo>
                        <a:pt x="259" y="392"/>
                        <a:pt x="309" y="369"/>
                        <a:pt x="365" y="327"/>
                      </a:cubicBezTo>
                      <a:cubicBezTo>
                        <a:pt x="426" y="266"/>
                        <a:pt x="457" y="175"/>
                        <a:pt x="396" y="114"/>
                      </a:cubicBezTo>
                      <a:cubicBezTo>
                        <a:pt x="359" y="40"/>
                        <a:pt x="289" y="0"/>
                        <a:pt x="21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
                <p:cNvSpPr/>
                <p:nvPr/>
              </p:nvSpPr>
              <p:spPr>
                <a:xfrm>
                  <a:off x="989382" y="449914"/>
                  <a:ext cx="12910" cy="11328"/>
                </a:xfrm>
                <a:custGeom>
                  <a:rect b="b" l="l" r="r" t="t"/>
                  <a:pathLst>
                    <a:path extrusionOk="0" h="401" w="457">
                      <a:moveTo>
                        <a:pt x="242" y="0"/>
                      </a:moveTo>
                      <a:cubicBezTo>
                        <a:pt x="208" y="0"/>
                        <a:pt x="176" y="10"/>
                        <a:pt x="153" y="33"/>
                      </a:cubicBezTo>
                      <a:cubicBezTo>
                        <a:pt x="31" y="94"/>
                        <a:pt x="1" y="246"/>
                        <a:pt x="92" y="337"/>
                      </a:cubicBezTo>
                      <a:cubicBezTo>
                        <a:pt x="130" y="375"/>
                        <a:pt x="179" y="401"/>
                        <a:pt x="232" y="401"/>
                      </a:cubicBezTo>
                      <a:cubicBezTo>
                        <a:pt x="265" y="401"/>
                        <a:pt x="300" y="391"/>
                        <a:pt x="335" y="368"/>
                      </a:cubicBezTo>
                      <a:cubicBezTo>
                        <a:pt x="426" y="307"/>
                        <a:pt x="457" y="155"/>
                        <a:pt x="396" y="64"/>
                      </a:cubicBezTo>
                      <a:cubicBezTo>
                        <a:pt x="358" y="26"/>
                        <a:pt x="298" y="0"/>
                        <a:pt x="24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5"/>
                <p:cNvSpPr/>
                <p:nvPr/>
              </p:nvSpPr>
              <p:spPr>
                <a:xfrm>
                  <a:off x="537726" y="798910"/>
                  <a:ext cx="21498" cy="19153"/>
                </a:xfrm>
                <a:custGeom>
                  <a:rect b="b" l="l" r="r" t="t"/>
                  <a:pathLst>
                    <a:path extrusionOk="0" h="678" w="761">
                      <a:moveTo>
                        <a:pt x="283" y="1"/>
                      </a:moveTo>
                      <a:cubicBezTo>
                        <a:pt x="247" y="1"/>
                        <a:pt x="205" y="16"/>
                        <a:pt x="153" y="50"/>
                      </a:cubicBezTo>
                      <a:cubicBezTo>
                        <a:pt x="1" y="172"/>
                        <a:pt x="153" y="324"/>
                        <a:pt x="213" y="476"/>
                      </a:cubicBezTo>
                      <a:cubicBezTo>
                        <a:pt x="257" y="584"/>
                        <a:pt x="331" y="677"/>
                        <a:pt x="426" y="677"/>
                      </a:cubicBezTo>
                      <a:cubicBezTo>
                        <a:pt x="463" y="677"/>
                        <a:pt x="504" y="663"/>
                        <a:pt x="548" y="628"/>
                      </a:cubicBezTo>
                      <a:cubicBezTo>
                        <a:pt x="761" y="476"/>
                        <a:pt x="578" y="324"/>
                        <a:pt x="487" y="202"/>
                      </a:cubicBezTo>
                      <a:cubicBezTo>
                        <a:pt x="422" y="94"/>
                        <a:pt x="372" y="1"/>
                        <a:pt x="2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5"/>
                <p:cNvSpPr/>
                <p:nvPr/>
              </p:nvSpPr>
              <p:spPr>
                <a:xfrm>
                  <a:off x="632193" y="733569"/>
                  <a:ext cx="20623" cy="18758"/>
                </a:xfrm>
                <a:custGeom>
                  <a:rect b="b" l="l" r="r" t="t"/>
                  <a:pathLst>
                    <a:path extrusionOk="0" h="664" w="730">
                      <a:moveTo>
                        <a:pt x="345" y="0"/>
                      </a:moveTo>
                      <a:cubicBezTo>
                        <a:pt x="309" y="0"/>
                        <a:pt x="265" y="16"/>
                        <a:pt x="213" y="53"/>
                      </a:cubicBezTo>
                      <a:cubicBezTo>
                        <a:pt x="0" y="144"/>
                        <a:pt x="122" y="296"/>
                        <a:pt x="213" y="388"/>
                      </a:cubicBezTo>
                      <a:cubicBezTo>
                        <a:pt x="262" y="486"/>
                        <a:pt x="311" y="664"/>
                        <a:pt x="457" y="664"/>
                      </a:cubicBezTo>
                      <a:cubicBezTo>
                        <a:pt x="491" y="664"/>
                        <a:pt x="531" y="654"/>
                        <a:pt x="578" y="631"/>
                      </a:cubicBezTo>
                      <a:cubicBezTo>
                        <a:pt x="730" y="509"/>
                        <a:pt x="669" y="388"/>
                        <a:pt x="578" y="236"/>
                      </a:cubicBezTo>
                      <a:cubicBezTo>
                        <a:pt x="509" y="144"/>
                        <a:pt x="457" y="0"/>
                        <a:pt x="34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5"/>
                <p:cNvSpPr/>
                <p:nvPr/>
              </p:nvSpPr>
              <p:spPr>
                <a:xfrm>
                  <a:off x="995399" y="497176"/>
                  <a:ext cx="12910" cy="10452"/>
                </a:xfrm>
                <a:custGeom>
                  <a:rect b="b" l="l" r="r" t="t"/>
                  <a:pathLst>
                    <a:path extrusionOk="0" h="370" w="457">
                      <a:moveTo>
                        <a:pt x="248" y="0"/>
                      </a:moveTo>
                      <a:cubicBezTo>
                        <a:pt x="217" y="0"/>
                        <a:pt x="185" y="11"/>
                        <a:pt x="153" y="32"/>
                      </a:cubicBezTo>
                      <a:cubicBezTo>
                        <a:pt x="31" y="62"/>
                        <a:pt x="1" y="245"/>
                        <a:pt x="122" y="306"/>
                      </a:cubicBezTo>
                      <a:cubicBezTo>
                        <a:pt x="141" y="343"/>
                        <a:pt x="183" y="369"/>
                        <a:pt x="234" y="369"/>
                      </a:cubicBezTo>
                      <a:cubicBezTo>
                        <a:pt x="265" y="369"/>
                        <a:pt x="300" y="359"/>
                        <a:pt x="335" y="336"/>
                      </a:cubicBezTo>
                      <a:cubicBezTo>
                        <a:pt x="426" y="275"/>
                        <a:pt x="456" y="184"/>
                        <a:pt x="396" y="93"/>
                      </a:cubicBezTo>
                      <a:cubicBezTo>
                        <a:pt x="356" y="34"/>
                        <a:pt x="305" y="0"/>
                        <a:pt x="24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5"/>
                <p:cNvSpPr/>
                <p:nvPr/>
              </p:nvSpPr>
              <p:spPr>
                <a:xfrm>
                  <a:off x="924125" y="559381"/>
                  <a:ext cx="11187" cy="10114"/>
                </a:xfrm>
                <a:custGeom>
                  <a:rect b="b" l="l" r="r" t="t"/>
                  <a:pathLst>
                    <a:path extrusionOk="0" h="358" w="396">
                      <a:moveTo>
                        <a:pt x="191" y="0"/>
                      </a:moveTo>
                      <a:cubicBezTo>
                        <a:pt x="159" y="0"/>
                        <a:pt x="125" y="7"/>
                        <a:pt x="92" y="19"/>
                      </a:cubicBezTo>
                      <a:cubicBezTo>
                        <a:pt x="31" y="79"/>
                        <a:pt x="1" y="171"/>
                        <a:pt x="62" y="262"/>
                      </a:cubicBezTo>
                      <a:cubicBezTo>
                        <a:pt x="94" y="327"/>
                        <a:pt x="144" y="357"/>
                        <a:pt x="198" y="357"/>
                      </a:cubicBezTo>
                      <a:cubicBezTo>
                        <a:pt x="244" y="357"/>
                        <a:pt x="293" y="334"/>
                        <a:pt x="335" y="292"/>
                      </a:cubicBezTo>
                      <a:cubicBezTo>
                        <a:pt x="396" y="231"/>
                        <a:pt x="396" y="110"/>
                        <a:pt x="335" y="79"/>
                      </a:cubicBezTo>
                      <a:cubicBezTo>
                        <a:pt x="297" y="22"/>
                        <a:pt x="246" y="0"/>
                        <a:pt x="19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5"/>
                <p:cNvSpPr/>
                <p:nvPr/>
              </p:nvSpPr>
              <p:spPr>
                <a:xfrm>
                  <a:off x="839122" y="695573"/>
                  <a:ext cx="10340" cy="10311"/>
                </a:xfrm>
                <a:custGeom>
                  <a:rect b="b" l="l" r="r" t="t"/>
                  <a:pathLst>
                    <a:path extrusionOk="0" h="365" w="366">
                      <a:moveTo>
                        <a:pt x="213" y="0"/>
                      </a:moveTo>
                      <a:cubicBezTo>
                        <a:pt x="92" y="0"/>
                        <a:pt x="1" y="91"/>
                        <a:pt x="1" y="213"/>
                      </a:cubicBezTo>
                      <a:cubicBezTo>
                        <a:pt x="1" y="304"/>
                        <a:pt x="92" y="365"/>
                        <a:pt x="183" y="365"/>
                      </a:cubicBezTo>
                      <a:cubicBezTo>
                        <a:pt x="304" y="365"/>
                        <a:pt x="365" y="274"/>
                        <a:pt x="365" y="213"/>
                      </a:cubicBezTo>
                      <a:cubicBezTo>
                        <a:pt x="365" y="61"/>
                        <a:pt x="304" y="0"/>
                        <a:pt x="21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5"/>
                <p:cNvSpPr/>
                <p:nvPr/>
              </p:nvSpPr>
              <p:spPr>
                <a:xfrm>
                  <a:off x="391760" y="900101"/>
                  <a:ext cx="11187" cy="10142"/>
                </a:xfrm>
                <a:custGeom>
                  <a:rect b="b" l="l" r="r" t="t"/>
                  <a:pathLst>
                    <a:path extrusionOk="0" h="359" w="396">
                      <a:moveTo>
                        <a:pt x="193" y="0"/>
                      </a:moveTo>
                      <a:cubicBezTo>
                        <a:pt x="171" y="0"/>
                        <a:pt x="147" y="8"/>
                        <a:pt x="122" y="25"/>
                      </a:cubicBezTo>
                      <a:cubicBezTo>
                        <a:pt x="31" y="55"/>
                        <a:pt x="0" y="146"/>
                        <a:pt x="31" y="237"/>
                      </a:cubicBezTo>
                      <a:cubicBezTo>
                        <a:pt x="51" y="318"/>
                        <a:pt x="125" y="359"/>
                        <a:pt x="200" y="359"/>
                      </a:cubicBezTo>
                      <a:cubicBezTo>
                        <a:pt x="237" y="359"/>
                        <a:pt x="274" y="349"/>
                        <a:pt x="304" y="329"/>
                      </a:cubicBezTo>
                      <a:cubicBezTo>
                        <a:pt x="365" y="268"/>
                        <a:pt x="396" y="177"/>
                        <a:pt x="365" y="116"/>
                      </a:cubicBezTo>
                      <a:cubicBezTo>
                        <a:pt x="299" y="50"/>
                        <a:pt x="249" y="0"/>
                        <a:pt x="19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5"/>
                <p:cNvSpPr/>
                <p:nvPr/>
              </p:nvSpPr>
              <p:spPr>
                <a:xfrm>
                  <a:off x="978223" y="471412"/>
                  <a:ext cx="12063" cy="9944"/>
                </a:xfrm>
                <a:custGeom>
                  <a:rect b="b" l="l" r="r" t="t"/>
                  <a:pathLst>
                    <a:path extrusionOk="0" h="352" w="427">
                      <a:moveTo>
                        <a:pt x="218" y="1"/>
                      </a:moveTo>
                      <a:cubicBezTo>
                        <a:pt x="187" y="1"/>
                        <a:pt x="155" y="11"/>
                        <a:pt x="122" y="32"/>
                      </a:cubicBezTo>
                      <a:cubicBezTo>
                        <a:pt x="31" y="93"/>
                        <a:pt x="1" y="215"/>
                        <a:pt x="92" y="306"/>
                      </a:cubicBezTo>
                      <a:cubicBezTo>
                        <a:pt x="122" y="336"/>
                        <a:pt x="168" y="351"/>
                        <a:pt x="213" y="351"/>
                      </a:cubicBezTo>
                      <a:cubicBezTo>
                        <a:pt x="259" y="351"/>
                        <a:pt x="305" y="336"/>
                        <a:pt x="335" y="306"/>
                      </a:cubicBezTo>
                      <a:cubicBezTo>
                        <a:pt x="396" y="275"/>
                        <a:pt x="426" y="154"/>
                        <a:pt x="365" y="93"/>
                      </a:cubicBezTo>
                      <a:cubicBezTo>
                        <a:pt x="326" y="34"/>
                        <a:pt x="274" y="1"/>
                        <a:pt x="2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5"/>
                <p:cNvSpPr/>
                <p:nvPr/>
              </p:nvSpPr>
              <p:spPr>
                <a:xfrm>
                  <a:off x="815929" y="569890"/>
                  <a:ext cx="12910" cy="10678"/>
                </a:xfrm>
                <a:custGeom>
                  <a:rect b="b" l="l" r="r" t="t"/>
                  <a:pathLst>
                    <a:path extrusionOk="0" h="378" w="457">
                      <a:moveTo>
                        <a:pt x="243" y="0"/>
                      </a:moveTo>
                      <a:cubicBezTo>
                        <a:pt x="225" y="0"/>
                        <a:pt x="205" y="4"/>
                        <a:pt x="183" y="11"/>
                      </a:cubicBezTo>
                      <a:cubicBezTo>
                        <a:pt x="62" y="42"/>
                        <a:pt x="1" y="194"/>
                        <a:pt x="92" y="285"/>
                      </a:cubicBezTo>
                      <a:cubicBezTo>
                        <a:pt x="112" y="344"/>
                        <a:pt x="169" y="377"/>
                        <a:pt x="224" y="377"/>
                      </a:cubicBezTo>
                      <a:cubicBezTo>
                        <a:pt x="254" y="377"/>
                        <a:pt x="283" y="367"/>
                        <a:pt x="305" y="346"/>
                      </a:cubicBezTo>
                      <a:cubicBezTo>
                        <a:pt x="396" y="285"/>
                        <a:pt x="457" y="224"/>
                        <a:pt x="396" y="133"/>
                      </a:cubicBezTo>
                      <a:cubicBezTo>
                        <a:pt x="350" y="40"/>
                        <a:pt x="303" y="0"/>
                        <a:pt x="24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5"/>
                <p:cNvSpPr/>
                <p:nvPr/>
              </p:nvSpPr>
              <p:spPr>
                <a:xfrm>
                  <a:off x="930990" y="439829"/>
                  <a:ext cx="11215" cy="10311"/>
                </a:xfrm>
                <a:custGeom>
                  <a:rect b="b" l="l" r="r" t="t"/>
                  <a:pathLst>
                    <a:path extrusionOk="0" h="365" w="397">
                      <a:moveTo>
                        <a:pt x="183" y="0"/>
                      </a:moveTo>
                      <a:cubicBezTo>
                        <a:pt x="161" y="0"/>
                        <a:pt x="140" y="8"/>
                        <a:pt x="122" y="26"/>
                      </a:cubicBezTo>
                      <a:cubicBezTo>
                        <a:pt x="62" y="86"/>
                        <a:pt x="1" y="178"/>
                        <a:pt x="62" y="269"/>
                      </a:cubicBezTo>
                      <a:cubicBezTo>
                        <a:pt x="78" y="334"/>
                        <a:pt x="129" y="364"/>
                        <a:pt x="187" y="364"/>
                      </a:cubicBezTo>
                      <a:cubicBezTo>
                        <a:pt x="237" y="364"/>
                        <a:pt x="293" y="341"/>
                        <a:pt x="335" y="299"/>
                      </a:cubicBezTo>
                      <a:cubicBezTo>
                        <a:pt x="396" y="269"/>
                        <a:pt x="366" y="147"/>
                        <a:pt x="366" y="86"/>
                      </a:cubicBezTo>
                      <a:cubicBezTo>
                        <a:pt x="301" y="43"/>
                        <a:pt x="237"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5"/>
                <p:cNvSpPr/>
                <p:nvPr/>
              </p:nvSpPr>
              <p:spPr>
                <a:xfrm>
                  <a:off x="889773" y="416156"/>
                  <a:ext cx="12063" cy="11102"/>
                </a:xfrm>
                <a:custGeom>
                  <a:rect b="b" l="l" r="r" t="t"/>
                  <a:pathLst>
                    <a:path extrusionOk="0" h="393" w="427">
                      <a:moveTo>
                        <a:pt x="240" y="1"/>
                      </a:moveTo>
                      <a:cubicBezTo>
                        <a:pt x="198" y="1"/>
                        <a:pt x="156" y="26"/>
                        <a:pt x="122" y="43"/>
                      </a:cubicBezTo>
                      <a:cubicBezTo>
                        <a:pt x="31" y="104"/>
                        <a:pt x="1" y="225"/>
                        <a:pt x="92" y="347"/>
                      </a:cubicBezTo>
                      <a:cubicBezTo>
                        <a:pt x="122" y="377"/>
                        <a:pt x="160" y="392"/>
                        <a:pt x="198" y="392"/>
                      </a:cubicBezTo>
                      <a:cubicBezTo>
                        <a:pt x="236" y="392"/>
                        <a:pt x="274" y="377"/>
                        <a:pt x="305" y="347"/>
                      </a:cubicBezTo>
                      <a:cubicBezTo>
                        <a:pt x="426" y="286"/>
                        <a:pt x="426" y="195"/>
                        <a:pt x="335" y="73"/>
                      </a:cubicBezTo>
                      <a:cubicBezTo>
                        <a:pt x="308" y="18"/>
                        <a:pt x="274" y="1"/>
                        <a:pt x="2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5"/>
                <p:cNvSpPr/>
                <p:nvPr/>
              </p:nvSpPr>
              <p:spPr>
                <a:xfrm>
                  <a:off x="472469" y="665911"/>
                  <a:ext cx="12063" cy="10565"/>
                </a:xfrm>
                <a:custGeom>
                  <a:rect b="b" l="l" r="r" t="t"/>
                  <a:pathLst>
                    <a:path extrusionOk="0" h="374" w="427">
                      <a:moveTo>
                        <a:pt x="200" y="0"/>
                      </a:moveTo>
                      <a:cubicBezTo>
                        <a:pt x="163" y="0"/>
                        <a:pt x="125" y="13"/>
                        <a:pt x="92" y="47"/>
                      </a:cubicBezTo>
                      <a:cubicBezTo>
                        <a:pt x="1" y="108"/>
                        <a:pt x="1" y="199"/>
                        <a:pt x="61" y="260"/>
                      </a:cubicBezTo>
                      <a:cubicBezTo>
                        <a:pt x="80" y="333"/>
                        <a:pt x="143" y="374"/>
                        <a:pt x="210" y="374"/>
                      </a:cubicBezTo>
                      <a:cubicBezTo>
                        <a:pt x="254" y="374"/>
                        <a:pt x="299" y="357"/>
                        <a:pt x="335" y="321"/>
                      </a:cubicBezTo>
                      <a:cubicBezTo>
                        <a:pt x="426" y="260"/>
                        <a:pt x="396" y="169"/>
                        <a:pt x="365" y="77"/>
                      </a:cubicBezTo>
                      <a:cubicBezTo>
                        <a:pt x="327" y="39"/>
                        <a:pt x="264"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5"/>
                <p:cNvSpPr/>
                <p:nvPr/>
              </p:nvSpPr>
              <p:spPr>
                <a:xfrm>
                  <a:off x="940453" y="266715"/>
                  <a:ext cx="12034" cy="10707"/>
                </a:xfrm>
                <a:custGeom>
                  <a:rect b="b" l="l" r="r" t="t"/>
                  <a:pathLst>
                    <a:path extrusionOk="0" h="379" w="426">
                      <a:moveTo>
                        <a:pt x="203" y="0"/>
                      </a:moveTo>
                      <a:cubicBezTo>
                        <a:pt x="169" y="0"/>
                        <a:pt x="132" y="14"/>
                        <a:pt x="91" y="44"/>
                      </a:cubicBezTo>
                      <a:cubicBezTo>
                        <a:pt x="31" y="105"/>
                        <a:pt x="0" y="196"/>
                        <a:pt x="61" y="257"/>
                      </a:cubicBezTo>
                      <a:cubicBezTo>
                        <a:pt x="81" y="338"/>
                        <a:pt x="156" y="378"/>
                        <a:pt x="230" y="378"/>
                      </a:cubicBezTo>
                      <a:cubicBezTo>
                        <a:pt x="267" y="378"/>
                        <a:pt x="304" y="368"/>
                        <a:pt x="335" y="348"/>
                      </a:cubicBezTo>
                      <a:cubicBezTo>
                        <a:pt x="395" y="287"/>
                        <a:pt x="426" y="196"/>
                        <a:pt x="365" y="135"/>
                      </a:cubicBezTo>
                      <a:cubicBezTo>
                        <a:pt x="324" y="54"/>
                        <a:pt x="270" y="0"/>
                        <a:pt x="20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5"/>
                <p:cNvSpPr/>
                <p:nvPr/>
              </p:nvSpPr>
              <p:spPr>
                <a:xfrm>
                  <a:off x="641628" y="446524"/>
                  <a:ext cx="12910" cy="10424"/>
                </a:xfrm>
                <a:custGeom>
                  <a:rect b="b" l="l" r="r" t="t"/>
                  <a:pathLst>
                    <a:path extrusionOk="0" h="369" w="457">
                      <a:moveTo>
                        <a:pt x="196" y="0"/>
                      </a:moveTo>
                      <a:cubicBezTo>
                        <a:pt x="160" y="0"/>
                        <a:pt x="124" y="10"/>
                        <a:pt x="92" y="32"/>
                      </a:cubicBezTo>
                      <a:cubicBezTo>
                        <a:pt x="1" y="93"/>
                        <a:pt x="1" y="184"/>
                        <a:pt x="61" y="305"/>
                      </a:cubicBezTo>
                      <a:cubicBezTo>
                        <a:pt x="80" y="343"/>
                        <a:pt x="134" y="369"/>
                        <a:pt x="186" y="369"/>
                      </a:cubicBezTo>
                      <a:cubicBezTo>
                        <a:pt x="219" y="369"/>
                        <a:pt x="251" y="359"/>
                        <a:pt x="274" y="336"/>
                      </a:cubicBezTo>
                      <a:cubicBezTo>
                        <a:pt x="365" y="275"/>
                        <a:pt x="456" y="184"/>
                        <a:pt x="365" y="93"/>
                      </a:cubicBezTo>
                      <a:cubicBezTo>
                        <a:pt x="326" y="34"/>
                        <a:pt x="261" y="0"/>
                        <a:pt x="1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5"/>
                <p:cNvSpPr/>
                <p:nvPr/>
              </p:nvSpPr>
              <p:spPr>
                <a:xfrm>
                  <a:off x="699173" y="343949"/>
                  <a:ext cx="12035" cy="10114"/>
                </a:xfrm>
                <a:custGeom>
                  <a:rect b="b" l="l" r="r" t="t"/>
                  <a:pathLst>
                    <a:path extrusionOk="0" h="358" w="426">
                      <a:moveTo>
                        <a:pt x="198" y="0"/>
                      </a:moveTo>
                      <a:cubicBezTo>
                        <a:pt x="160" y="0"/>
                        <a:pt x="122" y="15"/>
                        <a:pt x="91" y="46"/>
                      </a:cubicBezTo>
                      <a:cubicBezTo>
                        <a:pt x="0" y="106"/>
                        <a:pt x="0" y="198"/>
                        <a:pt x="61" y="289"/>
                      </a:cubicBezTo>
                      <a:cubicBezTo>
                        <a:pt x="91" y="334"/>
                        <a:pt x="144" y="357"/>
                        <a:pt x="201" y="357"/>
                      </a:cubicBezTo>
                      <a:cubicBezTo>
                        <a:pt x="258" y="357"/>
                        <a:pt x="319" y="334"/>
                        <a:pt x="365" y="289"/>
                      </a:cubicBezTo>
                      <a:cubicBezTo>
                        <a:pt x="426" y="198"/>
                        <a:pt x="365" y="106"/>
                        <a:pt x="304" y="46"/>
                      </a:cubicBezTo>
                      <a:cubicBezTo>
                        <a:pt x="274" y="15"/>
                        <a:pt x="236" y="0"/>
                        <a:pt x="19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5"/>
                <p:cNvSpPr/>
                <p:nvPr/>
              </p:nvSpPr>
              <p:spPr>
                <a:xfrm>
                  <a:off x="566936" y="356238"/>
                  <a:ext cx="12035" cy="11130"/>
                </a:xfrm>
                <a:custGeom>
                  <a:rect b="b" l="l" r="r" t="t"/>
                  <a:pathLst>
                    <a:path extrusionOk="0" h="394" w="426">
                      <a:moveTo>
                        <a:pt x="238" y="0"/>
                      </a:moveTo>
                      <a:cubicBezTo>
                        <a:pt x="206" y="0"/>
                        <a:pt x="168" y="20"/>
                        <a:pt x="122" y="67"/>
                      </a:cubicBezTo>
                      <a:cubicBezTo>
                        <a:pt x="0" y="158"/>
                        <a:pt x="0" y="188"/>
                        <a:pt x="61" y="279"/>
                      </a:cubicBezTo>
                      <a:cubicBezTo>
                        <a:pt x="79" y="353"/>
                        <a:pt x="142" y="393"/>
                        <a:pt x="209" y="393"/>
                      </a:cubicBezTo>
                      <a:cubicBezTo>
                        <a:pt x="253" y="393"/>
                        <a:pt x="298" y="376"/>
                        <a:pt x="334" y="340"/>
                      </a:cubicBezTo>
                      <a:cubicBezTo>
                        <a:pt x="395" y="310"/>
                        <a:pt x="426" y="219"/>
                        <a:pt x="365" y="127"/>
                      </a:cubicBezTo>
                      <a:cubicBezTo>
                        <a:pt x="327" y="52"/>
                        <a:pt x="290" y="0"/>
                        <a:pt x="23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5"/>
                <p:cNvSpPr/>
                <p:nvPr/>
              </p:nvSpPr>
              <p:spPr>
                <a:xfrm>
                  <a:off x="508544" y="270613"/>
                  <a:ext cx="10311" cy="10226"/>
                </a:xfrm>
                <a:custGeom>
                  <a:rect b="b" l="l" r="r" t="t"/>
                  <a:pathLst>
                    <a:path extrusionOk="0" h="362" w="365">
                      <a:moveTo>
                        <a:pt x="159" y="0"/>
                      </a:moveTo>
                      <a:cubicBezTo>
                        <a:pt x="122" y="0"/>
                        <a:pt x="88" y="17"/>
                        <a:pt x="61" y="58"/>
                      </a:cubicBezTo>
                      <a:cubicBezTo>
                        <a:pt x="0" y="149"/>
                        <a:pt x="0" y="240"/>
                        <a:pt x="31" y="271"/>
                      </a:cubicBezTo>
                      <a:cubicBezTo>
                        <a:pt x="61" y="332"/>
                        <a:pt x="114" y="362"/>
                        <a:pt x="171" y="362"/>
                      </a:cubicBezTo>
                      <a:cubicBezTo>
                        <a:pt x="228" y="362"/>
                        <a:pt x="289" y="332"/>
                        <a:pt x="335" y="271"/>
                      </a:cubicBezTo>
                      <a:cubicBezTo>
                        <a:pt x="365" y="210"/>
                        <a:pt x="365" y="119"/>
                        <a:pt x="304" y="58"/>
                      </a:cubicBezTo>
                      <a:cubicBezTo>
                        <a:pt x="254" y="25"/>
                        <a:pt x="204" y="0"/>
                        <a:pt x="1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5"/>
                <p:cNvSpPr/>
                <p:nvPr/>
              </p:nvSpPr>
              <p:spPr>
                <a:xfrm>
                  <a:off x="740389" y="813713"/>
                  <a:ext cx="12035" cy="10453"/>
                </a:xfrm>
                <a:custGeom>
                  <a:rect b="b" l="l" r="r" t="t"/>
                  <a:pathLst>
                    <a:path extrusionOk="0" h="370" w="426">
                      <a:moveTo>
                        <a:pt x="224" y="1"/>
                      </a:moveTo>
                      <a:cubicBezTo>
                        <a:pt x="179" y="1"/>
                        <a:pt x="132" y="16"/>
                        <a:pt x="91" y="43"/>
                      </a:cubicBezTo>
                      <a:cubicBezTo>
                        <a:pt x="0" y="104"/>
                        <a:pt x="0" y="195"/>
                        <a:pt x="61" y="286"/>
                      </a:cubicBezTo>
                      <a:cubicBezTo>
                        <a:pt x="91" y="347"/>
                        <a:pt x="137" y="370"/>
                        <a:pt x="186" y="370"/>
                      </a:cubicBezTo>
                      <a:cubicBezTo>
                        <a:pt x="236" y="370"/>
                        <a:pt x="289" y="347"/>
                        <a:pt x="334" y="317"/>
                      </a:cubicBezTo>
                      <a:cubicBezTo>
                        <a:pt x="395" y="256"/>
                        <a:pt x="426" y="165"/>
                        <a:pt x="365" y="73"/>
                      </a:cubicBezTo>
                      <a:cubicBezTo>
                        <a:pt x="331" y="23"/>
                        <a:pt x="279" y="1"/>
                        <a:pt x="2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5"/>
                <p:cNvSpPr/>
                <p:nvPr/>
              </p:nvSpPr>
              <p:spPr>
                <a:xfrm>
                  <a:off x="634764" y="976262"/>
                  <a:ext cx="12035" cy="10566"/>
                </a:xfrm>
                <a:custGeom>
                  <a:rect b="b" l="l" r="r" t="t"/>
                  <a:pathLst>
                    <a:path extrusionOk="0" h="374" w="426">
                      <a:moveTo>
                        <a:pt x="225" y="1"/>
                      </a:moveTo>
                      <a:cubicBezTo>
                        <a:pt x="192" y="1"/>
                        <a:pt x="157" y="11"/>
                        <a:pt x="122" y="34"/>
                      </a:cubicBezTo>
                      <a:cubicBezTo>
                        <a:pt x="31" y="64"/>
                        <a:pt x="0" y="186"/>
                        <a:pt x="61" y="247"/>
                      </a:cubicBezTo>
                      <a:cubicBezTo>
                        <a:pt x="118" y="322"/>
                        <a:pt x="174" y="374"/>
                        <a:pt x="237" y="374"/>
                      </a:cubicBezTo>
                      <a:cubicBezTo>
                        <a:pt x="277" y="374"/>
                        <a:pt x="319" y="354"/>
                        <a:pt x="365" y="307"/>
                      </a:cubicBezTo>
                      <a:cubicBezTo>
                        <a:pt x="426" y="247"/>
                        <a:pt x="426" y="125"/>
                        <a:pt x="365" y="64"/>
                      </a:cubicBezTo>
                      <a:cubicBezTo>
                        <a:pt x="328" y="27"/>
                        <a:pt x="278" y="1"/>
                        <a:pt x="22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5"/>
                <p:cNvSpPr/>
                <p:nvPr/>
              </p:nvSpPr>
              <p:spPr>
                <a:xfrm>
                  <a:off x="1344875" y="462683"/>
                  <a:ext cx="17204" cy="17459"/>
                </a:xfrm>
                <a:custGeom>
                  <a:rect b="b" l="l" r="r" t="t"/>
                  <a:pathLst>
                    <a:path extrusionOk="0" h="618" w="609">
                      <a:moveTo>
                        <a:pt x="180" y="0"/>
                      </a:moveTo>
                      <a:cubicBezTo>
                        <a:pt x="101" y="0"/>
                        <a:pt x="39" y="86"/>
                        <a:pt x="1" y="220"/>
                      </a:cubicBezTo>
                      <a:cubicBezTo>
                        <a:pt x="31" y="280"/>
                        <a:pt x="61" y="372"/>
                        <a:pt x="122" y="432"/>
                      </a:cubicBezTo>
                      <a:cubicBezTo>
                        <a:pt x="165" y="518"/>
                        <a:pt x="222" y="618"/>
                        <a:pt x="305" y="618"/>
                      </a:cubicBezTo>
                      <a:cubicBezTo>
                        <a:pt x="341" y="618"/>
                        <a:pt x="381" y="599"/>
                        <a:pt x="426" y="554"/>
                      </a:cubicBezTo>
                      <a:cubicBezTo>
                        <a:pt x="609" y="402"/>
                        <a:pt x="457" y="220"/>
                        <a:pt x="335" y="98"/>
                      </a:cubicBezTo>
                      <a:cubicBezTo>
                        <a:pt x="278" y="30"/>
                        <a:pt x="226" y="0"/>
                        <a:pt x="18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5"/>
                <p:cNvSpPr/>
                <p:nvPr/>
              </p:nvSpPr>
              <p:spPr>
                <a:xfrm>
                  <a:off x="1157693" y="564692"/>
                  <a:ext cx="11950" cy="9238"/>
                </a:xfrm>
                <a:custGeom>
                  <a:rect b="b" l="l" r="r" t="t"/>
                  <a:pathLst>
                    <a:path extrusionOk="0" h="327" w="423">
                      <a:moveTo>
                        <a:pt x="227" y="1"/>
                      </a:moveTo>
                      <a:cubicBezTo>
                        <a:pt x="189" y="1"/>
                        <a:pt x="149" y="16"/>
                        <a:pt x="122" y="43"/>
                      </a:cubicBezTo>
                      <a:cubicBezTo>
                        <a:pt x="31" y="74"/>
                        <a:pt x="0" y="195"/>
                        <a:pt x="61" y="256"/>
                      </a:cubicBezTo>
                      <a:cubicBezTo>
                        <a:pt x="78" y="306"/>
                        <a:pt x="115" y="326"/>
                        <a:pt x="158" y="326"/>
                      </a:cubicBezTo>
                      <a:cubicBezTo>
                        <a:pt x="271" y="326"/>
                        <a:pt x="423" y="184"/>
                        <a:pt x="335" y="74"/>
                      </a:cubicBezTo>
                      <a:cubicBezTo>
                        <a:pt x="318" y="23"/>
                        <a:pt x="274" y="1"/>
                        <a:pt x="22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5"/>
                <p:cNvSpPr/>
                <p:nvPr/>
              </p:nvSpPr>
              <p:spPr>
                <a:xfrm>
                  <a:off x="1041756" y="581529"/>
                  <a:ext cx="11215" cy="10537"/>
                </a:xfrm>
                <a:custGeom>
                  <a:rect b="b" l="l" r="r" t="t"/>
                  <a:pathLst>
                    <a:path extrusionOk="0" h="373" w="397">
                      <a:moveTo>
                        <a:pt x="200" y="1"/>
                      </a:moveTo>
                      <a:cubicBezTo>
                        <a:pt x="174" y="1"/>
                        <a:pt x="147" y="9"/>
                        <a:pt x="123" y="25"/>
                      </a:cubicBezTo>
                      <a:cubicBezTo>
                        <a:pt x="31" y="86"/>
                        <a:pt x="1" y="146"/>
                        <a:pt x="1" y="238"/>
                      </a:cubicBezTo>
                      <a:cubicBezTo>
                        <a:pt x="41" y="319"/>
                        <a:pt x="95" y="373"/>
                        <a:pt x="172" y="373"/>
                      </a:cubicBezTo>
                      <a:cubicBezTo>
                        <a:pt x="210" y="373"/>
                        <a:pt x="254" y="359"/>
                        <a:pt x="305" y="329"/>
                      </a:cubicBezTo>
                      <a:cubicBezTo>
                        <a:pt x="335" y="298"/>
                        <a:pt x="396" y="207"/>
                        <a:pt x="366" y="146"/>
                      </a:cubicBezTo>
                      <a:cubicBezTo>
                        <a:pt x="343" y="57"/>
                        <a:pt x="272" y="1"/>
                        <a:pt x="2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
                <p:cNvSpPr/>
                <p:nvPr/>
              </p:nvSpPr>
              <p:spPr>
                <a:xfrm>
                  <a:off x="675980" y="794475"/>
                  <a:ext cx="12910" cy="10565"/>
                </a:xfrm>
                <a:custGeom>
                  <a:rect b="b" l="l" r="r" t="t"/>
                  <a:pathLst>
                    <a:path extrusionOk="0" h="374" w="457">
                      <a:moveTo>
                        <a:pt x="217" y="0"/>
                      </a:moveTo>
                      <a:cubicBezTo>
                        <a:pt x="187" y="0"/>
                        <a:pt x="156" y="8"/>
                        <a:pt x="122" y="25"/>
                      </a:cubicBezTo>
                      <a:cubicBezTo>
                        <a:pt x="31" y="86"/>
                        <a:pt x="0" y="177"/>
                        <a:pt x="61" y="268"/>
                      </a:cubicBezTo>
                      <a:cubicBezTo>
                        <a:pt x="101" y="327"/>
                        <a:pt x="153" y="374"/>
                        <a:pt x="219" y="374"/>
                      </a:cubicBezTo>
                      <a:cubicBezTo>
                        <a:pt x="254" y="374"/>
                        <a:pt x="292" y="361"/>
                        <a:pt x="335" y="329"/>
                      </a:cubicBezTo>
                      <a:cubicBezTo>
                        <a:pt x="426" y="268"/>
                        <a:pt x="456" y="207"/>
                        <a:pt x="396" y="116"/>
                      </a:cubicBezTo>
                      <a:cubicBezTo>
                        <a:pt x="352" y="50"/>
                        <a:pt x="292"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5"/>
                <p:cNvSpPr/>
                <p:nvPr/>
              </p:nvSpPr>
              <p:spPr>
                <a:xfrm>
                  <a:off x="450152" y="910892"/>
                  <a:ext cx="12035" cy="10537"/>
                </a:xfrm>
                <a:custGeom>
                  <a:rect b="b" l="l" r="r" t="t"/>
                  <a:pathLst>
                    <a:path extrusionOk="0" h="373" w="426">
                      <a:moveTo>
                        <a:pt x="194" y="0"/>
                      </a:moveTo>
                      <a:cubicBezTo>
                        <a:pt x="153" y="0"/>
                        <a:pt x="110" y="19"/>
                        <a:pt x="61" y="68"/>
                      </a:cubicBezTo>
                      <a:cubicBezTo>
                        <a:pt x="31" y="129"/>
                        <a:pt x="0" y="190"/>
                        <a:pt x="31" y="281"/>
                      </a:cubicBezTo>
                      <a:cubicBezTo>
                        <a:pt x="91" y="342"/>
                        <a:pt x="152" y="372"/>
                        <a:pt x="243" y="372"/>
                      </a:cubicBezTo>
                      <a:cubicBezTo>
                        <a:pt x="365" y="342"/>
                        <a:pt x="426" y="220"/>
                        <a:pt x="365" y="99"/>
                      </a:cubicBezTo>
                      <a:cubicBezTo>
                        <a:pt x="310" y="44"/>
                        <a:pt x="256" y="0"/>
                        <a:pt x="19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5"/>
                <p:cNvSpPr/>
                <p:nvPr/>
              </p:nvSpPr>
              <p:spPr>
                <a:xfrm>
                  <a:off x="779006" y="646503"/>
                  <a:ext cx="12063" cy="10565"/>
                </a:xfrm>
                <a:custGeom>
                  <a:rect b="b" l="l" r="r" t="t"/>
                  <a:pathLst>
                    <a:path extrusionOk="0" h="374" w="427">
                      <a:moveTo>
                        <a:pt x="215" y="0"/>
                      </a:moveTo>
                      <a:cubicBezTo>
                        <a:pt x="153" y="0"/>
                        <a:pt x="94" y="31"/>
                        <a:pt x="62" y="96"/>
                      </a:cubicBezTo>
                      <a:cubicBezTo>
                        <a:pt x="1" y="156"/>
                        <a:pt x="1" y="248"/>
                        <a:pt x="62" y="308"/>
                      </a:cubicBezTo>
                      <a:cubicBezTo>
                        <a:pt x="104" y="351"/>
                        <a:pt x="159" y="373"/>
                        <a:pt x="213" y="373"/>
                      </a:cubicBezTo>
                      <a:cubicBezTo>
                        <a:pt x="274" y="373"/>
                        <a:pt x="333" y="343"/>
                        <a:pt x="366" y="278"/>
                      </a:cubicBezTo>
                      <a:cubicBezTo>
                        <a:pt x="426" y="217"/>
                        <a:pt x="426" y="126"/>
                        <a:pt x="366" y="65"/>
                      </a:cubicBezTo>
                      <a:cubicBezTo>
                        <a:pt x="323" y="23"/>
                        <a:pt x="268" y="0"/>
                        <a:pt x="21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5"/>
                <p:cNvSpPr/>
                <p:nvPr/>
              </p:nvSpPr>
              <p:spPr>
                <a:xfrm>
                  <a:off x="680274" y="370561"/>
                  <a:ext cx="10340" cy="9746"/>
                </a:xfrm>
                <a:custGeom>
                  <a:rect b="b" l="l" r="r" t="t"/>
                  <a:pathLst>
                    <a:path extrusionOk="0" h="345" w="366">
                      <a:moveTo>
                        <a:pt x="183" y="0"/>
                      </a:moveTo>
                      <a:cubicBezTo>
                        <a:pt x="137" y="0"/>
                        <a:pt x="92" y="16"/>
                        <a:pt x="61" y="46"/>
                      </a:cubicBezTo>
                      <a:cubicBezTo>
                        <a:pt x="0" y="107"/>
                        <a:pt x="0" y="198"/>
                        <a:pt x="31" y="259"/>
                      </a:cubicBezTo>
                      <a:cubicBezTo>
                        <a:pt x="66" y="312"/>
                        <a:pt x="132" y="344"/>
                        <a:pt x="193" y="344"/>
                      </a:cubicBezTo>
                      <a:cubicBezTo>
                        <a:pt x="237" y="344"/>
                        <a:pt x="279" y="327"/>
                        <a:pt x="304" y="289"/>
                      </a:cubicBezTo>
                      <a:cubicBezTo>
                        <a:pt x="365" y="198"/>
                        <a:pt x="365" y="107"/>
                        <a:pt x="304" y="46"/>
                      </a:cubicBezTo>
                      <a:cubicBezTo>
                        <a:pt x="274" y="16"/>
                        <a:pt x="228"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
                <p:cNvSpPr/>
                <p:nvPr/>
              </p:nvSpPr>
              <p:spPr>
                <a:xfrm>
                  <a:off x="392607" y="567291"/>
                  <a:ext cx="11187" cy="10227"/>
                </a:xfrm>
                <a:custGeom>
                  <a:rect b="b" l="l" r="r" t="t"/>
                  <a:pathLst>
                    <a:path extrusionOk="0" h="362" w="396">
                      <a:moveTo>
                        <a:pt x="217" y="0"/>
                      </a:moveTo>
                      <a:cubicBezTo>
                        <a:pt x="183" y="0"/>
                        <a:pt x="150" y="15"/>
                        <a:pt x="122" y="42"/>
                      </a:cubicBezTo>
                      <a:cubicBezTo>
                        <a:pt x="1" y="103"/>
                        <a:pt x="1" y="255"/>
                        <a:pt x="122" y="316"/>
                      </a:cubicBezTo>
                      <a:cubicBezTo>
                        <a:pt x="153" y="346"/>
                        <a:pt x="191" y="362"/>
                        <a:pt x="229" y="362"/>
                      </a:cubicBezTo>
                      <a:cubicBezTo>
                        <a:pt x="267" y="362"/>
                        <a:pt x="305" y="346"/>
                        <a:pt x="335" y="316"/>
                      </a:cubicBezTo>
                      <a:cubicBezTo>
                        <a:pt x="396" y="225"/>
                        <a:pt x="396" y="134"/>
                        <a:pt x="335" y="73"/>
                      </a:cubicBezTo>
                      <a:cubicBezTo>
                        <a:pt x="302" y="23"/>
                        <a:pt x="259"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541172" y="336944"/>
                  <a:ext cx="12035" cy="9549"/>
                </a:xfrm>
                <a:custGeom>
                  <a:rect b="b" l="l" r="r" t="t"/>
                  <a:pathLst>
                    <a:path extrusionOk="0" h="338" w="426">
                      <a:moveTo>
                        <a:pt x="200" y="0"/>
                      </a:moveTo>
                      <a:cubicBezTo>
                        <a:pt x="172" y="0"/>
                        <a:pt x="147" y="7"/>
                        <a:pt x="122" y="20"/>
                      </a:cubicBezTo>
                      <a:cubicBezTo>
                        <a:pt x="0" y="81"/>
                        <a:pt x="0" y="233"/>
                        <a:pt x="122" y="324"/>
                      </a:cubicBezTo>
                      <a:cubicBezTo>
                        <a:pt x="132" y="334"/>
                        <a:pt x="149" y="338"/>
                        <a:pt x="170" y="338"/>
                      </a:cubicBezTo>
                      <a:cubicBezTo>
                        <a:pt x="213" y="338"/>
                        <a:pt x="274" y="324"/>
                        <a:pt x="335" y="324"/>
                      </a:cubicBezTo>
                      <a:cubicBezTo>
                        <a:pt x="365" y="202"/>
                        <a:pt x="426" y="142"/>
                        <a:pt x="335" y="50"/>
                      </a:cubicBezTo>
                      <a:cubicBezTo>
                        <a:pt x="281" y="15"/>
                        <a:pt x="238"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523121" y="352961"/>
                  <a:ext cx="904" cy="28"/>
                </a:xfrm>
                <a:custGeom>
                  <a:rect b="b" l="l" r="r" t="t"/>
                  <a:pathLst>
                    <a:path extrusionOk="0" h="1" w="32">
                      <a:moveTo>
                        <a:pt x="1" y="0"/>
                      </a:moveTo>
                      <a:lnTo>
                        <a:pt x="31" y="0"/>
                      </a:lnTo>
                      <a:lnTo>
                        <a:pt x="31" y="0"/>
                      </a:lnTo>
                      <a:lnTo>
                        <a:pt x="31" y="0"/>
                      </a:lnTo>
                      <a:lnTo>
                        <a:pt x="31"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a:off x="514533" y="352961"/>
                  <a:ext cx="14634" cy="12063"/>
                </a:xfrm>
                <a:custGeom>
                  <a:rect b="b" l="l" r="r" t="t"/>
                  <a:pathLst>
                    <a:path extrusionOk="0" h="427" w="518">
                      <a:moveTo>
                        <a:pt x="305" y="0"/>
                      </a:moveTo>
                      <a:cubicBezTo>
                        <a:pt x="153" y="61"/>
                        <a:pt x="1" y="122"/>
                        <a:pt x="92" y="335"/>
                      </a:cubicBezTo>
                      <a:cubicBezTo>
                        <a:pt x="112" y="393"/>
                        <a:pt x="157" y="427"/>
                        <a:pt x="211" y="427"/>
                      </a:cubicBezTo>
                      <a:cubicBezTo>
                        <a:pt x="240" y="427"/>
                        <a:pt x="273" y="417"/>
                        <a:pt x="305" y="395"/>
                      </a:cubicBezTo>
                      <a:cubicBezTo>
                        <a:pt x="518" y="274"/>
                        <a:pt x="366" y="122"/>
                        <a:pt x="30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a:off x="1314761" y="496695"/>
                  <a:ext cx="11243" cy="9012"/>
                </a:xfrm>
                <a:custGeom>
                  <a:rect b="b" l="l" r="r" t="t"/>
                  <a:pathLst>
                    <a:path extrusionOk="0" h="319" w="398">
                      <a:moveTo>
                        <a:pt x="231" y="0"/>
                      </a:moveTo>
                      <a:cubicBezTo>
                        <a:pt x="203" y="0"/>
                        <a:pt x="177" y="8"/>
                        <a:pt x="155" y="19"/>
                      </a:cubicBezTo>
                      <a:cubicBezTo>
                        <a:pt x="0" y="70"/>
                        <a:pt x="108" y="319"/>
                        <a:pt x="237" y="319"/>
                      </a:cubicBezTo>
                      <a:cubicBezTo>
                        <a:pt x="260" y="319"/>
                        <a:pt x="284" y="311"/>
                        <a:pt x="307" y="292"/>
                      </a:cubicBezTo>
                      <a:cubicBezTo>
                        <a:pt x="398" y="231"/>
                        <a:pt x="398" y="140"/>
                        <a:pt x="368" y="79"/>
                      </a:cubicBezTo>
                      <a:cubicBezTo>
                        <a:pt x="329" y="22"/>
                        <a:pt x="278" y="0"/>
                        <a:pt x="23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5"/>
                <p:cNvSpPr/>
                <p:nvPr/>
              </p:nvSpPr>
              <p:spPr>
                <a:xfrm>
                  <a:off x="712026" y="641108"/>
                  <a:ext cx="12910" cy="10735"/>
                </a:xfrm>
                <a:custGeom>
                  <a:rect b="b" l="l" r="r" t="t"/>
                  <a:pathLst>
                    <a:path extrusionOk="0" h="380" w="457">
                      <a:moveTo>
                        <a:pt x="314" y="1"/>
                      </a:moveTo>
                      <a:cubicBezTo>
                        <a:pt x="282" y="1"/>
                        <a:pt x="217" y="22"/>
                        <a:pt x="153" y="44"/>
                      </a:cubicBezTo>
                      <a:cubicBezTo>
                        <a:pt x="62" y="44"/>
                        <a:pt x="1" y="135"/>
                        <a:pt x="31" y="226"/>
                      </a:cubicBezTo>
                      <a:cubicBezTo>
                        <a:pt x="77" y="294"/>
                        <a:pt x="123" y="380"/>
                        <a:pt x="207" y="380"/>
                      </a:cubicBezTo>
                      <a:cubicBezTo>
                        <a:pt x="235" y="380"/>
                        <a:pt x="267" y="370"/>
                        <a:pt x="305" y="347"/>
                      </a:cubicBezTo>
                      <a:cubicBezTo>
                        <a:pt x="457" y="256"/>
                        <a:pt x="396" y="195"/>
                        <a:pt x="335" y="13"/>
                      </a:cubicBezTo>
                      <a:cubicBezTo>
                        <a:pt x="335" y="4"/>
                        <a:pt x="328" y="1"/>
                        <a:pt x="3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5"/>
                <p:cNvSpPr/>
                <p:nvPr/>
              </p:nvSpPr>
              <p:spPr>
                <a:xfrm>
                  <a:off x="399472" y="856850"/>
                  <a:ext cx="12063" cy="9775"/>
                </a:xfrm>
                <a:custGeom>
                  <a:rect b="b" l="l" r="r" t="t"/>
                  <a:pathLst>
                    <a:path extrusionOk="0" h="346" w="427">
                      <a:moveTo>
                        <a:pt x="237" y="1"/>
                      </a:moveTo>
                      <a:cubicBezTo>
                        <a:pt x="206" y="1"/>
                        <a:pt x="177" y="5"/>
                        <a:pt x="153" y="5"/>
                      </a:cubicBezTo>
                      <a:cubicBezTo>
                        <a:pt x="62" y="36"/>
                        <a:pt x="1" y="127"/>
                        <a:pt x="62" y="218"/>
                      </a:cubicBezTo>
                      <a:cubicBezTo>
                        <a:pt x="88" y="271"/>
                        <a:pt x="160" y="346"/>
                        <a:pt x="218" y="346"/>
                      </a:cubicBezTo>
                      <a:cubicBezTo>
                        <a:pt x="227" y="346"/>
                        <a:pt x="236" y="344"/>
                        <a:pt x="244" y="340"/>
                      </a:cubicBezTo>
                      <a:cubicBezTo>
                        <a:pt x="366" y="309"/>
                        <a:pt x="426" y="188"/>
                        <a:pt x="366" y="66"/>
                      </a:cubicBezTo>
                      <a:cubicBezTo>
                        <a:pt x="329" y="11"/>
                        <a:pt x="282" y="1"/>
                        <a:pt x="2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
                <p:cNvSpPr/>
                <p:nvPr/>
              </p:nvSpPr>
              <p:spPr>
                <a:xfrm>
                  <a:off x="665669" y="557602"/>
                  <a:ext cx="12910" cy="10255"/>
                </a:xfrm>
                <a:custGeom>
                  <a:rect b="b" l="l" r="r" t="t"/>
                  <a:pathLst>
                    <a:path extrusionOk="0" h="363" w="457">
                      <a:moveTo>
                        <a:pt x="262" y="1"/>
                      </a:moveTo>
                      <a:cubicBezTo>
                        <a:pt x="228" y="1"/>
                        <a:pt x="190" y="8"/>
                        <a:pt x="153" y="21"/>
                      </a:cubicBezTo>
                      <a:cubicBezTo>
                        <a:pt x="1" y="112"/>
                        <a:pt x="61" y="234"/>
                        <a:pt x="122" y="294"/>
                      </a:cubicBezTo>
                      <a:cubicBezTo>
                        <a:pt x="153" y="340"/>
                        <a:pt x="198" y="363"/>
                        <a:pt x="244" y="363"/>
                      </a:cubicBezTo>
                      <a:cubicBezTo>
                        <a:pt x="289" y="363"/>
                        <a:pt x="335" y="340"/>
                        <a:pt x="365" y="294"/>
                      </a:cubicBezTo>
                      <a:cubicBezTo>
                        <a:pt x="457" y="234"/>
                        <a:pt x="457" y="112"/>
                        <a:pt x="365" y="51"/>
                      </a:cubicBezTo>
                      <a:cubicBezTo>
                        <a:pt x="348" y="16"/>
                        <a:pt x="309" y="1"/>
                        <a:pt x="26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2" name="Google Shape;342;p5"/>
            <p:cNvGrpSpPr/>
            <p:nvPr/>
          </p:nvGrpSpPr>
          <p:grpSpPr>
            <a:xfrm rot="-172485">
              <a:off x="-73116" y="-1621986"/>
              <a:ext cx="2286856" cy="2027269"/>
              <a:chOff x="125725" y="-1495675"/>
              <a:chExt cx="1617663" cy="2035175"/>
            </a:xfrm>
          </p:grpSpPr>
          <p:sp>
            <p:nvSpPr>
              <p:cNvPr id="343" name="Google Shape;343;p5"/>
              <p:cNvSpPr/>
              <p:nvPr/>
            </p:nvSpPr>
            <p:spPr>
              <a:xfrm rot="10800000">
                <a:off x="130488" y="333125"/>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618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5"/>
              <p:cNvSpPr/>
              <p:nvPr/>
            </p:nvSpPr>
            <p:spPr>
              <a:xfrm rot="10800000">
                <a:off x="125726" y="-1495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1"/>
              </a:solidFill>
              <a:ln>
                <a:noFill/>
              </a:ln>
              <a:effectLst>
                <a:outerShdw blurRad="57150" rotWithShape="0" algn="bl">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45" name="Google Shape;345;p5"/>
            <p:cNvSpPr/>
            <p:nvPr/>
          </p:nvSpPr>
          <p:spPr>
            <a:xfrm rot="121861">
              <a:off x="242213" y="4192266"/>
              <a:ext cx="442654" cy="488202"/>
            </a:xfrm>
            <a:custGeom>
              <a:rect b="b" l="l" r="r" t="t"/>
              <a:pathLst>
                <a:path extrusionOk="0" h="6097" w="22654">
                  <a:moveTo>
                    <a:pt x="1043" y="0"/>
                  </a:moveTo>
                  <a:cubicBezTo>
                    <a:pt x="1156" y="177"/>
                    <a:pt x="1284" y="337"/>
                    <a:pt x="1300" y="530"/>
                  </a:cubicBezTo>
                  <a:cubicBezTo>
                    <a:pt x="1348" y="867"/>
                    <a:pt x="1027" y="883"/>
                    <a:pt x="819" y="1091"/>
                  </a:cubicBezTo>
                  <a:cubicBezTo>
                    <a:pt x="674" y="1204"/>
                    <a:pt x="642" y="1364"/>
                    <a:pt x="626" y="1573"/>
                  </a:cubicBezTo>
                  <a:cubicBezTo>
                    <a:pt x="594" y="1733"/>
                    <a:pt x="642" y="1893"/>
                    <a:pt x="626" y="2054"/>
                  </a:cubicBezTo>
                  <a:cubicBezTo>
                    <a:pt x="626" y="2262"/>
                    <a:pt x="546" y="2471"/>
                    <a:pt x="514" y="2696"/>
                  </a:cubicBezTo>
                  <a:cubicBezTo>
                    <a:pt x="498" y="2936"/>
                    <a:pt x="562" y="3097"/>
                    <a:pt x="594" y="3305"/>
                  </a:cubicBezTo>
                  <a:cubicBezTo>
                    <a:pt x="642" y="3610"/>
                    <a:pt x="482" y="3738"/>
                    <a:pt x="257" y="3915"/>
                  </a:cubicBezTo>
                  <a:cubicBezTo>
                    <a:pt x="0" y="4107"/>
                    <a:pt x="113" y="4380"/>
                    <a:pt x="209" y="4637"/>
                  </a:cubicBezTo>
                  <a:lnTo>
                    <a:pt x="578" y="5599"/>
                  </a:lnTo>
                  <a:cubicBezTo>
                    <a:pt x="642" y="5760"/>
                    <a:pt x="722" y="5920"/>
                    <a:pt x="803" y="6097"/>
                  </a:cubicBezTo>
                  <a:lnTo>
                    <a:pt x="22638" y="6097"/>
                  </a:lnTo>
                  <a:cubicBezTo>
                    <a:pt x="22638" y="5984"/>
                    <a:pt x="22638" y="5872"/>
                    <a:pt x="22574" y="5776"/>
                  </a:cubicBezTo>
                  <a:cubicBezTo>
                    <a:pt x="22541" y="5760"/>
                    <a:pt x="22493" y="5712"/>
                    <a:pt x="22461" y="5696"/>
                  </a:cubicBezTo>
                  <a:cubicBezTo>
                    <a:pt x="22413" y="5632"/>
                    <a:pt x="22381" y="5551"/>
                    <a:pt x="22381" y="5503"/>
                  </a:cubicBezTo>
                  <a:cubicBezTo>
                    <a:pt x="22365" y="5439"/>
                    <a:pt x="22317" y="5327"/>
                    <a:pt x="22301" y="5279"/>
                  </a:cubicBezTo>
                  <a:cubicBezTo>
                    <a:pt x="22285" y="5118"/>
                    <a:pt x="22365" y="4942"/>
                    <a:pt x="22381" y="4781"/>
                  </a:cubicBezTo>
                  <a:cubicBezTo>
                    <a:pt x="22397" y="4492"/>
                    <a:pt x="22333" y="4348"/>
                    <a:pt x="22221" y="4139"/>
                  </a:cubicBezTo>
                  <a:cubicBezTo>
                    <a:pt x="22076" y="3899"/>
                    <a:pt x="22301" y="3819"/>
                    <a:pt x="22285" y="3594"/>
                  </a:cubicBezTo>
                  <a:cubicBezTo>
                    <a:pt x="22253" y="3450"/>
                    <a:pt x="21996" y="3257"/>
                    <a:pt x="21884" y="3193"/>
                  </a:cubicBezTo>
                  <a:cubicBezTo>
                    <a:pt x="22060" y="2904"/>
                    <a:pt x="22574" y="2936"/>
                    <a:pt x="22638" y="2487"/>
                  </a:cubicBezTo>
                  <a:cubicBezTo>
                    <a:pt x="22654" y="2375"/>
                    <a:pt x="22606" y="2214"/>
                    <a:pt x="22558" y="2086"/>
                  </a:cubicBezTo>
                  <a:cubicBezTo>
                    <a:pt x="22574" y="2006"/>
                    <a:pt x="22558" y="1926"/>
                    <a:pt x="22493" y="1861"/>
                  </a:cubicBezTo>
                  <a:cubicBezTo>
                    <a:pt x="22477" y="1781"/>
                    <a:pt x="22413" y="1749"/>
                    <a:pt x="22365" y="1701"/>
                  </a:cubicBezTo>
                  <a:cubicBezTo>
                    <a:pt x="22285" y="1444"/>
                    <a:pt x="22558" y="1252"/>
                    <a:pt x="22558" y="979"/>
                  </a:cubicBezTo>
                  <a:cubicBezTo>
                    <a:pt x="22558" y="883"/>
                    <a:pt x="22461" y="738"/>
                    <a:pt x="22461" y="642"/>
                  </a:cubicBezTo>
                  <a:cubicBezTo>
                    <a:pt x="22445" y="417"/>
                    <a:pt x="22445" y="225"/>
                    <a:pt x="22445"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 name="Google Shape;346;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7" name="Shape 347"/>
        <p:cNvGrpSpPr/>
        <p:nvPr/>
      </p:nvGrpSpPr>
      <p:grpSpPr>
        <a:xfrm>
          <a:off x="0" y="0"/>
          <a:ext cx="0" cy="0"/>
          <a:chOff x="0" y="0"/>
          <a:chExt cx="0" cy="0"/>
        </a:xfrm>
      </p:grpSpPr>
      <p:pic>
        <p:nvPicPr>
          <p:cNvPr id="348" name="Google Shape;348;p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49" name="Google Shape;349;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grpSp>
        <p:nvGrpSpPr>
          <p:cNvPr id="350" name="Google Shape;350;p6"/>
          <p:cNvGrpSpPr/>
          <p:nvPr/>
        </p:nvGrpSpPr>
        <p:grpSpPr>
          <a:xfrm>
            <a:off x="-303583" y="-459034"/>
            <a:ext cx="9689484" cy="6488322"/>
            <a:chOff x="-303583" y="-459034"/>
            <a:chExt cx="9689484" cy="6488322"/>
          </a:xfrm>
        </p:grpSpPr>
        <p:grpSp>
          <p:nvGrpSpPr>
            <p:cNvPr id="351" name="Google Shape;351;p6"/>
            <p:cNvGrpSpPr/>
            <p:nvPr/>
          </p:nvGrpSpPr>
          <p:grpSpPr>
            <a:xfrm flipH="1">
              <a:off x="-303583" y="-459034"/>
              <a:ext cx="9689484" cy="6488322"/>
              <a:chOff x="-303583" y="-459034"/>
              <a:chExt cx="9689484" cy="6488322"/>
            </a:xfrm>
          </p:grpSpPr>
          <p:grpSp>
            <p:nvGrpSpPr>
              <p:cNvPr id="352" name="Google Shape;352;p6"/>
              <p:cNvGrpSpPr/>
              <p:nvPr/>
            </p:nvGrpSpPr>
            <p:grpSpPr>
              <a:xfrm>
                <a:off x="-303583" y="-459034"/>
                <a:ext cx="1553567" cy="1814301"/>
                <a:chOff x="-406433" y="67804"/>
                <a:chExt cx="1553567" cy="1814301"/>
              </a:xfrm>
            </p:grpSpPr>
            <p:sp>
              <p:nvSpPr>
                <p:cNvPr id="353" name="Google Shape;353;p6"/>
                <p:cNvSpPr/>
                <p:nvPr/>
              </p:nvSpPr>
              <p:spPr>
                <a:xfrm flipH="1" rot="5400000">
                  <a:off x="-515107" y="219864"/>
                  <a:ext cx="1770915" cy="1553567"/>
                </a:xfrm>
                <a:custGeom>
                  <a:rect b="b" l="l" r="r" t="t"/>
                  <a:pathLst>
                    <a:path extrusionOk="0" h="58786" w="67023">
                      <a:moveTo>
                        <a:pt x="55047" y="0"/>
                      </a:moveTo>
                      <a:cubicBezTo>
                        <a:pt x="54712" y="61"/>
                        <a:pt x="54408" y="182"/>
                        <a:pt x="54135" y="365"/>
                      </a:cubicBezTo>
                      <a:cubicBezTo>
                        <a:pt x="53649" y="790"/>
                        <a:pt x="53557" y="1641"/>
                        <a:pt x="53253" y="2189"/>
                      </a:cubicBezTo>
                      <a:cubicBezTo>
                        <a:pt x="52980" y="2675"/>
                        <a:pt x="52554" y="3100"/>
                        <a:pt x="52038" y="3313"/>
                      </a:cubicBezTo>
                      <a:cubicBezTo>
                        <a:pt x="51946" y="3374"/>
                        <a:pt x="51825" y="3404"/>
                        <a:pt x="51703" y="3404"/>
                      </a:cubicBezTo>
                      <a:cubicBezTo>
                        <a:pt x="51673" y="3465"/>
                        <a:pt x="51612" y="3526"/>
                        <a:pt x="51582" y="3556"/>
                      </a:cubicBezTo>
                      <a:cubicBezTo>
                        <a:pt x="51490" y="4012"/>
                        <a:pt x="51247" y="4438"/>
                        <a:pt x="50852" y="4711"/>
                      </a:cubicBezTo>
                      <a:cubicBezTo>
                        <a:pt x="50700" y="4985"/>
                        <a:pt x="50548" y="5259"/>
                        <a:pt x="50427" y="5562"/>
                      </a:cubicBezTo>
                      <a:cubicBezTo>
                        <a:pt x="50335" y="5866"/>
                        <a:pt x="50123" y="6110"/>
                        <a:pt x="49880" y="6322"/>
                      </a:cubicBezTo>
                      <a:cubicBezTo>
                        <a:pt x="49880" y="6292"/>
                        <a:pt x="49880" y="6292"/>
                        <a:pt x="49880" y="6262"/>
                      </a:cubicBezTo>
                      <a:cubicBezTo>
                        <a:pt x="49846" y="6183"/>
                        <a:pt x="49774" y="6146"/>
                        <a:pt x="49673" y="6146"/>
                      </a:cubicBezTo>
                      <a:cubicBezTo>
                        <a:pt x="49501" y="6146"/>
                        <a:pt x="49243" y="6253"/>
                        <a:pt x="48937" y="6444"/>
                      </a:cubicBezTo>
                      <a:cubicBezTo>
                        <a:pt x="48694" y="6930"/>
                        <a:pt x="48421" y="7386"/>
                        <a:pt x="48117" y="7842"/>
                      </a:cubicBezTo>
                      <a:cubicBezTo>
                        <a:pt x="48238" y="8237"/>
                        <a:pt x="47904" y="8815"/>
                        <a:pt x="47752" y="9301"/>
                      </a:cubicBezTo>
                      <a:cubicBezTo>
                        <a:pt x="47661" y="9332"/>
                        <a:pt x="47600" y="9362"/>
                        <a:pt x="47509" y="9392"/>
                      </a:cubicBezTo>
                      <a:cubicBezTo>
                        <a:pt x="47357" y="9423"/>
                        <a:pt x="47144" y="9423"/>
                        <a:pt x="46962" y="9453"/>
                      </a:cubicBezTo>
                      <a:cubicBezTo>
                        <a:pt x="45776" y="10882"/>
                        <a:pt x="44348" y="12310"/>
                        <a:pt x="42980" y="13739"/>
                      </a:cubicBezTo>
                      <a:cubicBezTo>
                        <a:pt x="41308" y="15471"/>
                        <a:pt x="39849" y="16991"/>
                        <a:pt x="38420" y="18359"/>
                      </a:cubicBezTo>
                      <a:cubicBezTo>
                        <a:pt x="38086" y="19058"/>
                        <a:pt x="37569" y="19605"/>
                        <a:pt x="36901" y="19970"/>
                      </a:cubicBezTo>
                      <a:cubicBezTo>
                        <a:pt x="36779" y="20031"/>
                        <a:pt x="36627" y="20092"/>
                        <a:pt x="36475" y="20092"/>
                      </a:cubicBezTo>
                      <a:cubicBezTo>
                        <a:pt x="35320" y="21064"/>
                        <a:pt x="34135" y="21976"/>
                        <a:pt x="32888" y="22797"/>
                      </a:cubicBezTo>
                      <a:cubicBezTo>
                        <a:pt x="32645" y="22949"/>
                        <a:pt x="32372" y="23101"/>
                        <a:pt x="32098" y="23192"/>
                      </a:cubicBezTo>
                      <a:cubicBezTo>
                        <a:pt x="32037" y="23283"/>
                        <a:pt x="31976" y="23374"/>
                        <a:pt x="31916" y="23465"/>
                      </a:cubicBezTo>
                      <a:cubicBezTo>
                        <a:pt x="31217" y="24377"/>
                        <a:pt x="30609" y="25320"/>
                        <a:pt x="30001" y="26262"/>
                      </a:cubicBezTo>
                      <a:lnTo>
                        <a:pt x="29150" y="26687"/>
                      </a:lnTo>
                      <a:cubicBezTo>
                        <a:pt x="28137" y="27760"/>
                        <a:pt x="26803" y="28482"/>
                        <a:pt x="25806" y="28482"/>
                      </a:cubicBezTo>
                      <a:cubicBezTo>
                        <a:pt x="25786" y="28482"/>
                        <a:pt x="25766" y="28481"/>
                        <a:pt x="25745" y="28481"/>
                      </a:cubicBezTo>
                      <a:cubicBezTo>
                        <a:pt x="23982" y="30274"/>
                        <a:pt x="22554" y="31156"/>
                        <a:pt x="20244" y="32797"/>
                      </a:cubicBezTo>
                      <a:cubicBezTo>
                        <a:pt x="19727" y="33162"/>
                        <a:pt x="19149" y="33466"/>
                        <a:pt x="18542" y="33618"/>
                      </a:cubicBezTo>
                      <a:cubicBezTo>
                        <a:pt x="18146" y="33891"/>
                        <a:pt x="17812" y="34226"/>
                        <a:pt x="17538" y="34621"/>
                      </a:cubicBezTo>
                      <a:cubicBezTo>
                        <a:pt x="17569" y="34712"/>
                        <a:pt x="17599" y="34803"/>
                        <a:pt x="17630" y="34894"/>
                      </a:cubicBezTo>
                      <a:cubicBezTo>
                        <a:pt x="17417" y="34985"/>
                        <a:pt x="17204" y="35046"/>
                        <a:pt x="16991" y="35168"/>
                      </a:cubicBezTo>
                      <a:cubicBezTo>
                        <a:pt x="16657" y="35350"/>
                        <a:pt x="16323" y="35593"/>
                        <a:pt x="15988" y="35836"/>
                      </a:cubicBezTo>
                      <a:cubicBezTo>
                        <a:pt x="15745" y="36140"/>
                        <a:pt x="15502" y="36475"/>
                        <a:pt x="15228" y="36779"/>
                      </a:cubicBezTo>
                      <a:cubicBezTo>
                        <a:pt x="14803" y="36900"/>
                        <a:pt x="14438" y="37265"/>
                        <a:pt x="14286" y="37691"/>
                      </a:cubicBezTo>
                      <a:cubicBezTo>
                        <a:pt x="14195" y="37782"/>
                        <a:pt x="14104" y="37873"/>
                        <a:pt x="14043" y="37934"/>
                      </a:cubicBezTo>
                      <a:cubicBezTo>
                        <a:pt x="13405" y="38815"/>
                        <a:pt x="12858" y="39666"/>
                        <a:pt x="12250" y="40517"/>
                      </a:cubicBezTo>
                      <a:cubicBezTo>
                        <a:pt x="12858" y="40943"/>
                        <a:pt x="11490" y="41824"/>
                        <a:pt x="11125" y="42463"/>
                      </a:cubicBezTo>
                      <a:cubicBezTo>
                        <a:pt x="10608" y="42706"/>
                        <a:pt x="10183" y="43071"/>
                        <a:pt x="9909" y="43557"/>
                      </a:cubicBezTo>
                      <a:cubicBezTo>
                        <a:pt x="9575" y="44165"/>
                        <a:pt x="9240" y="44742"/>
                        <a:pt x="9362" y="45198"/>
                      </a:cubicBezTo>
                      <a:cubicBezTo>
                        <a:pt x="9757" y="46597"/>
                        <a:pt x="9696" y="46627"/>
                        <a:pt x="7326" y="47843"/>
                      </a:cubicBezTo>
                      <a:cubicBezTo>
                        <a:pt x="7204" y="47904"/>
                        <a:pt x="7082" y="47964"/>
                        <a:pt x="6961" y="48025"/>
                      </a:cubicBezTo>
                      <a:cubicBezTo>
                        <a:pt x="6809" y="48207"/>
                        <a:pt x="6505" y="48511"/>
                        <a:pt x="6535" y="48572"/>
                      </a:cubicBezTo>
                      <a:cubicBezTo>
                        <a:pt x="6657" y="48785"/>
                        <a:pt x="6535" y="49089"/>
                        <a:pt x="6322" y="49393"/>
                      </a:cubicBezTo>
                      <a:cubicBezTo>
                        <a:pt x="6292" y="49545"/>
                        <a:pt x="6231" y="49666"/>
                        <a:pt x="6140" y="49758"/>
                      </a:cubicBezTo>
                      <a:cubicBezTo>
                        <a:pt x="5867" y="49970"/>
                        <a:pt x="5593" y="50153"/>
                        <a:pt x="5289" y="50274"/>
                      </a:cubicBezTo>
                      <a:cubicBezTo>
                        <a:pt x="5198" y="50518"/>
                        <a:pt x="5046" y="50730"/>
                        <a:pt x="4863" y="50943"/>
                      </a:cubicBezTo>
                      <a:cubicBezTo>
                        <a:pt x="4316" y="51733"/>
                        <a:pt x="3708" y="52493"/>
                        <a:pt x="3009" y="53162"/>
                      </a:cubicBezTo>
                      <a:cubicBezTo>
                        <a:pt x="2888" y="53253"/>
                        <a:pt x="2736" y="53314"/>
                        <a:pt x="2553" y="53344"/>
                      </a:cubicBezTo>
                      <a:cubicBezTo>
                        <a:pt x="2401" y="53527"/>
                        <a:pt x="2189" y="53679"/>
                        <a:pt x="2006" y="53861"/>
                      </a:cubicBezTo>
                      <a:cubicBezTo>
                        <a:pt x="1702" y="54165"/>
                        <a:pt x="1459" y="54530"/>
                        <a:pt x="1398" y="54955"/>
                      </a:cubicBezTo>
                      <a:cubicBezTo>
                        <a:pt x="1338" y="55411"/>
                        <a:pt x="1094" y="55776"/>
                        <a:pt x="760" y="56050"/>
                      </a:cubicBezTo>
                      <a:cubicBezTo>
                        <a:pt x="517" y="56293"/>
                        <a:pt x="243" y="56536"/>
                        <a:pt x="0" y="56779"/>
                      </a:cubicBezTo>
                      <a:lnTo>
                        <a:pt x="0" y="58785"/>
                      </a:lnTo>
                      <a:lnTo>
                        <a:pt x="65169" y="58785"/>
                      </a:lnTo>
                      <a:lnTo>
                        <a:pt x="67023" y="0"/>
                      </a:lnTo>
                      <a:close/>
                    </a:path>
                  </a:pathLst>
                </a:custGeom>
                <a:solidFill>
                  <a:schemeClr val="accent3"/>
                </a:solidFill>
                <a:ln>
                  <a:noFill/>
                </a:ln>
                <a:effectLst>
                  <a:outerShdw blurRad="28575" rotWithShape="0" algn="bl" dir="4860000" dist="3810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6"/>
                <p:cNvSpPr/>
                <p:nvPr/>
              </p:nvSpPr>
              <p:spPr>
                <a:xfrm flipH="1" rot="5400000">
                  <a:off x="-491023" y="152394"/>
                  <a:ext cx="1722747" cy="1553567"/>
                </a:xfrm>
                <a:custGeom>
                  <a:rect b="b" l="l" r="r" t="t"/>
                  <a:pathLst>
                    <a:path extrusionOk="0" h="58786" w="65200">
                      <a:moveTo>
                        <a:pt x="52767" y="0"/>
                      </a:moveTo>
                      <a:cubicBezTo>
                        <a:pt x="52342" y="486"/>
                        <a:pt x="51886" y="973"/>
                        <a:pt x="51399" y="1489"/>
                      </a:cubicBezTo>
                      <a:cubicBezTo>
                        <a:pt x="51308" y="1763"/>
                        <a:pt x="51156" y="2037"/>
                        <a:pt x="50943" y="2249"/>
                      </a:cubicBezTo>
                      <a:lnTo>
                        <a:pt x="51095" y="2280"/>
                      </a:lnTo>
                      <a:lnTo>
                        <a:pt x="50244" y="3496"/>
                      </a:lnTo>
                      <a:cubicBezTo>
                        <a:pt x="50184" y="3952"/>
                        <a:pt x="49940" y="4347"/>
                        <a:pt x="49576" y="4620"/>
                      </a:cubicBezTo>
                      <a:cubicBezTo>
                        <a:pt x="49454" y="4894"/>
                        <a:pt x="49302" y="5167"/>
                        <a:pt x="49211" y="5441"/>
                      </a:cubicBezTo>
                      <a:cubicBezTo>
                        <a:pt x="49120" y="5714"/>
                        <a:pt x="48937" y="5988"/>
                        <a:pt x="48694" y="6170"/>
                      </a:cubicBezTo>
                      <a:lnTo>
                        <a:pt x="48694" y="6140"/>
                      </a:lnTo>
                      <a:cubicBezTo>
                        <a:pt x="48658" y="6055"/>
                        <a:pt x="48588" y="6014"/>
                        <a:pt x="48486" y="6014"/>
                      </a:cubicBezTo>
                      <a:cubicBezTo>
                        <a:pt x="48332" y="6014"/>
                        <a:pt x="48106" y="6109"/>
                        <a:pt x="47813" y="6292"/>
                      </a:cubicBezTo>
                      <a:cubicBezTo>
                        <a:pt x="47600" y="6778"/>
                        <a:pt x="47357" y="7234"/>
                        <a:pt x="47083" y="7690"/>
                      </a:cubicBezTo>
                      <a:cubicBezTo>
                        <a:pt x="47205" y="8055"/>
                        <a:pt x="46901" y="8602"/>
                        <a:pt x="46779" y="9088"/>
                      </a:cubicBezTo>
                      <a:cubicBezTo>
                        <a:pt x="46718" y="9119"/>
                        <a:pt x="46658" y="9180"/>
                        <a:pt x="46567" y="9180"/>
                      </a:cubicBezTo>
                      <a:cubicBezTo>
                        <a:pt x="46415" y="9210"/>
                        <a:pt x="46202" y="9240"/>
                        <a:pt x="46019" y="9240"/>
                      </a:cubicBezTo>
                      <a:cubicBezTo>
                        <a:pt x="44956" y="10669"/>
                        <a:pt x="43679" y="12098"/>
                        <a:pt x="42433" y="13496"/>
                      </a:cubicBezTo>
                      <a:cubicBezTo>
                        <a:pt x="40913" y="15228"/>
                        <a:pt x="39575" y="16778"/>
                        <a:pt x="38208" y="18237"/>
                      </a:cubicBezTo>
                      <a:cubicBezTo>
                        <a:pt x="37904" y="18937"/>
                        <a:pt x="37387" y="19544"/>
                        <a:pt x="36749" y="19970"/>
                      </a:cubicBezTo>
                      <a:cubicBezTo>
                        <a:pt x="36627" y="20061"/>
                        <a:pt x="36475" y="20122"/>
                        <a:pt x="36323" y="20122"/>
                      </a:cubicBezTo>
                      <a:cubicBezTo>
                        <a:pt x="35199" y="21216"/>
                        <a:pt x="34013" y="22250"/>
                        <a:pt x="32767" y="23222"/>
                      </a:cubicBezTo>
                      <a:cubicBezTo>
                        <a:pt x="32524" y="23405"/>
                        <a:pt x="32281" y="23557"/>
                        <a:pt x="31977" y="23678"/>
                      </a:cubicBezTo>
                      <a:cubicBezTo>
                        <a:pt x="31946" y="23800"/>
                        <a:pt x="31885" y="23891"/>
                        <a:pt x="31825" y="23982"/>
                      </a:cubicBezTo>
                      <a:cubicBezTo>
                        <a:pt x="31095" y="25016"/>
                        <a:pt x="30487" y="26049"/>
                        <a:pt x="29818" y="27083"/>
                      </a:cubicBezTo>
                      <a:lnTo>
                        <a:pt x="28967" y="27630"/>
                      </a:lnTo>
                      <a:cubicBezTo>
                        <a:pt x="27873" y="28846"/>
                        <a:pt x="26384" y="29697"/>
                        <a:pt x="25320" y="29727"/>
                      </a:cubicBezTo>
                      <a:cubicBezTo>
                        <a:pt x="23435" y="31612"/>
                        <a:pt x="21916" y="32554"/>
                        <a:pt x="19423" y="34165"/>
                      </a:cubicBezTo>
                      <a:cubicBezTo>
                        <a:pt x="18876" y="34529"/>
                        <a:pt x="18268" y="34803"/>
                        <a:pt x="17630" y="34925"/>
                      </a:cubicBezTo>
                      <a:cubicBezTo>
                        <a:pt x="17235" y="35168"/>
                        <a:pt x="16870" y="35472"/>
                        <a:pt x="16596" y="35836"/>
                      </a:cubicBezTo>
                      <a:cubicBezTo>
                        <a:pt x="16627" y="35928"/>
                        <a:pt x="16657" y="36019"/>
                        <a:pt x="16688" y="36110"/>
                      </a:cubicBezTo>
                      <a:cubicBezTo>
                        <a:pt x="16475" y="36201"/>
                        <a:pt x="16262" y="36232"/>
                        <a:pt x="16049" y="36353"/>
                      </a:cubicBezTo>
                      <a:cubicBezTo>
                        <a:pt x="15684" y="36536"/>
                        <a:pt x="15350" y="36718"/>
                        <a:pt x="15046" y="36961"/>
                      </a:cubicBezTo>
                      <a:cubicBezTo>
                        <a:pt x="14803" y="37235"/>
                        <a:pt x="14560" y="37508"/>
                        <a:pt x="14317" y="37782"/>
                      </a:cubicBezTo>
                      <a:cubicBezTo>
                        <a:pt x="13861" y="37873"/>
                        <a:pt x="13496" y="38207"/>
                        <a:pt x="13374" y="38633"/>
                      </a:cubicBezTo>
                      <a:cubicBezTo>
                        <a:pt x="13283" y="38694"/>
                        <a:pt x="13192" y="38754"/>
                        <a:pt x="13131" y="38846"/>
                      </a:cubicBezTo>
                      <a:cubicBezTo>
                        <a:pt x="12523" y="39606"/>
                        <a:pt x="12007" y="40396"/>
                        <a:pt x="11459" y="41156"/>
                      </a:cubicBezTo>
                      <a:cubicBezTo>
                        <a:pt x="12098" y="41581"/>
                        <a:pt x="10791" y="42311"/>
                        <a:pt x="10426" y="42888"/>
                      </a:cubicBezTo>
                      <a:cubicBezTo>
                        <a:pt x="9970" y="43071"/>
                        <a:pt x="9545" y="43405"/>
                        <a:pt x="9301" y="43861"/>
                      </a:cubicBezTo>
                      <a:cubicBezTo>
                        <a:pt x="9028" y="44408"/>
                        <a:pt x="8724" y="44955"/>
                        <a:pt x="8876" y="45381"/>
                      </a:cubicBezTo>
                      <a:cubicBezTo>
                        <a:pt x="9332" y="46688"/>
                        <a:pt x="9301" y="46718"/>
                        <a:pt x="7022" y="47843"/>
                      </a:cubicBezTo>
                      <a:cubicBezTo>
                        <a:pt x="6900" y="47873"/>
                        <a:pt x="6779" y="47934"/>
                        <a:pt x="6687" y="47995"/>
                      </a:cubicBezTo>
                      <a:cubicBezTo>
                        <a:pt x="6505" y="48177"/>
                        <a:pt x="6231" y="48451"/>
                        <a:pt x="6262" y="48511"/>
                      </a:cubicBezTo>
                      <a:cubicBezTo>
                        <a:pt x="6444" y="48815"/>
                        <a:pt x="6231" y="49180"/>
                        <a:pt x="5897" y="49636"/>
                      </a:cubicBezTo>
                      <a:cubicBezTo>
                        <a:pt x="5836" y="49545"/>
                        <a:pt x="5836" y="49484"/>
                        <a:pt x="5836" y="49393"/>
                      </a:cubicBezTo>
                      <a:cubicBezTo>
                        <a:pt x="5502" y="49879"/>
                        <a:pt x="5016" y="50092"/>
                        <a:pt x="4803" y="50670"/>
                      </a:cubicBezTo>
                      <a:cubicBezTo>
                        <a:pt x="4590" y="51217"/>
                        <a:pt x="4225" y="51429"/>
                        <a:pt x="3921" y="51885"/>
                      </a:cubicBezTo>
                      <a:cubicBezTo>
                        <a:pt x="3374" y="52676"/>
                        <a:pt x="2706" y="53344"/>
                        <a:pt x="1915" y="53861"/>
                      </a:cubicBezTo>
                      <a:cubicBezTo>
                        <a:pt x="1611" y="54135"/>
                        <a:pt x="1459" y="54499"/>
                        <a:pt x="1398" y="54864"/>
                      </a:cubicBezTo>
                      <a:cubicBezTo>
                        <a:pt x="1338" y="55320"/>
                        <a:pt x="1095" y="55715"/>
                        <a:pt x="760" y="55989"/>
                      </a:cubicBezTo>
                      <a:cubicBezTo>
                        <a:pt x="517" y="56232"/>
                        <a:pt x="243" y="56475"/>
                        <a:pt x="0" y="56749"/>
                      </a:cubicBezTo>
                      <a:lnTo>
                        <a:pt x="0" y="58785"/>
                      </a:lnTo>
                      <a:lnTo>
                        <a:pt x="65199" y="58785"/>
                      </a:lnTo>
                      <a:lnTo>
                        <a:pt x="651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
                <p:cNvSpPr/>
                <p:nvPr/>
              </p:nvSpPr>
              <p:spPr>
                <a:xfrm flipH="1" rot="5400000">
                  <a:off x="-97145" y="1006603"/>
                  <a:ext cx="13687" cy="632225"/>
                </a:xfrm>
                <a:custGeom>
                  <a:rect b="b" l="l" r="r" t="t"/>
                  <a:pathLst>
                    <a:path extrusionOk="0" h="23923" w="518">
                      <a:moveTo>
                        <a:pt x="517" y="1"/>
                      </a:moveTo>
                      <a:cubicBezTo>
                        <a:pt x="396" y="31"/>
                        <a:pt x="274" y="62"/>
                        <a:pt x="152" y="62"/>
                      </a:cubicBezTo>
                      <a:lnTo>
                        <a:pt x="0" y="183"/>
                      </a:lnTo>
                      <a:lnTo>
                        <a:pt x="0" y="23922"/>
                      </a:lnTo>
                      <a:lnTo>
                        <a:pt x="517" y="23922"/>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6"/>
                <p:cNvSpPr/>
                <p:nvPr/>
              </p:nvSpPr>
              <p:spPr>
                <a:xfrm flipH="1" rot="5400000">
                  <a:off x="-43314" y="788951"/>
                  <a:ext cx="13660" cy="739864"/>
                </a:xfrm>
                <a:custGeom>
                  <a:rect b="b" l="l" r="r" t="t"/>
                  <a:pathLst>
                    <a:path extrusionOk="0" h="27996" w="517">
                      <a:moveTo>
                        <a:pt x="517" y="1"/>
                      </a:moveTo>
                      <a:cubicBezTo>
                        <a:pt x="334" y="153"/>
                        <a:pt x="183" y="305"/>
                        <a:pt x="0" y="426"/>
                      </a:cubicBezTo>
                      <a:lnTo>
                        <a:pt x="0" y="27995"/>
                      </a:lnTo>
                      <a:lnTo>
                        <a:pt x="517" y="2799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6"/>
                <p:cNvSpPr/>
                <p:nvPr/>
              </p:nvSpPr>
              <p:spPr>
                <a:xfrm flipH="1" rot="5400000">
                  <a:off x="-293546" y="1530703"/>
                  <a:ext cx="13687" cy="239407"/>
                </a:xfrm>
                <a:custGeom>
                  <a:rect b="b" l="l" r="r" t="t"/>
                  <a:pathLst>
                    <a:path extrusionOk="0" h="9059" w="518">
                      <a:moveTo>
                        <a:pt x="518" y="0"/>
                      </a:moveTo>
                      <a:cubicBezTo>
                        <a:pt x="366" y="152"/>
                        <a:pt x="153" y="304"/>
                        <a:pt x="1" y="517"/>
                      </a:cubicBezTo>
                      <a:lnTo>
                        <a:pt x="1" y="9058"/>
                      </a:lnTo>
                      <a:lnTo>
                        <a:pt x="518" y="9058"/>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
                <p:cNvSpPr/>
                <p:nvPr/>
              </p:nvSpPr>
              <p:spPr>
                <a:xfrm flipH="1" rot="5400000">
                  <a:off x="16911" y="564877"/>
                  <a:ext cx="13687" cy="860347"/>
                </a:xfrm>
                <a:custGeom>
                  <a:rect b="b" l="l" r="r" t="t"/>
                  <a:pathLst>
                    <a:path extrusionOk="0" h="32555" w="518">
                      <a:moveTo>
                        <a:pt x="518" y="0"/>
                      </a:moveTo>
                      <a:lnTo>
                        <a:pt x="1" y="791"/>
                      </a:lnTo>
                      <a:lnTo>
                        <a:pt x="1" y="32554"/>
                      </a:lnTo>
                      <a:lnTo>
                        <a:pt x="518" y="32554"/>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6"/>
                <p:cNvSpPr/>
                <p:nvPr/>
              </p:nvSpPr>
              <p:spPr>
                <a:xfrm flipH="1" rot="5400000">
                  <a:off x="-175473" y="1247168"/>
                  <a:ext cx="15299" cy="477175"/>
                </a:xfrm>
                <a:custGeom>
                  <a:rect b="b" l="l" r="r" t="t"/>
                  <a:pathLst>
                    <a:path extrusionOk="0" h="18056" w="579">
                      <a:moveTo>
                        <a:pt x="517" y="0"/>
                      </a:moveTo>
                      <a:cubicBezTo>
                        <a:pt x="426" y="152"/>
                        <a:pt x="305" y="304"/>
                        <a:pt x="213" y="426"/>
                      </a:cubicBezTo>
                      <a:cubicBezTo>
                        <a:pt x="578" y="669"/>
                        <a:pt x="335" y="973"/>
                        <a:pt x="1" y="1338"/>
                      </a:cubicBezTo>
                      <a:lnTo>
                        <a:pt x="1" y="18055"/>
                      </a:lnTo>
                      <a:lnTo>
                        <a:pt x="517" y="180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6"/>
                <p:cNvSpPr/>
                <p:nvPr/>
              </p:nvSpPr>
              <p:spPr>
                <a:xfrm flipH="1" rot="5400000">
                  <a:off x="285602" y="-195334"/>
                  <a:ext cx="12868" cy="1396931"/>
                </a:xfrm>
                <a:custGeom>
                  <a:rect b="b" l="l" r="r" t="t"/>
                  <a:pathLst>
                    <a:path extrusionOk="0" h="52859" w="487">
                      <a:moveTo>
                        <a:pt x="487" y="0"/>
                      </a:moveTo>
                      <a:cubicBezTo>
                        <a:pt x="426" y="91"/>
                        <a:pt x="335" y="152"/>
                        <a:pt x="244" y="243"/>
                      </a:cubicBezTo>
                      <a:cubicBezTo>
                        <a:pt x="244" y="243"/>
                        <a:pt x="244" y="213"/>
                        <a:pt x="244" y="213"/>
                      </a:cubicBezTo>
                      <a:cubicBezTo>
                        <a:pt x="183" y="122"/>
                        <a:pt x="92" y="91"/>
                        <a:pt x="0" y="91"/>
                      </a:cubicBezTo>
                      <a:lnTo>
                        <a:pt x="0" y="52858"/>
                      </a:lnTo>
                      <a:lnTo>
                        <a:pt x="487" y="52858"/>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
                <p:cNvSpPr/>
                <p:nvPr/>
              </p:nvSpPr>
              <p:spPr>
                <a:xfrm flipH="1" rot="5400000">
                  <a:off x="98437" y="319503"/>
                  <a:ext cx="13687" cy="1023405"/>
                </a:xfrm>
                <a:custGeom>
                  <a:rect b="b" l="l" r="r" t="t"/>
                  <a:pathLst>
                    <a:path extrusionOk="0" h="38725" w="518">
                      <a:moveTo>
                        <a:pt x="517" y="0"/>
                      </a:moveTo>
                      <a:cubicBezTo>
                        <a:pt x="426" y="31"/>
                        <a:pt x="365" y="61"/>
                        <a:pt x="274" y="61"/>
                      </a:cubicBezTo>
                      <a:lnTo>
                        <a:pt x="1" y="335"/>
                      </a:lnTo>
                      <a:lnTo>
                        <a:pt x="1" y="38724"/>
                      </a:lnTo>
                      <a:lnTo>
                        <a:pt x="517" y="38724"/>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6"/>
                <p:cNvSpPr/>
                <p:nvPr/>
              </p:nvSpPr>
              <p:spPr>
                <a:xfrm flipH="1" rot="5400000">
                  <a:off x="364326" y="-600115"/>
                  <a:ext cx="12868" cy="1552748"/>
                </a:xfrm>
                <a:custGeom>
                  <a:rect b="b" l="l" r="r" t="t"/>
                  <a:pathLst>
                    <a:path extrusionOk="0" h="58755" w="487">
                      <a:moveTo>
                        <a:pt x="0" y="0"/>
                      </a:moveTo>
                      <a:lnTo>
                        <a:pt x="0" y="58755"/>
                      </a:lnTo>
                      <a:lnTo>
                        <a:pt x="487" y="58755"/>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6"/>
                <p:cNvSpPr/>
                <p:nvPr/>
              </p:nvSpPr>
              <p:spPr>
                <a:xfrm flipH="1" rot="5400000">
                  <a:off x="363917" y="-436679"/>
                  <a:ext cx="13687" cy="1552748"/>
                </a:xfrm>
                <a:custGeom>
                  <a:rect b="b" l="l" r="r" t="t"/>
                  <a:pathLst>
                    <a:path extrusionOk="0" h="58755" w="518">
                      <a:moveTo>
                        <a:pt x="1" y="0"/>
                      </a:moveTo>
                      <a:lnTo>
                        <a:pt x="1" y="58755"/>
                      </a:lnTo>
                      <a:lnTo>
                        <a:pt x="517" y="587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6"/>
                <p:cNvSpPr/>
                <p:nvPr/>
              </p:nvSpPr>
              <p:spPr>
                <a:xfrm flipH="1" rot="5400000">
                  <a:off x="190018" y="64073"/>
                  <a:ext cx="13687" cy="1206574"/>
                </a:xfrm>
                <a:custGeom>
                  <a:rect b="b" l="l" r="r" t="t"/>
                  <a:pathLst>
                    <a:path extrusionOk="0" h="45656" w="518">
                      <a:moveTo>
                        <a:pt x="517" y="1"/>
                      </a:moveTo>
                      <a:cubicBezTo>
                        <a:pt x="395" y="123"/>
                        <a:pt x="274" y="244"/>
                        <a:pt x="183" y="366"/>
                      </a:cubicBezTo>
                      <a:lnTo>
                        <a:pt x="0" y="548"/>
                      </a:lnTo>
                      <a:lnTo>
                        <a:pt x="0" y="45655"/>
                      </a:lnTo>
                      <a:lnTo>
                        <a:pt x="517" y="4565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 name="Google Shape;365;p6"/>
              <p:cNvSpPr/>
              <p:nvPr/>
            </p:nvSpPr>
            <p:spPr>
              <a:xfrm flipH="1" rot="3609642">
                <a:off x="160872" y="632107"/>
                <a:ext cx="336800" cy="482599"/>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 name="Google Shape;366;p6"/>
              <p:cNvGrpSpPr/>
              <p:nvPr/>
            </p:nvGrpSpPr>
            <p:grpSpPr>
              <a:xfrm>
                <a:off x="6139463" y="4751351"/>
                <a:ext cx="3246438" cy="1277938"/>
                <a:chOff x="6139463" y="4751351"/>
                <a:chExt cx="3246438" cy="1277938"/>
              </a:xfrm>
            </p:grpSpPr>
            <p:sp>
              <p:nvSpPr>
                <p:cNvPr id="367" name="Google Shape;367;p6"/>
                <p:cNvSpPr/>
                <p:nvPr/>
              </p:nvSpPr>
              <p:spPr>
                <a:xfrm>
                  <a:off x="6139463" y="4751351"/>
                  <a:ext cx="3246438" cy="1277938"/>
                </a:xfrm>
                <a:custGeom>
                  <a:rect b="b" l="l" r="r" t="t"/>
                  <a:pathLst>
                    <a:path extrusionOk="0" h="339" w="860">
                      <a:moveTo>
                        <a:pt x="860" y="33"/>
                      </a:moveTo>
                      <a:cubicBezTo>
                        <a:pt x="860" y="320"/>
                        <a:pt x="860" y="320"/>
                        <a:pt x="860" y="320"/>
                      </a:cubicBezTo>
                      <a:cubicBezTo>
                        <a:pt x="858" y="320"/>
                        <a:pt x="856" y="320"/>
                        <a:pt x="853" y="321"/>
                      </a:cubicBezTo>
                      <a:cubicBezTo>
                        <a:pt x="851" y="321"/>
                        <a:pt x="848" y="323"/>
                        <a:pt x="846" y="323"/>
                      </a:cubicBezTo>
                      <a:cubicBezTo>
                        <a:pt x="843" y="323"/>
                        <a:pt x="840" y="321"/>
                        <a:pt x="837" y="322"/>
                      </a:cubicBezTo>
                      <a:cubicBezTo>
                        <a:pt x="833" y="322"/>
                        <a:pt x="829" y="323"/>
                        <a:pt x="824" y="321"/>
                      </a:cubicBezTo>
                      <a:cubicBezTo>
                        <a:pt x="823" y="320"/>
                        <a:pt x="822" y="319"/>
                        <a:pt x="820" y="319"/>
                      </a:cubicBezTo>
                      <a:cubicBezTo>
                        <a:pt x="819" y="319"/>
                        <a:pt x="819" y="321"/>
                        <a:pt x="818" y="321"/>
                      </a:cubicBezTo>
                      <a:cubicBezTo>
                        <a:pt x="816" y="322"/>
                        <a:pt x="815" y="322"/>
                        <a:pt x="812" y="322"/>
                      </a:cubicBezTo>
                      <a:cubicBezTo>
                        <a:pt x="809" y="322"/>
                        <a:pt x="808" y="322"/>
                        <a:pt x="806" y="323"/>
                      </a:cubicBezTo>
                      <a:cubicBezTo>
                        <a:pt x="802" y="325"/>
                        <a:pt x="799" y="326"/>
                        <a:pt x="795" y="325"/>
                      </a:cubicBezTo>
                      <a:cubicBezTo>
                        <a:pt x="792" y="323"/>
                        <a:pt x="790" y="319"/>
                        <a:pt x="786" y="319"/>
                      </a:cubicBezTo>
                      <a:cubicBezTo>
                        <a:pt x="784" y="320"/>
                        <a:pt x="783" y="321"/>
                        <a:pt x="781" y="321"/>
                      </a:cubicBezTo>
                      <a:cubicBezTo>
                        <a:pt x="777" y="323"/>
                        <a:pt x="771" y="323"/>
                        <a:pt x="767" y="321"/>
                      </a:cubicBezTo>
                      <a:cubicBezTo>
                        <a:pt x="766" y="320"/>
                        <a:pt x="766" y="320"/>
                        <a:pt x="764" y="319"/>
                      </a:cubicBezTo>
                      <a:cubicBezTo>
                        <a:pt x="763" y="318"/>
                        <a:pt x="760" y="318"/>
                        <a:pt x="758" y="317"/>
                      </a:cubicBezTo>
                      <a:cubicBezTo>
                        <a:pt x="755" y="316"/>
                        <a:pt x="754" y="314"/>
                        <a:pt x="753" y="312"/>
                      </a:cubicBezTo>
                      <a:cubicBezTo>
                        <a:pt x="751" y="311"/>
                        <a:pt x="748" y="315"/>
                        <a:pt x="746" y="316"/>
                      </a:cubicBezTo>
                      <a:cubicBezTo>
                        <a:pt x="742" y="317"/>
                        <a:pt x="735" y="316"/>
                        <a:pt x="731" y="314"/>
                      </a:cubicBezTo>
                      <a:cubicBezTo>
                        <a:pt x="726" y="313"/>
                        <a:pt x="724" y="307"/>
                        <a:pt x="720" y="305"/>
                      </a:cubicBezTo>
                      <a:cubicBezTo>
                        <a:pt x="717" y="304"/>
                        <a:pt x="712" y="305"/>
                        <a:pt x="709" y="305"/>
                      </a:cubicBezTo>
                      <a:cubicBezTo>
                        <a:pt x="707" y="305"/>
                        <a:pt x="706" y="305"/>
                        <a:pt x="704" y="305"/>
                      </a:cubicBezTo>
                      <a:cubicBezTo>
                        <a:pt x="700" y="305"/>
                        <a:pt x="700" y="305"/>
                        <a:pt x="697" y="303"/>
                      </a:cubicBezTo>
                      <a:cubicBezTo>
                        <a:pt x="694" y="300"/>
                        <a:pt x="692" y="298"/>
                        <a:pt x="688" y="298"/>
                      </a:cubicBezTo>
                      <a:cubicBezTo>
                        <a:pt x="686" y="298"/>
                        <a:pt x="684" y="299"/>
                        <a:pt x="682" y="299"/>
                      </a:cubicBezTo>
                      <a:cubicBezTo>
                        <a:pt x="679" y="299"/>
                        <a:pt x="676" y="299"/>
                        <a:pt x="673" y="299"/>
                      </a:cubicBezTo>
                      <a:cubicBezTo>
                        <a:pt x="672" y="298"/>
                        <a:pt x="670" y="298"/>
                        <a:pt x="669" y="298"/>
                      </a:cubicBezTo>
                      <a:cubicBezTo>
                        <a:pt x="667" y="300"/>
                        <a:pt x="668" y="303"/>
                        <a:pt x="666" y="305"/>
                      </a:cubicBezTo>
                      <a:cubicBezTo>
                        <a:pt x="664" y="306"/>
                        <a:pt x="660" y="305"/>
                        <a:pt x="659" y="305"/>
                      </a:cubicBezTo>
                      <a:cubicBezTo>
                        <a:pt x="654" y="305"/>
                        <a:pt x="650" y="304"/>
                        <a:pt x="646" y="305"/>
                      </a:cubicBezTo>
                      <a:cubicBezTo>
                        <a:pt x="641" y="306"/>
                        <a:pt x="635" y="306"/>
                        <a:pt x="631" y="308"/>
                      </a:cubicBezTo>
                      <a:cubicBezTo>
                        <a:pt x="627" y="310"/>
                        <a:pt x="628" y="312"/>
                        <a:pt x="627" y="315"/>
                      </a:cubicBezTo>
                      <a:cubicBezTo>
                        <a:pt x="626" y="318"/>
                        <a:pt x="624" y="318"/>
                        <a:pt x="620" y="320"/>
                      </a:cubicBezTo>
                      <a:cubicBezTo>
                        <a:pt x="618" y="320"/>
                        <a:pt x="617" y="321"/>
                        <a:pt x="614" y="321"/>
                      </a:cubicBezTo>
                      <a:cubicBezTo>
                        <a:pt x="611" y="321"/>
                        <a:pt x="608" y="323"/>
                        <a:pt x="605" y="322"/>
                      </a:cubicBezTo>
                      <a:cubicBezTo>
                        <a:pt x="602" y="321"/>
                        <a:pt x="602" y="319"/>
                        <a:pt x="599" y="320"/>
                      </a:cubicBezTo>
                      <a:cubicBezTo>
                        <a:pt x="594" y="322"/>
                        <a:pt x="594" y="323"/>
                        <a:pt x="589" y="320"/>
                      </a:cubicBezTo>
                      <a:cubicBezTo>
                        <a:pt x="586" y="318"/>
                        <a:pt x="586" y="318"/>
                        <a:pt x="583" y="320"/>
                      </a:cubicBezTo>
                      <a:cubicBezTo>
                        <a:pt x="580" y="321"/>
                        <a:pt x="578" y="323"/>
                        <a:pt x="574" y="323"/>
                      </a:cubicBezTo>
                      <a:cubicBezTo>
                        <a:pt x="572" y="323"/>
                        <a:pt x="571" y="322"/>
                        <a:pt x="569" y="322"/>
                      </a:cubicBezTo>
                      <a:cubicBezTo>
                        <a:pt x="565" y="322"/>
                        <a:pt x="563" y="323"/>
                        <a:pt x="561" y="325"/>
                      </a:cubicBezTo>
                      <a:cubicBezTo>
                        <a:pt x="555" y="329"/>
                        <a:pt x="552" y="330"/>
                        <a:pt x="547" y="324"/>
                      </a:cubicBezTo>
                      <a:cubicBezTo>
                        <a:pt x="544" y="320"/>
                        <a:pt x="541" y="316"/>
                        <a:pt x="535" y="315"/>
                      </a:cubicBezTo>
                      <a:cubicBezTo>
                        <a:pt x="530" y="315"/>
                        <a:pt x="526" y="316"/>
                        <a:pt x="522" y="318"/>
                      </a:cubicBezTo>
                      <a:cubicBezTo>
                        <a:pt x="519" y="320"/>
                        <a:pt x="514" y="322"/>
                        <a:pt x="510" y="322"/>
                      </a:cubicBezTo>
                      <a:cubicBezTo>
                        <a:pt x="508" y="322"/>
                        <a:pt x="506" y="322"/>
                        <a:pt x="504" y="322"/>
                      </a:cubicBezTo>
                      <a:cubicBezTo>
                        <a:pt x="501" y="323"/>
                        <a:pt x="499" y="324"/>
                        <a:pt x="496" y="325"/>
                      </a:cubicBezTo>
                      <a:cubicBezTo>
                        <a:pt x="493" y="325"/>
                        <a:pt x="492" y="328"/>
                        <a:pt x="489" y="329"/>
                      </a:cubicBezTo>
                      <a:cubicBezTo>
                        <a:pt x="486" y="330"/>
                        <a:pt x="481" y="330"/>
                        <a:pt x="477" y="329"/>
                      </a:cubicBezTo>
                      <a:cubicBezTo>
                        <a:pt x="473" y="327"/>
                        <a:pt x="468" y="327"/>
                        <a:pt x="463" y="327"/>
                      </a:cubicBezTo>
                      <a:cubicBezTo>
                        <a:pt x="460" y="327"/>
                        <a:pt x="457" y="328"/>
                        <a:pt x="454" y="328"/>
                      </a:cubicBezTo>
                      <a:cubicBezTo>
                        <a:pt x="452" y="329"/>
                        <a:pt x="450" y="328"/>
                        <a:pt x="448" y="329"/>
                      </a:cubicBezTo>
                      <a:cubicBezTo>
                        <a:pt x="444" y="331"/>
                        <a:pt x="442" y="335"/>
                        <a:pt x="438" y="336"/>
                      </a:cubicBezTo>
                      <a:cubicBezTo>
                        <a:pt x="435" y="337"/>
                        <a:pt x="434" y="336"/>
                        <a:pt x="432" y="337"/>
                      </a:cubicBezTo>
                      <a:cubicBezTo>
                        <a:pt x="429" y="337"/>
                        <a:pt x="428" y="339"/>
                        <a:pt x="425" y="338"/>
                      </a:cubicBezTo>
                      <a:cubicBezTo>
                        <a:pt x="421" y="338"/>
                        <a:pt x="421" y="335"/>
                        <a:pt x="419" y="332"/>
                      </a:cubicBezTo>
                      <a:cubicBezTo>
                        <a:pt x="415" y="334"/>
                        <a:pt x="413" y="335"/>
                        <a:pt x="410" y="332"/>
                      </a:cubicBezTo>
                      <a:cubicBezTo>
                        <a:pt x="408" y="329"/>
                        <a:pt x="408" y="329"/>
                        <a:pt x="404" y="330"/>
                      </a:cubicBezTo>
                      <a:cubicBezTo>
                        <a:pt x="400" y="331"/>
                        <a:pt x="398" y="328"/>
                        <a:pt x="394" y="326"/>
                      </a:cubicBezTo>
                      <a:cubicBezTo>
                        <a:pt x="391" y="325"/>
                        <a:pt x="389" y="327"/>
                        <a:pt x="387" y="325"/>
                      </a:cubicBezTo>
                      <a:cubicBezTo>
                        <a:pt x="385" y="323"/>
                        <a:pt x="384" y="321"/>
                        <a:pt x="383" y="320"/>
                      </a:cubicBezTo>
                      <a:cubicBezTo>
                        <a:pt x="381" y="319"/>
                        <a:pt x="379" y="320"/>
                        <a:pt x="378" y="319"/>
                      </a:cubicBezTo>
                      <a:cubicBezTo>
                        <a:pt x="374" y="318"/>
                        <a:pt x="372" y="314"/>
                        <a:pt x="369" y="313"/>
                      </a:cubicBezTo>
                      <a:cubicBezTo>
                        <a:pt x="367" y="312"/>
                        <a:pt x="365" y="313"/>
                        <a:pt x="364" y="312"/>
                      </a:cubicBezTo>
                      <a:cubicBezTo>
                        <a:pt x="362" y="312"/>
                        <a:pt x="360" y="310"/>
                        <a:pt x="359" y="309"/>
                      </a:cubicBezTo>
                      <a:cubicBezTo>
                        <a:pt x="355" y="308"/>
                        <a:pt x="351" y="310"/>
                        <a:pt x="346" y="310"/>
                      </a:cubicBezTo>
                      <a:cubicBezTo>
                        <a:pt x="345" y="310"/>
                        <a:pt x="344" y="309"/>
                        <a:pt x="342" y="309"/>
                      </a:cubicBezTo>
                      <a:cubicBezTo>
                        <a:pt x="340" y="309"/>
                        <a:pt x="339" y="310"/>
                        <a:pt x="337" y="311"/>
                      </a:cubicBezTo>
                      <a:cubicBezTo>
                        <a:pt x="334" y="313"/>
                        <a:pt x="332" y="315"/>
                        <a:pt x="329" y="316"/>
                      </a:cubicBezTo>
                      <a:cubicBezTo>
                        <a:pt x="327" y="316"/>
                        <a:pt x="325" y="316"/>
                        <a:pt x="323" y="316"/>
                      </a:cubicBezTo>
                      <a:cubicBezTo>
                        <a:pt x="321" y="315"/>
                        <a:pt x="321" y="314"/>
                        <a:pt x="319" y="314"/>
                      </a:cubicBezTo>
                      <a:cubicBezTo>
                        <a:pt x="316" y="313"/>
                        <a:pt x="316" y="316"/>
                        <a:pt x="313" y="317"/>
                      </a:cubicBezTo>
                      <a:cubicBezTo>
                        <a:pt x="311" y="317"/>
                        <a:pt x="311" y="315"/>
                        <a:pt x="309" y="314"/>
                      </a:cubicBezTo>
                      <a:cubicBezTo>
                        <a:pt x="308" y="314"/>
                        <a:pt x="307" y="314"/>
                        <a:pt x="306" y="314"/>
                      </a:cubicBezTo>
                      <a:cubicBezTo>
                        <a:pt x="302" y="314"/>
                        <a:pt x="297" y="317"/>
                        <a:pt x="293" y="318"/>
                      </a:cubicBezTo>
                      <a:cubicBezTo>
                        <a:pt x="291" y="319"/>
                        <a:pt x="288" y="320"/>
                        <a:pt x="285" y="321"/>
                      </a:cubicBezTo>
                      <a:cubicBezTo>
                        <a:pt x="283" y="321"/>
                        <a:pt x="282" y="321"/>
                        <a:pt x="280" y="321"/>
                      </a:cubicBezTo>
                      <a:cubicBezTo>
                        <a:pt x="277" y="322"/>
                        <a:pt x="274" y="326"/>
                        <a:pt x="270" y="326"/>
                      </a:cubicBezTo>
                      <a:cubicBezTo>
                        <a:pt x="269" y="323"/>
                        <a:pt x="266" y="321"/>
                        <a:pt x="263" y="321"/>
                      </a:cubicBezTo>
                      <a:cubicBezTo>
                        <a:pt x="260" y="320"/>
                        <a:pt x="257" y="322"/>
                        <a:pt x="254" y="322"/>
                      </a:cubicBezTo>
                      <a:cubicBezTo>
                        <a:pt x="251" y="321"/>
                        <a:pt x="253" y="320"/>
                        <a:pt x="249" y="322"/>
                      </a:cubicBezTo>
                      <a:cubicBezTo>
                        <a:pt x="247" y="323"/>
                        <a:pt x="246" y="325"/>
                        <a:pt x="244" y="327"/>
                      </a:cubicBezTo>
                      <a:cubicBezTo>
                        <a:pt x="243" y="328"/>
                        <a:pt x="243" y="328"/>
                        <a:pt x="242" y="329"/>
                      </a:cubicBezTo>
                      <a:cubicBezTo>
                        <a:pt x="239" y="329"/>
                        <a:pt x="235" y="329"/>
                        <a:pt x="232" y="329"/>
                      </a:cubicBezTo>
                      <a:cubicBezTo>
                        <a:pt x="230" y="329"/>
                        <a:pt x="227" y="329"/>
                        <a:pt x="224" y="328"/>
                      </a:cubicBezTo>
                      <a:cubicBezTo>
                        <a:pt x="222" y="327"/>
                        <a:pt x="220" y="324"/>
                        <a:pt x="218" y="323"/>
                      </a:cubicBezTo>
                      <a:cubicBezTo>
                        <a:pt x="215" y="321"/>
                        <a:pt x="212" y="322"/>
                        <a:pt x="209" y="322"/>
                      </a:cubicBezTo>
                      <a:cubicBezTo>
                        <a:pt x="205" y="322"/>
                        <a:pt x="205" y="321"/>
                        <a:pt x="202" y="318"/>
                      </a:cubicBezTo>
                      <a:cubicBezTo>
                        <a:pt x="193" y="311"/>
                        <a:pt x="192" y="322"/>
                        <a:pt x="185" y="326"/>
                      </a:cubicBezTo>
                      <a:cubicBezTo>
                        <a:pt x="182" y="327"/>
                        <a:pt x="180" y="324"/>
                        <a:pt x="177" y="322"/>
                      </a:cubicBezTo>
                      <a:cubicBezTo>
                        <a:pt x="174" y="320"/>
                        <a:pt x="172" y="321"/>
                        <a:pt x="168" y="322"/>
                      </a:cubicBezTo>
                      <a:cubicBezTo>
                        <a:pt x="164" y="324"/>
                        <a:pt x="164" y="323"/>
                        <a:pt x="161" y="321"/>
                      </a:cubicBezTo>
                      <a:cubicBezTo>
                        <a:pt x="160" y="320"/>
                        <a:pt x="160" y="320"/>
                        <a:pt x="158" y="320"/>
                      </a:cubicBezTo>
                      <a:cubicBezTo>
                        <a:pt x="157" y="319"/>
                        <a:pt x="156" y="318"/>
                        <a:pt x="155" y="318"/>
                      </a:cubicBezTo>
                      <a:cubicBezTo>
                        <a:pt x="152" y="316"/>
                        <a:pt x="148" y="317"/>
                        <a:pt x="145" y="317"/>
                      </a:cubicBezTo>
                      <a:cubicBezTo>
                        <a:pt x="141" y="317"/>
                        <a:pt x="136" y="318"/>
                        <a:pt x="132" y="316"/>
                      </a:cubicBezTo>
                      <a:cubicBezTo>
                        <a:pt x="130" y="315"/>
                        <a:pt x="129" y="313"/>
                        <a:pt x="126" y="313"/>
                      </a:cubicBezTo>
                      <a:cubicBezTo>
                        <a:pt x="123" y="312"/>
                        <a:pt x="123" y="313"/>
                        <a:pt x="121" y="315"/>
                      </a:cubicBezTo>
                      <a:cubicBezTo>
                        <a:pt x="118" y="318"/>
                        <a:pt x="116" y="316"/>
                        <a:pt x="112" y="318"/>
                      </a:cubicBezTo>
                      <a:cubicBezTo>
                        <a:pt x="110" y="318"/>
                        <a:pt x="108" y="320"/>
                        <a:pt x="105" y="321"/>
                      </a:cubicBezTo>
                      <a:cubicBezTo>
                        <a:pt x="103" y="321"/>
                        <a:pt x="100" y="320"/>
                        <a:pt x="97" y="319"/>
                      </a:cubicBezTo>
                      <a:cubicBezTo>
                        <a:pt x="95" y="319"/>
                        <a:pt x="92" y="318"/>
                        <a:pt x="89" y="318"/>
                      </a:cubicBezTo>
                      <a:cubicBezTo>
                        <a:pt x="83" y="318"/>
                        <a:pt x="78" y="320"/>
                        <a:pt x="73" y="321"/>
                      </a:cubicBezTo>
                      <a:cubicBezTo>
                        <a:pt x="69" y="322"/>
                        <a:pt x="66" y="322"/>
                        <a:pt x="63" y="320"/>
                      </a:cubicBezTo>
                      <a:cubicBezTo>
                        <a:pt x="61" y="319"/>
                        <a:pt x="59" y="315"/>
                        <a:pt x="56" y="314"/>
                      </a:cubicBezTo>
                      <a:cubicBezTo>
                        <a:pt x="54" y="316"/>
                        <a:pt x="53" y="317"/>
                        <a:pt x="51" y="318"/>
                      </a:cubicBezTo>
                      <a:cubicBezTo>
                        <a:pt x="49" y="318"/>
                        <a:pt x="46" y="317"/>
                        <a:pt x="44" y="317"/>
                      </a:cubicBezTo>
                      <a:cubicBezTo>
                        <a:pt x="45" y="316"/>
                        <a:pt x="45" y="314"/>
                        <a:pt x="45" y="313"/>
                      </a:cubicBezTo>
                      <a:cubicBezTo>
                        <a:pt x="45" y="307"/>
                        <a:pt x="40" y="302"/>
                        <a:pt x="34" y="302"/>
                      </a:cubicBezTo>
                      <a:cubicBezTo>
                        <a:pt x="29" y="302"/>
                        <a:pt x="25" y="305"/>
                        <a:pt x="24" y="310"/>
                      </a:cubicBezTo>
                      <a:cubicBezTo>
                        <a:pt x="22" y="309"/>
                        <a:pt x="21" y="308"/>
                        <a:pt x="19" y="308"/>
                      </a:cubicBezTo>
                      <a:cubicBezTo>
                        <a:pt x="18" y="307"/>
                        <a:pt x="16" y="308"/>
                        <a:pt x="15" y="309"/>
                      </a:cubicBezTo>
                      <a:cubicBezTo>
                        <a:pt x="12" y="311"/>
                        <a:pt x="7" y="309"/>
                        <a:pt x="4" y="308"/>
                      </a:cubicBezTo>
                      <a:cubicBezTo>
                        <a:pt x="3" y="307"/>
                        <a:pt x="2" y="306"/>
                        <a:pt x="0" y="306"/>
                      </a:cubicBezTo>
                      <a:cubicBezTo>
                        <a:pt x="0" y="261"/>
                        <a:pt x="0" y="261"/>
                        <a:pt x="0" y="261"/>
                      </a:cubicBezTo>
                      <a:cubicBezTo>
                        <a:pt x="5" y="261"/>
                        <a:pt x="10" y="261"/>
                        <a:pt x="15" y="261"/>
                      </a:cubicBezTo>
                      <a:cubicBezTo>
                        <a:pt x="18" y="260"/>
                        <a:pt x="21" y="259"/>
                        <a:pt x="24" y="257"/>
                      </a:cubicBezTo>
                      <a:cubicBezTo>
                        <a:pt x="24" y="263"/>
                        <a:pt x="29" y="267"/>
                        <a:pt x="34" y="267"/>
                      </a:cubicBezTo>
                      <a:cubicBezTo>
                        <a:pt x="40" y="267"/>
                        <a:pt x="45" y="262"/>
                        <a:pt x="45" y="256"/>
                      </a:cubicBezTo>
                      <a:cubicBezTo>
                        <a:pt x="45" y="250"/>
                        <a:pt x="40" y="245"/>
                        <a:pt x="34" y="245"/>
                      </a:cubicBezTo>
                      <a:cubicBezTo>
                        <a:pt x="32" y="245"/>
                        <a:pt x="30" y="246"/>
                        <a:pt x="28" y="247"/>
                      </a:cubicBezTo>
                      <a:cubicBezTo>
                        <a:pt x="26" y="247"/>
                        <a:pt x="25" y="247"/>
                        <a:pt x="23" y="248"/>
                      </a:cubicBezTo>
                      <a:cubicBezTo>
                        <a:pt x="22" y="249"/>
                        <a:pt x="21" y="250"/>
                        <a:pt x="20" y="251"/>
                      </a:cubicBezTo>
                      <a:cubicBezTo>
                        <a:pt x="19" y="251"/>
                        <a:pt x="20" y="251"/>
                        <a:pt x="19" y="251"/>
                      </a:cubicBezTo>
                      <a:cubicBezTo>
                        <a:pt x="18" y="252"/>
                        <a:pt x="17" y="252"/>
                        <a:pt x="16" y="252"/>
                      </a:cubicBezTo>
                      <a:cubicBezTo>
                        <a:pt x="11" y="254"/>
                        <a:pt x="6" y="254"/>
                        <a:pt x="0" y="253"/>
                      </a:cubicBezTo>
                      <a:cubicBezTo>
                        <a:pt x="0" y="201"/>
                        <a:pt x="0" y="201"/>
                        <a:pt x="0" y="201"/>
                      </a:cubicBezTo>
                      <a:cubicBezTo>
                        <a:pt x="9" y="204"/>
                        <a:pt x="17" y="207"/>
                        <a:pt x="26" y="205"/>
                      </a:cubicBezTo>
                      <a:cubicBezTo>
                        <a:pt x="28" y="208"/>
                        <a:pt x="31" y="210"/>
                        <a:pt x="34" y="210"/>
                      </a:cubicBezTo>
                      <a:cubicBezTo>
                        <a:pt x="40" y="210"/>
                        <a:pt x="45" y="205"/>
                        <a:pt x="45" y="199"/>
                      </a:cubicBezTo>
                      <a:cubicBezTo>
                        <a:pt x="45" y="193"/>
                        <a:pt x="40" y="188"/>
                        <a:pt x="34" y="188"/>
                      </a:cubicBezTo>
                      <a:cubicBezTo>
                        <a:pt x="29" y="188"/>
                        <a:pt x="24" y="192"/>
                        <a:pt x="24" y="198"/>
                      </a:cubicBezTo>
                      <a:cubicBezTo>
                        <a:pt x="16" y="199"/>
                        <a:pt x="8" y="196"/>
                        <a:pt x="0" y="193"/>
                      </a:cubicBezTo>
                      <a:cubicBezTo>
                        <a:pt x="0" y="143"/>
                        <a:pt x="0" y="143"/>
                        <a:pt x="0" y="143"/>
                      </a:cubicBezTo>
                      <a:cubicBezTo>
                        <a:pt x="6" y="144"/>
                        <a:pt x="10" y="147"/>
                        <a:pt x="14" y="150"/>
                      </a:cubicBezTo>
                      <a:cubicBezTo>
                        <a:pt x="16" y="151"/>
                        <a:pt x="22" y="146"/>
                        <a:pt x="24" y="145"/>
                      </a:cubicBezTo>
                      <a:cubicBezTo>
                        <a:pt x="25" y="150"/>
                        <a:pt x="29" y="153"/>
                        <a:pt x="34" y="153"/>
                      </a:cubicBezTo>
                      <a:cubicBezTo>
                        <a:pt x="40" y="153"/>
                        <a:pt x="45" y="148"/>
                        <a:pt x="45" y="142"/>
                      </a:cubicBezTo>
                      <a:cubicBezTo>
                        <a:pt x="45" y="136"/>
                        <a:pt x="40" y="131"/>
                        <a:pt x="34" y="131"/>
                      </a:cubicBezTo>
                      <a:cubicBezTo>
                        <a:pt x="30" y="131"/>
                        <a:pt x="26" y="134"/>
                        <a:pt x="25" y="137"/>
                      </a:cubicBezTo>
                      <a:cubicBezTo>
                        <a:pt x="21" y="138"/>
                        <a:pt x="6" y="136"/>
                        <a:pt x="0" y="136"/>
                      </a:cubicBezTo>
                      <a:cubicBezTo>
                        <a:pt x="0" y="95"/>
                        <a:pt x="0" y="95"/>
                        <a:pt x="0" y="95"/>
                      </a:cubicBezTo>
                      <a:cubicBezTo>
                        <a:pt x="5" y="96"/>
                        <a:pt x="9" y="97"/>
                        <a:pt x="14" y="96"/>
                      </a:cubicBezTo>
                      <a:cubicBezTo>
                        <a:pt x="18" y="95"/>
                        <a:pt x="21" y="93"/>
                        <a:pt x="25" y="91"/>
                      </a:cubicBezTo>
                      <a:cubicBezTo>
                        <a:pt x="27" y="94"/>
                        <a:pt x="30" y="96"/>
                        <a:pt x="34" y="96"/>
                      </a:cubicBezTo>
                      <a:cubicBezTo>
                        <a:pt x="40" y="96"/>
                        <a:pt x="45" y="91"/>
                        <a:pt x="45" y="85"/>
                      </a:cubicBezTo>
                      <a:cubicBezTo>
                        <a:pt x="45" y="79"/>
                        <a:pt x="40" y="74"/>
                        <a:pt x="34" y="74"/>
                      </a:cubicBezTo>
                      <a:cubicBezTo>
                        <a:pt x="29" y="74"/>
                        <a:pt x="25" y="78"/>
                        <a:pt x="24" y="83"/>
                      </a:cubicBezTo>
                      <a:cubicBezTo>
                        <a:pt x="16" y="83"/>
                        <a:pt x="8" y="83"/>
                        <a:pt x="0" y="85"/>
                      </a:cubicBezTo>
                      <a:cubicBezTo>
                        <a:pt x="0" y="40"/>
                        <a:pt x="0" y="40"/>
                        <a:pt x="0" y="40"/>
                      </a:cubicBezTo>
                      <a:cubicBezTo>
                        <a:pt x="5" y="41"/>
                        <a:pt x="11" y="39"/>
                        <a:pt x="15" y="38"/>
                      </a:cubicBezTo>
                      <a:cubicBezTo>
                        <a:pt x="19" y="37"/>
                        <a:pt x="22" y="36"/>
                        <a:pt x="25" y="35"/>
                      </a:cubicBezTo>
                      <a:cubicBezTo>
                        <a:pt x="27" y="37"/>
                        <a:pt x="31" y="39"/>
                        <a:pt x="34" y="39"/>
                      </a:cubicBezTo>
                      <a:cubicBezTo>
                        <a:pt x="40" y="39"/>
                        <a:pt x="45" y="34"/>
                        <a:pt x="45" y="28"/>
                      </a:cubicBezTo>
                      <a:cubicBezTo>
                        <a:pt x="45" y="26"/>
                        <a:pt x="44" y="24"/>
                        <a:pt x="44" y="23"/>
                      </a:cubicBezTo>
                      <a:cubicBezTo>
                        <a:pt x="46" y="23"/>
                        <a:pt x="49" y="24"/>
                        <a:pt x="52" y="26"/>
                      </a:cubicBezTo>
                      <a:cubicBezTo>
                        <a:pt x="56" y="27"/>
                        <a:pt x="59" y="27"/>
                        <a:pt x="63" y="27"/>
                      </a:cubicBezTo>
                      <a:cubicBezTo>
                        <a:pt x="65" y="27"/>
                        <a:pt x="67" y="27"/>
                        <a:pt x="69" y="27"/>
                      </a:cubicBezTo>
                      <a:cubicBezTo>
                        <a:pt x="71" y="27"/>
                        <a:pt x="72" y="26"/>
                        <a:pt x="74" y="26"/>
                      </a:cubicBezTo>
                      <a:cubicBezTo>
                        <a:pt x="79" y="25"/>
                        <a:pt x="86" y="26"/>
                        <a:pt x="90" y="27"/>
                      </a:cubicBezTo>
                      <a:cubicBezTo>
                        <a:pt x="91" y="27"/>
                        <a:pt x="92" y="28"/>
                        <a:pt x="93" y="28"/>
                      </a:cubicBezTo>
                      <a:cubicBezTo>
                        <a:pt x="95" y="28"/>
                        <a:pt x="96" y="27"/>
                        <a:pt x="97" y="27"/>
                      </a:cubicBezTo>
                      <a:cubicBezTo>
                        <a:pt x="101" y="26"/>
                        <a:pt x="102" y="31"/>
                        <a:pt x="105" y="31"/>
                      </a:cubicBezTo>
                      <a:cubicBezTo>
                        <a:pt x="107" y="31"/>
                        <a:pt x="108" y="29"/>
                        <a:pt x="109" y="29"/>
                      </a:cubicBezTo>
                      <a:cubicBezTo>
                        <a:pt x="111" y="29"/>
                        <a:pt x="112" y="31"/>
                        <a:pt x="114" y="32"/>
                      </a:cubicBezTo>
                      <a:cubicBezTo>
                        <a:pt x="118" y="33"/>
                        <a:pt x="119" y="29"/>
                        <a:pt x="122" y="28"/>
                      </a:cubicBezTo>
                      <a:cubicBezTo>
                        <a:pt x="125" y="27"/>
                        <a:pt x="128" y="29"/>
                        <a:pt x="130" y="29"/>
                      </a:cubicBezTo>
                      <a:cubicBezTo>
                        <a:pt x="131" y="30"/>
                        <a:pt x="132" y="29"/>
                        <a:pt x="133" y="29"/>
                      </a:cubicBezTo>
                      <a:cubicBezTo>
                        <a:pt x="137" y="30"/>
                        <a:pt x="139" y="33"/>
                        <a:pt x="142" y="33"/>
                      </a:cubicBezTo>
                      <a:cubicBezTo>
                        <a:pt x="145" y="34"/>
                        <a:pt x="145" y="33"/>
                        <a:pt x="147" y="32"/>
                      </a:cubicBezTo>
                      <a:cubicBezTo>
                        <a:pt x="149" y="32"/>
                        <a:pt x="151" y="31"/>
                        <a:pt x="153" y="31"/>
                      </a:cubicBezTo>
                      <a:cubicBezTo>
                        <a:pt x="153" y="30"/>
                        <a:pt x="154" y="29"/>
                        <a:pt x="154" y="29"/>
                      </a:cubicBezTo>
                      <a:cubicBezTo>
                        <a:pt x="157" y="26"/>
                        <a:pt x="158" y="24"/>
                        <a:pt x="162" y="23"/>
                      </a:cubicBezTo>
                      <a:cubicBezTo>
                        <a:pt x="167" y="22"/>
                        <a:pt x="167" y="26"/>
                        <a:pt x="172" y="22"/>
                      </a:cubicBezTo>
                      <a:cubicBezTo>
                        <a:pt x="174" y="21"/>
                        <a:pt x="176" y="18"/>
                        <a:pt x="179" y="18"/>
                      </a:cubicBezTo>
                      <a:cubicBezTo>
                        <a:pt x="183" y="17"/>
                        <a:pt x="186" y="19"/>
                        <a:pt x="190" y="16"/>
                      </a:cubicBezTo>
                      <a:cubicBezTo>
                        <a:pt x="192" y="15"/>
                        <a:pt x="193" y="12"/>
                        <a:pt x="195" y="11"/>
                      </a:cubicBezTo>
                      <a:cubicBezTo>
                        <a:pt x="199" y="10"/>
                        <a:pt x="198" y="12"/>
                        <a:pt x="201" y="12"/>
                      </a:cubicBezTo>
                      <a:cubicBezTo>
                        <a:pt x="206" y="13"/>
                        <a:pt x="205" y="5"/>
                        <a:pt x="208" y="3"/>
                      </a:cubicBezTo>
                      <a:cubicBezTo>
                        <a:pt x="210" y="2"/>
                        <a:pt x="212" y="3"/>
                        <a:pt x="214" y="3"/>
                      </a:cubicBezTo>
                      <a:cubicBezTo>
                        <a:pt x="216" y="3"/>
                        <a:pt x="217" y="3"/>
                        <a:pt x="219" y="2"/>
                      </a:cubicBezTo>
                      <a:cubicBezTo>
                        <a:pt x="222" y="1"/>
                        <a:pt x="223" y="0"/>
                        <a:pt x="226" y="1"/>
                      </a:cubicBezTo>
                      <a:cubicBezTo>
                        <a:pt x="229" y="2"/>
                        <a:pt x="230" y="3"/>
                        <a:pt x="233" y="3"/>
                      </a:cubicBezTo>
                      <a:cubicBezTo>
                        <a:pt x="235" y="2"/>
                        <a:pt x="236" y="2"/>
                        <a:pt x="238" y="2"/>
                      </a:cubicBezTo>
                      <a:cubicBezTo>
                        <a:pt x="240" y="2"/>
                        <a:pt x="243" y="2"/>
                        <a:pt x="244" y="3"/>
                      </a:cubicBezTo>
                      <a:cubicBezTo>
                        <a:pt x="246" y="3"/>
                        <a:pt x="248" y="4"/>
                        <a:pt x="250" y="5"/>
                      </a:cubicBezTo>
                      <a:cubicBezTo>
                        <a:pt x="252" y="6"/>
                        <a:pt x="254" y="8"/>
                        <a:pt x="256" y="9"/>
                      </a:cubicBezTo>
                      <a:cubicBezTo>
                        <a:pt x="259" y="11"/>
                        <a:pt x="261" y="9"/>
                        <a:pt x="264" y="10"/>
                      </a:cubicBezTo>
                      <a:cubicBezTo>
                        <a:pt x="266" y="11"/>
                        <a:pt x="267" y="14"/>
                        <a:pt x="269" y="15"/>
                      </a:cubicBezTo>
                      <a:cubicBezTo>
                        <a:pt x="272" y="16"/>
                        <a:pt x="274" y="15"/>
                        <a:pt x="276" y="15"/>
                      </a:cubicBezTo>
                      <a:cubicBezTo>
                        <a:pt x="280" y="16"/>
                        <a:pt x="282" y="18"/>
                        <a:pt x="287" y="18"/>
                      </a:cubicBezTo>
                      <a:cubicBezTo>
                        <a:pt x="290" y="17"/>
                        <a:pt x="293" y="18"/>
                        <a:pt x="296" y="19"/>
                      </a:cubicBezTo>
                      <a:cubicBezTo>
                        <a:pt x="297" y="19"/>
                        <a:pt x="299" y="19"/>
                        <a:pt x="300" y="19"/>
                      </a:cubicBezTo>
                      <a:cubicBezTo>
                        <a:pt x="302" y="20"/>
                        <a:pt x="303" y="21"/>
                        <a:pt x="304" y="22"/>
                      </a:cubicBezTo>
                      <a:cubicBezTo>
                        <a:pt x="306" y="23"/>
                        <a:pt x="307" y="23"/>
                        <a:pt x="310" y="23"/>
                      </a:cubicBezTo>
                      <a:cubicBezTo>
                        <a:pt x="313" y="23"/>
                        <a:pt x="315" y="24"/>
                        <a:pt x="318" y="25"/>
                      </a:cubicBezTo>
                      <a:cubicBezTo>
                        <a:pt x="322" y="27"/>
                        <a:pt x="324" y="27"/>
                        <a:pt x="327" y="27"/>
                      </a:cubicBezTo>
                      <a:cubicBezTo>
                        <a:pt x="330" y="27"/>
                        <a:pt x="332" y="28"/>
                        <a:pt x="335" y="28"/>
                      </a:cubicBezTo>
                      <a:cubicBezTo>
                        <a:pt x="335" y="28"/>
                        <a:pt x="336" y="27"/>
                        <a:pt x="337" y="27"/>
                      </a:cubicBezTo>
                      <a:cubicBezTo>
                        <a:pt x="339" y="27"/>
                        <a:pt x="340" y="27"/>
                        <a:pt x="341" y="28"/>
                      </a:cubicBezTo>
                      <a:cubicBezTo>
                        <a:pt x="343" y="28"/>
                        <a:pt x="342" y="28"/>
                        <a:pt x="344" y="28"/>
                      </a:cubicBezTo>
                      <a:cubicBezTo>
                        <a:pt x="346" y="27"/>
                        <a:pt x="347" y="25"/>
                        <a:pt x="349" y="24"/>
                      </a:cubicBezTo>
                      <a:cubicBezTo>
                        <a:pt x="350" y="24"/>
                        <a:pt x="353" y="24"/>
                        <a:pt x="354" y="24"/>
                      </a:cubicBezTo>
                      <a:cubicBezTo>
                        <a:pt x="358" y="24"/>
                        <a:pt x="360" y="21"/>
                        <a:pt x="364" y="19"/>
                      </a:cubicBezTo>
                      <a:cubicBezTo>
                        <a:pt x="367" y="17"/>
                        <a:pt x="371" y="14"/>
                        <a:pt x="373" y="11"/>
                      </a:cubicBezTo>
                      <a:cubicBezTo>
                        <a:pt x="375" y="9"/>
                        <a:pt x="376" y="6"/>
                        <a:pt x="378" y="5"/>
                      </a:cubicBezTo>
                      <a:cubicBezTo>
                        <a:pt x="381" y="3"/>
                        <a:pt x="387" y="4"/>
                        <a:pt x="390" y="4"/>
                      </a:cubicBezTo>
                      <a:cubicBezTo>
                        <a:pt x="397" y="4"/>
                        <a:pt x="403" y="8"/>
                        <a:pt x="409" y="11"/>
                      </a:cubicBezTo>
                      <a:cubicBezTo>
                        <a:pt x="412" y="13"/>
                        <a:pt x="416" y="17"/>
                        <a:pt x="420" y="16"/>
                      </a:cubicBezTo>
                      <a:cubicBezTo>
                        <a:pt x="422" y="16"/>
                        <a:pt x="421" y="15"/>
                        <a:pt x="423" y="15"/>
                      </a:cubicBezTo>
                      <a:cubicBezTo>
                        <a:pt x="425" y="15"/>
                        <a:pt x="427" y="18"/>
                        <a:pt x="430" y="19"/>
                      </a:cubicBezTo>
                      <a:cubicBezTo>
                        <a:pt x="431" y="19"/>
                        <a:pt x="432" y="18"/>
                        <a:pt x="432" y="19"/>
                      </a:cubicBezTo>
                      <a:cubicBezTo>
                        <a:pt x="436" y="20"/>
                        <a:pt x="437" y="23"/>
                        <a:pt x="440" y="25"/>
                      </a:cubicBezTo>
                      <a:cubicBezTo>
                        <a:pt x="444" y="23"/>
                        <a:pt x="444" y="21"/>
                        <a:pt x="448" y="23"/>
                      </a:cubicBezTo>
                      <a:cubicBezTo>
                        <a:pt x="453" y="26"/>
                        <a:pt x="454" y="29"/>
                        <a:pt x="460" y="27"/>
                      </a:cubicBezTo>
                      <a:cubicBezTo>
                        <a:pt x="464" y="26"/>
                        <a:pt x="466" y="26"/>
                        <a:pt x="470" y="26"/>
                      </a:cubicBezTo>
                      <a:cubicBezTo>
                        <a:pt x="473" y="25"/>
                        <a:pt x="475" y="24"/>
                        <a:pt x="479" y="23"/>
                      </a:cubicBezTo>
                      <a:cubicBezTo>
                        <a:pt x="483" y="22"/>
                        <a:pt x="485" y="24"/>
                        <a:pt x="488" y="20"/>
                      </a:cubicBezTo>
                      <a:cubicBezTo>
                        <a:pt x="491" y="17"/>
                        <a:pt x="493" y="15"/>
                        <a:pt x="497" y="15"/>
                      </a:cubicBezTo>
                      <a:cubicBezTo>
                        <a:pt x="500" y="14"/>
                        <a:pt x="503" y="13"/>
                        <a:pt x="506" y="12"/>
                      </a:cubicBezTo>
                      <a:cubicBezTo>
                        <a:pt x="511" y="11"/>
                        <a:pt x="515" y="13"/>
                        <a:pt x="519" y="12"/>
                      </a:cubicBezTo>
                      <a:cubicBezTo>
                        <a:pt x="523" y="12"/>
                        <a:pt x="524" y="9"/>
                        <a:pt x="528" y="8"/>
                      </a:cubicBezTo>
                      <a:cubicBezTo>
                        <a:pt x="530" y="8"/>
                        <a:pt x="533" y="8"/>
                        <a:pt x="535" y="8"/>
                      </a:cubicBezTo>
                      <a:cubicBezTo>
                        <a:pt x="540" y="8"/>
                        <a:pt x="540" y="12"/>
                        <a:pt x="544" y="14"/>
                      </a:cubicBezTo>
                      <a:cubicBezTo>
                        <a:pt x="545" y="15"/>
                        <a:pt x="546" y="15"/>
                        <a:pt x="548" y="15"/>
                      </a:cubicBezTo>
                      <a:cubicBezTo>
                        <a:pt x="550" y="16"/>
                        <a:pt x="552" y="17"/>
                        <a:pt x="554" y="18"/>
                      </a:cubicBezTo>
                      <a:cubicBezTo>
                        <a:pt x="556" y="19"/>
                        <a:pt x="558" y="18"/>
                        <a:pt x="560" y="19"/>
                      </a:cubicBezTo>
                      <a:cubicBezTo>
                        <a:pt x="563" y="19"/>
                        <a:pt x="564" y="22"/>
                        <a:pt x="566" y="23"/>
                      </a:cubicBezTo>
                      <a:cubicBezTo>
                        <a:pt x="569" y="24"/>
                        <a:pt x="574" y="23"/>
                        <a:pt x="577" y="24"/>
                      </a:cubicBezTo>
                      <a:cubicBezTo>
                        <a:pt x="579" y="24"/>
                        <a:pt x="579" y="25"/>
                        <a:pt x="581" y="26"/>
                      </a:cubicBezTo>
                      <a:cubicBezTo>
                        <a:pt x="584" y="27"/>
                        <a:pt x="583" y="27"/>
                        <a:pt x="586" y="25"/>
                      </a:cubicBezTo>
                      <a:cubicBezTo>
                        <a:pt x="590" y="24"/>
                        <a:pt x="590" y="25"/>
                        <a:pt x="594" y="27"/>
                      </a:cubicBezTo>
                      <a:cubicBezTo>
                        <a:pt x="596" y="27"/>
                        <a:pt x="599" y="27"/>
                        <a:pt x="602" y="27"/>
                      </a:cubicBezTo>
                      <a:cubicBezTo>
                        <a:pt x="605" y="27"/>
                        <a:pt x="608" y="28"/>
                        <a:pt x="611" y="27"/>
                      </a:cubicBezTo>
                      <a:cubicBezTo>
                        <a:pt x="612" y="27"/>
                        <a:pt x="613" y="26"/>
                        <a:pt x="615" y="26"/>
                      </a:cubicBezTo>
                      <a:cubicBezTo>
                        <a:pt x="617" y="25"/>
                        <a:pt x="619" y="27"/>
                        <a:pt x="620" y="28"/>
                      </a:cubicBezTo>
                      <a:cubicBezTo>
                        <a:pt x="625" y="31"/>
                        <a:pt x="625" y="33"/>
                        <a:pt x="630" y="31"/>
                      </a:cubicBezTo>
                      <a:cubicBezTo>
                        <a:pt x="632" y="31"/>
                        <a:pt x="634" y="31"/>
                        <a:pt x="636" y="30"/>
                      </a:cubicBezTo>
                      <a:cubicBezTo>
                        <a:pt x="637" y="29"/>
                        <a:pt x="637" y="25"/>
                        <a:pt x="639" y="24"/>
                      </a:cubicBezTo>
                      <a:cubicBezTo>
                        <a:pt x="640" y="23"/>
                        <a:pt x="643" y="24"/>
                        <a:pt x="644" y="25"/>
                      </a:cubicBezTo>
                      <a:cubicBezTo>
                        <a:pt x="650" y="27"/>
                        <a:pt x="654" y="29"/>
                        <a:pt x="660" y="27"/>
                      </a:cubicBezTo>
                      <a:cubicBezTo>
                        <a:pt x="666" y="26"/>
                        <a:pt x="673" y="27"/>
                        <a:pt x="680" y="27"/>
                      </a:cubicBezTo>
                      <a:cubicBezTo>
                        <a:pt x="685" y="27"/>
                        <a:pt x="689" y="25"/>
                        <a:pt x="694" y="25"/>
                      </a:cubicBezTo>
                      <a:cubicBezTo>
                        <a:pt x="698" y="25"/>
                        <a:pt x="700" y="26"/>
                        <a:pt x="702" y="29"/>
                      </a:cubicBezTo>
                      <a:cubicBezTo>
                        <a:pt x="703" y="30"/>
                        <a:pt x="703" y="32"/>
                        <a:pt x="704" y="32"/>
                      </a:cubicBezTo>
                      <a:cubicBezTo>
                        <a:pt x="705" y="32"/>
                        <a:pt x="705" y="31"/>
                        <a:pt x="706" y="30"/>
                      </a:cubicBezTo>
                      <a:cubicBezTo>
                        <a:pt x="707" y="30"/>
                        <a:pt x="709" y="29"/>
                        <a:pt x="710" y="29"/>
                      </a:cubicBezTo>
                      <a:cubicBezTo>
                        <a:pt x="715" y="28"/>
                        <a:pt x="716" y="29"/>
                        <a:pt x="720" y="31"/>
                      </a:cubicBezTo>
                      <a:cubicBezTo>
                        <a:pt x="725" y="33"/>
                        <a:pt x="726" y="29"/>
                        <a:pt x="730" y="29"/>
                      </a:cubicBezTo>
                      <a:cubicBezTo>
                        <a:pt x="733" y="30"/>
                        <a:pt x="734" y="33"/>
                        <a:pt x="738" y="32"/>
                      </a:cubicBezTo>
                      <a:cubicBezTo>
                        <a:pt x="739" y="32"/>
                        <a:pt x="740" y="31"/>
                        <a:pt x="741" y="31"/>
                      </a:cubicBezTo>
                      <a:cubicBezTo>
                        <a:pt x="744" y="31"/>
                        <a:pt x="745" y="32"/>
                        <a:pt x="748" y="34"/>
                      </a:cubicBezTo>
                      <a:cubicBezTo>
                        <a:pt x="750" y="35"/>
                        <a:pt x="754" y="36"/>
                        <a:pt x="757" y="34"/>
                      </a:cubicBezTo>
                      <a:cubicBezTo>
                        <a:pt x="759" y="32"/>
                        <a:pt x="758" y="28"/>
                        <a:pt x="760" y="25"/>
                      </a:cubicBezTo>
                      <a:cubicBezTo>
                        <a:pt x="762" y="22"/>
                        <a:pt x="764" y="24"/>
                        <a:pt x="767" y="24"/>
                      </a:cubicBezTo>
                      <a:cubicBezTo>
                        <a:pt x="772" y="23"/>
                        <a:pt x="776" y="18"/>
                        <a:pt x="777" y="14"/>
                      </a:cubicBezTo>
                      <a:cubicBezTo>
                        <a:pt x="780" y="13"/>
                        <a:pt x="783" y="11"/>
                        <a:pt x="786" y="11"/>
                      </a:cubicBezTo>
                      <a:cubicBezTo>
                        <a:pt x="788" y="11"/>
                        <a:pt x="788" y="11"/>
                        <a:pt x="790" y="12"/>
                      </a:cubicBezTo>
                      <a:cubicBezTo>
                        <a:pt x="792" y="13"/>
                        <a:pt x="792" y="13"/>
                        <a:pt x="794" y="14"/>
                      </a:cubicBezTo>
                      <a:cubicBezTo>
                        <a:pt x="797" y="14"/>
                        <a:pt x="795" y="13"/>
                        <a:pt x="797" y="15"/>
                      </a:cubicBezTo>
                      <a:cubicBezTo>
                        <a:pt x="799" y="17"/>
                        <a:pt x="798" y="19"/>
                        <a:pt x="802" y="20"/>
                      </a:cubicBezTo>
                      <a:cubicBezTo>
                        <a:pt x="804" y="21"/>
                        <a:pt x="804" y="20"/>
                        <a:pt x="806" y="21"/>
                      </a:cubicBezTo>
                      <a:cubicBezTo>
                        <a:pt x="807" y="23"/>
                        <a:pt x="807" y="24"/>
                        <a:pt x="808" y="25"/>
                      </a:cubicBezTo>
                      <a:cubicBezTo>
                        <a:pt x="810" y="25"/>
                        <a:pt x="811" y="25"/>
                        <a:pt x="812" y="25"/>
                      </a:cubicBezTo>
                      <a:cubicBezTo>
                        <a:pt x="814" y="26"/>
                        <a:pt x="814" y="27"/>
                        <a:pt x="815" y="27"/>
                      </a:cubicBezTo>
                      <a:cubicBezTo>
                        <a:pt x="816" y="28"/>
                        <a:pt x="817" y="28"/>
                        <a:pt x="818" y="28"/>
                      </a:cubicBezTo>
                      <a:cubicBezTo>
                        <a:pt x="819" y="29"/>
                        <a:pt x="820" y="31"/>
                        <a:pt x="822" y="30"/>
                      </a:cubicBezTo>
                      <a:cubicBezTo>
                        <a:pt x="827" y="30"/>
                        <a:pt x="824" y="24"/>
                        <a:pt x="829" y="26"/>
                      </a:cubicBezTo>
                      <a:cubicBezTo>
                        <a:pt x="831" y="28"/>
                        <a:pt x="837" y="37"/>
                        <a:pt x="840" y="31"/>
                      </a:cubicBezTo>
                      <a:cubicBezTo>
                        <a:pt x="845" y="32"/>
                        <a:pt x="848" y="34"/>
                        <a:pt x="852" y="33"/>
                      </a:cubicBezTo>
                      <a:cubicBezTo>
                        <a:pt x="855" y="33"/>
                        <a:pt x="858" y="33"/>
                        <a:pt x="860" y="33"/>
                      </a:cubicBezTo>
                      <a:close/>
                    </a:path>
                  </a:pathLst>
                </a:custGeom>
                <a:solidFill>
                  <a:schemeClr val="accent2"/>
                </a:solidFill>
                <a:ln>
                  <a:noFill/>
                </a:ln>
                <a:effectLst>
                  <a:outerShdw blurRad="28575" rotWithShape="0" algn="bl" dir="1242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6"/>
                <p:cNvSpPr/>
                <p:nvPr/>
              </p:nvSpPr>
              <p:spPr>
                <a:xfrm>
                  <a:off x="6566500" y="4756113"/>
                  <a:ext cx="2728913" cy="1250950"/>
                </a:xfrm>
                <a:custGeom>
                  <a:rect b="b" l="l" r="r" t="t"/>
                  <a:pathLst>
                    <a:path extrusionOk="0" h="332" w="723">
                      <a:moveTo>
                        <a:pt x="722" y="93"/>
                      </a:moveTo>
                      <a:cubicBezTo>
                        <a:pt x="723" y="93"/>
                        <a:pt x="723" y="92"/>
                        <a:pt x="723" y="92"/>
                      </a:cubicBezTo>
                      <a:cubicBezTo>
                        <a:pt x="723" y="91"/>
                        <a:pt x="723" y="91"/>
                        <a:pt x="722" y="91"/>
                      </a:cubicBezTo>
                      <a:cubicBezTo>
                        <a:pt x="687" y="91"/>
                        <a:pt x="687" y="91"/>
                        <a:pt x="687" y="91"/>
                      </a:cubicBezTo>
                      <a:cubicBezTo>
                        <a:pt x="687" y="56"/>
                        <a:pt x="687" y="56"/>
                        <a:pt x="687" y="56"/>
                      </a:cubicBezTo>
                      <a:cubicBezTo>
                        <a:pt x="722" y="56"/>
                        <a:pt x="722" y="56"/>
                        <a:pt x="722" y="56"/>
                      </a:cubicBezTo>
                      <a:cubicBezTo>
                        <a:pt x="723" y="56"/>
                        <a:pt x="723" y="55"/>
                        <a:pt x="723" y="55"/>
                      </a:cubicBezTo>
                      <a:cubicBezTo>
                        <a:pt x="723" y="54"/>
                        <a:pt x="723" y="54"/>
                        <a:pt x="722" y="54"/>
                      </a:cubicBezTo>
                      <a:cubicBezTo>
                        <a:pt x="687" y="54"/>
                        <a:pt x="687" y="54"/>
                        <a:pt x="687" y="54"/>
                      </a:cubicBezTo>
                      <a:cubicBezTo>
                        <a:pt x="687" y="19"/>
                        <a:pt x="687" y="19"/>
                        <a:pt x="687" y="19"/>
                      </a:cubicBezTo>
                      <a:cubicBezTo>
                        <a:pt x="688" y="19"/>
                        <a:pt x="688" y="19"/>
                        <a:pt x="688" y="19"/>
                      </a:cubicBezTo>
                      <a:cubicBezTo>
                        <a:pt x="687" y="18"/>
                        <a:pt x="687" y="18"/>
                        <a:pt x="687" y="18"/>
                      </a:cubicBezTo>
                      <a:cubicBezTo>
                        <a:pt x="686" y="17"/>
                        <a:pt x="686" y="17"/>
                        <a:pt x="686" y="16"/>
                      </a:cubicBezTo>
                      <a:cubicBezTo>
                        <a:pt x="685" y="14"/>
                        <a:pt x="685" y="14"/>
                        <a:pt x="685" y="14"/>
                      </a:cubicBezTo>
                      <a:cubicBezTo>
                        <a:pt x="685" y="17"/>
                        <a:pt x="685" y="17"/>
                        <a:pt x="685" y="17"/>
                      </a:cubicBezTo>
                      <a:cubicBezTo>
                        <a:pt x="663" y="17"/>
                        <a:pt x="663" y="17"/>
                        <a:pt x="663" y="17"/>
                      </a:cubicBezTo>
                      <a:cubicBezTo>
                        <a:pt x="662" y="17"/>
                        <a:pt x="662" y="17"/>
                        <a:pt x="662" y="17"/>
                      </a:cubicBezTo>
                      <a:cubicBezTo>
                        <a:pt x="662" y="17"/>
                        <a:pt x="662" y="17"/>
                        <a:pt x="662" y="17"/>
                      </a:cubicBezTo>
                      <a:cubicBezTo>
                        <a:pt x="662" y="17"/>
                        <a:pt x="662" y="18"/>
                        <a:pt x="662" y="18"/>
                      </a:cubicBezTo>
                      <a:cubicBezTo>
                        <a:pt x="661" y="19"/>
                        <a:pt x="661" y="19"/>
                        <a:pt x="661" y="19"/>
                      </a:cubicBezTo>
                      <a:cubicBezTo>
                        <a:pt x="685" y="19"/>
                        <a:pt x="685" y="19"/>
                        <a:pt x="685" y="19"/>
                      </a:cubicBezTo>
                      <a:cubicBezTo>
                        <a:pt x="685" y="54"/>
                        <a:pt x="685" y="54"/>
                        <a:pt x="685" y="54"/>
                      </a:cubicBezTo>
                      <a:cubicBezTo>
                        <a:pt x="647" y="54"/>
                        <a:pt x="647" y="54"/>
                        <a:pt x="647" y="54"/>
                      </a:cubicBezTo>
                      <a:cubicBezTo>
                        <a:pt x="647" y="22"/>
                        <a:pt x="647" y="22"/>
                        <a:pt x="647" y="22"/>
                      </a:cubicBezTo>
                      <a:cubicBezTo>
                        <a:pt x="646" y="27"/>
                        <a:pt x="646" y="27"/>
                        <a:pt x="646" y="27"/>
                      </a:cubicBezTo>
                      <a:cubicBezTo>
                        <a:pt x="646" y="27"/>
                        <a:pt x="646" y="28"/>
                        <a:pt x="645" y="29"/>
                      </a:cubicBezTo>
                      <a:cubicBezTo>
                        <a:pt x="645" y="30"/>
                        <a:pt x="645" y="31"/>
                        <a:pt x="645" y="32"/>
                      </a:cubicBezTo>
                      <a:cubicBezTo>
                        <a:pt x="645" y="54"/>
                        <a:pt x="645" y="54"/>
                        <a:pt x="645" y="54"/>
                      </a:cubicBezTo>
                      <a:cubicBezTo>
                        <a:pt x="607" y="54"/>
                        <a:pt x="607" y="54"/>
                        <a:pt x="607" y="54"/>
                      </a:cubicBezTo>
                      <a:cubicBezTo>
                        <a:pt x="607" y="29"/>
                        <a:pt x="607" y="29"/>
                        <a:pt x="607" y="29"/>
                      </a:cubicBezTo>
                      <a:cubicBezTo>
                        <a:pt x="605" y="28"/>
                        <a:pt x="605" y="28"/>
                        <a:pt x="605" y="28"/>
                      </a:cubicBezTo>
                      <a:cubicBezTo>
                        <a:pt x="605" y="54"/>
                        <a:pt x="605" y="54"/>
                        <a:pt x="605" y="54"/>
                      </a:cubicBezTo>
                      <a:cubicBezTo>
                        <a:pt x="567" y="54"/>
                        <a:pt x="567" y="54"/>
                        <a:pt x="567" y="54"/>
                      </a:cubicBezTo>
                      <a:cubicBezTo>
                        <a:pt x="567" y="26"/>
                        <a:pt x="567" y="26"/>
                        <a:pt x="567" y="26"/>
                      </a:cubicBezTo>
                      <a:cubicBezTo>
                        <a:pt x="566" y="26"/>
                        <a:pt x="566" y="26"/>
                        <a:pt x="566" y="26"/>
                      </a:cubicBezTo>
                      <a:cubicBezTo>
                        <a:pt x="566" y="26"/>
                        <a:pt x="566" y="26"/>
                        <a:pt x="566" y="26"/>
                      </a:cubicBezTo>
                      <a:cubicBezTo>
                        <a:pt x="565" y="26"/>
                        <a:pt x="565" y="26"/>
                        <a:pt x="565" y="26"/>
                      </a:cubicBezTo>
                      <a:cubicBezTo>
                        <a:pt x="565" y="54"/>
                        <a:pt x="565" y="54"/>
                        <a:pt x="565" y="54"/>
                      </a:cubicBezTo>
                      <a:cubicBezTo>
                        <a:pt x="527" y="54"/>
                        <a:pt x="527" y="54"/>
                        <a:pt x="527" y="54"/>
                      </a:cubicBezTo>
                      <a:cubicBezTo>
                        <a:pt x="527" y="24"/>
                        <a:pt x="527" y="24"/>
                        <a:pt x="527" y="24"/>
                      </a:cubicBezTo>
                      <a:cubicBezTo>
                        <a:pt x="527" y="23"/>
                        <a:pt x="527" y="23"/>
                        <a:pt x="527" y="23"/>
                      </a:cubicBezTo>
                      <a:cubicBezTo>
                        <a:pt x="526" y="23"/>
                        <a:pt x="526" y="23"/>
                        <a:pt x="526" y="23"/>
                      </a:cubicBezTo>
                      <a:cubicBezTo>
                        <a:pt x="525" y="23"/>
                        <a:pt x="525" y="24"/>
                        <a:pt x="525" y="24"/>
                      </a:cubicBezTo>
                      <a:cubicBezTo>
                        <a:pt x="525" y="24"/>
                        <a:pt x="525" y="24"/>
                        <a:pt x="525" y="24"/>
                      </a:cubicBezTo>
                      <a:cubicBezTo>
                        <a:pt x="525" y="54"/>
                        <a:pt x="525" y="54"/>
                        <a:pt x="525" y="54"/>
                      </a:cubicBezTo>
                      <a:cubicBezTo>
                        <a:pt x="487" y="54"/>
                        <a:pt x="487" y="54"/>
                        <a:pt x="487" y="54"/>
                      </a:cubicBezTo>
                      <a:cubicBezTo>
                        <a:pt x="487" y="26"/>
                        <a:pt x="487" y="26"/>
                        <a:pt x="487" y="26"/>
                      </a:cubicBezTo>
                      <a:cubicBezTo>
                        <a:pt x="486" y="26"/>
                        <a:pt x="486" y="26"/>
                        <a:pt x="486" y="26"/>
                      </a:cubicBezTo>
                      <a:cubicBezTo>
                        <a:pt x="486" y="26"/>
                        <a:pt x="485" y="26"/>
                        <a:pt x="485" y="26"/>
                      </a:cubicBezTo>
                      <a:cubicBezTo>
                        <a:pt x="485" y="26"/>
                        <a:pt x="485" y="26"/>
                        <a:pt x="485" y="26"/>
                      </a:cubicBezTo>
                      <a:cubicBezTo>
                        <a:pt x="485" y="54"/>
                        <a:pt x="485" y="54"/>
                        <a:pt x="485" y="54"/>
                      </a:cubicBezTo>
                      <a:cubicBezTo>
                        <a:pt x="447" y="54"/>
                        <a:pt x="447" y="54"/>
                        <a:pt x="447" y="54"/>
                      </a:cubicBezTo>
                      <a:cubicBezTo>
                        <a:pt x="447" y="18"/>
                        <a:pt x="447" y="18"/>
                        <a:pt x="447" y="18"/>
                      </a:cubicBezTo>
                      <a:cubicBezTo>
                        <a:pt x="447" y="18"/>
                        <a:pt x="447" y="18"/>
                        <a:pt x="447" y="18"/>
                      </a:cubicBezTo>
                      <a:cubicBezTo>
                        <a:pt x="446" y="18"/>
                        <a:pt x="446" y="18"/>
                        <a:pt x="446" y="18"/>
                      </a:cubicBezTo>
                      <a:cubicBezTo>
                        <a:pt x="445" y="18"/>
                        <a:pt x="445" y="18"/>
                        <a:pt x="445" y="18"/>
                      </a:cubicBezTo>
                      <a:cubicBezTo>
                        <a:pt x="445" y="54"/>
                        <a:pt x="445" y="54"/>
                        <a:pt x="445" y="54"/>
                      </a:cubicBezTo>
                      <a:cubicBezTo>
                        <a:pt x="408" y="54"/>
                        <a:pt x="408" y="54"/>
                        <a:pt x="408" y="54"/>
                      </a:cubicBezTo>
                      <a:cubicBezTo>
                        <a:pt x="408" y="19"/>
                        <a:pt x="408" y="19"/>
                        <a:pt x="408" y="19"/>
                      </a:cubicBezTo>
                      <a:cubicBezTo>
                        <a:pt x="444" y="19"/>
                        <a:pt x="444" y="19"/>
                        <a:pt x="444" y="19"/>
                      </a:cubicBezTo>
                      <a:cubicBezTo>
                        <a:pt x="444" y="18"/>
                        <a:pt x="444" y="18"/>
                        <a:pt x="444" y="18"/>
                      </a:cubicBezTo>
                      <a:cubicBezTo>
                        <a:pt x="443" y="18"/>
                        <a:pt x="443" y="18"/>
                        <a:pt x="442" y="17"/>
                      </a:cubicBezTo>
                      <a:cubicBezTo>
                        <a:pt x="441" y="17"/>
                        <a:pt x="441" y="17"/>
                        <a:pt x="441" y="17"/>
                      </a:cubicBezTo>
                      <a:cubicBezTo>
                        <a:pt x="441" y="17"/>
                        <a:pt x="441" y="17"/>
                        <a:pt x="441" y="17"/>
                      </a:cubicBezTo>
                      <a:cubicBezTo>
                        <a:pt x="408" y="17"/>
                        <a:pt x="408" y="17"/>
                        <a:pt x="408" y="17"/>
                      </a:cubicBezTo>
                      <a:cubicBezTo>
                        <a:pt x="408" y="11"/>
                        <a:pt x="408" y="11"/>
                        <a:pt x="408" y="11"/>
                      </a:cubicBezTo>
                      <a:cubicBezTo>
                        <a:pt x="407" y="11"/>
                        <a:pt x="407" y="11"/>
                        <a:pt x="407" y="11"/>
                      </a:cubicBezTo>
                      <a:cubicBezTo>
                        <a:pt x="407" y="11"/>
                        <a:pt x="407" y="11"/>
                        <a:pt x="407" y="11"/>
                      </a:cubicBezTo>
                      <a:cubicBezTo>
                        <a:pt x="406" y="11"/>
                        <a:pt x="406" y="11"/>
                        <a:pt x="406" y="11"/>
                      </a:cubicBezTo>
                      <a:cubicBezTo>
                        <a:pt x="406" y="17"/>
                        <a:pt x="406" y="17"/>
                        <a:pt x="406" y="17"/>
                      </a:cubicBezTo>
                      <a:cubicBezTo>
                        <a:pt x="378" y="17"/>
                        <a:pt x="378" y="17"/>
                        <a:pt x="378" y="17"/>
                      </a:cubicBezTo>
                      <a:cubicBezTo>
                        <a:pt x="378" y="17"/>
                        <a:pt x="378" y="17"/>
                        <a:pt x="378" y="17"/>
                      </a:cubicBezTo>
                      <a:cubicBezTo>
                        <a:pt x="377" y="17"/>
                        <a:pt x="377" y="17"/>
                        <a:pt x="377" y="18"/>
                      </a:cubicBezTo>
                      <a:cubicBezTo>
                        <a:pt x="376" y="19"/>
                        <a:pt x="376" y="19"/>
                        <a:pt x="376" y="19"/>
                      </a:cubicBezTo>
                      <a:cubicBezTo>
                        <a:pt x="406" y="19"/>
                        <a:pt x="406" y="19"/>
                        <a:pt x="406" y="19"/>
                      </a:cubicBezTo>
                      <a:cubicBezTo>
                        <a:pt x="406" y="54"/>
                        <a:pt x="406" y="54"/>
                        <a:pt x="406" y="54"/>
                      </a:cubicBezTo>
                      <a:cubicBezTo>
                        <a:pt x="371" y="54"/>
                        <a:pt x="371" y="54"/>
                        <a:pt x="371" y="54"/>
                      </a:cubicBezTo>
                      <a:cubicBezTo>
                        <a:pt x="371" y="22"/>
                        <a:pt x="371" y="22"/>
                        <a:pt x="371" y="22"/>
                      </a:cubicBezTo>
                      <a:cubicBezTo>
                        <a:pt x="371" y="21"/>
                        <a:pt x="371" y="21"/>
                        <a:pt x="371" y="21"/>
                      </a:cubicBezTo>
                      <a:cubicBezTo>
                        <a:pt x="371" y="21"/>
                        <a:pt x="371" y="21"/>
                        <a:pt x="371" y="21"/>
                      </a:cubicBezTo>
                      <a:cubicBezTo>
                        <a:pt x="370" y="21"/>
                        <a:pt x="370" y="21"/>
                        <a:pt x="370" y="21"/>
                      </a:cubicBezTo>
                      <a:cubicBezTo>
                        <a:pt x="369" y="21"/>
                        <a:pt x="369" y="21"/>
                        <a:pt x="369" y="21"/>
                      </a:cubicBezTo>
                      <a:cubicBezTo>
                        <a:pt x="369" y="54"/>
                        <a:pt x="369" y="54"/>
                        <a:pt x="369" y="54"/>
                      </a:cubicBezTo>
                      <a:cubicBezTo>
                        <a:pt x="334" y="54"/>
                        <a:pt x="334" y="54"/>
                        <a:pt x="334" y="54"/>
                      </a:cubicBezTo>
                      <a:cubicBezTo>
                        <a:pt x="334" y="21"/>
                        <a:pt x="334" y="21"/>
                        <a:pt x="334" y="21"/>
                      </a:cubicBezTo>
                      <a:cubicBezTo>
                        <a:pt x="334" y="21"/>
                        <a:pt x="334" y="21"/>
                        <a:pt x="334" y="21"/>
                      </a:cubicBezTo>
                      <a:cubicBezTo>
                        <a:pt x="333" y="21"/>
                        <a:pt x="333" y="21"/>
                        <a:pt x="333" y="21"/>
                      </a:cubicBezTo>
                      <a:cubicBezTo>
                        <a:pt x="332" y="21"/>
                        <a:pt x="332" y="21"/>
                        <a:pt x="332" y="21"/>
                      </a:cubicBezTo>
                      <a:cubicBezTo>
                        <a:pt x="332" y="54"/>
                        <a:pt x="332" y="54"/>
                        <a:pt x="332" y="54"/>
                      </a:cubicBezTo>
                      <a:cubicBezTo>
                        <a:pt x="297" y="54"/>
                        <a:pt x="297" y="54"/>
                        <a:pt x="297" y="54"/>
                      </a:cubicBezTo>
                      <a:cubicBezTo>
                        <a:pt x="297" y="19"/>
                        <a:pt x="297" y="19"/>
                        <a:pt x="297" y="19"/>
                      </a:cubicBezTo>
                      <a:cubicBezTo>
                        <a:pt x="319" y="19"/>
                        <a:pt x="319" y="19"/>
                        <a:pt x="319" y="19"/>
                      </a:cubicBezTo>
                      <a:cubicBezTo>
                        <a:pt x="317" y="18"/>
                        <a:pt x="317" y="18"/>
                        <a:pt x="317" y="18"/>
                      </a:cubicBezTo>
                      <a:cubicBezTo>
                        <a:pt x="316" y="18"/>
                        <a:pt x="316" y="17"/>
                        <a:pt x="315" y="17"/>
                      </a:cubicBezTo>
                      <a:cubicBezTo>
                        <a:pt x="315" y="17"/>
                        <a:pt x="315" y="17"/>
                        <a:pt x="315" y="17"/>
                      </a:cubicBezTo>
                      <a:cubicBezTo>
                        <a:pt x="297" y="17"/>
                        <a:pt x="297" y="17"/>
                        <a:pt x="297" y="17"/>
                      </a:cubicBezTo>
                      <a:cubicBezTo>
                        <a:pt x="297" y="11"/>
                        <a:pt x="297" y="11"/>
                        <a:pt x="297" y="11"/>
                      </a:cubicBezTo>
                      <a:cubicBezTo>
                        <a:pt x="297" y="11"/>
                        <a:pt x="297" y="11"/>
                        <a:pt x="297" y="11"/>
                      </a:cubicBezTo>
                      <a:cubicBezTo>
                        <a:pt x="297" y="10"/>
                        <a:pt x="296" y="10"/>
                        <a:pt x="296" y="10"/>
                      </a:cubicBezTo>
                      <a:cubicBezTo>
                        <a:pt x="295" y="10"/>
                        <a:pt x="295" y="10"/>
                        <a:pt x="295" y="10"/>
                      </a:cubicBezTo>
                      <a:cubicBezTo>
                        <a:pt x="295" y="17"/>
                        <a:pt x="295" y="17"/>
                        <a:pt x="295" y="17"/>
                      </a:cubicBezTo>
                      <a:cubicBezTo>
                        <a:pt x="260" y="17"/>
                        <a:pt x="260" y="17"/>
                        <a:pt x="260" y="17"/>
                      </a:cubicBezTo>
                      <a:cubicBezTo>
                        <a:pt x="260" y="10"/>
                        <a:pt x="260" y="10"/>
                        <a:pt x="260" y="10"/>
                      </a:cubicBezTo>
                      <a:cubicBezTo>
                        <a:pt x="260" y="11"/>
                        <a:pt x="260" y="11"/>
                        <a:pt x="260" y="11"/>
                      </a:cubicBezTo>
                      <a:cubicBezTo>
                        <a:pt x="259" y="11"/>
                        <a:pt x="259" y="11"/>
                        <a:pt x="259" y="11"/>
                      </a:cubicBezTo>
                      <a:cubicBezTo>
                        <a:pt x="259" y="11"/>
                        <a:pt x="259" y="12"/>
                        <a:pt x="259" y="12"/>
                      </a:cubicBezTo>
                      <a:cubicBezTo>
                        <a:pt x="258" y="12"/>
                        <a:pt x="258" y="12"/>
                        <a:pt x="258" y="12"/>
                      </a:cubicBezTo>
                      <a:cubicBezTo>
                        <a:pt x="258" y="17"/>
                        <a:pt x="258" y="17"/>
                        <a:pt x="258" y="17"/>
                      </a:cubicBezTo>
                      <a:cubicBezTo>
                        <a:pt x="252" y="17"/>
                        <a:pt x="252" y="17"/>
                        <a:pt x="252" y="17"/>
                      </a:cubicBezTo>
                      <a:cubicBezTo>
                        <a:pt x="252" y="17"/>
                        <a:pt x="252" y="17"/>
                        <a:pt x="252" y="17"/>
                      </a:cubicBezTo>
                      <a:cubicBezTo>
                        <a:pt x="252" y="17"/>
                        <a:pt x="252" y="17"/>
                        <a:pt x="252" y="17"/>
                      </a:cubicBezTo>
                      <a:cubicBezTo>
                        <a:pt x="251" y="17"/>
                        <a:pt x="251" y="17"/>
                        <a:pt x="251" y="18"/>
                      </a:cubicBezTo>
                      <a:cubicBezTo>
                        <a:pt x="249" y="19"/>
                        <a:pt x="249" y="19"/>
                        <a:pt x="249" y="19"/>
                      </a:cubicBezTo>
                      <a:cubicBezTo>
                        <a:pt x="258" y="19"/>
                        <a:pt x="258" y="19"/>
                        <a:pt x="258" y="19"/>
                      </a:cubicBezTo>
                      <a:cubicBezTo>
                        <a:pt x="258" y="54"/>
                        <a:pt x="258" y="54"/>
                        <a:pt x="258" y="54"/>
                      </a:cubicBezTo>
                      <a:cubicBezTo>
                        <a:pt x="224" y="54"/>
                        <a:pt x="224" y="54"/>
                        <a:pt x="224" y="54"/>
                      </a:cubicBezTo>
                      <a:cubicBezTo>
                        <a:pt x="224" y="26"/>
                        <a:pt x="224" y="26"/>
                        <a:pt x="224" y="26"/>
                      </a:cubicBezTo>
                      <a:cubicBezTo>
                        <a:pt x="223" y="26"/>
                        <a:pt x="223" y="26"/>
                        <a:pt x="223" y="26"/>
                      </a:cubicBezTo>
                      <a:cubicBezTo>
                        <a:pt x="223" y="27"/>
                        <a:pt x="222" y="27"/>
                        <a:pt x="222" y="27"/>
                      </a:cubicBezTo>
                      <a:cubicBezTo>
                        <a:pt x="222" y="27"/>
                        <a:pt x="222" y="27"/>
                        <a:pt x="222" y="27"/>
                      </a:cubicBezTo>
                      <a:cubicBezTo>
                        <a:pt x="222" y="54"/>
                        <a:pt x="222" y="54"/>
                        <a:pt x="222" y="54"/>
                      </a:cubicBezTo>
                      <a:cubicBezTo>
                        <a:pt x="187" y="54"/>
                        <a:pt x="187" y="54"/>
                        <a:pt x="187" y="54"/>
                      </a:cubicBezTo>
                      <a:cubicBezTo>
                        <a:pt x="187" y="18"/>
                        <a:pt x="187" y="18"/>
                        <a:pt x="187" y="18"/>
                      </a:cubicBezTo>
                      <a:cubicBezTo>
                        <a:pt x="186" y="18"/>
                        <a:pt x="186" y="18"/>
                        <a:pt x="186" y="18"/>
                      </a:cubicBezTo>
                      <a:cubicBezTo>
                        <a:pt x="186" y="18"/>
                        <a:pt x="185" y="18"/>
                        <a:pt x="185" y="18"/>
                      </a:cubicBezTo>
                      <a:cubicBezTo>
                        <a:pt x="185" y="18"/>
                        <a:pt x="185" y="18"/>
                        <a:pt x="185" y="18"/>
                      </a:cubicBezTo>
                      <a:cubicBezTo>
                        <a:pt x="185" y="18"/>
                        <a:pt x="185" y="18"/>
                        <a:pt x="185" y="18"/>
                      </a:cubicBezTo>
                      <a:cubicBezTo>
                        <a:pt x="182" y="18"/>
                        <a:pt x="182" y="18"/>
                        <a:pt x="182" y="18"/>
                      </a:cubicBezTo>
                      <a:cubicBezTo>
                        <a:pt x="180" y="17"/>
                        <a:pt x="179" y="17"/>
                        <a:pt x="177" y="17"/>
                      </a:cubicBezTo>
                      <a:cubicBezTo>
                        <a:pt x="150" y="17"/>
                        <a:pt x="150" y="17"/>
                        <a:pt x="150" y="17"/>
                      </a:cubicBezTo>
                      <a:cubicBezTo>
                        <a:pt x="150" y="8"/>
                        <a:pt x="150" y="8"/>
                        <a:pt x="150" y="8"/>
                      </a:cubicBezTo>
                      <a:cubicBezTo>
                        <a:pt x="149" y="8"/>
                        <a:pt x="149" y="8"/>
                        <a:pt x="149" y="8"/>
                      </a:cubicBezTo>
                      <a:cubicBezTo>
                        <a:pt x="149" y="8"/>
                        <a:pt x="149" y="8"/>
                        <a:pt x="148" y="8"/>
                      </a:cubicBezTo>
                      <a:cubicBezTo>
                        <a:pt x="148" y="9"/>
                        <a:pt x="148" y="9"/>
                        <a:pt x="148" y="9"/>
                      </a:cubicBezTo>
                      <a:cubicBezTo>
                        <a:pt x="148" y="17"/>
                        <a:pt x="148" y="17"/>
                        <a:pt x="148" y="17"/>
                      </a:cubicBezTo>
                      <a:cubicBezTo>
                        <a:pt x="113" y="17"/>
                        <a:pt x="113" y="17"/>
                        <a:pt x="113" y="17"/>
                      </a:cubicBezTo>
                      <a:cubicBezTo>
                        <a:pt x="113" y="0"/>
                        <a:pt x="113" y="0"/>
                        <a:pt x="113" y="0"/>
                      </a:cubicBezTo>
                      <a:cubicBezTo>
                        <a:pt x="113" y="0"/>
                        <a:pt x="113" y="0"/>
                        <a:pt x="113" y="0"/>
                      </a:cubicBezTo>
                      <a:cubicBezTo>
                        <a:pt x="112" y="0"/>
                        <a:pt x="112" y="0"/>
                        <a:pt x="112" y="0"/>
                      </a:cubicBezTo>
                      <a:cubicBezTo>
                        <a:pt x="112" y="0"/>
                        <a:pt x="112" y="0"/>
                        <a:pt x="111" y="0"/>
                      </a:cubicBezTo>
                      <a:cubicBezTo>
                        <a:pt x="111" y="0"/>
                        <a:pt x="111" y="0"/>
                        <a:pt x="111" y="0"/>
                      </a:cubicBezTo>
                      <a:cubicBezTo>
                        <a:pt x="111" y="17"/>
                        <a:pt x="111" y="17"/>
                        <a:pt x="111" y="17"/>
                      </a:cubicBezTo>
                      <a:cubicBezTo>
                        <a:pt x="76" y="17"/>
                        <a:pt x="76" y="17"/>
                        <a:pt x="76" y="17"/>
                      </a:cubicBezTo>
                      <a:cubicBezTo>
                        <a:pt x="76" y="16"/>
                        <a:pt x="76" y="16"/>
                        <a:pt x="76" y="16"/>
                      </a:cubicBezTo>
                      <a:cubicBezTo>
                        <a:pt x="75" y="16"/>
                        <a:pt x="75" y="16"/>
                        <a:pt x="75" y="16"/>
                      </a:cubicBezTo>
                      <a:cubicBezTo>
                        <a:pt x="75" y="16"/>
                        <a:pt x="75" y="16"/>
                        <a:pt x="74" y="16"/>
                      </a:cubicBezTo>
                      <a:cubicBezTo>
                        <a:pt x="74" y="16"/>
                        <a:pt x="74" y="16"/>
                        <a:pt x="74" y="16"/>
                      </a:cubicBezTo>
                      <a:cubicBezTo>
                        <a:pt x="74" y="17"/>
                        <a:pt x="74" y="17"/>
                        <a:pt x="74" y="17"/>
                      </a:cubicBezTo>
                      <a:cubicBezTo>
                        <a:pt x="66" y="17"/>
                        <a:pt x="66" y="17"/>
                        <a:pt x="66" y="17"/>
                      </a:cubicBezTo>
                      <a:cubicBezTo>
                        <a:pt x="66" y="17"/>
                        <a:pt x="66" y="17"/>
                        <a:pt x="66" y="17"/>
                      </a:cubicBezTo>
                      <a:cubicBezTo>
                        <a:pt x="65" y="17"/>
                        <a:pt x="64" y="17"/>
                        <a:pt x="64" y="18"/>
                      </a:cubicBezTo>
                      <a:cubicBezTo>
                        <a:pt x="62" y="19"/>
                        <a:pt x="62" y="19"/>
                        <a:pt x="62" y="19"/>
                      </a:cubicBezTo>
                      <a:cubicBezTo>
                        <a:pt x="74" y="19"/>
                        <a:pt x="74" y="19"/>
                        <a:pt x="74" y="19"/>
                      </a:cubicBezTo>
                      <a:cubicBezTo>
                        <a:pt x="74" y="54"/>
                        <a:pt x="74" y="54"/>
                        <a:pt x="74" y="54"/>
                      </a:cubicBezTo>
                      <a:cubicBezTo>
                        <a:pt x="39" y="54"/>
                        <a:pt x="39" y="54"/>
                        <a:pt x="39" y="54"/>
                      </a:cubicBezTo>
                      <a:cubicBezTo>
                        <a:pt x="39" y="30"/>
                        <a:pt x="39" y="30"/>
                        <a:pt x="39" y="30"/>
                      </a:cubicBezTo>
                      <a:cubicBezTo>
                        <a:pt x="38" y="30"/>
                        <a:pt x="38" y="30"/>
                        <a:pt x="38" y="30"/>
                      </a:cubicBezTo>
                      <a:cubicBezTo>
                        <a:pt x="38" y="30"/>
                        <a:pt x="38" y="30"/>
                        <a:pt x="37" y="30"/>
                      </a:cubicBezTo>
                      <a:cubicBezTo>
                        <a:pt x="37" y="30"/>
                        <a:pt x="37" y="30"/>
                        <a:pt x="37" y="30"/>
                      </a:cubicBezTo>
                      <a:cubicBezTo>
                        <a:pt x="37" y="54"/>
                        <a:pt x="37" y="54"/>
                        <a:pt x="37" y="54"/>
                      </a:cubicBezTo>
                      <a:cubicBezTo>
                        <a:pt x="2" y="54"/>
                        <a:pt x="2" y="54"/>
                        <a:pt x="2" y="54"/>
                      </a:cubicBezTo>
                      <a:cubicBezTo>
                        <a:pt x="2" y="31"/>
                        <a:pt x="2" y="31"/>
                        <a:pt x="2" y="31"/>
                      </a:cubicBezTo>
                      <a:cubicBezTo>
                        <a:pt x="2" y="31"/>
                        <a:pt x="2" y="31"/>
                        <a:pt x="2" y="31"/>
                      </a:cubicBezTo>
                      <a:cubicBezTo>
                        <a:pt x="2" y="31"/>
                        <a:pt x="2" y="31"/>
                        <a:pt x="2" y="31"/>
                      </a:cubicBezTo>
                      <a:cubicBezTo>
                        <a:pt x="1" y="31"/>
                        <a:pt x="1" y="31"/>
                        <a:pt x="1" y="31"/>
                      </a:cubicBezTo>
                      <a:cubicBezTo>
                        <a:pt x="0" y="30"/>
                        <a:pt x="0" y="30"/>
                        <a:pt x="0" y="30"/>
                      </a:cubicBezTo>
                      <a:cubicBezTo>
                        <a:pt x="0" y="317"/>
                        <a:pt x="0" y="317"/>
                        <a:pt x="0" y="317"/>
                      </a:cubicBezTo>
                      <a:cubicBezTo>
                        <a:pt x="1" y="317"/>
                        <a:pt x="1" y="317"/>
                        <a:pt x="1" y="317"/>
                      </a:cubicBezTo>
                      <a:cubicBezTo>
                        <a:pt x="1" y="317"/>
                        <a:pt x="1" y="317"/>
                        <a:pt x="2" y="317"/>
                      </a:cubicBezTo>
                      <a:cubicBezTo>
                        <a:pt x="2" y="317"/>
                        <a:pt x="2" y="317"/>
                        <a:pt x="2" y="317"/>
                      </a:cubicBezTo>
                      <a:cubicBezTo>
                        <a:pt x="2" y="316"/>
                        <a:pt x="2" y="316"/>
                        <a:pt x="2" y="316"/>
                      </a:cubicBezTo>
                      <a:cubicBezTo>
                        <a:pt x="7" y="316"/>
                        <a:pt x="7" y="316"/>
                        <a:pt x="7" y="316"/>
                      </a:cubicBezTo>
                      <a:cubicBezTo>
                        <a:pt x="7" y="316"/>
                        <a:pt x="7" y="316"/>
                        <a:pt x="7" y="316"/>
                      </a:cubicBezTo>
                      <a:cubicBezTo>
                        <a:pt x="8" y="316"/>
                        <a:pt x="8" y="315"/>
                        <a:pt x="9" y="315"/>
                      </a:cubicBezTo>
                      <a:cubicBezTo>
                        <a:pt x="10" y="314"/>
                        <a:pt x="10" y="314"/>
                        <a:pt x="10" y="314"/>
                      </a:cubicBezTo>
                      <a:cubicBezTo>
                        <a:pt x="2" y="314"/>
                        <a:pt x="2" y="314"/>
                        <a:pt x="2" y="314"/>
                      </a:cubicBezTo>
                      <a:cubicBezTo>
                        <a:pt x="2" y="279"/>
                        <a:pt x="2" y="279"/>
                        <a:pt x="2" y="279"/>
                      </a:cubicBezTo>
                      <a:cubicBezTo>
                        <a:pt x="37" y="279"/>
                        <a:pt x="37" y="279"/>
                        <a:pt x="37" y="279"/>
                      </a:cubicBezTo>
                      <a:cubicBezTo>
                        <a:pt x="37" y="314"/>
                        <a:pt x="37" y="314"/>
                        <a:pt x="37" y="314"/>
                      </a:cubicBezTo>
                      <a:cubicBezTo>
                        <a:pt x="17" y="314"/>
                        <a:pt x="17" y="314"/>
                        <a:pt x="17" y="314"/>
                      </a:cubicBezTo>
                      <a:cubicBezTo>
                        <a:pt x="18" y="315"/>
                        <a:pt x="18" y="315"/>
                        <a:pt x="18" y="315"/>
                      </a:cubicBezTo>
                      <a:cubicBezTo>
                        <a:pt x="18" y="315"/>
                        <a:pt x="19" y="316"/>
                        <a:pt x="19" y="316"/>
                      </a:cubicBezTo>
                      <a:cubicBezTo>
                        <a:pt x="19" y="316"/>
                        <a:pt x="20" y="316"/>
                        <a:pt x="20" y="316"/>
                      </a:cubicBezTo>
                      <a:cubicBezTo>
                        <a:pt x="20" y="316"/>
                        <a:pt x="20" y="316"/>
                        <a:pt x="20" y="316"/>
                      </a:cubicBezTo>
                      <a:cubicBezTo>
                        <a:pt x="37" y="316"/>
                        <a:pt x="37" y="316"/>
                        <a:pt x="37" y="316"/>
                      </a:cubicBezTo>
                      <a:cubicBezTo>
                        <a:pt x="37" y="317"/>
                        <a:pt x="37" y="317"/>
                        <a:pt x="37" y="317"/>
                      </a:cubicBezTo>
                      <a:cubicBezTo>
                        <a:pt x="38" y="317"/>
                        <a:pt x="38" y="317"/>
                        <a:pt x="38" y="317"/>
                      </a:cubicBezTo>
                      <a:cubicBezTo>
                        <a:pt x="38" y="317"/>
                        <a:pt x="38" y="317"/>
                        <a:pt x="38" y="317"/>
                      </a:cubicBezTo>
                      <a:cubicBezTo>
                        <a:pt x="38" y="317"/>
                        <a:pt x="38" y="317"/>
                        <a:pt x="38" y="317"/>
                      </a:cubicBezTo>
                      <a:cubicBezTo>
                        <a:pt x="39" y="317"/>
                        <a:pt x="39" y="317"/>
                        <a:pt x="39" y="317"/>
                      </a:cubicBezTo>
                      <a:cubicBezTo>
                        <a:pt x="39" y="316"/>
                        <a:pt x="39" y="316"/>
                        <a:pt x="39" y="316"/>
                      </a:cubicBezTo>
                      <a:cubicBezTo>
                        <a:pt x="74" y="316"/>
                        <a:pt x="74" y="316"/>
                        <a:pt x="74" y="316"/>
                      </a:cubicBezTo>
                      <a:cubicBezTo>
                        <a:pt x="74" y="325"/>
                        <a:pt x="74" y="325"/>
                        <a:pt x="74" y="325"/>
                      </a:cubicBezTo>
                      <a:cubicBezTo>
                        <a:pt x="75" y="324"/>
                        <a:pt x="75" y="324"/>
                        <a:pt x="75" y="324"/>
                      </a:cubicBezTo>
                      <a:cubicBezTo>
                        <a:pt x="75" y="324"/>
                        <a:pt x="75" y="323"/>
                        <a:pt x="76" y="323"/>
                      </a:cubicBezTo>
                      <a:cubicBezTo>
                        <a:pt x="76" y="323"/>
                        <a:pt x="76" y="323"/>
                        <a:pt x="76" y="323"/>
                      </a:cubicBezTo>
                      <a:cubicBezTo>
                        <a:pt x="76" y="316"/>
                        <a:pt x="76" y="316"/>
                        <a:pt x="76" y="316"/>
                      </a:cubicBezTo>
                      <a:cubicBezTo>
                        <a:pt x="82" y="316"/>
                        <a:pt x="82" y="316"/>
                        <a:pt x="82" y="316"/>
                      </a:cubicBezTo>
                      <a:cubicBezTo>
                        <a:pt x="82" y="316"/>
                        <a:pt x="82" y="316"/>
                        <a:pt x="82" y="316"/>
                      </a:cubicBezTo>
                      <a:cubicBezTo>
                        <a:pt x="83" y="316"/>
                        <a:pt x="84" y="316"/>
                        <a:pt x="85" y="316"/>
                      </a:cubicBezTo>
                      <a:cubicBezTo>
                        <a:pt x="111" y="316"/>
                        <a:pt x="111" y="316"/>
                        <a:pt x="111" y="316"/>
                      </a:cubicBezTo>
                      <a:cubicBezTo>
                        <a:pt x="111" y="327"/>
                        <a:pt x="111" y="327"/>
                        <a:pt x="111" y="327"/>
                      </a:cubicBezTo>
                      <a:cubicBezTo>
                        <a:pt x="111" y="328"/>
                        <a:pt x="111" y="328"/>
                        <a:pt x="111" y="328"/>
                      </a:cubicBezTo>
                      <a:cubicBezTo>
                        <a:pt x="111" y="328"/>
                        <a:pt x="111" y="328"/>
                        <a:pt x="111" y="328"/>
                      </a:cubicBezTo>
                      <a:cubicBezTo>
                        <a:pt x="111" y="328"/>
                        <a:pt x="111" y="328"/>
                        <a:pt x="111" y="328"/>
                      </a:cubicBezTo>
                      <a:cubicBezTo>
                        <a:pt x="112" y="328"/>
                        <a:pt x="112" y="328"/>
                        <a:pt x="112" y="328"/>
                      </a:cubicBezTo>
                      <a:cubicBezTo>
                        <a:pt x="112" y="328"/>
                        <a:pt x="112" y="328"/>
                        <a:pt x="112" y="328"/>
                      </a:cubicBezTo>
                      <a:cubicBezTo>
                        <a:pt x="113" y="328"/>
                        <a:pt x="113" y="328"/>
                        <a:pt x="113" y="328"/>
                      </a:cubicBezTo>
                      <a:cubicBezTo>
                        <a:pt x="113" y="316"/>
                        <a:pt x="113" y="316"/>
                        <a:pt x="113" y="316"/>
                      </a:cubicBezTo>
                      <a:cubicBezTo>
                        <a:pt x="148" y="316"/>
                        <a:pt x="148" y="316"/>
                        <a:pt x="148" y="316"/>
                      </a:cubicBezTo>
                      <a:cubicBezTo>
                        <a:pt x="148" y="321"/>
                        <a:pt x="148" y="321"/>
                        <a:pt x="148" y="321"/>
                      </a:cubicBezTo>
                      <a:cubicBezTo>
                        <a:pt x="148" y="321"/>
                        <a:pt x="148" y="321"/>
                        <a:pt x="148" y="321"/>
                      </a:cubicBezTo>
                      <a:cubicBezTo>
                        <a:pt x="149" y="321"/>
                        <a:pt x="149" y="321"/>
                        <a:pt x="149" y="321"/>
                      </a:cubicBezTo>
                      <a:cubicBezTo>
                        <a:pt x="150" y="321"/>
                        <a:pt x="150" y="321"/>
                        <a:pt x="150" y="321"/>
                      </a:cubicBezTo>
                      <a:cubicBezTo>
                        <a:pt x="150" y="316"/>
                        <a:pt x="150" y="316"/>
                        <a:pt x="150" y="316"/>
                      </a:cubicBezTo>
                      <a:cubicBezTo>
                        <a:pt x="185" y="316"/>
                        <a:pt x="185" y="316"/>
                        <a:pt x="185" y="316"/>
                      </a:cubicBezTo>
                      <a:cubicBezTo>
                        <a:pt x="185" y="317"/>
                        <a:pt x="185" y="317"/>
                        <a:pt x="185" y="317"/>
                      </a:cubicBezTo>
                      <a:cubicBezTo>
                        <a:pt x="185" y="316"/>
                        <a:pt x="185" y="316"/>
                        <a:pt x="185" y="316"/>
                      </a:cubicBezTo>
                      <a:cubicBezTo>
                        <a:pt x="186" y="316"/>
                        <a:pt x="187" y="315"/>
                        <a:pt x="188" y="315"/>
                      </a:cubicBezTo>
                      <a:cubicBezTo>
                        <a:pt x="191" y="314"/>
                        <a:pt x="191" y="314"/>
                        <a:pt x="191" y="314"/>
                      </a:cubicBezTo>
                      <a:cubicBezTo>
                        <a:pt x="187" y="314"/>
                        <a:pt x="187" y="314"/>
                        <a:pt x="187" y="314"/>
                      </a:cubicBezTo>
                      <a:cubicBezTo>
                        <a:pt x="187" y="279"/>
                        <a:pt x="187" y="279"/>
                        <a:pt x="187" y="279"/>
                      </a:cubicBezTo>
                      <a:cubicBezTo>
                        <a:pt x="222" y="279"/>
                        <a:pt x="222" y="279"/>
                        <a:pt x="222" y="279"/>
                      </a:cubicBezTo>
                      <a:cubicBezTo>
                        <a:pt x="222" y="313"/>
                        <a:pt x="222" y="313"/>
                        <a:pt x="222" y="313"/>
                      </a:cubicBezTo>
                      <a:cubicBezTo>
                        <a:pt x="222" y="312"/>
                        <a:pt x="222" y="312"/>
                        <a:pt x="222" y="312"/>
                      </a:cubicBezTo>
                      <a:cubicBezTo>
                        <a:pt x="223" y="312"/>
                        <a:pt x="223" y="312"/>
                        <a:pt x="223" y="311"/>
                      </a:cubicBezTo>
                      <a:cubicBezTo>
                        <a:pt x="224" y="311"/>
                        <a:pt x="224" y="311"/>
                        <a:pt x="224" y="311"/>
                      </a:cubicBezTo>
                      <a:cubicBezTo>
                        <a:pt x="224" y="279"/>
                        <a:pt x="224" y="279"/>
                        <a:pt x="224" y="279"/>
                      </a:cubicBezTo>
                      <a:cubicBezTo>
                        <a:pt x="258" y="279"/>
                        <a:pt x="258" y="279"/>
                        <a:pt x="258" y="279"/>
                      </a:cubicBezTo>
                      <a:cubicBezTo>
                        <a:pt x="258" y="314"/>
                        <a:pt x="258" y="314"/>
                        <a:pt x="258" y="314"/>
                      </a:cubicBezTo>
                      <a:cubicBezTo>
                        <a:pt x="259" y="314"/>
                        <a:pt x="259" y="314"/>
                        <a:pt x="259" y="314"/>
                      </a:cubicBezTo>
                      <a:cubicBezTo>
                        <a:pt x="259" y="315"/>
                        <a:pt x="259" y="315"/>
                        <a:pt x="259" y="315"/>
                      </a:cubicBezTo>
                      <a:cubicBezTo>
                        <a:pt x="260" y="315"/>
                        <a:pt x="260" y="315"/>
                        <a:pt x="260" y="315"/>
                      </a:cubicBezTo>
                      <a:cubicBezTo>
                        <a:pt x="260" y="315"/>
                        <a:pt x="260" y="316"/>
                        <a:pt x="260" y="316"/>
                      </a:cubicBezTo>
                      <a:cubicBezTo>
                        <a:pt x="261" y="316"/>
                        <a:pt x="261" y="316"/>
                        <a:pt x="261" y="316"/>
                      </a:cubicBezTo>
                      <a:cubicBezTo>
                        <a:pt x="295" y="316"/>
                        <a:pt x="295" y="316"/>
                        <a:pt x="295" y="316"/>
                      </a:cubicBezTo>
                      <a:cubicBezTo>
                        <a:pt x="295" y="330"/>
                        <a:pt x="295" y="330"/>
                        <a:pt x="295" y="330"/>
                      </a:cubicBezTo>
                      <a:cubicBezTo>
                        <a:pt x="296" y="330"/>
                        <a:pt x="296" y="330"/>
                        <a:pt x="296" y="330"/>
                      </a:cubicBezTo>
                      <a:cubicBezTo>
                        <a:pt x="296" y="330"/>
                        <a:pt x="296" y="330"/>
                        <a:pt x="297" y="331"/>
                      </a:cubicBezTo>
                      <a:cubicBezTo>
                        <a:pt x="297" y="332"/>
                        <a:pt x="297" y="332"/>
                        <a:pt x="297" y="332"/>
                      </a:cubicBezTo>
                      <a:cubicBezTo>
                        <a:pt x="297" y="316"/>
                        <a:pt x="297" y="316"/>
                        <a:pt x="297" y="316"/>
                      </a:cubicBezTo>
                      <a:cubicBezTo>
                        <a:pt x="332" y="316"/>
                        <a:pt x="332" y="316"/>
                        <a:pt x="332" y="316"/>
                      </a:cubicBezTo>
                      <a:cubicBezTo>
                        <a:pt x="332" y="331"/>
                        <a:pt x="332" y="331"/>
                        <a:pt x="332" y="331"/>
                      </a:cubicBezTo>
                      <a:cubicBezTo>
                        <a:pt x="333" y="330"/>
                        <a:pt x="333" y="330"/>
                        <a:pt x="333" y="330"/>
                      </a:cubicBezTo>
                      <a:cubicBezTo>
                        <a:pt x="333" y="330"/>
                        <a:pt x="334" y="330"/>
                        <a:pt x="334" y="330"/>
                      </a:cubicBezTo>
                      <a:cubicBezTo>
                        <a:pt x="334" y="330"/>
                        <a:pt x="334" y="330"/>
                        <a:pt x="334" y="330"/>
                      </a:cubicBezTo>
                      <a:cubicBezTo>
                        <a:pt x="334" y="316"/>
                        <a:pt x="334" y="316"/>
                        <a:pt x="334" y="316"/>
                      </a:cubicBezTo>
                      <a:cubicBezTo>
                        <a:pt x="369" y="316"/>
                        <a:pt x="369" y="316"/>
                        <a:pt x="369" y="316"/>
                      </a:cubicBezTo>
                      <a:cubicBezTo>
                        <a:pt x="369" y="330"/>
                        <a:pt x="369" y="330"/>
                        <a:pt x="369" y="330"/>
                      </a:cubicBezTo>
                      <a:cubicBezTo>
                        <a:pt x="370" y="330"/>
                        <a:pt x="370" y="330"/>
                        <a:pt x="370" y="330"/>
                      </a:cubicBezTo>
                      <a:cubicBezTo>
                        <a:pt x="370" y="330"/>
                        <a:pt x="370" y="330"/>
                        <a:pt x="371" y="330"/>
                      </a:cubicBezTo>
                      <a:cubicBezTo>
                        <a:pt x="371" y="330"/>
                        <a:pt x="371" y="330"/>
                        <a:pt x="371" y="330"/>
                      </a:cubicBezTo>
                      <a:cubicBezTo>
                        <a:pt x="371" y="316"/>
                        <a:pt x="371" y="316"/>
                        <a:pt x="371" y="316"/>
                      </a:cubicBezTo>
                      <a:cubicBezTo>
                        <a:pt x="406" y="316"/>
                        <a:pt x="406" y="316"/>
                        <a:pt x="406" y="316"/>
                      </a:cubicBezTo>
                      <a:cubicBezTo>
                        <a:pt x="406" y="320"/>
                        <a:pt x="406" y="320"/>
                        <a:pt x="406" y="320"/>
                      </a:cubicBezTo>
                      <a:cubicBezTo>
                        <a:pt x="408" y="319"/>
                        <a:pt x="408" y="319"/>
                        <a:pt x="408" y="319"/>
                      </a:cubicBezTo>
                      <a:cubicBezTo>
                        <a:pt x="408" y="316"/>
                        <a:pt x="408" y="316"/>
                        <a:pt x="408" y="316"/>
                      </a:cubicBezTo>
                      <a:cubicBezTo>
                        <a:pt x="415" y="316"/>
                        <a:pt x="415" y="316"/>
                        <a:pt x="415" y="316"/>
                      </a:cubicBezTo>
                      <a:cubicBezTo>
                        <a:pt x="415" y="316"/>
                        <a:pt x="415" y="316"/>
                        <a:pt x="415" y="316"/>
                      </a:cubicBezTo>
                      <a:cubicBezTo>
                        <a:pt x="417" y="315"/>
                        <a:pt x="420" y="315"/>
                        <a:pt x="422" y="315"/>
                      </a:cubicBezTo>
                      <a:cubicBezTo>
                        <a:pt x="423" y="315"/>
                        <a:pt x="424" y="316"/>
                        <a:pt x="425" y="316"/>
                      </a:cubicBezTo>
                      <a:cubicBezTo>
                        <a:pt x="445" y="316"/>
                        <a:pt x="445" y="316"/>
                        <a:pt x="445" y="316"/>
                      </a:cubicBezTo>
                      <a:cubicBezTo>
                        <a:pt x="445" y="327"/>
                        <a:pt x="445" y="327"/>
                        <a:pt x="445" y="327"/>
                      </a:cubicBezTo>
                      <a:cubicBezTo>
                        <a:pt x="446" y="326"/>
                        <a:pt x="446" y="326"/>
                        <a:pt x="446" y="326"/>
                      </a:cubicBezTo>
                      <a:cubicBezTo>
                        <a:pt x="446" y="326"/>
                        <a:pt x="447" y="326"/>
                        <a:pt x="447" y="326"/>
                      </a:cubicBezTo>
                      <a:cubicBezTo>
                        <a:pt x="447" y="326"/>
                        <a:pt x="447" y="326"/>
                        <a:pt x="447" y="326"/>
                      </a:cubicBezTo>
                      <a:cubicBezTo>
                        <a:pt x="447" y="316"/>
                        <a:pt x="447" y="316"/>
                        <a:pt x="447" y="316"/>
                      </a:cubicBezTo>
                      <a:cubicBezTo>
                        <a:pt x="485" y="316"/>
                        <a:pt x="485" y="316"/>
                        <a:pt x="485" y="316"/>
                      </a:cubicBezTo>
                      <a:cubicBezTo>
                        <a:pt x="485" y="320"/>
                        <a:pt x="485" y="320"/>
                        <a:pt x="485" y="320"/>
                      </a:cubicBezTo>
                      <a:cubicBezTo>
                        <a:pt x="485" y="321"/>
                        <a:pt x="485" y="321"/>
                        <a:pt x="485" y="321"/>
                      </a:cubicBezTo>
                      <a:cubicBezTo>
                        <a:pt x="485" y="320"/>
                        <a:pt x="485" y="320"/>
                        <a:pt x="485" y="320"/>
                      </a:cubicBezTo>
                      <a:cubicBezTo>
                        <a:pt x="486" y="320"/>
                        <a:pt x="486" y="320"/>
                        <a:pt x="486" y="320"/>
                      </a:cubicBezTo>
                      <a:cubicBezTo>
                        <a:pt x="487" y="320"/>
                        <a:pt x="487" y="320"/>
                        <a:pt x="487" y="320"/>
                      </a:cubicBezTo>
                      <a:cubicBezTo>
                        <a:pt x="487" y="316"/>
                        <a:pt x="487" y="316"/>
                        <a:pt x="487" y="316"/>
                      </a:cubicBezTo>
                      <a:cubicBezTo>
                        <a:pt x="514" y="316"/>
                        <a:pt x="514" y="316"/>
                        <a:pt x="514" y="316"/>
                      </a:cubicBezTo>
                      <a:cubicBezTo>
                        <a:pt x="514" y="316"/>
                        <a:pt x="514" y="316"/>
                        <a:pt x="514" y="316"/>
                      </a:cubicBezTo>
                      <a:cubicBezTo>
                        <a:pt x="514" y="316"/>
                        <a:pt x="514" y="315"/>
                        <a:pt x="515" y="315"/>
                      </a:cubicBezTo>
                      <a:cubicBezTo>
                        <a:pt x="515" y="314"/>
                        <a:pt x="515" y="314"/>
                        <a:pt x="515" y="314"/>
                      </a:cubicBezTo>
                      <a:cubicBezTo>
                        <a:pt x="487" y="314"/>
                        <a:pt x="487" y="314"/>
                        <a:pt x="487" y="314"/>
                      </a:cubicBezTo>
                      <a:cubicBezTo>
                        <a:pt x="487" y="279"/>
                        <a:pt x="487" y="279"/>
                        <a:pt x="487" y="279"/>
                      </a:cubicBezTo>
                      <a:cubicBezTo>
                        <a:pt x="525" y="279"/>
                        <a:pt x="525" y="279"/>
                        <a:pt x="525" y="279"/>
                      </a:cubicBezTo>
                      <a:cubicBezTo>
                        <a:pt x="525" y="307"/>
                        <a:pt x="525" y="307"/>
                        <a:pt x="525" y="307"/>
                      </a:cubicBezTo>
                      <a:cubicBezTo>
                        <a:pt x="525" y="306"/>
                        <a:pt x="525" y="306"/>
                        <a:pt x="525" y="306"/>
                      </a:cubicBezTo>
                      <a:cubicBezTo>
                        <a:pt x="526" y="306"/>
                        <a:pt x="526" y="306"/>
                        <a:pt x="526" y="306"/>
                      </a:cubicBezTo>
                      <a:cubicBezTo>
                        <a:pt x="527" y="306"/>
                        <a:pt x="527" y="306"/>
                        <a:pt x="527" y="306"/>
                      </a:cubicBezTo>
                      <a:cubicBezTo>
                        <a:pt x="527" y="279"/>
                        <a:pt x="527" y="279"/>
                        <a:pt x="527" y="279"/>
                      </a:cubicBezTo>
                      <a:cubicBezTo>
                        <a:pt x="565" y="279"/>
                        <a:pt x="565" y="279"/>
                        <a:pt x="565" y="279"/>
                      </a:cubicBezTo>
                      <a:cubicBezTo>
                        <a:pt x="565" y="299"/>
                        <a:pt x="565" y="299"/>
                        <a:pt x="565" y="299"/>
                      </a:cubicBezTo>
                      <a:cubicBezTo>
                        <a:pt x="565" y="299"/>
                        <a:pt x="565" y="299"/>
                        <a:pt x="565" y="299"/>
                      </a:cubicBezTo>
                      <a:cubicBezTo>
                        <a:pt x="565" y="299"/>
                        <a:pt x="566" y="299"/>
                        <a:pt x="566" y="299"/>
                      </a:cubicBezTo>
                      <a:cubicBezTo>
                        <a:pt x="567" y="299"/>
                        <a:pt x="567" y="299"/>
                        <a:pt x="567" y="299"/>
                      </a:cubicBezTo>
                      <a:cubicBezTo>
                        <a:pt x="567" y="279"/>
                        <a:pt x="567" y="279"/>
                        <a:pt x="567" y="279"/>
                      </a:cubicBezTo>
                      <a:cubicBezTo>
                        <a:pt x="605" y="279"/>
                        <a:pt x="605" y="279"/>
                        <a:pt x="605" y="279"/>
                      </a:cubicBezTo>
                      <a:cubicBezTo>
                        <a:pt x="605" y="305"/>
                        <a:pt x="605" y="305"/>
                        <a:pt x="605" y="305"/>
                      </a:cubicBezTo>
                      <a:cubicBezTo>
                        <a:pt x="605" y="305"/>
                        <a:pt x="605" y="305"/>
                        <a:pt x="605" y="305"/>
                      </a:cubicBezTo>
                      <a:cubicBezTo>
                        <a:pt x="605" y="305"/>
                        <a:pt x="606" y="305"/>
                        <a:pt x="606" y="305"/>
                      </a:cubicBezTo>
                      <a:cubicBezTo>
                        <a:pt x="607" y="305"/>
                        <a:pt x="607" y="305"/>
                        <a:pt x="607" y="305"/>
                      </a:cubicBezTo>
                      <a:cubicBezTo>
                        <a:pt x="607" y="279"/>
                        <a:pt x="607" y="279"/>
                        <a:pt x="607" y="279"/>
                      </a:cubicBezTo>
                      <a:cubicBezTo>
                        <a:pt x="645" y="279"/>
                        <a:pt x="645" y="279"/>
                        <a:pt x="645" y="279"/>
                      </a:cubicBezTo>
                      <a:cubicBezTo>
                        <a:pt x="645" y="314"/>
                        <a:pt x="645" y="314"/>
                        <a:pt x="645" y="314"/>
                      </a:cubicBezTo>
                      <a:cubicBezTo>
                        <a:pt x="641" y="314"/>
                        <a:pt x="641" y="314"/>
                        <a:pt x="641" y="314"/>
                      </a:cubicBezTo>
                      <a:cubicBezTo>
                        <a:pt x="642" y="315"/>
                        <a:pt x="642" y="315"/>
                        <a:pt x="642" y="315"/>
                      </a:cubicBezTo>
                      <a:cubicBezTo>
                        <a:pt x="643" y="315"/>
                        <a:pt x="643" y="316"/>
                        <a:pt x="644" y="316"/>
                      </a:cubicBezTo>
                      <a:cubicBezTo>
                        <a:pt x="645" y="316"/>
                        <a:pt x="645" y="316"/>
                        <a:pt x="645" y="316"/>
                      </a:cubicBezTo>
                      <a:cubicBezTo>
                        <a:pt x="645" y="317"/>
                        <a:pt x="645" y="317"/>
                        <a:pt x="645" y="317"/>
                      </a:cubicBezTo>
                      <a:cubicBezTo>
                        <a:pt x="645" y="317"/>
                        <a:pt x="645" y="317"/>
                        <a:pt x="645" y="317"/>
                      </a:cubicBezTo>
                      <a:cubicBezTo>
                        <a:pt x="645" y="317"/>
                        <a:pt x="645" y="317"/>
                        <a:pt x="645" y="317"/>
                      </a:cubicBezTo>
                      <a:cubicBezTo>
                        <a:pt x="646" y="317"/>
                        <a:pt x="646" y="317"/>
                        <a:pt x="646" y="317"/>
                      </a:cubicBezTo>
                      <a:cubicBezTo>
                        <a:pt x="647" y="317"/>
                        <a:pt x="647" y="317"/>
                        <a:pt x="647" y="317"/>
                      </a:cubicBezTo>
                      <a:cubicBezTo>
                        <a:pt x="647" y="316"/>
                        <a:pt x="647" y="316"/>
                        <a:pt x="647" y="316"/>
                      </a:cubicBezTo>
                      <a:cubicBezTo>
                        <a:pt x="685" y="316"/>
                        <a:pt x="685" y="316"/>
                        <a:pt x="685" y="316"/>
                      </a:cubicBezTo>
                      <a:cubicBezTo>
                        <a:pt x="685" y="325"/>
                        <a:pt x="685" y="325"/>
                        <a:pt x="685" y="325"/>
                      </a:cubicBezTo>
                      <a:cubicBezTo>
                        <a:pt x="685" y="325"/>
                        <a:pt x="685" y="325"/>
                        <a:pt x="685" y="325"/>
                      </a:cubicBezTo>
                      <a:cubicBezTo>
                        <a:pt x="686" y="325"/>
                        <a:pt x="686" y="325"/>
                        <a:pt x="686" y="325"/>
                      </a:cubicBezTo>
                      <a:cubicBezTo>
                        <a:pt x="687" y="325"/>
                        <a:pt x="687" y="325"/>
                        <a:pt x="687" y="325"/>
                      </a:cubicBezTo>
                      <a:cubicBezTo>
                        <a:pt x="687" y="316"/>
                        <a:pt x="687" y="316"/>
                        <a:pt x="687" y="316"/>
                      </a:cubicBezTo>
                      <a:cubicBezTo>
                        <a:pt x="722" y="316"/>
                        <a:pt x="722" y="316"/>
                        <a:pt x="722" y="316"/>
                      </a:cubicBezTo>
                      <a:cubicBezTo>
                        <a:pt x="723" y="316"/>
                        <a:pt x="723" y="316"/>
                        <a:pt x="723" y="315"/>
                      </a:cubicBezTo>
                      <a:cubicBezTo>
                        <a:pt x="723" y="315"/>
                        <a:pt x="723" y="314"/>
                        <a:pt x="722" y="314"/>
                      </a:cubicBezTo>
                      <a:cubicBezTo>
                        <a:pt x="687" y="314"/>
                        <a:pt x="687" y="314"/>
                        <a:pt x="687" y="314"/>
                      </a:cubicBezTo>
                      <a:cubicBezTo>
                        <a:pt x="687" y="279"/>
                        <a:pt x="687" y="279"/>
                        <a:pt x="687" y="279"/>
                      </a:cubicBezTo>
                      <a:cubicBezTo>
                        <a:pt x="722" y="279"/>
                        <a:pt x="722" y="279"/>
                        <a:pt x="722" y="279"/>
                      </a:cubicBezTo>
                      <a:cubicBezTo>
                        <a:pt x="723" y="279"/>
                        <a:pt x="723" y="279"/>
                        <a:pt x="723" y="278"/>
                      </a:cubicBezTo>
                      <a:cubicBezTo>
                        <a:pt x="723" y="278"/>
                        <a:pt x="723" y="277"/>
                        <a:pt x="722" y="277"/>
                      </a:cubicBezTo>
                      <a:cubicBezTo>
                        <a:pt x="687" y="277"/>
                        <a:pt x="687" y="277"/>
                        <a:pt x="687" y="277"/>
                      </a:cubicBezTo>
                      <a:cubicBezTo>
                        <a:pt x="687" y="240"/>
                        <a:pt x="687" y="240"/>
                        <a:pt x="687" y="240"/>
                      </a:cubicBezTo>
                      <a:cubicBezTo>
                        <a:pt x="722" y="240"/>
                        <a:pt x="722" y="240"/>
                        <a:pt x="722" y="240"/>
                      </a:cubicBezTo>
                      <a:cubicBezTo>
                        <a:pt x="723" y="240"/>
                        <a:pt x="723" y="240"/>
                        <a:pt x="723" y="239"/>
                      </a:cubicBezTo>
                      <a:cubicBezTo>
                        <a:pt x="723" y="239"/>
                        <a:pt x="723" y="238"/>
                        <a:pt x="722" y="238"/>
                      </a:cubicBezTo>
                      <a:cubicBezTo>
                        <a:pt x="687" y="238"/>
                        <a:pt x="687" y="238"/>
                        <a:pt x="687" y="238"/>
                      </a:cubicBezTo>
                      <a:cubicBezTo>
                        <a:pt x="687" y="203"/>
                        <a:pt x="687" y="203"/>
                        <a:pt x="687" y="203"/>
                      </a:cubicBezTo>
                      <a:cubicBezTo>
                        <a:pt x="722" y="203"/>
                        <a:pt x="722" y="203"/>
                        <a:pt x="722" y="203"/>
                      </a:cubicBezTo>
                      <a:cubicBezTo>
                        <a:pt x="723" y="203"/>
                        <a:pt x="723" y="203"/>
                        <a:pt x="723" y="202"/>
                      </a:cubicBezTo>
                      <a:cubicBezTo>
                        <a:pt x="723" y="202"/>
                        <a:pt x="723" y="201"/>
                        <a:pt x="722" y="201"/>
                      </a:cubicBezTo>
                      <a:cubicBezTo>
                        <a:pt x="687" y="201"/>
                        <a:pt x="687" y="201"/>
                        <a:pt x="687" y="201"/>
                      </a:cubicBezTo>
                      <a:cubicBezTo>
                        <a:pt x="687" y="166"/>
                        <a:pt x="687" y="166"/>
                        <a:pt x="687" y="166"/>
                      </a:cubicBezTo>
                      <a:cubicBezTo>
                        <a:pt x="722" y="166"/>
                        <a:pt x="722" y="166"/>
                        <a:pt x="722" y="166"/>
                      </a:cubicBezTo>
                      <a:cubicBezTo>
                        <a:pt x="723" y="166"/>
                        <a:pt x="723" y="166"/>
                        <a:pt x="723" y="165"/>
                      </a:cubicBezTo>
                      <a:cubicBezTo>
                        <a:pt x="723" y="165"/>
                        <a:pt x="723" y="164"/>
                        <a:pt x="722" y="164"/>
                      </a:cubicBezTo>
                      <a:cubicBezTo>
                        <a:pt x="687" y="164"/>
                        <a:pt x="687" y="164"/>
                        <a:pt x="687" y="164"/>
                      </a:cubicBezTo>
                      <a:cubicBezTo>
                        <a:pt x="687" y="129"/>
                        <a:pt x="687" y="129"/>
                        <a:pt x="687" y="129"/>
                      </a:cubicBezTo>
                      <a:cubicBezTo>
                        <a:pt x="722" y="129"/>
                        <a:pt x="722" y="129"/>
                        <a:pt x="722" y="129"/>
                      </a:cubicBezTo>
                      <a:cubicBezTo>
                        <a:pt x="723" y="129"/>
                        <a:pt x="723" y="129"/>
                        <a:pt x="723" y="128"/>
                      </a:cubicBezTo>
                      <a:cubicBezTo>
                        <a:pt x="723" y="128"/>
                        <a:pt x="723" y="127"/>
                        <a:pt x="722" y="127"/>
                      </a:cubicBezTo>
                      <a:cubicBezTo>
                        <a:pt x="687" y="127"/>
                        <a:pt x="687" y="127"/>
                        <a:pt x="687" y="127"/>
                      </a:cubicBezTo>
                      <a:cubicBezTo>
                        <a:pt x="687" y="93"/>
                        <a:pt x="687" y="93"/>
                        <a:pt x="687" y="93"/>
                      </a:cubicBezTo>
                      <a:lnTo>
                        <a:pt x="722" y="93"/>
                      </a:lnTo>
                      <a:close/>
                      <a:moveTo>
                        <a:pt x="685" y="314"/>
                      </a:moveTo>
                      <a:cubicBezTo>
                        <a:pt x="647" y="314"/>
                        <a:pt x="647" y="314"/>
                        <a:pt x="647" y="314"/>
                      </a:cubicBezTo>
                      <a:cubicBezTo>
                        <a:pt x="647" y="279"/>
                        <a:pt x="647" y="279"/>
                        <a:pt x="647" y="279"/>
                      </a:cubicBezTo>
                      <a:cubicBezTo>
                        <a:pt x="685" y="279"/>
                        <a:pt x="685" y="279"/>
                        <a:pt x="685" y="279"/>
                      </a:cubicBezTo>
                      <a:lnTo>
                        <a:pt x="685" y="314"/>
                      </a:lnTo>
                      <a:close/>
                      <a:moveTo>
                        <a:pt x="605" y="277"/>
                      </a:moveTo>
                      <a:cubicBezTo>
                        <a:pt x="567" y="277"/>
                        <a:pt x="567" y="277"/>
                        <a:pt x="567" y="277"/>
                      </a:cubicBezTo>
                      <a:cubicBezTo>
                        <a:pt x="567" y="240"/>
                        <a:pt x="567" y="240"/>
                        <a:pt x="567" y="240"/>
                      </a:cubicBezTo>
                      <a:cubicBezTo>
                        <a:pt x="605" y="240"/>
                        <a:pt x="605" y="240"/>
                        <a:pt x="605" y="240"/>
                      </a:cubicBezTo>
                      <a:lnTo>
                        <a:pt x="605" y="277"/>
                      </a:lnTo>
                      <a:close/>
                      <a:moveTo>
                        <a:pt x="565" y="277"/>
                      </a:moveTo>
                      <a:cubicBezTo>
                        <a:pt x="527" y="277"/>
                        <a:pt x="527" y="277"/>
                        <a:pt x="527" y="277"/>
                      </a:cubicBezTo>
                      <a:cubicBezTo>
                        <a:pt x="527" y="240"/>
                        <a:pt x="527" y="240"/>
                        <a:pt x="527" y="240"/>
                      </a:cubicBezTo>
                      <a:cubicBezTo>
                        <a:pt x="565" y="240"/>
                        <a:pt x="565" y="240"/>
                        <a:pt x="565" y="240"/>
                      </a:cubicBezTo>
                      <a:lnTo>
                        <a:pt x="565" y="277"/>
                      </a:lnTo>
                      <a:close/>
                      <a:moveTo>
                        <a:pt x="525" y="277"/>
                      </a:moveTo>
                      <a:cubicBezTo>
                        <a:pt x="487" y="277"/>
                        <a:pt x="487" y="277"/>
                        <a:pt x="487" y="277"/>
                      </a:cubicBezTo>
                      <a:cubicBezTo>
                        <a:pt x="487" y="240"/>
                        <a:pt x="487" y="240"/>
                        <a:pt x="487" y="240"/>
                      </a:cubicBezTo>
                      <a:cubicBezTo>
                        <a:pt x="525" y="240"/>
                        <a:pt x="525" y="240"/>
                        <a:pt x="525" y="240"/>
                      </a:cubicBezTo>
                      <a:lnTo>
                        <a:pt x="525" y="277"/>
                      </a:lnTo>
                      <a:close/>
                      <a:moveTo>
                        <a:pt x="485" y="314"/>
                      </a:moveTo>
                      <a:cubicBezTo>
                        <a:pt x="447" y="314"/>
                        <a:pt x="447" y="314"/>
                        <a:pt x="447" y="314"/>
                      </a:cubicBezTo>
                      <a:cubicBezTo>
                        <a:pt x="447" y="279"/>
                        <a:pt x="447" y="279"/>
                        <a:pt x="447" y="279"/>
                      </a:cubicBezTo>
                      <a:cubicBezTo>
                        <a:pt x="485" y="279"/>
                        <a:pt x="485" y="279"/>
                        <a:pt x="485" y="279"/>
                      </a:cubicBezTo>
                      <a:lnTo>
                        <a:pt x="485" y="314"/>
                      </a:lnTo>
                      <a:close/>
                      <a:moveTo>
                        <a:pt x="406" y="314"/>
                      </a:moveTo>
                      <a:cubicBezTo>
                        <a:pt x="371" y="314"/>
                        <a:pt x="371" y="314"/>
                        <a:pt x="371" y="314"/>
                      </a:cubicBezTo>
                      <a:cubicBezTo>
                        <a:pt x="371" y="279"/>
                        <a:pt x="371" y="279"/>
                        <a:pt x="371" y="279"/>
                      </a:cubicBezTo>
                      <a:cubicBezTo>
                        <a:pt x="406" y="279"/>
                        <a:pt x="406" y="279"/>
                        <a:pt x="406" y="279"/>
                      </a:cubicBezTo>
                      <a:lnTo>
                        <a:pt x="406" y="314"/>
                      </a:lnTo>
                      <a:close/>
                      <a:moveTo>
                        <a:pt x="369" y="314"/>
                      </a:moveTo>
                      <a:cubicBezTo>
                        <a:pt x="334" y="314"/>
                        <a:pt x="334" y="314"/>
                        <a:pt x="334" y="314"/>
                      </a:cubicBezTo>
                      <a:cubicBezTo>
                        <a:pt x="334" y="279"/>
                        <a:pt x="334" y="279"/>
                        <a:pt x="334" y="279"/>
                      </a:cubicBezTo>
                      <a:cubicBezTo>
                        <a:pt x="369" y="279"/>
                        <a:pt x="369" y="279"/>
                        <a:pt x="369" y="279"/>
                      </a:cubicBezTo>
                      <a:lnTo>
                        <a:pt x="369" y="314"/>
                      </a:lnTo>
                      <a:close/>
                      <a:moveTo>
                        <a:pt x="332" y="314"/>
                      </a:moveTo>
                      <a:cubicBezTo>
                        <a:pt x="297" y="314"/>
                        <a:pt x="297" y="314"/>
                        <a:pt x="297" y="314"/>
                      </a:cubicBezTo>
                      <a:cubicBezTo>
                        <a:pt x="297" y="279"/>
                        <a:pt x="297" y="279"/>
                        <a:pt x="297" y="279"/>
                      </a:cubicBezTo>
                      <a:cubicBezTo>
                        <a:pt x="332" y="279"/>
                        <a:pt x="332" y="279"/>
                        <a:pt x="332" y="279"/>
                      </a:cubicBezTo>
                      <a:lnTo>
                        <a:pt x="332" y="314"/>
                      </a:lnTo>
                      <a:close/>
                      <a:moveTo>
                        <a:pt x="258" y="277"/>
                      </a:moveTo>
                      <a:cubicBezTo>
                        <a:pt x="224" y="277"/>
                        <a:pt x="224" y="277"/>
                        <a:pt x="224" y="277"/>
                      </a:cubicBezTo>
                      <a:cubicBezTo>
                        <a:pt x="224" y="240"/>
                        <a:pt x="224" y="240"/>
                        <a:pt x="224" y="240"/>
                      </a:cubicBezTo>
                      <a:cubicBezTo>
                        <a:pt x="258" y="240"/>
                        <a:pt x="258" y="240"/>
                        <a:pt x="258" y="240"/>
                      </a:cubicBezTo>
                      <a:lnTo>
                        <a:pt x="258" y="277"/>
                      </a:lnTo>
                      <a:close/>
                      <a:moveTo>
                        <a:pt x="222" y="277"/>
                      </a:moveTo>
                      <a:cubicBezTo>
                        <a:pt x="187" y="277"/>
                        <a:pt x="187" y="277"/>
                        <a:pt x="187" y="277"/>
                      </a:cubicBezTo>
                      <a:cubicBezTo>
                        <a:pt x="187" y="240"/>
                        <a:pt x="187" y="240"/>
                        <a:pt x="187" y="240"/>
                      </a:cubicBezTo>
                      <a:cubicBezTo>
                        <a:pt x="222" y="240"/>
                        <a:pt x="222" y="240"/>
                        <a:pt x="222" y="240"/>
                      </a:cubicBezTo>
                      <a:lnTo>
                        <a:pt x="222" y="277"/>
                      </a:lnTo>
                      <a:close/>
                      <a:moveTo>
                        <a:pt x="185" y="314"/>
                      </a:moveTo>
                      <a:cubicBezTo>
                        <a:pt x="150" y="314"/>
                        <a:pt x="150" y="314"/>
                        <a:pt x="150" y="314"/>
                      </a:cubicBezTo>
                      <a:cubicBezTo>
                        <a:pt x="150" y="279"/>
                        <a:pt x="150" y="279"/>
                        <a:pt x="150" y="279"/>
                      </a:cubicBezTo>
                      <a:cubicBezTo>
                        <a:pt x="185" y="279"/>
                        <a:pt x="185" y="279"/>
                        <a:pt x="185" y="279"/>
                      </a:cubicBezTo>
                      <a:lnTo>
                        <a:pt x="185" y="314"/>
                      </a:lnTo>
                      <a:close/>
                      <a:moveTo>
                        <a:pt x="148" y="314"/>
                      </a:moveTo>
                      <a:cubicBezTo>
                        <a:pt x="113" y="314"/>
                        <a:pt x="113" y="314"/>
                        <a:pt x="113" y="314"/>
                      </a:cubicBezTo>
                      <a:cubicBezTo>
                        <a:pt x="113" y="279"/>
                        <a:pt x="113" y="279"/>
                        <a:pt x="113" y="279"/>
                      </a:cubicBezTo>
                      <a:cubicBezTo>
                        <a:pt x="148" y="279"/>
                        <a:pt x="148" y="279"/>
                        <a:pt x="148" y="279"/>
                      </a:cubicBezTo>
                      <a:lnTo>
                        <a:pt x="148" y="314"/>
                      </a:lnTo>
                      <a:close/>
                      <a:moveTo>
                        <a:pt x="74" y="314"/>
                      </a:moveTo>
                      <a:cubicBezTo>
                        <a:pt x="39" y="314"/>
                        <a:pt x="39" y="314"/>
                        <a:pt x="39" y="314"/>
                      </a:cubicBezTo>
                      <a:cubicBezTo>
                        <a:pt x="39" y="279"/>
                        <a:pt x="39" y="279"/>
                        <a:pt x="39" y="279"/>
                      </a:cubicBezTo>
                      <a:cubicBezTo>
                        <a:pt x="74" y="279"/>
                        <a:pt x="74" y="279"/>
                        <a:pt x="74" y="279"/>
                      </a:cubicBezTo>
                      <a:lnTo>
                        <a:pt x="74" y="314"/>
                      </a:lnTo>
                      <a:close/>
                      <a:moveTo>
                        <a:pt x="2" y="93"/>
                      </a:moveTo>
                      <a:cubicBezTo>
                        <a:pt x="37" y="93"/>
                        <a:pt x="37" y="93"/>
                        <a:pt x="37" y="93"/>
                      </a:cubicBezTo>
                      <a:cubicBezTo>
                        <a:pt x="37" y="127"/>
                        <a:pt x="37" y="127"/>
                        <a:pt x="37" y="127"/>
                      </a:cubicBezTo>
                      <a:cubicBezTo>
                        <a:pt x="2" y="127"/>
                        <a:pt x="2" y="127"/>
                        <a:pt x="2" y="127"/>
                      </a:cubicBezTo>
                      <a:lnTo>
                        <a:pt x="2" y="93"/>
                      </a:lnTo>
                      <a:close/>
                      <a:moveTo>
                        <a:pt x="113" y="56"/>
                      </a:moveTo>
                      <a:cubicBezTo>
                        <a:pt x="148" y="56"/>
                        <a:pt x="148" y="56"/>
                        <a:pt x="148" y="56"/>
                      </a:cubicBezTo>
                      <a:cubicBezTo>
                        <a:pt x="148" y="91"/>
                        <a:pt x="148" y="91"/>
                        <a:pt x="148" y="91"/>
                      </a:cubicBezTo>
                      <a:cubicBezTo>
                        <a:pt x="113" y="91"/>
                        <a:pt x="113" y="91"/>
                        <a:pt x="113" y="91"/>
                      </a:cubicBezTo>
                      <a:lnTo>
                        <a:pt x="113" y="56"/>
                      </a:lnTo>
                      <a:close/>
                      <a:moveTo>
                        <a:pt x="150" y="91"/>
                      </a:moveTo>
                      <a:cubicBezTo>
                        <a:pt x="150" y="56"/>
                        <a:pt x="150" y="56"/>
                        <a:pt x="150" y="56"/>
                      </a:cubicBezTo>
                      <a:cubicBezTo>
                        <a:pt x="185" y="56"/>
                        <a:pt x="185" y="56"/>
                        <a:pt x="185" y="56"/>
                      </a:cubicBezTo>
                      <a:cubicBezTo>
                        <a:pt x="185" y="91"/>
                        <a:pt x="185" y="91"/>
                        <a:pt x="185" y="91"/>
                      </a:cubicBezTo>
                      <a:lnTo>
                        <a:pt x="150" y="91"/>
                      </a:lnTo>
                      <a:close/>
                      <a:moveTo>
                        <a:pt x="187" y="93"/>
                      </a:moveTo>
                      <a:cubicBezTo>
                        <a:pt x="222" y="93"/>
                        <a:pt x="222" y="93"/>
                        <a:pt x="222" y="93"/>
                      </a:cubicBezTo>
                      <a:cubicBezTo>
                        <a:pt x="222" y="127"/>
                        <a:pt x="222" y="127"/>
                        <a:pt x="222" y="127"/>
                      </a:cubicBezTo>
                      <a:cubicBezTo>
                        <a:pt x="187" y="127"/>
                        <a:pt x="187" y="127"/>
                        <a:pt x="187" y="127"/>
                      </a:cubicBezTo>
                      <a:lnTo>
                        <a:pt x="187" y="93"/>
                      </a:lnTo>
                      <a:close/>
                      <a:moveTo>
                        <a:pt x="334" y="93"/>
                      </a:moveTo>
                      <a:cubicBezTo>
                        <a:pt x="369" y="93"/>
                        <a:pt x="369" y="93"/>
                        <a:pt x="369" y="93"/>
                      </a:cubicBezTo>
                      <a:cubicBezTo>
                        <a:pt x="369" y="127"/>
                        <a:pt x="369" y="127"/>
                        <a:pt x="369" y="127"/>
                      </a:cubicBezTo>
                      <a:cubicBezTo>
                        <a:pt x="334" y="127"/>
                        <a:pt x="334" y="127"/>
                        <a:pt x="334" y="127"/>
                      </a:cubicBezTo>
                      <a:lnTo>
                        <a:pt x="334" y="93"/>
                      </a:lnTo>
                      <a:close/>
                      <a:moveTo>
                        <a:pt x="447" y="93"/>
                      </a:moveTo>
                      <a:cubicBezTo>
                        <a:pt x="485" y="93"/>
                        <a:pt x="485" y="93"/>
                        <a:pt x="485" y="93"/>
                      </a:cubicBezTo>
                      <a:cubicBezTo>
                        <a:pt x="485" y="127"/>
                        <a:pt x="485" y="127"/>
                        <a:pt x="485" y="127"/>
                      </a:cubicBezTo>
                      <a:cubicBezTo>
                        <a:pt x="447" y="127"/>
                        <a:pt x="447" y="127"/>
                        <a:pt x="447" y="127"/>
                      </a:cubicBezTo>
                      <a:lnTo>
                        <a:pt x="447" y="93"/>
                      </a:lnTo>
                      <a:close/>
                      <a:moveTo>
                        <a:pt x="487" y="93"/>
                      </a:moveTo>
                      <a:cubicBezTo>
                        <a:pt x="525" y="93"/>
                        <a:pt x="525" y="93"/>
                        <a:pt x="525" y="93"/>
                      </a:cubicBezTo>
                      <a:cubicBezTo>
                        <a:pt x="525" y="127"/>
                        <a:pt x="525" y="127"/>
                        <a:pt x="525" y="127"/>
                      </a:cubicBezTo>
                      <a:cubicBezTo>
                        <a:pt x="487" y="127"/>
                        <a:pt x="487" y="127"/>
                        <a:pt x="487" y="127"/>
                      </a:cubicBezTo>
                      <a:lnTo>
                        <a:pt x="487" y="93"/>
                      </a:lnTo>
                      <a:close/>
                      <a:moveTo>
                        <a:pt x="527" y="93"/>
                      </a:moveTo>
                      <a:cubicBezTo>
                        <a:pt x="565" y="93"/>
                        <a:pt x="565" y="93"/>
                        <a:pt x="565" y="93"/>
                      </a:cubicBezTo>
                      <a:cubicBezTo>
                        <a:pt x="565" y="127"/>
                        <a:pt x="565" y="127"/>
                        <a:pt x="565" y="127"/>
                      </a:cubicBezTo>
                      <a:cubicBezTo>
                        <a:pt x="527" y="127"/>
                        <a:pt x="527" y="127"/>
                        <a:pt x="527" y="127"/>
                      </a:cubicBezTo>
                      <a:lnTo>
                        <a:pt x="527" y="93"/>
                      </a:lnTo>
                      <a:close/>
                      <a:moveTo>
                        <a:pt x="567" y="93"/>
                      </a:moveTo>
                      <a:cubicBezTo>
                        <a:pt x="605" y="93"/>
                        <a:pt x="605" y="93"/>
                        <a:pt x="605" y="93"/>
                      </a:cubicBezTo>
                      <a:cubicBezTo>
                        <a:pt x="605" y="127"/>
                        <a:pt x="605" y="127"/>
                        <a:pt x="605" y="127"/>
                      </a:cubicBezTo>
                      <a:cubicBezTo>
                        <a:pt x="567" y="127"/>
                        <a:pt x="567" y="127"/>
                        <a:pt x="567" y="127"/>
                      </a:cubicBezTo>
                      <a:lnTo>
                        <a:pt x="567" y="93"/>
                      </a:lnTo>
                      <a:close/>
                      <a:moveTo>
                        <a:pt x="607" y="93"/>
                      </a:moveTo>
                      <a:cubicBezTo>
                        <a:pt x="645" y="93"/>
                        <a:pt x="645" y="93"/>
                        <a:pt x="645" y="93"/>
                      </a:cubicBezTo>
                      <a:cubicBezTo>
                        <a:pt x="645" y="127"/>
                        <a:pt x="645" y="127"/>
                        <a:pt x="645" y="127"/>
                      </a:cubicBezTo>
                      <a:cubicBezTo>
                        <a:pt x="607" y="127"/>
                        <a:pt x="607" y="127"/>
                        <a:pt x="607" y="127"/>
                      </a:cubicBezTo>
                      <a:lnTo>
                        <a:pt x="607" y="93"/>
                      </a:lnTo>
                      <a:close/>
                      <a:moveTo>
                        <a:pt x="645" y="240"/>
                      </a:moveTo>
                      <a:cubicBezTo>
                        <a:pt x="645" y="277"/>
                        <a:pt x="645" y="277"/>
                        <a:pt x="645" y="277"/>
                      </a:cubicBezTo>
                      <a:cubicBezTo>
                        <a:pt x="607" y="277"/>
                        <a:pt x="607" y="277"/>
                        <a:pt x="607" y="277"/>
                      </a:cubicBezTo>
                      <a:cubicBezTo>
                        <a:pt x="607" y="240"/>
                        <a:pt x="607" y="240"/>
                        <a:pt x="607" y="240"/>
                      </a:cubicBezTo>
                      <a:lnTo>
                        <a:pt x="645" y="240"/>
                      </a:lnTo>
                      <a:close/>
                      <a:moveTo>
                        <a:pt x="645" y="238"/>
                      </a:moveTo>
                      <a:cubicBezTo>
                        <a:pt x="607" y="238"/>
                        <a:pt x="607" y="238"/>
                        <a:pt x="607" y="238"/>
                      </a:cubicBezTo>
                      <a:cubicBezTo>
                        <a:pt x="607" y="203"/>
                        <a:pt x="607" y="203"/>
                        <a:pt x="607" y="203"/>
                      </a:cubicBezTo>
                      <a:cubicBezTo>
                        <a:pt x="645" y="203"/>
                        <a:pt x="645" y="203"/>
                        <a:pt x="645" y="203"/>
                      </a:cubicBezTo>
                      <a:lnTo>
                        <a:pt x="645" y="238"/>
                      </a:lnTo>
                      <a:close/>
                      <a:moveTo>
                        <a:pt x="605" y="203"/>
                      </a:moveTo>
                      <a:cubicBezTo>
                        <a:pt x="605" y="238"/>
                        <a:pt x="605" y="238"/>
                        <a:pt x="605" y="238"/>
                      </a:cubicBezTo>
                      <a:cubicBezTo>
                        <a:pt x="567" y="238"/>
                        <a:pt x="567" y="238"/>
                        <a:pt x="567" y="238"/>
                      </a:cubicBezTo>
                      <a:cubicBezTo>
                        <a:pt x="567" y="203"/>
                        <a:pt x="567" y="203"/>
                        <a:pt x="567" y="203"/>
                      </a:cubicBezTo>
                      <a:lnTo>
                        <a:pt x="605" y="203"/>
                      </a:lnTo>
                      <a:close/>
                      <a:moveTo>
                        <a:pt x="565" y="203"/>
                      </a:moveTo>
                      <a:cubicBezTo>
                        <a:pt x="565" y="238"/>
                        <a:pt x="565" y="238"/>
                        <a:pt x="565" y="238"/>
                      </a:cubicBezTo>
                      <a:cubicBezTo>
                        <a:pt x="527" y="238"/>
                        <a:pt x="527" y="238"/>
                        <a:pt x="527" y="238"/>
                      </a:cubicBezTo>
                      <a:cubicBezTo>
                        <a:pt x="527" y="203"/>
                        <a:pt x="527" y="203"/>
                        <a:pt x="527" y="203"/>
                      </a:cubicBezTo>
                      <a:lnTo>
                        <a:pt x="565" y="203"/>
                      </a:lnTo>
                      <a:close/>
                      <a:moveTo>
                        <a:pt x="525" y="203"/>
                      </a:moveTo>
                      <a:cubicBezTo>
                        <a:pt x="525" y="238"/>
                        <a:pt x="525" y="238"/>
                        <a:pt x="525" y="238"/>
                      </a:cubicBezTo>
                      <a:cubicBezTo>
                        <a:pt x="487" y="238"/>
                        <a:pt x="487" y="238"/>
                        <a:pt x="487" y="238"/>
                      </a:cubicBezTo>
                      <a:cubicBezTo>
                        <a:pt x="487" y="203"/>
                        <a:pt x="487" y="203"/>
                        <a:pt x="487" y="203"/>
                      </a:cubicBezTo>
                      <a:lnTo>
                        <a:pt x="525" y="203"/>
                      </a:lnTo>
                      <a:close/>
                      <a:moveTo>
                        <a:pt x="485" y="203"/>
                      </a:moveTo>
                      <a:cubicBezTo>
                        <a:pt x="485" y="238"/>
                        <a:pt x="485" y="238"/>
                        <a:pt x="485" y="238"/>
                      </a:cubicBezTo>
                      <a:cubicBezTo>
                        <a:pt x="447" y="238"/>
                        <a:pt x="447" y="238"/>
                        <a:pt x="447" y="238"/>
                      </a:cubicBezTo>
                      <a:cubicBezTo>
                        <a:pt x="447" y="203"/>
                        <a:pt x="447" y="203"/>
                        <a:pt x="447" y="203"/>
                      </a:cubicBezTo>
                      <a:lnTo>
                        <a:pt x="485" y="203"/>
                      </a:lnTo>
                      <a:close/>
                      <a:moveTo>
                        <a:pt x="445" y="240"/>
                      </a:moveTo>
                      <a:cubicBezTo>
                        <a:pt x="445" y="277"/>
                        <a:pt x="445" y="277"/>
                        <a:pt x="445" y="277"/>
                      </a:cubicBezTo>
                      <a:cubicBezTo>
                        <a:pt x="408" y="277"/>
                        <a:pt x="408" y="277"/>
                        <a:pt x="408" y="277"/>
                      </a:cubicBezTo>
                      <a:cubicBezTo>
                        <a:pt x="408" y="240"/>
                        <a:pt x="408" y="240"/>
                        <a:pt x="408" y="240"/>
                      </a:cubicBezTo>
                      <a:lnTo>
                        <a:pt x="445" y="240"/>
                      </a:lnTo>
                      <a:close/>
                      <a:moveTo>
                        <a:pt x="406" y="240"/>
                      </a:moveTo>
                      <a:cubicBezTo>
                        <a:pt x="406" y="277"/>
                        <a:pt x="406" y="277"/>
                        <a:pt x="406" y="277"/>
                      </a:cubicBezTo>
                      <a:cubicBezTo>
                        <a:pt x="371" y="277"/>
                        <a:pt x="371" y="277"/>
                        <a:pt x="371" y="277"/>
                      </a:cubicBezTo>
                      <a:cubicBezTo>
                        <a:pt x="371" y="240"/>
                        <a:pt x="371" y="240"/>
                        <a:pt x="371" y="240"/>
                      </a:cubicBezTo>
                      <a:lnTo>
                        <a:pt x="406" y="240"/>
                      </a:lnTo>
                      <a:close/>
                      <a:moveTo>
                        <a:pt x="369" y="240"/>
                      </a:moveTo>
                      <a:cubicBezTo>
                        <a:pt x="369" y="277"/>
                        <a:pt x="369" y="277"/>
                        <a:pt x="369" y="277"/>
                      </a:cubicBezTo>
                      <a:cubicBezTo>
                        <a:pt x="334" y="277"/>
                        <a:pt x="334" y="277"/>
                        <a:pt x="334" y="277"/>
                      </a:cubicBezTo>
                      <a:cubicBezTo>
                        <a:pt x="334" y="240"/>
                        <a:pt x="334" y="240"/>
                        <a:pt x="334" y="240"/>
                      </a:cubicBezTo>
                      <a:lnTo>
                        <a:pt x="369" y="240"/>
                      </a:lnTo>
                      <a:close/>
                      <a:moveTo>
                        <a:pt x="332" y="240"/>
                      </a:moveTo>
                      <a:cubicBezTo>
                        <a:pt x="332" y="277"/>
                        <a:pt x="332" y="277"/>
                        <a:pt x="332" y="277"/>
                      </a:cubicBezTo>
                      <a:cubicBezTo>
                        <a:pt x="297" y="277"/>
                        <a:pt x="297" y="277"/>
                        <a:pt x="297" y="277"/>
                      </a:cubicBezTo>
                      <a:cubicBezTo>
                        <a:pt x="297" y="240"/>
                        <a:pt x="297" y="240"/>
                        <a:pt x="297" y="240"/>
                      </a:cubicBezTo>
                      <a:lnTo>
                        <a:pt x="332" y="240"/>
                      </a:lnTo>
                      <a:close/>
                      <a:moveTo>
                        <a:pt x="295" y="240"/>
                      </a:moveTo>
                      <a:cubicBezTo>
                        <a:pt x="295" y="277"/>
                        <a:pt x="295" y="277"/>
                        <a:pt x="295" y="277"/>
                      </a:cubicBezTo>
                      <a:cubicBezTo>
                        <a:pt x="260" y="277"/>
                        <a:pt x="260" y="277"/>
                        <a:pt x="260" y="277"/>
                      </a:cubicBezTo>
                      <a:cubicBezTo>
                        <a:pt x="260" y="240"/>
                        <a:pt x="260" y="240"/>
                        <a:pt x="260" y="240"/>
                      </a:cubicBezTo>
                      <a:lnTo>
                        <a:pt x="295" y="240"/>
                      </a:lnTo>
                      <a:close/>
                      <a:moveTo>
                        <a:pt x="258" y="203"/>
                      </a:moveTo>
                      <a:cubicBezTo>
                        <a:pt x="258" y="238"/>
                        <a:pt x="258" y="238"/>
                        <a:pt x="258" y="238"/>
                      </a:cubicBezTo>
                      <a:cubicBezTo>
                        <a:pt x="224" y="238"/>
                        <a:pt x="224" y="238"/>
                        <a:pt x="224" y="238"/>
                      </a:cubicBezTo>
                      <a:cubicBezTo>
                        <a:pt x="224" y="203"/>
                        <a:pt x="224" y="203"/>
                        <a:pt x="224" y="203"/>
                      </a:cubicBezTo>
                      <a:lnTo>
                        <a:pt x="258" y="203"/>
                      </a:lnTo>
                      <a:close/>
                      <a:moveTo>
                        <a:pt x="222" y="203"/>
                      </a:moveTo>
                      <a:cubicBezTo>
                        <a:pt x="222" y="238"/>
                        <a:pt x="222" y="238"/>
                        <a:pt x="222" y="238"/>
                      </a:cubicBezTo>
                      <a:cubicBezTo>
                        <a:pt x="187" y="238"/>
                        <a:pt x="187" y="238"/>
                        <a:pt x="187" y="238"/>
                      </a:cubicBezTo>
                      <a:cubicBezTo>
                        <a:pt x="187" y="203"/>
                        <a:pt x="187" y="203"/>
                        <a:pt x="187" y="203"/>
                      </a:cubicBezTo>
                      <a:lnTo>
                        <a:pt x="222" y="203"/>
                      </a:lnTo>
                      <a:close/>
                      <a:moveTo>
                        <a:pt x="185" y="203"/>
                      </a:moveTo>
                      <a:cubicBezTo>
                        <a:pt x="185" y="238"/>
                        <a:pt x="185" y="238"/>
                        <a:pt x="185" y="238"/>
                      </a:cubicBezTo>
                      <a:cubicBezTo>
                        <a:pt x="150" y="238"/>
                        <a:pt x="150" y="238"/>
                        <a:pt x="150" y="238"/>
                      </a:cubicBezTo>
                      <a:cubicBezTo>
                        <a:pt x="150" y="203"/>
                        <a:pt x="150" y="203"/>
                        <a:pt x="150" y="203"/>
                      </a:cubicBezTo>
                      <a:lnTo>
                        <a:pt x="185" y="203"/>
                      </a:lnTo>
                      <a:close/>
                      <a:moveTo>
                        <a:pt x="148" y="240"/>
                      </a:moveTo>
                      <a:cubicBezTo>
                        <a:pt x="148" y="277"/>
                        <a:pt x="148" y="277"/>
                        <a:pt x="148" y="277"/>
                      </a:cubicBezTo>
                      <a:cubicBezTo>
                        <a:pt x="113" y="277"/>
                        <a:pt x="113" y="277"/>
                        <a:pt x="113" y="277"/>
                      </a:cubicBezTo>
                      <a:cubicBezTo>
                        <a:pt x="113" y="240"/>
                        <a:pt x="113" y="240"/>
                        <a:pt x="113" y="240"/>
                      </a:cubicBezTo>
                      <a:lnTo>
                        <a:pt x="148" y="240"/>
                      </a:lnTo>
                      <a:close/>
                      <a:moveTo>
                        <a:pt x="111" y="240"/>
                      </a:moveTo>
                      <a:cubicBezTo>
                        <a:pt x="111" y="277"/>
                        <a:pt x="111" y="277"/>
                        <a:pt x="111" y="277"/>
                      </a:cubicBezTo>
                      <a:cubicBezTo>
                        <a:pt x="76" y="277"/>
                        <a:pt x="76" y="277"/>
                        <a:pt x="76" y="277"/>
                      </a:cubicBezTo>
                      <a:cubicBezTo>
                        <a:pt x="76" y="240"/>
                        <a:pt x="76" y="240"/>
                        <a:pt x="76" y="240"/>
                      </a:cubicBezTo>
                      <a:lnTo>
                        <a:pt x="111" y="240"/>
                      </a:lnTo>
                      <a:close/>
                      <a:moveTo>
                        <a:pt x="74" y="240"/>
                      </a:moveTo>
                      <a:cubicBezTo>
                        <a:pt x="74" y="277"/>
                        <a:pt x="74" y="277"/>
                        <a:pt x="74" y="277"/>
                      </a:cubicBezTo>
                      <a:cubicBezTo>
                        <a:pt x="39" y="277"/>
                        <a:pt x="39" y="277"/>
                        <a:pt x="39" y="277"/>
                      </a:cubicBezTo>
                      <a:cubicBezTo>
                        <a:pt x="39" y="240"/>
                        <a:pt x="39" y="240"/>
                        <a:pt x="39" y="240"/>
                      </a:cubicBezTo>
                      <a:lnTo>
                        <a:pt x="74" y="240"/>
                      </a:lnTo>
                      <a:close/>
                      <a:moveTo>
                        <a:pt x="39" y="164"/>
                      </a:moveTo>
                      <a:cubicBezTo>
                        <a:pt x="39" y="129"/>
                        <a:pt x="39" y="129"/>
                        <a:pt x="39" y="129"/>
                      </a:cubicBezTo>
                      <a:cubicBezTo>
                        <a:pt x="74" y="129"/>
                        <a:pt x="74" y="129"/>
                        <a:pt x="74" y="129"/>
                      </a:cubicBezTo>
                      <a:cubicBezTo>
                        <a:pt x="74" y="164"/>
                        <a:pt x="74" y="164"/>
                        <a:pt x="74" y="164"/>
                      </a:cubicBezTo>
                      <a:lnTo>
                        <a:pt x="39" y="164"/>
                      </a:lnTo>
                      <a:close/>
                      <a:moveTo>
                        <a:pt x="76" y="91"/>
                      </a:moveTo>
                      <a:cubicBezTo>
                        <a:pt x="76" y="56"/>
                        <a:pt x="76" y="56"/>
                        <a:pt x="76" y="56"/>
                      </a:cubicBezTo>
                      <a:cubicBezTo>
                        <a:pt x="111" y="56"/>
                        <a:pt x="111" y="56"/>
                        <a:pt x="111" y="56"/>
                      </a:cubicBezTo>
                      <a:cubicBezTo>
                        <a:pt x="111" y="91"/>
                        <a:pt x="111" y="91"/>
                        <a:pt x="111" y="91"/>
                      </a:cubicBezTo>
                      <a:lnTo>
                        <a:pt x="76" y="91"/>
                      </a:lnTo>
                      <a:close/>
                      <a:moveTo>
                        <a:pt x="76" y="93"/>
                      </a:moveTo>
                      <a:cubicBezTo>
                        <a:pt x="111" y="93"/>
                        <a:pt x="111" y="93"/>
                        <a:pt x="111" y="93"/>
                      </a:cubicBezTo>
                      <a:cubicBezTo>
                        <a:pt x="111" y="127"/>
                        <a:pt x="111" y="127"/>
                        <a:pt x="111" y="127"/>
                      </a:cubicBezTo>
                      <a:cubicBezTo>
                        <a:pt x="76" y="127"/>
                        <a:pt x="76" y="127"/>
                        <a:pt x="76" y="127"/>
                      </a:cubicBezTo>
                      <a:lnTo>
                        <a:pt x="76" y="93"/>
                      </a:lnTo>
                      <a:close/>
                      <a:moveTo>
                        <a:pt x="113" y="127"/>
                      </a:moveTo>
                      <a:cubicBezTo>
                        <a:pt x="113" y="93"/>
                        <a:pt x="113" y="93"/>
                        <a:pt x="113" y="93"/>
                      </a:cubicBezTo>
                      <a:cubicBezTo>
                        <a:pt x="148" y="93"/>
                        <a:pt x="148" y="93"/>
                        <a:pt x="148" y="93"/>
                      </a:cubicBezTo>
                      <a:cubicBezTo>
                        <a:pt x="148" y="127"/>
                        <a:pt x="148" y="127"/>
                        <a:pt x="148" y="127"/>
                      </a:cubicBezTo>
                      <a:lnTo>
                        <a:pt x="113" y="127"/>
                      </a:lnTo>
                      <a:close/>
                      <a:moveTo>
                        <a:pt x="150" y="127"/>
                      </a:moveTo>
                      <a:cubicBezTo>
                        <a:pt x="150" y="93"/>
                        <a:pt x="150" y="93"/>
                        <a:pt x="150" y="93"/>
                      </a:cubicBezTo>
                      <a:cubicBezTo>
                        <a:pt x="185" y="93"/>
                        <a:pt x="185" y="93"/>
                        <a:pt x="185" y="93"/>
                      </a:cubicBezTo>
                      <a:cubicBezTo>
                        <a:pt x="185" y="127"/>
                        <a:pt x="185" y="127"/>
                        <a:pt x="185" y="127"/>
                      </a:cubicBezTo>
                      <a:lnTo>
                        <a:pt x="150" y="127"/>
                      </a:lnTo>
                      <a:close/>
                      <a:moveTo>
                        <a:pt x="187" y="164"/>
                      </a:moveTo>
                      <a:cubicBezTo>
                        <a:pt x="187" y="129"/>
                        <a:pt x="187" y="129"/>
                        <a:pt x="187" y="129"/>
                      </a:cubicBezTo>
                      <a:cubicBezTo>
                        <a:pt x="222" y="129"/>
                        <a:pt x="222" y="129"/>
                        <a:pt x="222" y="129"/>
                      </a:cubicBezTo>
                      <a:cubicBezTo>
                        <a:pt x="222" y="164"/>
                        <a:pt x="222" y="164"/>
                        <a:pt x="222" y="164"/>
                      </a:cubicBezTo>
                      <a:lnTo>
                        <a:pt x="187" y="164"/>
                      </a:lnTo>
                      <a:close/>
                      <a:moveTo>
                        <a:pt x="224" y="164"/>
                      </a:moveTo>
                      <a:cubicBezTo>
                        <a:pt x="224" y="129"/>
                        <a:pt x="224" y="129"/>
                        <a:pt x="224" y="129"/>
                      </a:cubicBezTo>
                      <a:cubicBezTo>
                        <a:pt x="258" y="129"/>
                        <a:pt x="258" y="129"/>
                        <a:pt x="258" y="129"/>
                      </a:cubicBezTo>
                      <a:cubicBezTo>
                        <a:pt x="258" y="164"/>
                        <a:pt x="258" y="164"/>
                        <a:pt x="258" y="164"/>
                      </a:cubicBezTo>
                      <a:lnTo>
                        <a:pt x="224" y="164"/>
                      </a:lnTo>
                      <a:close/>
                      <a:moveTo>
                        <a:pt x="260" y="91"/>
                      </a:moveTo>
                      <a:cubicBezTo>
                        <a:pt x="260" y="56"/>
                        <a:pt x="260" y="56"/>
                        <a:pt x="260" y="56"/>
                      </a:cubicBezTo>
                      <a:cubicBezTo>
                        <a:pt x="295" y="56"/>
                        <a:pt x="295" y="56"/>
                        <a:pt x="295" y="56"/>
                      </a:cubicBezTo>
                      <a:cubicBezTo>
                        <a:pt x="295" y="91"/>
                        <a:pt x="295" y="91"/>
                        <a:pt x="295" y="91"/>
                      </a:cubicBezTo>
                      <a:lnTo>
                        <a:pt x="260" y="91"/>
                      </a:lnTo>
                      <a:close/>
                      <a:moveTo>
                        <a:pt x="260" y="93"/>
                      </a:moveTo>
                      <a:cubicBezTo>
                        <a:pt x="295" y="93"/>
                        <a:pt x="295" y="93"/>
                        <a:pt x="295" y="93"/>
                      </a:cubicBezTo>
                      <a:cubicBezTo>
                        <a:pt x="295" y="127"/>
                        <a:pt x="295" y="127"/>
                        <a:pt x="295" y="127"/>
                      </a:cubicBezTo>
                      <a:cubicBezTo>
                        <a:pt x="260" y="127"/>
                        <a:pt x="260" y="127"/>
                        <a:pt x="260" y="127"/>
                      </a:cubicBezTo>
                      <a:lnTo>
                        <a:pt x="260" y="93"/>
                      </a:lnTo>
                      <a:close/>
                      <a:moveTo>
                        <a:pt x="297" y="127"/>
                      </a:moveTo>
                      <a:cubicBezTo>
                        <a:pt x="297" y="93"/>
                        <a:pt x="297" y="93"/>
                        <a:pt x="297" y="93"/>
                      </a:cubicBezTo>
                      <a:cubicBezTo>
                        <a:pt x="332" y="93"/>
                        <a:pt x="332" y="93"/>
                        <a:pt x="332" y="93"/>
                      </a:cubicBezTo>
                      <a:cubicBezTo>
                        <a:pt x="332" y="127"/>
                        <a:pt x="332" y="127"/>
                        <a:pt x="332" y="127"/>
                      </a:cubicBezTo>
                      <a:lnTo>
                        <a:pt x="297" y="127"/>
                      </a:lnTo>
                      <a:close/>
                      <a:moveTo>
                        <a:pt x="334" y="164"/>
                      </a:moveTo>
                      <a:cubicBezTo>
                        <a:pt x="334" y="129"/>
                        <a:pt x="334" y="129"/>
                        <a:pt x="334" y="129"/>
                      </a:cubicBezTo>
                      <a:cubicBezTo>
                        <a:pt x="369" y="129"/>
                        <a:pt x="369" y="129"/>
                        <a:pt x="369" y="129"/>
                      </a:cubicBezTo>
                      <a:cubicBezTo>
                        <a:pt x="369" y="164"/>
                        <a:pt x="369" y="164"/>
                        <a:pt x="369" y="164"/>
                      </a:cubicBezTo>
                      <a:lnTo>
                        <a:pt x="334" y="164"/>
                      </a:lnTo>
                      <a:close/>
                      <a:moveTo>
                        <a:pt x="371" y="164"/>
                      </a:moveTo>
                      <a:cubicBezTo>
                        <a:pt x="371" y="129"/>
                        <a:pt x="371" y="129"/>
                        <a:pt x="371" y="129"/>
                      </a:cubicBezTo>
                      <a:cubicBezTo>
                        <a:pt x="406" y="129"/>
                        <a:pt x="406" y="129"/>
                        <a:pt x="406" y="129"/>
                      </a:cubicBezTo>
                      <a:cubicBezTo>
                        <a:pt x="406" y="164"/>
                        <a:pt x="406" y="164"/>
                        <a:pt x="406" y="164"/>
                      </a:cubicBezTo>
                      <a:lnTo>
                        <a:pt x="371" y="164"/>
                      </a:lnTo>
                      <a:close/>
                      <a:moveTo>
                        <a:pt x="408" y="127"/>
                      </a:moveTo>
                      <a:cubicBezTo>
                        <a:pt x="408" y="93"/>
                        <a:pt x="408" y="93"/>
                        <a:pt x="408" y="93"/>
                      </a:cubicBezTo>
                      <a:cubicBezTo>
                        <a:pt x="445" y="93"/>
                        <a:pt x="445" y="93"/>
                        <a:pt x="445" y="93"/>
                      </a:cubicBezTo>
                      <a:cubicBezTo>
                        <a:pt x="445" y="127"/>
                        <a:pt x="445" y="127"/>
                        <a:pt x="445" y="127"/>
                      </a:cubicBezTo>
                      <a:lnTo>
                        <a:pt x="408" y="127"/>
                      </a:lnTo>
                      <a:close/>
                      <a:moveTo>
                        <a:pt x="408" y="129"/>
                      </a:moveTo>
                      <a:cubicBezTo>
                        <a:pt x="445" y="129"/>
                        <a:pt x="445" y="129"/>
                        <a:pt x="445" y="129"/>
                      </a:cubicBezTo>
                      <a:cubicBezTo>
                        <a:pt x="445" y="164"/>
                        <a:pt x="445" y="164"/>
                        <a:pt x="445" y="164"/>
                      </a:cubicBezTo>
                      <a:cubicBezTo>
                        <a:pt x="408" y="164"/>
                        <a:pt x="408" y="164"/>
                        <a:pt x="408" y="164"/>
                      </a:cubicBezTo>
                      <a:lnTo>
                        <a:pt x="408" y="129"/>
                      </a:lnTo>
                      <a:close/>
                      <a:moveTo>
                        <a:pt x="447" y="164"/>
                      </a:moveTo>
                      <a:cubicBezTo>
                        <a:pt x="447" y="129"/>
                        <a:pt x="447" y="129"/>
                        <a:pt x="447" y="129"/>
                      </a:cubicBezTo>
                      <a:cubicBezTo>
                        <a:pt x="485" y="129"/>
                        <a:pt x="485" y="129"/>
                        <a:pt x="485" y="129"/>
                      </a:cubicBezTo>
                      <a:cubicBezTo>
                        <a:pt x="485" y="164"/>
                        <a:pt x="485" y="164"/>
                        <a:pt x="485" y="164"/>
                      </a:cubicBezTo>
                      <a:lnTo>
                        <a:pt x="447" y="164"/>
                      </a:lnTo>
                      <a:close/>
                      <a:moveTo>
                        <a:pt x="487" y="164"/>
                      </a:moveTo>
                      <a:cubicBezTo>
                        <a:pt x="487" y="129"/>
                        <a:pt x="487" y="129"/>
                        <a:pt x="487" y="129"/>
                      </a:cubicBezTo>
                      <a:cubicBezTo>
                        <a:pt x="525" y="129"/>
                        <a:pt x="525" y="129"/>
                        <a:pt x="525" y="129"/>
                      </a:cubicBezTo>
                      <a:cubicBezTo>
                        <a:pt x="525" y="164"/>
                        <a:pt x="525" y="164"/>
                        <a:pt x="525" y="164"/>
                      </a:cubicBezTo>
                      <a:lnTo>
                        <a:pt x="487" y="164"/>
                      </a:lnTo>
                      <a:close/>
                      <a:moveTo>
                        <a:pt x="527" y="164"/>
                      </a:moveTo>
                      <a:cubicBezTo>
                        <a:pt x="527" y="129"/>
                        <a:pt x="527" y="129"/>
                        <a:pt x="527" y="129"/>
                      </a:cubicBezTo>
                      <a:cubicBezTo>
                        <a:pt x="565" y="129"/>
                        <a:pt x="565" y="129"/>
                        <a:pt x="565" y="129"/>
                      </a:cubicBezTo>
                      <a:cubicBezTo>
                        <a:pt x="565" y="164"/>
                        <a:pt x="565" y="164"/>
                        <a:pt x="565" y="164"/>
                      </a:cubicBezTo>
                      <a:lnTo>
                        <a:pt x="527" y="164"/>
                      </a:lnTo>
                      <a:close/>
                      <a:moveTo>
                        <a:pt x="567" y="164"/>
                      </a:moveTo>
                      <a:cubicBezTo>
                        <a:pt x="567" y="129"/>
                        <a:pt x="567" y="129"/>
                        <a:pt x="567" y="129"/>
                      </a:cubicBezTo>
                      <a:cubicBezTo>
                        <a:pt x="605" y="129"/>
                        <a:pt x="605" y="129"/>
                        <a:pt x="605" y="129"/>
                      </a:cubicBezTo>
                      <a:cubicBezTo>
                        <a:pt x="605" y="164"/>
                        <a:pt x="605" y="164"/>
                        <a:pt x="605" y="164"/>
                      </a:cubicBezTo>
                      <a:lnTo>
                        <a:pt x="567" y="164"/>
                      </a:lnTo>
                      <a:close/>
                      <a:moveTo>
                        <a:pt x="605" y="166"/>
                      </a:moveTo>
                      <a:cubicBezTo>
                        <a:pt x="605" y="201"/>
                        <a:pt x="605" y="201"/>
                        <a:pt x="605" y="201"/>
                      </a:cubicBezTo>
                      <a:cubicBezTo>
                        <a:pt x="567" y="201"/>
                        <a:pt x="567" y="201"/>
                        <a:pt x="567" y="201"/>
                      </a:cubicBezTo>
                      <a:cubicBezTo>
                        <a:pt x="567" y="166"/>
                        <a:pt x="567" y="166"/>
                        <a:pt x="567" y="166"/>
                      </a:cubicBezTo>
                      <a:lnTo>
                        <a:pt x="605" y="166"/>
                      </a:lnTo>
                      <a:close/>
                      <a:moveTo>
                        <a:pt x="565" y="166"/>
                      </a:moveTo>
                      <a:cubicBezTo>
                        <a:pt x="565" y="201"/>
                        <a:pt x="565" y="201"/>
                        <a:pt x="565" y="201"/>
                      </a:cubicBezTo>
                      <a:cubicBezTo>
                        <a:pt x="527" y="201"/>
                        <a:pt x="527" y="201"/>
                        <a:pt x="527" y="201"/>
                      </a:cubicBezTo>
                      <a:cubicBezTo>
                        <a:pt x="527" y="166"/>
                        <a:pt x="527" y="166"/>
                        <a:pt x="527" y="166"/>
                      </a:cubicBezTo>
                      <a:lnTo>
                        <a:pt x="565" y="166"/>
                      </a:lnTo>
                      <a:close/>
                      <a:moveTo>
                        <a:pt x="525" y="166"/>
                      </a:moveTo>
                      <a:cubicBezTo>
                        <a:pt x="525" y="201"/>
                        <a:pt x="525" y="201"/>
                        <a:pt x="525" y="201"/>
                      </a:cubicBezTo>
                      <a:cubicBezTo>
                        <a:pt x="487" y="201"/>
                        <a:pt x="487" y="201"/>
                        <a:pt x="487" y="201"/>
                      </a:cubicBezTo>
                      <a:cubicBezTo>
                        <a:pt x="487" y="166"/>
                        <a:pt x="487" y="166"/>
                        <a:pt x="487" y="166"/>
                      </a:cubicBezTo>
                      <a:lnTo>
                        <a:pt x="525" y="166"/>
                      </a:lnTo>
                      <a:close/>
                      <a:moveTo>
                        <a:pt x="485" y="166"/>
                      </a:moveTo>
                      <a:cubicBezTo>
                        <a:pt x="485" y="201"/>
                        <a:pt x="485" y="201"/>
                        <a:pt x="485" y="201"/>
                      </a:cubicBezTo>
                      <a:cubicBezTo>
                        <a:pt x="447" y="201"/>
                        <a:pt x="447" y="201"/>
                        <a:pt x="447" y="201"/>
                      </a:cubicBezTo>
                      <a:cubicBezTo>
                        <a:pt x="447" y="166"/>
                        <a:pt x="447" y="166"/>
                        <a:pt x="447" y="166"/>
                      </a:cubicBezTo>
                      <a:lnTo>
                        <a:pt x="485" y="166"/>
                      </a:lnTo>
                      <a:close/>
                      <a:moveTo>
                        <a:pt x="445" y="166"/>
                      </a:moveTo>
                      <a:cubicBezTo>
                        <a:pt x="445" y="201"/>
                        <a:pt x="445" y="201"/>
                        <a:pt x="445" y="201"/>
                      </a:cubicBezTo>
                      <a:cubicBezTo>
                        <a:pt x="408" y="201"/>
                        <a:pt x="408" y="201"/>
                        <a:pt x="408" y="201"/>
                      </a:cubicBezTo>
                      <a:cubicBezTo>
                        <a:pt x="408" y="166"/>
                        <a:pt x="408" y="166"/>
                        <a:pt x="408" y="166"/>
                      </a:cubicBezTo>
                      <a:lnTo>
                        <a:pt x="445" y="166"/>
                      </a:lnTo>
                      <a:close/>
                      <a:moveTo>
                        <a:pt x="406" y="203"/>
                      </a:moveTo>
                      <a:cubicBezTo>
                        <a:pt x="406" y="238"/>
                        <a:pt x="406" y="238"/>
                        <a:pt x="406" y="238"/>
                      </a:cubicBezTo>
                      <a:cubicBezTo>
                        <a:pt x="371" y="238"/>
                        <a:pt x="371" y="238"/>
                        <a:pt x="371" y="238"/>
                      </a:cubicBezTo>
                      <a:cubicBezTo>
                        <a:pt x="371" y="203"/>
                        <a:pt x="371" y="203"/>
                        <a:pt x="371" y="203"/>
                      </a:cubicBezTo>
                      <a:lnTo>
                        <a:pt x="406" y="203"/>
                      </a:lnTo>
                      <a:close/>
                      <a:moveTo>
                        <a:pt x="369" y="203"/>
                      </a:moveTo>
                      <a:cubicBezTo>
                        <a:pt x="369" y="238"/>
                        <a:pt x="369" y="238"/>
                        <a:pt x="369" y="238"/>
                      </a:cubicBezTo>
                      <a:cubicBezTo>
                        <a:pt x="334" y="238"/>
                        <a:pt x="334" y="238"/>
                        <a:pt x="334" y="238"/>
                      </a:cubicBezTo>
                      <a:cubicBezTo>
                        <a:pt x="334" y="203"/>
                        <a:pt x="334" y="203"/>
                        <a:pt x="334" y="203"/>
                      </a:cubicBezTo>
                      <a:lnTo>
                        <a:pt x="369" y="203"/>
                      </a:lnTo>
                      <a:close/>
                      <a:moveTo>
                        <a:pt x="332" y="203"/>
                      </a:moveTo>
                      <a:cubicBezTo>
                        <a:pt x="332" y="238"/>
                        <a:pt x="332" y="238"/>
                        <a:pt x="332" y="238"/>
                      </a:cubicBezTo>
                      <a:cubicBezTo>
                        <a:pt x="297" y="238"/>
                        <a:pt x="297" y="238"/>
                        <a:pt x="297" y="238"/>
                      </a:cubicBezTo>
                      <a:cubicBezTo>
                        <a:pt x="297" y="203"/>
                        <a:pt x="297" y="203"/>
                        <a:pt x="297" y="203"/>
                      </a:cubicBezTo>
                      <a:lnTo>
                        <a:pt x="332" y="203"/>
                      </a:lnTo>
                      <a:close/>
                      <a:moveTo>
                        <a:pt x="295" y="203"/>
                      </a:moveTo>
                      <a:cubicBezTo>
                        <a:pt x="295" y="238"/>
                        <a:pt x="295" y="238"/>
                        <a:pt x="295" y="238"/>
                      </a:cubicBezTo>
                      <a:cubicBezTo>
                        <a:pt x="260" y="238"/>
                        <a:pt x="260" y="238"/>
                        <a:pt x="260" y="238"/>
                      </a:cubicBezTo>
                      <a:cubicBezTo>
                        <a:pt x="260" y="203"/>
                        <a:pt x="260" y="203"/>
                        <a:pt x="260" y="203"/>
                      </a:cubicBezTo>
                      <a:lnTo>
                        <a:pt x="295" y="203"/>
                      </a:lnTo>
                      <a:close/>
                      <a:moveTo>
                        <a:pt x="260" y="201"/>
                      </a:moveTo>
                      <a:cubicBezTo>
                        <a:pt x="260" y="166"/>
                        <a:pt x="260" y="166"/>
                        <a:pt x="260" y="166"/>
                      </a:cubicBezTo>
                      <a:cubicBezTo>
                        <a:pt x="295" y="166"/>
                        <a:pt x="295" y="166"/>
                        <a:pt x="295" y="166"/>
                      </a:cubicBezTo>
                      <a:cubicBezTo>
                        <a:pt x="295" y="201"/>
                        <a:pt x="295" y="201"/>
                        <a:pt x="295" y="201"/>
                      </a:cubicBezTo>
                      <a:lnTo>
                        <a:pt x="260" y="201"/>
                      </a:lnTo>
                      <a:close/>
                      <a:moveTo>
                        <a:pt x="297" y="164"/>
                      </a:moveTo>
                      <a:cubicBezTo>
                        <a:pt x="297" y="129"/>
                        <a:pt x="297" y="129"/>
                        <a:pt x="297" y="129"/>
                      </a:cubicBezTo>
                      <a:cubicBezTo>
                        <a:pt x="332" y="129"/>
                        <a:pt x="332" y="129"/>
                        <a:pt x="332" y="129"/>
                      </a:cubicBezTo>
                      <a:cubicBezTo>
                        <a:pt x="332" y="164"/>
                        <a:pt x="332" y="164"/>
                        <a:pt x="332" y="164"/>
                      </a:cubicBezTo>
                      <a:lnTo>
                        <a:pt x="297" y="164"/>
                      </a:lnTo>
                      <a:close/>
                      <a:moveTo>
                        <a:pt x="297" y="166"/>
                      </a:moveTo>
                      <a:cubicBezTo>
                        <a:pt x="332" y="166"/>
                        <a:pt x="332" y="166"/>
                        <a:pt x="332" y="166"/>
                      </a:cubicBezTo>
                      <a:cubicBezTo>
                        <a:pt x="332" y="201"/>
                        <a:pt x="332" y="201"/>
                        <a:pt x="332" y="201"/>
                      </a:cubicBezTo>
                      <a:cubicBezTo>
                        <a:pt x="297" y="201"/>
                        <a:pt x="297" y="201"/>
                        <a:pt x="297" y="201"/>
                      </a:cubicBezTo>
                      <a:lnTo>
                        <a:pt x="297" y="166"/>
                      </a:lnTo>
                      <a:close/>
                      <a:moveTo>
                        <a:pt x="334" y="201"/>
                      </a:moveTo>
                      <a:cubicBezTo>
                        <a:pt x="334" y="166"/>
                        <a:pt x="334" y="166"/>
                        <a:pt x="334" y="166"/>
                      </a:cubicBezTo>
                      <a:cubicBezTo>
                        <a:pt x="369" y="166"/>
                        <a:pt x="369" y="166"/>
                        <a:pt x="369" y="166"/>
                      </a:cubicBezTo>
                      <a:cubicBezTo>
                        <a:pt x="369" y="201"/>
                        <a:pt x="369" y="201"/>
                        <a:pt x="369" y="201"/>
                      </a:cubicBezTo>
                      <a:lnTo>
                        <a:pt x="334" y="201"/>
                      </a:lnTo>
                      <a:close/>
                      <a:moveTo>
                        <a:pt x="406" y="201"/>
                      </a:moveTo>
                      <a:cubicBezTo>
                        <a:pt x="371" y="201"/>
                        <a:pt x="371" y="201"/>
                        <a:pt x="371" y="201"/>
                      </a:cubicBezTo>
                      <a:cubicBezTo>
                        <a:pt x="371" y="166"/>
                        <a:pt x="371" y="166"/>
                        <a:pt x="371" y="166"/>
                      </a:cubicBezTo>
                      <a:cubicBezTo>
                        <a:pt x="406" y="166"/>
                        <a:pt x="406" y="166"/>
                        <a:pt x="406" y="166"/>
                      </a:cubicBezTo>
                      <a:lnTo>
                        <a:pt x="406" y="201"/>
                      </a:lnTo>
                      <a:close/>
                      <a:moveTo>
                        <a:pt x="260" y="129"/>
                      </a:moveTo>
                      <a:cubicBezTo>
                        <a:pt x="295" y="129"/>
                        <a:pt x="295" y="129"/>
                        <a:pt x="295" y="129"/>
                      </a:cubicBezTo>
                      <a:cubicBezTo>
                        <a:pt x="295" y="164"/>
                        <a:pt x="295" y="164"/>
                        <a:pt x="295" y="164"/>
                      </a:cubicBezTo>
                      <a:cubicBezTo>
                        <a:pt x="260" y="164"/>
                        <a:pt x="260" y="164"/>
                        <a:pt x="260" y="164"/>
                      </a:cubicBezTo>
                      <a:lnTo>
                        <a:pt x="260" y="129"/>
                      </a:lnTo>
                      <a:close/>
                      <a:moveTo>
                        <a:pt x="258" y="166"/>
                      </a:moveTo>
                      <a:cubicBezTo>
                        <a:pt x="258" y="201"/>
                        <a:pt x="258" y="201"/>
                        <a:pt x="258" y="201"/>
                      </a:cubicBezTo>
                      <a:cubicBezTo>
                        <a:pt x="224" y="201"/>
                        <a:pt x="224" y="201"/>
                        <a:pt x="224" y="201"/>
                      </a:cubicBezTo>
                      <a:cubicBezTo>
                        <a:pt x="224" y="166"/>
                        <a:pt x="224" y="166"/>
                        <a:pt x="224" y="166"/>
                      </a:cubicBezTo>
                      <a:lnTo>
                        <a:pt x="258" y="166"/>
                      </a:lnTo>
                      <a:close/>
                      <a:moveTo>
                        <a:pt x="222" y="166"/>
                      </a:moveTo>
                      <a:cubicBezTo>
                        <a:pt x="222" y="201"/>
                        <a:pt x="222" y="201"/>
                        <a:pt x="222" y="201"/>
                      </a:cubicBezTo>
                      <a:cubicBezTo>
                        <a:pt x="187" y="201"/>
                        <a:pt x="187" y="201"/>
                        <a:pt x="187" y="201"/>
                      </a:cubicBezTo>
                      <a:cubicBezTo>
                        <a:pt x="187" y="166"/>
                        <a:pt x="187" y="166"/>
                        <a:pt x="187" y="166"/>
                      </a:cubicBezTo>
                      <a:lnTo>
                        <a:pt x="222" y="166"/>
                      </a:lnTo>
                      <a:close/>
                      <a:moveTo>
                        <a:pt x="185" y="166"/>
                      </a:moveTo>
                      <a:cubicBezTo>
                        <a:pt x="185" y="201"/>
                        <a:pt x="185" y="201"/>
                        <a:pt x="185" y="201"/>
                      </a:cubicBezTo>
                      <a:cubicBezTo>
                        <a:pt x="150" y="201"/>
                        <a:pt x="150" y="201"/>
                        <a:pt x="150" y="201"/>
                      </a:cubicBezTo>
                      <a:cubicBezTo>
                        <a:pt x="150" y="166"/>
                        <a:pt x="150" y="166"/>
                        <a:pt x="150" y="166"/>
                      </a:cubicBezTo>
                      <a:lnTo>
                        <a:pt x="185" y="166"/>
                      </a:lnTo>
                      <a:close/>
                      <a:moveTo>
                        <a:pt x="148" y="166"/>
                      </a:moveTo>
                      <a:cubicBezTo>
                        <a:pt x="148" y="201"/>
                        <a:pt x="148" y="201"/>
                        <a:pt x="148" y="201"/>
                      </a:cubicBezTo>
                      <a:cubicBezTo>
                        <a:pt x="113" y="201"/>
                        <a:pt x="113" y="201"/>
                        <a:pt x="113" y="201"/>
                      </a:cubicBezTo>
                      <a:cubicBezTo>
                        <a:pt x="113" y="166"/>
                        <a:pt x="113" y="166"/>
                        <a:pt x="113" y="166"/>
                      </a:cubicBezTo>
                      <a:lnTo>
                        <a:pt x="148" y="166"/>
                      </a:lnTo>
                      <a:close/>
                      <a:moveTo>
                        <a:pt x="113" y="164"/>
                      </a:moveTo>
                      <a:cubicBezTo>
                        <a:pt x="113" y="129"/>
                        <a:pt x="113" y="129"/>
                        <a:pt x="113" y="129"/>
                      </a:cubicBezTo>
                      <a:cubicBezTo>
                        <a:pt x="148" y="129"/>
                        <a:pt x="148" y="129"/>
                        <a:pt x="148" y="129"/>
                      </a:cubicBezTo>
                      <a:cubicBezTo>
                        <a:pt x="148" y="164"/>
                        <a:pt x="148" y="164"/>
                        <a:pt x="148" y="164"/>
                      </a:cubicBezTo>
                      <a:lnTo>
                        <a:pt x="113" y="164"/>
                      </a:lnTo>
                      <a:close/>
                      <a:moveTo>
                        <a:pt x="150" y="164"/>
                      </a:moveTo>
                      <a:cubicBezTo>
                        <a:pt x="150" y="129"/>
                        <a:pt x="150" y="129"/>
                        <a:pt x="150" y="129"/>
                      </a:cubicBezTo>
                      <a:cubicBezTo>
                        <a:pt x="185" y="129"/>
                        <a:pt x="185" y="129"/>
                        <a:pt x="185" y="129"/>
                      </a:cubicBezTo>
                      <a:cubicBezTo>
                        <a:pt x="185" y="164"/>
                        <a:pt x="185" y="164"/>
                        <a:pt x="185" y="164"/>
                      </a:cubicBezTo>
                      <a:lnTo>
                        <a:pt x="150" y="164"/>
                      </a:lnTo>
                      <a:close/>
                      <a:moveTo>
                        <a:pt x="76" y="129"/>
                      </a:moveTo>
                      <a:cubicBezTo>
                        <a:pt x="111" y="129"/>
                        <a:pt x="111" y="129"/>
                        <a:pt x="111" y="129"/>
                      </a:cubicBezTo>
                      <a:cubicBezTo>
                        <a:pt x="111" y="164"/>
                        <a:pt x="111" y="164"/>
                        <a:pt x="111" y="164"/>
                      </a:cubicBezTo>
                      <a:cubicBezTo>
                        <a:pt x="76" y="164"/>
                        <a:pt x="76" y="164"/>
                        <a:pt x="76" y="164"/>
                      </a:cubicBezTo>
                      <a:lnTo>
                        <a:pt x="76" y="129"/>
                      </a:lnTo>
                      <a:close/>
                      <a:moveTo>
                        <a:pt x="111" y="203"/>
                      </a:moveTo>
                      <a:cubicBezTo>
                        <a:pt x="111" y="238"/>
                        <a:pt x="111" y="238"/>
                        <a:pt x="111" y="238"/>
                      </a:cubicBezTo>
                      <a:cubicBezTo>
                        <a:pt x="76" y="238"/>
                        <a:pt x="76" y="238"/>
                        <a:pt x="76" y="238"/>
                      </a:cubicBezTo>
                      <a:cubicBezTo>
                        <a:pt x="76" y="203"/>
                        <a:pt x="76" y="203"/>
                        <a:pt x="76" y="203"/>
                      </a:cubicBezTo>
                      <a:lnTo>
                        <a:pt x="111" y="203"/>
                      </a:lnTo>
                      <a:close/>
                      <a:moveTo>
                        <a:pt x="111" y="201"/>
                      </a:moveTo>
                      <a:cubicBezTo>
                        <a:pt x="76" y="201"/>
                        <a:pt x="76" y="201"/>
                        <a:pt x="76" y="201"/>
                      </a:cubicBezTo>
                      <a:cubicBezTo>
                        <a:pt x="76" y="166"/>
                        <a:pt x="76" y="166"/>
                        <a:pt x="76" y="166"/>
                      </a:cubicBezTo>
                      <a:cubicBezTo>
                        <a:pt x="111" y="166"/>
                        <a:pt x="111" y="166"/>
                        <a:pt x="111" y="166"/>
                      </a:cubicBezTo>
                      <a:lnTo>
                        <a:pt x="111" y="201"/>
                      </a:lnTo>
                      <a:close/>
                      <a:moveTo>
                        <a:pt x="39" y="166"/>
                      </a:moveTo>
                      <a:cubicBezTo>
                        <a:pt x="74" y="166"/>
                        <a:pt x="74" y="166"/>
                        <a:pt x="74" y="166"/>
                      </a:cubicBezTo>
                      <a:cubicBezTo>
                        <a:pt x="74" y="201"/>
                        <a:pt x="74" y="201"/>
                        <a:pt x="74" y="201"/>
                      </a:cubicBezTo>
                      <a:cubicBezTo>
                        <a:pt x="39" y="201"/>
                        <a:pt x="39" y="201"/>
                        <a:pt x="39" y="201"/>
                      </a:cubicBezTo>
                      <a:lnTo>
                        <a:pt x="39" y="166"/>
                      </a:lnTo>
                      <a:close/>
                      <a:moveTo>
                        <a:pt x="39" y="203"/>
                      </a:moveTo>
                      <a:cubicBezTo>
                        <a:pt x="74" y="203"/>
                        <a:pt x="74" y="203"/>
                        <a:pt x="74" y="203"/>
                      </a:cubicBezTo>
                      <a:cubicBezTo>
                        <a:pt x="74" y="238"/>
                        <a:pt x="74" y="238"/>
                        <a:pt x="74" y="238"/>
                      </a:cubicBezTo>
                      <a:cubicBezTo>
                        <a:pt x="39" y="238"/>
                        <a:pt x="39" y="238"/>
                        <a:pt x="39" y="238"/>
                      </a:cubicBezTo>
                      <a:lnTo>
                        <a:pt x="39" y="203"/>
                      </a:lnTo>
                      <a:close/>
                      <a:moveTo>
                        <a:pt x="148" y="238"/>
                      </a:moveTo>
                      <a:cubicBezTo>
                        <a:pt x="113" y="238"/>
                        <a:pt x="113" y="238"/>
                        <a:pt x="113" y="238"/>
                      </a:cubicBezTo>
                      <a:cubicBezTo>
                        <a:pt x="113" y="203"/>
                        <a:pt x="113" y="203"/>
                        <a:pt x="113" y="203"/>
                      </a:cubicBezTo>
                      <a:cubicBezTo>
                        <a:pt x="148" y="203"/>
                        <a:pt x="148" y="203"/>
                        <a:pt x="148" y="203"/>
                      </a:cubicBezTo>
                      <a:lnTo>
                        <a:pt x="148" y="238"/>
                      </a:lnTo>
                      <a:close/>
                      <a:moveTo>
                        <a:pt x="445" y="238"/>
                      </a:moveTo>
                      <a:cubicBezTo>
                        <a:pt x="408" y="238"/>
                        <a:pt x="408" y="238"/>
                        <a:pt x="408" y="238"/>
                      </a:cubicBezTo>
                      <a:cubicBezTo>
                        <a:pt x="408" y="203"/>
                        <a:pt x="408" y="203"/>
                        <a:pt x="408" y="203"/>
                      </a:cubicBezTo>
                      <a:cubicBezTo>
                        <a:pt x="445" y="203"/>
                        <a:pt x="445" y="203"/>
                        <a:pt x="445" y="203"/>
                      </a:cubicBezTo>
                      <a:lnTo>
                        <a:pt x="445" y="238"/>
                      </a:lnTo>
                      <a:close/>
                      <a:moveTo>
                        <a:pt x="645" y="201"/>
                      </a:moveTo>
                      <a:cubicBezTo>
                        <a:pt x="607" y="201"/>
                        <a:pt x="607" y="201"/>
                        <a:pt x="607" y="201"/>
                      </a:cubicBezTo>
                      <a:cubicBezTo>
                        <a:pt x="607" y="166"/>
                        <a:pt x="607" y="166"/>
                        <a:pt x="607" y="166"/>
                      </a:cubicBezTo>
                      <a:cubicBezTo>
                        <a:pt x="645" y="166"/>
                        <a:pt x="645" y="166"/>
                        <a:pt x="645" y="166"/>
                      </a:cubicBezTo>
                      <a:lnTo>
                        <a:pt x="645" y="201"/>
                      </a:lnTo>
                      <a:close/>
                      <a:moveTo>
                        <a:pt x="645" y="164"/>
                      </a:moveTo>
                      <a:cubicBezTo>
                        <a:pt x="607" y="164"/>
                        <a:pt x="607" y="164"/>
                        <a:pt x="607" y="164"/>
                      </a:cubicBezTo>
                      <a:cubicBezTo>
                        <a:pt x="607" y="129"/>
                        <a:pt x="607" y="129"/>
                        <a:pt x="607" y="129"/>
                      </a:cubicBezTo>
                      <a:cubicBezTo>
                        <a:pt x="645" y="129"/>
                        <a:pt x="645" y="129"/>
                        <a:pt x="645" y="129"/>
                      </a:cubicBezTo>
                      <a:lnTo>
                        <a:pt x="645" y="164"/>
                      </a:lnTo>
                      <a:close/>
                      <a:moveTo>
                        <a:pt x="371" y="93"/>
                      </a:moveTo>
                      <a:cubicBezTo>
                        <a:pt x="406" y="93"/>
                        <a:pt x="406" y="93"/>
                        <a:pt x="406" y="93"/>
                      </a:cubicBezTo>
                      <a:cubicBezTo>
                        <a:pt x="406" y="127"/>
                        <a:pt x="406" y="127"/>
                        <a:pt x="406" y="127"/>
                      </a:cubicBezTo>
                      <a:cubicBezTo>
                        <a:pt x="371" y="127"/>
                        <a:pt x="371" y="127"/>
                        <a:pt x="371" y="127"/>
                      </a:cubicBezTo>
                      <a:lnTo>
                        <a:pt x="371" y="93"/>
                      </a:lnTo>
                      <a:close/>
                      <a:moveTo>
                        <a:pt x="224" y="93"/>
                      </a:moveTo>
                      <a:cubicBezTo>
                        <a:pt x="258" y="93"/>
                        <a:pt x="258" y="93"/>
                        <a:pt x="258" y="93"/>
                      </a:cubicBezTo>
                      <a:cubicBezTo>
                        <a:pt x="258" y="127"/>
                        <a:pt x="258" y="127"/>
                        <a:pt x="258" y="127"/>
                      </a:cubicBezTo>
                      <a:cubicBezTo>
                        <a:pt x="224" y="127"/>
                        <a:pt x="224" y="127"/>
                        <a:pt x="224" y="127"/>
                      </a:cubicBezTo>
                      <a:lnTo>
                        <a:pt x="224" y="93"/>
                      </a:lnTo>
                      <a:close/>
                      <a:moveTo>
                        <a:pt x="39" y="93"/>
                      </a:moveTo>
                      <a:cubicBezTo>
                        <a:pt x="74" y="93"/>
                        <a:pt x="74" y="93"/>
                        <a:pt x="74" y="93"/>
                      </a:cubicBezTo>
                      <a:cubicBezTo>
                        <a:pt x="74" y="127"/>
                        <a:pt x="74" y="127"/>
                        <a:pt x="74" y="127"/>
                      </a:cubicBezTo>
                      <a:cubicBezTo>
                        <a:pt x="39" y="127"/>
                        <a:pt x="39" y="127"/>
                        <a:pt x="39" y="127"/>
                      </a:cubicBezTo>
                      <a:lnTo>
                        <a:pt x="39" y="93"/>
                      </a:lnTo>
                      <a:close/>
                      <a:moveTo>
                        <a:pt x="2" y="129"/>
                      </a:moveTo>
                      <a:cubicBezTo>
                        <a:pt x="37" y="129"/>
                        <a:pt x="37" y="129"/>
                        <a:pt x="37" y="129"/>
                      </a:cubicBezTo>
                      <a:cubicBezTo>
                        <a:pt x="37" y="164"/>
                        <a:pt x="37" y="164"/>
                        <a:pt x="37" y="164"/>
                      </a:cubicBezTo>
                      <a:cubicBezTo>
                        <a:pt x="2" y="164"/>
                        <a:pt x="2" y="164"/>
                        <a:pt x="2" y="164"/>
                      </a:cubicBezTo>
                      <a:lnTo>
                        <a:pt x="2" y="129"/>
                      </a:lnTo>
                      <a:close/>
                      <a:moveTo>
                        <a:pt x="2" y="166"/>
                      </a:moveTo>
                      <a:cubicBezTo>
                        <a:pt x="37" y="166"/>
                        <a:pt x="37" y="166"/>
                        <a:pt x="37" y="166"/>
                      </a:cubicBezTo>
                      <a:cubicBezTo>
                        <a:pt x="37" y="201"/>
                        <a:pt x="37" y="201"/>
                        <a:pt x="37" y="201"/>
                      </a:cubicBezTo>
                      <a:cubicBezTo>
                        <a:pt x="2" y="201"/>
                        <a:pt x="2" y="201"/>
                        <a:pt x="2" y="201"/>
                      </a:cubicBezTo>
                      <a:lnTo>
                        <a:pt x="2" y="166"/>
                      </a:lnTo>
                      <a:close/>
                      <a:moveTo>
                        <a:pt x="2" y="203"/>
                      </a:moveTo>
                      <a:cubicBezTo>
                        <a:pt x="37" y="203"/>
                        <a:pt x="37" y="203"/>
                        <a:pt x="37" y="203"/>
                      </a:cubicBezTo>
                      <a:cubicBezTo>
                        <a:pt x="37" y="238"/>
                        <a:pt x="37" y="238"/>
                        <a:pt x="37" y="238"/>
                      </a:cubicBezTo>
                      <a:cubicBezTo>
                        <a:pt x="2" y="238"/>
                        <a:pt x="2" y="238"/>
                        <a:pt x="2" y="238"/>
                      </a:cubicBezTo>
                      <a:lnTo>
                        <a:pt x="2" y="203"/>
                      </a:lnTo>
                      <a:close/>
                      <a:moveTo>
                        <a:pt x="2" y="240"/>
                      </a:moveTo>
                      <a:cubicBezTo>
                        <a:pt x="37" y="240"/>
                        <a:pt x="37" y="240"/>
                        <a:pt x="37" y="240"/>
                      </a:cubicBezTo>
                      <a:cubicBezTo>
                        <a:pt x="37" y="277"/>
                        <a:pt x="37" y="277"/>
                        <a:pt x="37" y="277"/>
                      </a:cubicBezTo>
                      <a:cubicBezTo>
                        <a:pt x="2" y="277"/>
                        <a:pt x="2" y="277"/>
                        <a:pt x="2" y="277"/>
                      </a:cubicBezTo>
                      <a:lnTo>
                        <a:pt x="2" y="240"/>
                      </a:lnTo>
                      <a:close/>
                      <a:moveTo>
                        <a:pt x="185" y="277"/>
                      </a:moveTo>
                      <a:cubicBezTo>
                        <a:pt x="150" y="277"/>
                        <a:pt x="150" y="277"/>
                        <a:pt x="150" y="277"/>
                      </a:cubicBezTo>
                      <a:cubicBezTo>
                        <a:pt x="150" y="240"/>
                        <a:pt x="150" y="240"/>
                        <a:pt x="150" y="240"/>
                      </a:cubicBezTo>
                      <a:cubicBezTo>
                        <a:pt x="185" y="240"/>
                        <a:pt x="185" y="240"/>
                        <a:pt x="185" y="240"/>
                      </a:cubicBezTo>
                      <a:lnTo>
                        <a:pt x="185" y="277"/>
                      </a:lnTo>
                      <a:close/>
                      <a:moveTo>
                        <a:pt x="485" y="277"/>
                      </a:moveTo>
                      <a:cubicBezTo>
                        <a:pt x="447" y="277"/>
                        <a:pt x="447" y="277"/>
                        <a:pt x="447" y="277"/>
                      </a:cubicBezTo>
                      <a:cubicBezTo>
                        <a:pt x="447" y="240"/>
                        <a:pt x="447" y="240"/>
                        <a:pt x="447" y="240"/>
                      </a:cubicBezTo>
                      <a:cubicBezTo>
                        <a:pt x="485" y="240"/>
                        <a:pt x="485" y="240"/>
                        <a:pt x="485" y="240"/>
                      </a:cubicBezTo>
                      <a:lnTo>
                        <a:pt x="485" y="277"/>
                      </a:lnTo>
                      <a:close/>
                      <a:moveTo>
                        <a:pt x="685" y="277"/>
                      </a:moveTo>
                      <a:cubicBezTo>
                        <a:pt x="647" y="277"/>
                        <a:pt x="647" y="277"/>
                        <a:pt x="647" y="277"/>
                      </a:cubicBezTo>
                      <a:cubicBezTo>
                        <a:pt x="647" y="240"/>
                        <a:pt x="647" y="240"/>
                        <a:pt x="647" y="240"/>
                      </a:cubicBezTo>
                      <a:cubicBezTo>
                        <a:pt x="685" y="240"/>
                        <a:pt x="685" y="240"/>
                        <a:pt x="685" y="240"/>
                      </a:cubicBezTo>
                      <a:lnTo>
                        <a:pt x="685" y="277"/>
                      </a:lnTo>
                      <a:close/>
                      <a:moveTo>
                        <a:pt x="685" y="238"/>
                      </a:moveTo>
                      <a:cubicBezTo>
                        <a:pt x="647" y="238"/>
                        <a:pt x="647" y="238"/>
                        <a:pt x="647" y="238"/>
                      </a:cubicBezTo>
                      <a:cubicBezTo>
                        <a:pt x="647" y="203"/>
                        <a:pt x="647" y="203"/>
                        <a:pt x="647" y="203"/>
                      </a:cubicBezTo>
                      <a:cubicBezTo>
                        <a:pt x="685" y="203"/>
                        <a:pt x="685" y="203"/>
                        <a:pt x="685" y="203"/>
                      </a:cubicBezTo>
                      <a:lnTo>
                        <a:pt x="685" y="238"/>
                      </a:lnTo>
                      <a:close/>
                      <a:moveTo>
                        <a:pt x="685" y="201"/>
                      </a:moveTo>
                      <a:cubicBezTo>
                        <a:pt x="647" y="201"/>
                        <a:pt x="647" y="201"/>
                        <a:pt x="647" y="201"/>
                      </a:cubicBezTo>
                      <a:cubicBezTo>
                        <a:pt x="647" y="166"/>
                        <a:pt x="647" y="166"/>
                        <a:pt x="647" y="166"/>
                      </a:cubicBezTo>
                      <a:cubicBezTo>
                        <a:pt x="685" y="166"/>
                        <a:pt x="685" y="166"/>
                        <a:pt x="685" y="166"/>
                      </a:cubicBezTo>
                      <a:lnTo>
                        <a:pt x="685" y="201"/>
                      </a:lnTo>
                      <a:close/>
                      <a:moveTo>
                        <a:pt x="685" y="164"/>
                      </a:moveTo>
                      <a:cubicBezTo>
                        <a:pt x="647" y="164"/>
                        <a:pt x="647" y="164"/>
                        <a:pt x="647" y="164"/>
                      </a:cubicBezTo>
                      <a:cubicBezTo>
                        <a:pt x="647" y="129"/>
                        <a:pt x="647" y="129"/>
                        <a:pt x="647" y="129"/>
                      </a:cubicBezTo>
                      <a:cubicBezTo>
                        <a:pt x="685" y="129"/>
                        <a:pt x="685" y="129"/>
                        <a:pt x="685" y="129"/>
                      </a:cubicBezTo>
                      <a:lnTo>
                        <a:pt x="685" y="164"/>
                      </a:lnTo>
                      <a:close/>
                      <a:moveTo>
                        <a:pt x="685" y="127"/>
                      </a:moveTo>
                      <a:cubicBezTo>
                        <a:pt x="647" y="127"/>
                        <a:pt x="647" y="127"/>
                        <a:pt x="647" y="127"/>
                      </a:cubicBezTo>
                      <a:cubicBezTo>
                        <a:pt x="647" y="93"/>
                        <a:pt x="647" y="93"/>
                        <a:pt x="647" y="93"/>
                      </a:cubicBezTo>
                      <a:cubicBezTo>
                        <a:pt x="685" y="93"/>
                        <a:pt x="685" y="93"/>
                        <a:pt x="685" y="93"/>
                      </a:cubicBezTo>
                      <a:lnTo>
                        <a:pt x="685" y="127"/>
                      </a:lnTo>
                      <a:close/>
                      <a:moveTo>
                        <a:pt x="647" y="56"/>
                      </a:moveTo>
                      <a:cubicBezTo>
                        <a:pt x="685" y="56"/>
                        <a:pt x="685" y="56"/>
                        <a:pt x="685" y="56"/>
                      </a:cubicBezTo>
                      <a:cubicBezTo>
                        <a:pt x="685" y="91"/>
                        <a:pt x="685" y="91"/>
                        <a:pt x="685" y="91"/>
                      </a:cubicBezTo>
                      <a:cubicBezTo>
                        <a:pt x="647" y="91"/>
                        <a:pt x="647" y="91"/>
                        <a:pt x="647" y="91"/>
                      </a:cubicBezTo>
                      <a:lnTo>
                        <a:pt x="647" y="56"/>
                      </a:lnTo>
                      <a:close/>
                      <a:moveTo>
                        <a:pt x="607" y="56"/>
                      </a:moveTo>
                      <a:cubicBezTo>
                        <a:pt x="645" y="56"/>
                        <a:pt x="645" y="56"/>
                        <a:pt x="645" y="56"/>
                      </a:cubicBezTo>
                      <a:cubicBezTo>
                        <a:pt x="645" y="91"/>
                        <a:pt x="645" y="91"/>
                        <a:pt x="645" y="91"/>
                      </a:cubicBezTo>
                      <a:cubicBezTo>
                        <a:pt x="607" y="91"/>
                        <a:pt x="607" y="91"/>
                        <a:pt x="607" y="91"/>
                      </a:cubicBezTo>
                      <a:lnTo>
                        <a:pt x="607" y="56"/>
                      </a:lnTo>
                      <a:close/>
                      <a:moveTo>
                        <a:pt x="567" y="56"/>
                      </a:moveTo>
                      <a:cubicBezTo>
                        <a:pt x="605" y="56"/>
                        <a:pt x="605" y="56"/>
                        <a:pt x="605" y="56"/>
                      </a:cubicBezTo>
                      <a:cubicBezTo>
                        <a:pt x="605" y="91"/>
                        <a:pt x="605" y="91"/>
                        <a:pt x="605" y="91"/>
                      </a:cubicBezTo>
                      <a:cubicBezTo>
                        <a:pt x="567" y="91"/>
                        <a:pt x="567" y="91"/>
                        <a:pt x="567" y="91"/>
                      </a:cubicBezTo>
                      <a:lnTo>
                        <a:pt x="567" y="56"/>
                      </a:lnTo>
                      <a:close/>
                      <a:moveTo>
                        <a:pt x="527" y="56"/>
                      </a:moveTo>
                      <a:cubicBezTo>
                        <a:pt x="565" y="56"/>
                        <a:pt x="565" y="56"/>
                        <a:pt x="565" y="56"/>
                      </a:cubicBezTo>
                      <a:cubicBezTo>
                        <a:pt x="565" y="91"/>
                        <a:pt x="565" y="91"/>
                        <a:pt x="565" y="91"/>
                      </a:cubicBezTo>
                      <a:cubicBezTo>
                        <a:pt x="527" y="91"/>
                        <a:pt x="527" y="91"/>
                        <a:pt x="527" y="91"/>
                      </a:cubicBezTo>
                      <a:lnTo>
                        <a:pt x="527" y="56"/>
                      </a:lnTo>
                      <a:close/>
                      <a:moveTo>
                        <a:pt x="487" y="56"/>
                      </a:moveTo>
                      <a:cubicBezTo>
                        <a:pt x="525" y="56"/>
                        <a:pt x="525" y="56"/>
                        <a:pt x="525" y="56"/>
                      </a:cubicBezTo>
                      <a:cubicBezTo>
                        <a:pt x="525" y="91"/>
                        <a:pt x="525" y="91"/>
                        <a:pt x="525" y="91"/>
                      </a:cubicBezTo>
                      <a:cubicBezTo>
                        <a:pt x="487" y="91"/>
                        <a:pt x="487" y="91"/>
                        <a:pt x="487" y="91"/>
                      </a:cubicBezTo>
                      <a:lnTo>
                        <a:pt x="487" y="56"/>
                      </a:lnTo>
                      <a:close/>
                      <a:moveTo>
                        <a:pt x="447" y="56"/>
                      </a:moveTo>
                      <a:cubicBezTo>
                        <a:pt x="485" y="56"/>
                        <a:pt x="485" y="56"/>
                        <a:pt x="485" y="56"/>
                      </a:cubicBezTo>
                      <a:cubicBezTo>
                        <a:pt x="485" y="91"/>
                        <a:pt x="485" y="91"/>
                        <a:pt x="485" y="91"/>
                      </a:cubicBezTo>
                      <a:cubicBezTo>
                        <a:pt x="447" y="91"/>
                        <a:pt x="447" y="91"/>
                        <a:pt x="447" y="91"/>
                      </a:cubicBezTo>
                      <a:lnTo>
                        <a:pt x="447" y="56"/>
                      </a:lnTo>
                      <a:close/>
                      <a:moveTo>
                        <a:pt x="408" y="56"/>
                      </a:moveTo>
                      <a:cubicBezTo>
                        <a:pt x="445" y="56"/>
                        <a:pt x="445" y="56"/>
                        <a:pt x="445" y="56"/>
                      </a:cubicBezTo>
                      <a:cubicBezTo>
                        <a:pt x="445" y="91"/>
                        <a:pt x="445" y="91"/>
                        <a:pt x="445" y="91"/>
                      </a:cubicBezTo>
                      <a:cubicBezTo>
                        <a:pt x="408" y="91"/>
                        <a:pt x="408" y="91"/>
                        <a:pt x="408" y="91"/>
                      </a:cubicBezTo>
                      <a:lnTo>
                        <a:pt x="408" y="56"/>
                      </a:lnTo>
                      <a:close/>
                      <a:moveTo>
                        <a:pt x="371" y="56"/>
                      </a:moveTo>
                      <a:cubicBezTo>
                        <a:pt x="406" y="56"/>
                        <a:pt x="406" y="56"/>
                        <a:pt x="406" y="56"/>
                      </a:cubicBezTo>
                      <a:cubicBezTo>
                        <a:pt x="406" y="91"/>
                        <a:pt x="406" y="91"/>
                        <a:pt x="406" y="91"/>
                      </a:cubicBezTo>
                      <a:cubicBezTo>
                        <a:pt x="371" y="91"/>
                        <a:pt x="371" y="91"/>
                        <a:pt x="371" y="91"/>
                      </a:cubicBezTo>
                      <a:lnTo>
                        <a:pt x="371" y="56"/>
                      </a:lnTo>
                      <a:close/>
                      <a:moveTo>
                        <a:pt x="334" y="56"/>
                      </a:moveTo>
                      <a:cubicBezTo>
                        <a:pt x="369" y="56"/>
                        <a:pt x="369" y="56"/>
                        <a:pt x="369" y="56"/>
                      </a:cubicBezTo>
                      <a:cubicBezTo>
                        <a:pt x="369" y="91"/>
                        <a:pt x="369" y="91"/>
                        <a:pt x="369" y="91"/>
                      </a:cubicBezTo>
                      <a:cubicBezTo>
                        <a:pt x="334" y="91"/>
                        <a:pt x="334" y="91"/>
                        <a:pt x="334" y="91"/>
                      </a:cubicBezTo>
                      <a:lnTo>
                        <a:pt x="334" y="56"/>
                      </a:lnTo>
                      <a:close/>
                      <a:moveTo>
                        <a:pt x="297" y="56"/>
                      </a:moveTo>
                      <a:cubicBezTo>
                        <a:pt x="332" y="56"/>
                        <a:pt x="332" y="56"/>
                        <a:pt x="332" y="56"/>
                      </a:cubicBezTo>
                      <a:cubicBezTo>
                        <a:pt x="332" y="91"/>
                        <a:pt x="332" y="91"/>
                        <a:pt x="332" y="91"/>
                      </a:cubicBezTo>
                      <a:cubicBezTo>
                        <a:pt x="297" y="91"/>
                        <a:pt x="297" y="91"/>
                        <a:pt x="297" y="91"/>
                      </a:cubicBezTo>
                      <a:lnTo>
                        <a:pt x="297" y="56"/>
                      </a:lnTo>
                      <a:close/>
                      <a:moveTo>
                        <a:pt x="260" y="19"/>
                      </a:moveTo>
                      <a:cubicBezTo>
                        <a:pt x="295" y="19"/>
                        <a:pt x="295" y="19"/>
                        <a:pt x="295" y="19"/>
                      </a:cubicBezTo>
                      <a:cubicBezTo>
                        <a:pt x="295" y="54"/>
                        <a:pt x="295" y="54"/>
                        <a:pt x="295" y="54"/>
                      </a:cubicBezTo>
                      <a:cubicBezTo>
                        <a:pt x="260" y="54"/>
                        <a:pt x="260" y="54"/>
                        <a:pt x="260" y="54"/>
                      </a:cubicBezTo>
                      <a:lnTo>
                        <a:pt x="260" y="19"/>
                      </a:lnTo>
                      <a:close/>
                      <a:moveTo>
                        <a:pt x="224" y="56"/>
                      </a:moveTo>
                      <a:cubicBezTo>
                        <a:pt x="258" y="56"/>
                        <a:pt x="258" y="56"/>
                        <a:pt x="258" y="56"/>
                      </a:cubicBezTo>
                      <a:cubicBezTo>
                        <a:pt x="258" y="91"/>
                        <a:pt x="258" y="91"/>
                        <a:pt x="258" y="91"/>
                      </a:cubicBezTo>
                      <a:cubicBezTo>
                        <a:pt x="224" y="91"/>
                        <a:pt x="224" y="91"/>
                        <a:pt x="224" y="91"/>
                      </a:cubicBezTo>
                      <a:lnTo>
                        <a:pt x="224" y="56"/>
                      </a:lnTo>
                      <a:close/>
                      <a:moveTo>
                        <a:pt x="187" y="56"/>
                      </a:moveTo>
                      <a:cubicBezTo>
                        <a:pt x="222" y="56"/>
                        <a:pt x="222" y="56"/>
                        <a:pt x="222" y="56"/>
                      </a:cubicBezTo>
                      <a:cubicBezTo>
                        <a:pt x="222" y="91"/>
                        <a:pt x="222" y="91"/>
                        <a:pt x="222" y="91"/>
                      </a:cubicBezTo>
                      <a:cubicBezTo>
                        <a:pt x="187" y="91"/>
                        <a:pt x="187" y="91"/>
                        <a:pt x="187" y="91"/>
                      </a:cubicBezTo>
                      <a:lnTo>
                        <a:pt x="187" y="56"/>
                      </a:lnTo>
                      <a:close/>
                      <a:moveTo>
                        <a:pt x="185" y="19"/>
                      </a:moveTo>
                      <a:cubicBezTo>
                        <a:pt x="185" y="54"/>
                        <a:pt x="185" y="54"/>
                        <a:pt x="185" y="54"/>
                      </a:cubicBezTo>
                      <a:cubicBezTo>
                        <a:pt x="150" y="54"/>
                        <a:pt x="150" y="54"/>
                        <a:pt x="150" y="54"/>
                      </a:cubicBezTo>
                      <a:cubicBezTo>
                        <a:pt x="150" y="19"/>
                        <a:pt x="150" y="19"/>
                        <a:pt x="150" y="19"/>
                      </a:cubicBezTo>
                      <a:lnTo>
                        <a:pt x="185" y="19"/>
                      </a:lnTo>
                      <a:close/>
                      <a:moveTo>
                        <a:pt x="177" y="18"/>
                      </a:moveTo>
                      <a:cubicBezTo>
                        <a:pt x="177" y="18"/>
                        <a:pt x="177" y="18"/>
                        <a:pt x="177" y="18"/>
                      </a:cubicBezTo>
                      <a:cubicBezTo>
                        <a:pt x="149" y="18"/>
                        <a:pt x="149" y="18"/>
                        <a:pt x="149" y="18"/>
                      </a:cubicBezTo>
                      <a:lnTo>
                        <a:pt x="177" y="18"/>
                      </a:lnTo>
                      <a:close/>
                      <a:moveTo>
                        <a:pt x="113" y="19"/>
                      </a:moveTo>
                      <a:cubicBezTo>
                        <a:pt x="148" y="19"/>
                        <a:pt x="148" y="19"/>
                        <a:pt x="148" y="19"/>
                      </a:cubicBezTo>
                      <a:cubicBezTo>
                        <a:pt x="148" y="54"/>
                        <a:pt x="148" y="54"/>
                        <a:pt x="148" y="54"/>
                      </a:cubicBezTo>
                      <a:cubicBezTo>
                        <a:pt x="113" y="54"/>
                        <a:pt x="113" y="54"/>
                        <a:pt x="113" y="54"/>
                      </a:cubicBezTo>
                      <a:lnTo>
                        <a:pt x="113" y="19"/>
                      </a:lnTo>
                      <a:close/>
                      <a:moveTo>
                        <a:pt x="76" y="19"/>
                      </a:moveTo>
                      <a:cubicBezTo>
                        <a:pt x="111" y="19"/>
                        <a:pt x="111" y="19"/>
                        <a:pt x="111" y="19"/>
                      </a:cubicBezTo>
                      <a:cubicBezTo>
                        <a:pt x="111" y="54"/>
                        <a:pt x="111" y="54"/>
                        <a:pt x="111" y="54"/>
                      </a:cubicBezTo>
                      <a:cubicBezTo>
                        <a:pt x="76" y="54"/>
                        <a:pt x="76" y="54"/>
                        <a:pt x="76" y="54"/>
                      </a:cubicBezTo>
                      <a:lnTo>
                        <a:pt x="76" y="19"/>
                      </a:lnTo>
                      <a:close/>
                      <a:moveTo>
                        <a:pt x="39" y="56"/>
                      </a:moveTo>
                      <a:cubicBezTo>
                        <a:pt x="74" y="56"/>
                        <a:pt x="74" y="56"/>
                        <a:pt x="74" y="56"/>
                      </a:cubicBezTo>
                      <a:cubicBezTo>
                        <a:pt x="74" y="91"/>
                        <a:pt x="74" y="91"/>
                        <a:pt x="74" y="91"/>
                      </a:cubicBezTo>
                      <a:cubicBezTo>
                        <a:pt x="39" y="91"/>
                        <a:pt x="39" y="91"/>
                        <a:pt x="39" y="91"/>
                      </a:cubicBezTo>
                      <a:lnTo>
                        <a:pt x="39" y="56"/>
                      </a:lnTo>
                      <a:close/>
                      <a:moveTo>
                        <a:pt x="2" y="56"/>
                      </a:moveTo>
                      <a:cubicBezTo>
                        <a:pt x="37" y="56"/>
                        <a:pt x="37" y="56"/>
                        <a:pt x="37" y="56"/>
                      </a:cubicBezTo>
                      <a:cubicBezTo>
                        <a:pt x="37" y="91"/>
                        <a:pt x="37" y="91"/>
                        <a:pt x="37" y="91"/>
                      </a:cubicBezTo>
                      <a:cubicBezTo>
                        <a:pt x="2" y="91"/>
                        <a:pt x="2" y="91"/>
                        <a:pt x="2" y="91"/>
                      </a:cubicBezTo>
                      <a:lnTo>
                        <a:pt x="2" y="56"/>
                      </a:lnTo>
                      <a:close/>
                      <a:moveTo>
                        <a:pt x="76" y="314"/>
                      </a:moveTo>
                      <a:cubicBezTo>
                        <a:pt x="76" y="279"/>
                        <a:pt x="76" y="279"/>
                        <a:pt x="76" y="279"/>
                      </a:cubicBezTo>
                      <a:cubicBezTo>
                        <a:pt x="111" y="279"/>
                        <a:pt x="111" y="279"/>
                        <a:pt x="111" y="279"/>
                      </a:cubicBezTo>
                      <a:cubicBezTo>
                        <a:pt x="111" y="314"/>
                        <a:pt x="111" y="314"/>
                        <a:pt x="111" y="314"/>
                      </a:cubicBezTo>
                      <a:lnTo>
                        <a:pt x="76" y="314"/>
                      </a:lnTo>
                      <a:close/>
                      <a:moveTo>
                        <a:pt x="260" y="314"/>
                      </a:moveTo>
                      <a:cubicBezTo>
                        <a:pt x="260" y="279"/>
                        <a:pt x="260" y="279"/>
                        <a:pt x="260" y="279"/>
                      </a:cubicBezTo>
                      <a:cubicBezTo>
                        <a:pt x="295" y="279"/>
                        <a:pt x="295" y="279"/>
                        <a:pt x="295" y="279"/>
                      </a:cubicBezTo>
                      <a:cubicBezTo>
                        <a:pt x="295" y="314"/>
                        <a:pt x="295" y="314"/>
                        <a:pt x="295" y="314"/>
                      </a:cubicBezTo>
                      <a:lnTo>
                        <a:pt x="260" y="314"/>
                      </a:lnTo>
                      <a:close/>
                      <a:moveTo>
                        <a:pt x="408" y="314"/>
                      </a:moveTo>
                      <a:cubicBezTo>
                        <a:pt x="408" y="279"/>
                        <a:pt x="408" y="279"/>
                        <a:pt x="408" y="279"/>
                      </a:cubicBezTo>
                      <a:cubicBezTo>
                        <a:pt x="445" y="279"/>
                        <a:pt x="445" y="279"/>
                        <a:pt x="445" y="279"/>
                      </a:cubicBezTo>
                      <a:cubicBezTo>
                        <a:pt x="445" y="314"/>
                        <a:pt x="445" y="314"/>
                        <a:pt x="445" y="314"/>
                      </a:cubicBezTo>
                      <a:lnTo>
                        <a:pt x="408" y="314"/>
                      </a:ln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69" name="Google Shape;369;p6"/>
              <p:cNvSpPr/>
              <p:nvPr/>
            </p:nvSpPr>
            <p:spPr>
              <a:xfrm rot="5548823">
                <a:off x="8474127" y="4626831"/>
                <a:ext cx="564555" cy="396683"/>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6"/>
            <p:cNvSpPr/>
            <p:nvPr/>
          </p:nvSpPr>
          <p:spPr>
            <a:xfrm rot="-2684652">
              <a:off x="-32720" y="-270381"/>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1" name="Google Shape;371;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2" name="Shape 372"/>
        <p:cNvGrpSpPr/>
        <p:nvPr/>
      </p:nvGrpSpPr>
      <p:grpSpPr>
        <a:xfrm>
          <a:off x="0" y="0"/>
          <a:ext cx="0" cy="0"/>
          <a:chOff x="0" y="0"/>
          <a:chExt cx="0" cy="0"/>
        </a:xfrm>
      </p:grpSpPr>
      <p:pic>
        <p:nvPicPr>
          <p:cNvPr id="373" name="Google Shape;373;p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74" name="Google Shape;374;p7"/>
          <p:cNvSpPr txBox="1"/>
          <p:nvPr>
            <p:ph type="title"/>
          </p:nvPr>
        </p:nvSpPr>
        <p:spPr>
          <a:xfrm>
            <a:off x="713225" y="539500"/>
            <a:ext cx="4294800" cy="1115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75" name="Google Shape;375;p7"/>
          <p:cNvSpPr txBox="1"/>
          <p:nvPr>
            <p:ph idx="1" type="subTitle"/>
          </p:nvPr>
        </p:nvSpPr>
        <p:spPr>
          <a:xfrm>
            <a:off x="713225" y="1838050"/>
            <a:ext cx="4294800" cy="2565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376" name="Google Shape;376;p7"/>
          <p:cNvSpPr/>
          <p:nvPr>
            <p:ph idx="2" type="pic"/>
          </p:nvPr>
        </p:nvSpPr>
        <p:spPr>
          <a:xfrm>
            <a:off x="5452200" y="539500"/>
            <a:ext cx="2978700" cy="4064400"/>
          </a:xfrm>
          <a:prstGeom prst="rect">
            <a:avLst/>
          </a:prstGeom>
          <a:noFill/>
          <a:ln>
            <a:noFill/>
          </a:ln>
        </p:spPr>
      </p:sp>
      <p:grpSp>
        <p:nvGrpSpPr>
          <p:cNvPr id="377" name="Google Shape;377;p7"/>
          <p:cNvGrpSpPr/>
          <p:nvPr/>
        </p:nvGrpSpPr>
        <p:grpSpPr>
          <a:xfrm>
            <a:off x="-624653" y="-214230"/>
            <a:ext cx="1059403" cy="3313113"/>
            <a:chOff x="-624653" y="-214230"/>
            <a:chExt cx="1059403" cy="3313113"/>
          </a:xfrm>
        </p:grpSpPr>
        <p:grpSp>
          <p:nvGrpSpPr>
            <p:cNvPr id="378" name="Google Shape;378;p7"/>
            <p:cNvGrpSpPr/>
            <p:nvPr/>
          </p:nvGrpSpPr>
          <p:grpSpPr>
            <a:xfrm flipH="1" rot="-5400000">
              <a:off x="-1787497" y="948614"/>
              <a:ext cx="3313113" cy="987425"/>
              <a:chOff x="-473072" y="4603989"/>
              <a:chExt cx="3313113" cy="987425"/>
            </a:xfrm>
          </p:grpSpPr>
          <p:sp>
            <p:nvSpPr>
              <p:cNvPr id="379" name="Google Shape;379;p7"/>
              <p:cNvSpPr/>
              <p:nvPr/>
            </p:nvSpPr>
            <p:spPr>
              <a:xfrm>
                <a:off x="-473072" y="4603989"/>
                <a:ext cx="3313113" cy="987425"/>
              </a:xfrm>
              <a:custGeom>
                <a:rect b="b" l="l" r="r" t="t"/>
                <a:pathLst>
                  <a:path extrusionOk="0" h="262" w="878">
                    <a:moveTo>
                      <a:pt x="871" y="170"/>
                    </a:moveTo>
                    <a:cubicBezTo>
                      <a:pt x="872" y="167"/>
                      <a:pt x="877" y="163"/>
                      <a:pt x="877" y="159"/>
                    </a:cubicBezTo>
                    <a:cubicBezTo>
                      <a:pt x="877" y="156"/>
                      <a:pt x="876" y="152"/>
                      <a:pt x="875" y="149"/>
                    </a:cubicBezTo>
                    <a:cubicBezTo>
                      <a:pt x="875" y="146"/>
                      <a:pt x="873" y="143"/>
                      <a:pt x="872" y="139"/>
                    </a:cubicBezTo>
                    <a:cubicBezTo>
                      <a:pt x="871" y="136"/>
                      <a:pt x="872" y="132"/>
                      <a:pt x="872" y="129"/>
                    </a:cubicBezTo>
                    <a:cubicBezTo>
                      <a:pt x="872" y="124"/>
                      <a:pt x="872" y="118"/>
                      <a:pt x="873" y="113"/>
                    </a:cubicBezTo>
                    <a:cubicBezTo>
                      <a:pt x="874" y="107"/>
                      <a:pt x="878" y="103"/>
                      <a:pt x="875" y="97"/>
                    </a:cubicBezTo>
                    <a:cubicBezTo>
                      <a:pt x="874" y="95"/>
                      <a:pt x="873" y="94"/>
                      <a:pt x="872" y="92"/>
                    </a:cubicBezTo>
                    <a:cubicBezTo>
                      <a:pt x="872" y="90"/>
                      <a:pt x="872" y="88"/>
                      <a:pt x="872" y="86"/>
                    </a:cubicBezTo>
                    <a:cubicBezTo>
                      <a:pt x="871" y="84"/>
                      <a:pt x="869" y="84"/>
                      <a:pt x="868" y="82"/>
                    </a:cubicBezTo>
                    <a:cubicBezTo>
                      <a:pt x="865" y="77"/>
                      <a:pt x="867" y="72"/>
                      <a:pt x="869" y="69"/>
                    </a:cubicBezTo>
                    <a:cubicBezTo>
                      <a:pt x="870" y="66"/>
                      <a:pt x="871" y="63"/>
                      <a:pt x="870" y="60"/>
                    </a:cubicBezTo>
                    <a:cubicBezTo>
                      <a:pt x="868" y="58"/>
                      <a:pt x="865" y="58"/>
                      <a:pt x="864" y="56"/>
                    </a:cubicBezTo>
                    <a:cubicBezTo>
                      <a:pt x="862" y="53"/>
                      <a:pt x="862" y="50"/>
                      <a:pt x="860" y="47"/>
                    </a:cubicBezTo>
                    <a:cubicBezTo>
                      <a:pt x="858" y="46"/>
                      <a:pt x="856" y="45"/>
                      <a:pt x="854" y="44"/>
                    </a:cubicBezTo>
                    <a:cubicBezTo>
                      <a:pt x="849" y="41"/>
                      <a:pt x="844" y="40"/>
                      <a:pt x="840" y="34"/>
                    </a:cubicBezTo>
                    <a:cubicBezTo>
                      <a:pt x="836" y="28"/>
                      <a:pt x="835" y="25"/>
                      <a:pt x="828" y="22"/>
                    </a:cubicBezTo>
                    <a:cubicBezTo>
                      <a:pt x="824" y="20"/>
                      <a:pt x="820" y="19"/>
                      <a:pt x="815" y="20"/>
                    </a:cubicBezTo>
                    <a:cubicBezTo>
                      <a:pt x="811" y="20"/>
                      <a:pt x="805" y="19"/>
                      <a:pt x="801" y="19"/>
                    </a:cubicBezTo>
                    <a:cubicBezTo>
                      <a:pt x="796" y="20"/>
                      <a:pt x="791" y="22"/>
                      <a:pt x="786" y="21"/>
                    </a:cubicBezTo>
                    <a:cubicBezTo>
                      <a:pt x="780" y="20"/>
                      <a:pt x="773" y="18"/>
                      <a:pt x="767" y="16"/>
                    </a:cubicBezTo>
                    <a:cubicBezTo>
                      <a:pt x="765" y="15"/>
                      <a:pt x="762" y="12"/>
                      <a:pt x="760" y="12"/>
                    </a:cubicBezTo>
                    <a:cubicBezTo>
                      <a:pt x="756" y="12"/>
                      <a:pt x="757" y="17"/>
                      <a:pt x="755" y="19"/>
                    </a:cubicBezTo>
                    <a:cubicBezTo>
                      <a:pt x="753" y="20"/>
                      <a:pt x="751" y="17"/>
                      <a:pt x="748" y="17"/>
                    </a:cubicBezTo>
                    <a:cubicBezTo>
                      <a:pt x="747" y="18"/>
                      <a:pt x="746" y="19"/>
                      <a:pt x="745" y="19"/>
                    </a:cubicBezTo>
                    <a:cubicBezTo>
                      <a:pt x="742" y="20"/>
                      <a:pt x="738" y="20"/>
                      <a:pt x="735" y="20"/>
                    </a:cubicBezTo>
                    <a:cubicBezTo>
                      <a:pt x="730" y="20"/>
                      <a:pt x="724" y="16"/>
                      <a:pt x="719" y="19"/>
                    </a:cubicBezTo>
                    <a:cubicBezTo>
                      <a:pt x="713" y="22"/>
                      <a:pt x="709" y="20"/>
                      <a:pt x="704" y="21"/>
                    </a:cubicBezTo>
                    <a:cubicBezTo>
                      <a:pt x="700" y="22"/>
                      <a:pt x="697" y="24"/>
                      <a:pt x="694" y="25"/>
                    </a:cubicBezTo>
                    <a:cubicBezTo>
                      <a:pt x="691" y="26"/>
                      <a:pt x="687" y="29"/>
                      <a:pt x="685" y="29"/>
                    </a:cubicBezTo>
                    <a:cubicBezTo>
                      <a:pt x="682" y="29"/>
                      <a:pt x="678" y="25"/>
                      <a:pt x="675" y="23"/>
                    </a:cubicBezTo>
                    <a:cubicBezTo>
                      <a:pt x="671" y="20"/>
                      <a:pt x="666" y="16"/>
                      <a:pt x="661" y="14"/>
                    </a:cubicBezTo>
                    <a:cubicBezTo>
                      <a:pt x="657" y="13"/>
                      <a:pt x="651" y="12"/>
                      <a:pt x="647" y="11"/>
                    </a:cubicBezTo>
                    <a:cubicBezTo>
                      <a:pt x="641" y="10"/>
                      <a:pt x="637" y="13"/>
                      <a:pt x="631" y="12"/>
                    </a:cubicBezTo>
                    <a:cubicBezTo>
                      <a:pt x="626" y="11"/>
                      <a:pt x="620" y="9"/>
                      <a:pt x="614" y="10"/>
                    </a:cubicBezTo>
                    <a:cubicBezTo>
                      <a:pt x="609" y="11"/>
                      <a:pt x="604" y="12"/>
                      <a:pt x="599" y="12"/>
                    </a:cubicBezTo>
                    <a:cubicBezTo>
                      <a:pt x="592" y="12"/>
                      <a:pt x="585" y="13"/>
                      <a:pt x="578" y="9"/>
                    </a:cubicBezTo>
                    <a:cubicBezTo>
                      <a:pt x="575" y="7"/>
                      <a:pt x="573" y="3"/>
                      <a:pt x="570" y="7"/>
                    </a:cubicBezTo>
                    <a:cubicBezTo>
                      <a:pt x="569" y="8"/>
                      <a:pt x="569" y="11"/>
                      <a:pt x="568" y="12"/>
                    </a:cubicBezTo>
                    <a:cubicBezTo>
                      <a:pt x="567" y="12"/>
                      <a:pt x="565" y="12"/>
                      <a:pt x="565" y="12"/>
                    </a:cubicBezTo>
                    <a:cubicBezTo>
                      <a:pt x="563" y="14"/>
                      <a:pt x="562" y="15"/>
                      <a:pt x="559" y="16"/>
                    </a:cubicBezTo>
                    <a:cubicBezTo>
                      <a:pt x="557" y="16"/>
                      <a:pt x="555" y="15"/>
                      <a:pt x="553" y="16"/>
                    </a:cubicBezTo>
                    <a:cubicBezTo>
                      <a:pt x="551" y="16"/>
                      <a:pt x="550" y="17"/>
                      <a:pt x="549" y="19"/>
                    </a:cubicBezTo>
                    <a:cubicBezTo>
                      <a:pt x="548" y="20"/>
                      <a:pt x="546" y="21"/>
                      <a:pt x="545" y="21"/>
                    </a:cubicBezTo>
                    <a:cubicBezTo>
                      <a:pt x="544" y="21"/>
                      <a:pt x="544" y="20"/>
                      <a:pt x="543" y="20"/>
                    </a:cubicBezTo>
                    <a:cubicBezTo>
                      <a:pt x="541" y="20"/>
                      <a:pt x="539" y="21"/>
                      <a:pt x="536" y="21"/>
                    </a:cubicBezTo>
                    <a:cubicBezTo>
                      <a:pt x="532" y="22"/>
                      <a:pt x="528" y="21"/>
                      <a:pt x="525" y="20"/>
                    </a:cubicBezTo>
                    <a:cubicBezTo>
                      <a:pt x="520" y="20"/>
                      <a:pt x="518" y="20"/>
                      <a:pt x="514" y="23"/>
                    </a:cubicBezTo>
                    <a:cubicBezTo>
                      <a:pt x="511" y="25"/>
                      <a:pt x="510" y="26"/>
                      <a:pt x="506" y="23"/>
                    </a:cubicBezTo>
                    <a:cubicBezTo>
                      <a:pt x="504" y="22"/>
                      <a:pt x="502" y="19"/>
                      <a:pt x="500" y="18"/>
                    </a:cubicBezTo>
                    <a:cubicBezTo>
                      <a:pt x="498" y="17"/>
                      <a:pt x="495" y="18"/>
                      <a:pt x="493" y="18"/>
                    </a:cubicBezTo>
                    <a:cubicBezTo>
                      <a:pt x="489" y="18"/>
                      <a:pt x="484" y="16"/>
                      <a:pt x="480" y="16"/>
                    </a:cubicBezTo>
                    <a:cubicBezTo>
                      <a:pt x="476" y="15"/>
                      <a:pt x="472" y="13"/>
                      <a:pt x="468" y="14"/>
                    </a:cubicBezTo>
                    <a:cubicBezTo>
                      <a:pt x="462" y="15"/>
                      <a:pt x="455" y="18"/>
                      <a:pt x="449" y="19"/>
                    </a:cubicBezTo>
                    <a:cubicBezTo>
                      <a:pt x="445" y="20"/>
                      <a:pt x="442" y="18"/>
                      <a:pt x="438" y="18"/>
                    </a:cubicBezTo>
                    <a:cubicBezTo>
                      <a:pt x="432" y="18"/>
                      <a:pt x="432" y="17"/>
                      <a:pt x="428" y="11"/>
                    </a:cubicBezTo>
                    <a:cubicBezTo>
                      <a:pt x="424" y="7"/>
                      <a:pt x="420" y="3"/>
                      <a:pt x="414" y="5"/>
                    </a:cubicBezTo>
                    <a:cubicBezTo>
                      <a:pt x="410" y="6"/>
                      <a:pt x="409" y="7"/>
                      <a:pt x="405" y="6"/>
                    </a:cubicBezTo>
                    <a:cubicBezTo>
                      <a:pt x="403" y="5"/>
                      <a:pt x="401" y="5"/>
                      <a:pt x="399" y="5"/>
                    </a:cubicBezTo>
                    <a:cubicBezTo>
                      <a:pt x="393" y="5"/>
                      <a:pt x="391" y="8"/>
                      <a:pt x="386" y="8"/>
                    </a:cubicBezTo>
                    <a:cubicBezTo>
                      <a:pt x="374" y="8"/>
                      <a:pt x="364" y="10"/>
                      <a:pt x="353" y="10"/>
                    </a:cubicBezTo>
                    <a:cubicBezTo>
                      <a:pt x="348" y="10"/>
                      <a:pt x="340" y="9"/>
                      <a:pt x="336" y="12"/>
                    </a:cubicBezTo>
                    <a:cubicBezTo>
                      <a:pt x="332" y="15"/>
                      <a:pt x="332" y="16"/>
                      <a:pt x="328" y="16"/>
                    </a:cubicBezTo>
                    <a:cubicBezTo>
                      <a:pt x="324" y="16"/>
                      <a:pt x="320" y="16"/>
                      <a:pt x="317" y="16"/>
                    </a:cubicBezTo>
                    <a:cubicBezTo>
                      <a:pt x="314" y="16"/>
                      <a:pt x="312" y="14"/>
                      <a:pt x="310" y="14"/>
                    </a:cubicBezTo>
                    <a:cubicBezTo>
                      <a:pt x="307" y="13"/>
                      <a:pt x="303" y="14"/>
                      <a:pt x="300" y="14"/>
                    </a:cubicBezTo>
                    <a:cubicBezTo>
                      <a:pt x="281" y="14"/>
                      <a:pt x="281" y="14"/>
                      <a:pt x="281" y="14"/>
                    </a:cubicBezTo>
                    <a:cubicBezTo>
                      <a:pt x="277" y="14"/>
                      <a:pt x="272" y="15"/>
                      <a:pt x="269" y="14"/>
                    </a:cubicBezTo>
                    <a:cubicBezTo>
                      <a:pt x="264" y="12"/>
                      <a:pt x="262" y="7"/>
                      <a:pt x="258" y="5"/>
                    </a:cubicBezTo>
                    <a:cubicBezTo>
                      <a:pt x="253" y="2"/>
                      <a:pt x="247" y="6"/>
                      <a:pt x="242" y="8"/>
                    </a:cubicBezTo>
                    <a:cubicBezTo>
                      <a:pt x="240" y="9"/>
                      <a:pt x="237" y="11"/>
                      <a:pt x="234" y="10"/>
                    </a:cubicBezTo>
                    <a:cubicBezTo>
                      <a:pt x="230" y="10"/>
                      <a:pt x="229" y="4"/>
                      <a:pt x="226" y="3"/>
                    </a:cubicBezTo>
                    <a:cubicBezTo>
                      <a:pt x="224" y="2"/>
                      <a:pt x="222" y="3"/>
                      <a:pt x="220" y="3"/>
                    </a:cubicBezTo>
                    <a:cubicBezTo>
                      <a:pt x="216" y="2"/>
                      <a:pt x="216" y="0"/>
                      <a:pt x="213" y="4"/>
                    </a:cubicBezTo>
                    <a:cubicBezTo>
                      <a:pt x="209" y="8"/>
                      <a:pt x="209" y="8"/>
                      <a:pt x="203" y="8"/>
                    </a:cubicBezTo>
                    <a:cubicBezTo>
                      <a:pt x="201" y="8"/>
                      <a:pt x="197" y="9"/>
                      <a:pt x="195" y="8"/>
                    </a:cubicBezTo>
                    <a:cubicBezTo>
                      <a:pt x="192" y="8"/>
                      <a:pt x="190" y="6"/>
                      <a:pt x="187" y="7"/>
                    </a:cubicBezTo>
                    <a:cubicBezTo>
                      <a:pt x="185" y="7"/>
                      <a:pt x="182" y="8"/>
                      <a:pt x="179" y="8"/>
                    </a:cubicBezTo>
                    <a:cubicBezTo>
                      <a:pt x="175" y="9"/>
                      <a:pt x="172" y="11"/>
                      <a:pt x="168" y="10"/>
                    </a:cubicBezTo>
                    <a:cubicBezTo>
                      <a:pt x="165" y="10"/>
                      <a:pt x="162" y="9"/>
                      <a:pt x="159" y="9"/>
                    </a:cubicBezTo>
                    <a:cubicBezTo>
                      <a:pt x="156" y="8"/>
                      <a:pt x="154" y="9"/>
                      <a:pt x="151" y="7"/>
                    </a:cubicBezTo>
                    <a:cubicBezTo>
                      <a:pt x="148" y="6"/>
                      <a:pt x="148" y="4"/>
                      <a:pt x="145" y="5"/>
                    </a:cubicBezTo>
                    <a:cubicBezTo>
                      <a:pt x="142" y="7"/>
                      <a:pt x="143" y="8"/>
                      <a:pt x="140" y="8"/>
                    </a:cubicBezTo>
                    <a:cubicBezTo>
                      <a:pt x="139" y="9"/>
                      <a:pt x="138" y="8"/>
                      <a:pt x="137" y="8"/>
                    </a:cubicBezTo>
                    <a:cubicBezTo>
                      <a:pt x="135" y="8"/>
                      <a:pt x="133" y="8"/>
                      <a:pt x="130" y="8"/>
                    </a:cubicBezTo>
                    <a:cubicBezTo>
                      <a:pt x="127" y="8"/>
                      <a:pt x="127" y="9"/>
                      <a:pt x="125" y="10"/>
                    </a:cubicBezTo>
                    <a:cubicBezTo>
                      <a:pt x="123" y="11"/>
                      <a:pt x="124" y="12"/>
                      <a:pt x="123" y="12"/>
                    </a:cubicBezTo>
                    <a:cubicBezTo>
                      <a:pt x="122" y="13"/>
                      <a:pt x="119" y="12"/>
                      <a:pt x="118" y="12"/>
                    </a:cubicBezTo>
                    <a:cubicBezTo>
                      <a:pt x="114" y="12"/>
                      <a:pt x="111" y="14"/>
                      <a:pt x="107" y="14"/>
                    </a:cubicBezTo>
                    <a:cubicBezTo>
                      <a:pt x="105" y="14"/>
                      <a:pt x="102" y="14"/>
                      <a:pt x="99" y="14"/>
                    </a:cubicBezTo>
                    <a:cubicBezTo>
                      <a:pt x="93" y="15"/>
                      <a:pt x="90" y="17"/>
                      <a:pt x="83" y="14"/>
                    </a:cubicBezTo>
                    <a:cubicBezTo>
                      <a:pt x="72" y="9"/>
                      <a:pt x="61" y="11"/>
                      <a:pt x="49" y="10"/>
                    </a:cubicBezTo>
                    <a:cubicBezTo>
                      <a:pt x="42" y="10"/>
                      <a:pt x="40" y="17"/>
                      <a:pt x="36" y="23"/>
                    </a:cubicBezTo>
                    <a:cubicBezTo>
                      <a:pt x="32" y="22"/>
                      <a:pt x="30" y="15"/>
                      <a:pt x="25" y="14"/>
                    </a:cubicBezTo>
                    <a:cubicBezTo>
                      <a:pt x="20" y="13"/>
                      <a:pt x="16" y="14"/>
                      <a:pt x="12" y="15"/>
                    </a:cubicBezTo>
                    <a:cubicBezTo>
                      <a:pt x="7" y="17"/>
                      <a:pt x="4" y="13"/>
                      <a:pt x="0" y="11"/>
                    </a:cubicBezTo>
                    <a:cubicBezTo>
                      <a:pt x="0" y="261"/>
                      <a:pt x="0" y="261"/>
                      <a:pt x="0" y="261"/>
                    </a:cubicBezTo>
                    <a:cubicBezTo>
                      <a:pt x="4" y="261"/>
                      <a:pt x="8" y="261"/>
                      <a:pt x="11" y="259"/>
                    </a:cubicBezTo>
                    <a:cubicBezTo>
                      <a:pt x="17" y="256"/>
                      <a:pt x="22" y="253"/>
                      <a:pt x="28" y="253"/>
                    </a:cubicBezTo>
                    <a:cubicBezTo>
                      <a:pt x="34" y="254"/>
                      <a:pt x="41" y="253"/>
                      <a:pt x="47" y="253"/>
                    </a:cubicBezTo>
                    <a:cubicBezTo>
                      <a:pt x="48" y="253"/>
                      <a:pt x="50" y="253"/>
                      <a:pt x="52" y="254"/>
                    </a:cubicBezTo>
                    <a:cubicBezTo>
                      <a:pt x="54" y="254"/>
                      <a:pt x="56" y="257"/>
                      <a:pt x="58" y="258"/>
                    </a:cubicBezTo>
                    <a:cubicBezTo>
                      <a:pt x="61" y="258"/>
                      <a:pt x="61" y="255"/>
                      <a:pt x="64" y="254"/>
                    </a:cubicBezTo>
                    <a:cubicBezTo>
                      <a:pt x="66" y="253"/>
                      <a:pt x="69" y="253"/>
                      <a:pt x="70" y="253"/>
                    </a:cubicBezTo>
                    <a:cubicBezTo>
                      <a:pt x="74" y="252"/>
                      <a:pt x="76" y="253"/>
                      <a:pt x="80" y="253"/>
                    </a:cubicBezTo>
                    <a:cubicBezTo>
                      <a:pt x="84" y="254"/>
                      <a:pt x="88" y="250"/>
                      <a:pt x="92" y="249"/>
                    </a:cubicBezTo>
                    <a:cubicBezTo>
                      <a:pt x="99" y="248"/>
                      <a:pt x="102" y="255"/>
                      <a:pt x="108" y="256"/>
                    </a:cubicBezTo>
                    <a:cubicBezTo>
                      <a:pt x="113" y="256"/>
                      <a:pt x="117" y="255"/>
                      <a:pt x="122" y="255"/>
                    </a:cubicBezTo>
                    <a:cubicBezTo>
                      <a:pt x="126" y="255"/>
                      <a:pt x="130" y="256"/>
                      <a:pt x="134" y="255"/>
                    </a:cubicBezTo>
                    <a:cubicBezTo>
                      <a:pt x="136" y="255"/>
                      <a:pt x="138" y="254"/>
                      <a:pt x="140" y="253"/>
                    </a:cubicBezTo>
                    <a:cubicBezTo>
                      <a:pt x="144" y="253"/>
                      <a:pt x="149" y="255"/>
                      <a:pt x="154" y="254"/>
                    </a:cubicBezTo>
                    <a:cubicBezTo>
                      <a:pt x="158" y="253"/>
                      <a:pt x="162" y="250"/>
                      <a:pt x="167" y="252"/>
                    </a:cubicBezTo>
                    <a:cubicBezTo>
                      <a:pt x="170" y="253"/>
                      <a:pt x="173" y="255"/>
                      <a:pt x="176" y="256"/>
                    </a:cubicBezTo>
                    <a:cubicBezTo>
                      <a:pt x="178" y="257"/>
                      <a:pt x="180" y="257"/>
                      <a:pt x="182" y="257"/>
                    </a:cubicBezTo>
                    <a:cubicBezTo>
                      <a:pt x="191" y="257"/>
                      <a:pt x="199" y="262"/>
                      <a:pt x="207" y="261"/>
                    </a:cubicBezTo>
                    <a:cubicBezTo>
                      <a:pt x="217" y="259"/>
                      <a:pt x="224" y="255"/>
                      <a:pt x="234" y="255"/>
                    </a:cubicBezTo>
                    <a:cubicBezTo>
                      <a:pt x="237" y="255"/>
                      <a:pt x="241" y="258"/>
                      <a:pt x="244" y="257"/>
                    </a:cubicBezTo>
                    <a:cubicBezTo>
                      <a:pt x="246" y="257"/>
                      <a:pt x="248" y="254"/>
                      <a:pt x="250" y="254"/>
                    </a:cubicBezTo>
                    <a:cubicBezTo>
                      <a:pt x="252" y="253"/>
                      <a:pt x="254" y="251"/>
                      <a:pt x="257" y="251"/>
                    </a:cubicBezTo>
                    <a:cubicBezTo>
                      <a:pt x="261" y="249"/>
                      <a:pt x="263" y="251"/>
                      <a:pt x="267" y="252"/>
                    </a:cubicBezTo>
                    <a:cubicBezTo>
                      <a:pt x="270" y="252"/>
                      <a:pt x="274" y="251"/>
                      <a:pt x="277" y="252"/>
                    </a:cubicBezTo>
                    <a:cubicBezTo>
                      <a:pt x="280" y="253"/>
                      <a:pt x="282" y="254"/>
                      <a:pt x="286" y="254"/>
                    </a:cubicBezTo>
                    <a:cubicBezTo>
                      <a:pt x="294" y="253"/>
                      <a:pt x="302" y="249"/>
                      <a:pt x="310" y="246"/>
                    </a:cubicBezTo>
                    <a:cubicBezTo>
                      <a:pt x="317" y="244"/>
                      <a:pt x="325" y="243"/>
                      <a:pt x="331" y="247"/>
                    </a:cubicBezTo>
                    <a:cubicBezTo>
                      <a:pt x="333" y="248"/>
                      <a:pt x="335" y="251"/>
                      <a:pt x="336" y="248"/>
                    </a:cubicBezTo>
                    <a:cubicBezTo>
                      <a:pt x="340" y="249"/>
                      <a:pt x="344" y="252"/>
                      <a:pt x="348" y="253"/>
                    </a:cubicBezTo>
                    <a:cubicBezTo>
                      <a:pt x="353" y="254"/>
                      <a:pt x="353" y="249"/>
                      <a:pt x="357" y="248"/>
                    </a:cubicBezTo>
                    <a:cubicBezTo>
                      <a:pt x="365" y="247"/>
                      <a:pt x="374" y="250"/>
                      <a:pt x="381" y="248"/>
                    </a:cubicBezTo>
                    <a:cubicBezTo>
                      <a:pt x="388" y="246"/>
                      <a:pt x="390" y="240"/>
                      <a:pt x="398" y="244"/>
                    </a:cubicBezTo>
                    <a:cubicBezTo>
                      <a:pt x="402" y="247"/>
                      <a:pt x="407" y="247"/>
                      <a:pt x="412" y="249"/>
                    </a:cubicBezTo>
                    <a:cubicBezTo>
                      <a:pt x="417" y="251"/>
                      <a:pt x="421" y="252"/>
                      <a:pt x="427" y="252"/>
                    </a:cubicBezTo>
                    <a:cubicBezTo>
                      <a:pt x="431" y="252"/>
                      <a:pt x="435" y="252"/>
                      <a:pt x="440" y="252"/>
                    </a:cubicBezTo>
                    <a:cubicBezTo>
                      <a:pt x="444" y="252"/>
                      <a:pt x="447" y="253"/>
                      <a:pt x="451" y="256"/>
                    </a:cubicBezTo>
                    <a:cubicBezTo>
                      <a:pt x="459" y="260"/>
                      <a:pt x="462" y="249"/>
                      <a:pt x="469" y="248"/>
                    </a:cubicBezTo>
                    <a:cubicBezTo>
                      <a:pt x="478" y="246"/>
                      <a:pt x="486" y="249"/>
                      <a:pt x="494" y="250"/>
                    </a:cubicBezTo>
                    <a:cubicBezTo>
                      <a:pt x="499" y="250"/>
                      <a:pt x="503" y="249"/>
                      <a:pt x="508" y="250"/>
                    </a:cubicBezTo>
                    <a:cubicBezTo>
                      <a:pt x="511" y="251"/>
                      <a:pt x="514" y="252"/>
                      <a:pt x="518" y="251"/>
                    </a:cubicBezTo>
                    <a:cubicBezTo>
                      <a:pt x="522" y="251"/>
                      <a:pt x="526" y="248"/>
                      <a:pt x="530" y="248"/>
                    </a:cubicBezTo>
                    <a:cubicBezTo>
                      <a:pt x="545" y="246"/>
                      <a:pt x="558" y="258"/>
                      <a:pt x="573" y="255"/>
                    </a:cubicBezTo>
                    <a:cubicBezTo>
                      <a:pt x="577" y="255"/>
                      <a:pt x="578" y="253"/>
                      <a:pt x="581" y="251"/>
                    </a:cubicBezTo>
                    <a:cubicBezTo>
                      <a:pt x="585" y="249"/>
                      <a:pt x="590" y="250"/>
                      <a:pt x="594" y="250"/>
                    </a:cubicBezTo>
                    <a:cubicBezTo>
                      <a:pt x="600" y="250"/>
                      <a:pt x="606" y="250"/>
                      <a:pt x="613" y="251"/>
                    </a:cubicBezTo>
                    <a:cubicBezTo>
                      <a:pt x="616" y="252"/>
                      <a:pt x="618" y="252"/>
                      <a:pt x="622" y="251"/>
                    </a:cubicBezTo>
                    <a:cubicBezTo>
                      <a:pt x="629" y="248"/>
                      <a:pt x="636" y="245"/>
                      <a:pt x="644" y="244"/>
                    </a:cubicBezTo>
                    <a:cubicBezTo>
                      <a:pt x="656" y="242"/>
                      <a:pt x="667" y="249"/>
                      <a:pt x="679" y="251"/>
                    </a:cubicBezTo>
                    <a:cubicBezTo>
                      <a:pt x="687" y="252"/>
                      <a:pt x="695" y="255"/>
                      <a:pt x="703" y="253"/>
                    </a:cubicBezTo>
                    <a:cubicBezTo>
                      <a:pt x="714" y="251"/>
                      <a:pt x="723" y="255"/>
                      <a:pt x="733" y="257"/>
                    </a:cubicBezTo>
                    <a:cubicBezTo>
                      <a:pt x="738" y="258"/>
                      <a:pt x="738" y="256"/>
                      <a:pt x="743" y="253"/>
                    </a:cubicBezTo>
                    <a:cubicBezTo>
                      <a:pt x="747" y="251"/>
                      <a:pt x="749" y="253"/>
                      <a:pt x="754" y="254"/>
                    </a:cubicBezTo>
                    <a:cubicBezTo>
                      <a:pt x="758" y="254"/>
                      <a:pt x="757" y="254"/>
                      <a:pt x="761" y="255"/>
                    </a:cubicBezTo>
                    <a:cubicBezTo>
                      <a:pt x="763" y="257"/>
                      <a:pt x="764" y="257"/>
                      <a:pt x="767" y="257"/>
                    </a:cubicBezTo>
                    <a:cubicBezTo>
                      <a:pt x="771" y="258"/>
                      <a:pt x="774" y="257"/>
                      <a:pt x="778" y="257"/>
                    </a:cubicBezTo>
                    <a:cubicBezTo>
                      <a:pt x="781" y="257"/>
                      <a:pt x="784" y="257"/>
                      <a:pt x="787" y="257"/>
                    </a:cubicBezTo>
                    <a:cubicBezTo>
                      <a:pt x="791" y="258"/>
                      <a:pt x="794" y="260"/>
                      <a:pt x="798" y="259"/>
                    </a:cubicBezTo>
                    <a:cubicBezTo>
                      <a:pt x="803" y="258"/>
                      <a:pt x="807" y="255"/>
                      <a:pt x="812" y="253"/>
                    </a:cubicBezTo>
                    <a:cubicBezTo>
                      <a:pt x="814" y="253"/>
                      <a:pt x="816" y="251"/>
                      <a:pt x="817" y="250"/>
                    </a:cubicBezTo>
                    <a:cubicBezTo>
                      <a:pt x="821" y="249"/>
                      <a:pt x="826" y="250"/>
                      <a:pt x="830" y="250"/>
                    </a:cubicBezTo>
                    <a:cubicBezTo>
                      <a:pt x="834" y="250"/>
                      <a:pt x="837" y="248"/>
                      <a:pt x="841" y="248"/>
                    </a:cubicBezTo>
                    <a:cubicBezTo>
                      <a:pt x="842" y="243"/>
                      <a:pt x="843" y="237"/>
                      <a:pt x="846" y="235"/>
                    </a:cubicBezTo>
                    <a:cubicBezTo>
                      <a:pt x="848" y="233"/>
                      <a:pt x="851" y="233"/>
                      <a:pt x="853" y="233"/>
                    </a:cubicBezTo>
                    <a:cubicBezTo>
                      <a:pt x="858" y="233"/>
                      <a:pt x="857" y="233"/>
                      <a:pt x="858" y="228"/>
                    </a:cubicBezTo>
                    <a:cubicBezTo>
                      <a:pt x="861" y="223"/>
                      <a:pt x="864" y="219"/>
                      <a:pt x="867" y="214"/>
                    </a:cubicBezTo>
                    <a:cubicBezTo>
                      <a:pt x="869" y="210"/>
                      <a:pt x="872" y="207"/>
                      <a:pt x="872" y="202"/>
                    </a:cubicBezTo>
                    <a:cubicBezTo>
                      <a:pt x="871" y="198"/>
                      <a:pt x="869" y="194"/>
                      <a:pt x="868" y="189"/>
                    </a:cubicBezTo>
                    <a:cubicBezTo>
                      <a:pt x="868" y="183"/>
                      <a:pt x="868" y="176"/>
                      <a:pt x="871" y="170"/>
                    </a:cubicBezTo>
                    <a:close/>
                  </a:path>
                </a:pathLst>
              </a:custGeom>
              <a:solidFill>
                <a:schemeClr val="dk2"/>
              </a:solidFill>
              <a:ln>
                <a:noFill/>
              </a:ln>
              <a:effectLst>
                <a:outerShdw blurRad="57150" rotWithShape="0" algn="bl" dir="5400000" dist="19050">
                  <a:srgbClr val="000000">
                    <a:alpha val="3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7"/>
              <p:cNvSpPr/>
              <p:nvPr/>
            </p:nvSpPr>
            <p:spPr>
              <a:xfrm>
                <a:off x="-473072" y="4645264"/>
                <a:ext cx="3279775" cy="904875"/>
              </a:xfrm>
              <a:custGeom>
                <a:rect b="b" l="l" r="r" t="t"/>
                <a:pathLst>
                  <a:path extrusionOk="0" h="240" w="869">
                    <a:moveTo>
                      <a:pt x="861" y="156"/>
                    </a:moveTo>
                    <a:cubicBezTo>
                      <a:pt x="863" y="153"/>
                      <a:pt x="868" y="149"/>
                      <a:pt x="868" y="145"/>
                    </a:cubicBezTo>
                    <a:cubicBezTo>
                      <a:pt x="868" y="143"/>
                      <a:pt x="866" y="139"/>
                      <a:pt x="865" y="137"/>
                    </a:cubicBezTo>
                    <a:cubicBezTo>
                      <a:pt x="865" y="133"/>
                      <a:pt x="863" y="131"/>
                      <a:pt x="862" y="127"/>
                    </a:cubicBezTo>
                    <a:cubicBezTo>
                      <a:pt x="862" y="124"/>
                      <a:pt x="862" y="121"/>
                      <a:pt x="862" y="118"/>
                    </a:cubicBezTo>
                    <a:cubicBezTo>
                      <a:pt x="862" y="113"/>
                      <a:pt x="862" y="109"/>
                      <a:pt x="863" y="104"/>
                    </a:cubicBezTo>
                    <a:cubicBezTo>
                      <a:pt x="864" y="98"/>
                      <a:pt x="869" y="94"/>
                      <a:pt x="865" y="89"/>
                    </a:cubicBezTo>
                    <a:cubicBezTo>
                      <a:pt x="864" y="87"/>
                      <a:pt x="863" y="86"/>
                      <a:pt x="863" y="84"/>
                    </a:cubicBezTo>
                    <a:cubicBezTo>
                      <a:pt x="862" y="83"/>
                      <a:pt x="863" y="81"/>
                      <a:pt x="862" y="79"/>
                    </a:cubicBezTo>
                    <a:cubicBezTo>
                      <a:pt x="861" y="77"/>
                      <a:pt x="859" y="77"/>
                      <a:pt x="858" y="75"/>
                    </a:cubicBezTo>
                    <a:cubicBezTo>
                      <a:pt x="856" y="71"/>
                      <a:pt x="857" y="66"/>
                      <a:pt x="859" y="63"/>
                    </a:cubicBezTo>
                    <a:cubicBezTo>
                      <a:pt x="860" y="60"/>
                      <a:pt x="862" y="58"/>
                      <a:pt x="860" y="55"/>
                    </a:cubicBezTo>
                    <a:cubicBezTo>
                      <a:pt x="859" y="53"/>
                      <a:pt x="855" y="53"/>
                      <a:pt x="854" y="51"/>
                    </a:cubicBezTo>
                    <a:cubicBezTo>
                      <a:pt x="852" y="49"/>
                      <a:pt x="853" y="46"/>
                      <a:pt x="850" y="43"/>
                    </a:cubicBezTo>
                    <a:cubicBezTo>
                      <a:pt x="849" y="42"/>
                      <a:pt x="846" y="41"/>
                      <a:pt x="844" y="40"/>
                    </a:cubicBezTo>
                    <a:cubicBezTo>
                      <a:pt x="839" y="37"/>
                      <a:pt x="834" y="37"/>
                      <a:pt x="831" y="32"/>
                    </a:cubicBezTo>
                    <a:cubicBezTo>
                      <a:pt x="828" y="28"/>
                      <a:pt x="827" y="26"/>
                      <a:pt x="824" y="24"/>
                    </a:cubicBezTo>
                    <a:cubicBezTo>
                      <a:pt x="823" y="22"/>
                      <a:pt x="821" y="21"/>
                      <a:pt x="819" y="21"/>
                    </a:cubicBezTo>
                    <a:cubicBezTo>
                      <a:pt x="815" y="19"/>
                      <a:pt x="811" y="18"/>
                      <a:pt x="806" y="18"/>
                    </a:cubicBezTo>
                    <a:cubicBezTo>
                      <a:pt x="802" y="18"/>
                      <a:pt x="797" y="17"/>
                      <a:pt x="792" y="18"/>
                    </a:cubicBezTo>
                    <a:cubicBezTo>
                      <a:pt x="788" y="18"/>
                      <a:pt x="785" y="20"/>
                      <a:pt x="781" y="20"/>
                    </a:cubicBezTo>
                    <a:cubicBezTo>
                      <a:pt x="780" y="20"/>
                      <a:pt x="779" y="20"/>
                      <a:pt x="777" y="20"/>
                    </a:cubicBezTo>
                    <a:cubicBezTo>
                      <a:pt x="771" y="19"/>
                      <a:pt x="764" y="17"/>
                      <a:pt x="759" y="15"/>
                    </a:cubicBezTo>
                    <a:cubicBezTo>
                      <a:pt x="757" y="14"/>
                      <a:pt x="754" y="11"/>
                      <a:pt x="752" y="11"/>
                    </a:cubicBezTo>
                    <a:cubicBezTo>
                      <a:pt x="748" y="11"/>
                      <a:pt x="749" y="16"/>
                      <a:pt x="747" y="18"/>
                    </a:cubicBezTo>
                    <a:cubicBezTo>
                      <a:pt x="744" y="18"/>
                      <a:pt x="742" y="16"/>
                      <a:pt x="740" y="16"/>
                    </a:cubicBezTo>
                    <a:cubicBezTo>
                      <a:pt x="739" y="16"/>
                      <a:pt x="738" y="17"/>
                      <a:pt x="738" y="17"/>
                    </a:cubicBezTo>
                    <a:cubicBezTo>
                      <a:pt x="737" y="17"/>
                      <a:pt x="737" y="17"/>
                      <a:pt x="737" y="18"/>
                    </a:cubicBezTo>
                    <a:cubicBezTo>
                      <a:pt x="734" y="18"/>
                      <a:pt x="730" y="18"/>
                      <a:pt x="727" y="18"/>
                    </a:cubicBezTo>
                    <a:cubicBezTo>
                      <a:pt x="721" y="18"/>
                      <a:pt x="716" y="15"/>
                      <a:pt x="711" y="18"/>
                    </a:cubicBezTo>
                    <a:cubicBezTo>
                      <a:pt x="705" y="20"/>
                      <a:pt x="701" y="18"/>
                      <a:pt x="696" y="20"/>
                    </a:cubicBezTo>
                    <a:cubicBezTo>
                      <a:pt x="695" y="20"/>
                      <a:pt x="695" y="20"/>
                      <a:pt x="695" y="20"/>
                    </a:cubicBezTo>
                    <a:cubicBezTo>
                      <a:pt x="692" y="21"/>
                      <a:pt x="689" y="22"/>
                      <a:pt x="686" y="23"/>
                    </a:cubicBezTo>
                    <a:cubicBezTo>
                      <a:pt x="684" y="24"/>
                      <a:pt x="680" y="27"/>
                      <a:pt x="677" y="27"/>
                    </a:cubicBezTo>
                    <a:cubicBezTo>
                      <a:pt x="674" y="27"/>
                      <a:pt x="670" y="23"/>
                      <a:pt x="668" y="21"/>
                    </a:cubicBezTo>
                    <a:cubicBezTo>
                      <a:pt x="663" y="18"/>
                      <a:pt x="659" y="15"/>
                      <a:pt x="654" y="13"/>
                    </a:cubicBezTo>
                    <a:cubicBezTo>
                      <a:pt x="653" y="13"/>
                      <a:pt x="652" y="13"/>
                      <a:pt x="651" y="13"/>
                    </a:cubicBezTo>
                    <a:cubicBezTo>
                      <a:pt x="648" y="12"/>
                      <a:pt x="643" y="11"/>
                      <a:pt x="640" y="10"/>
                    </a:cubicBezTo>
                    <a:cubicBezTo>
                      <a:pt x="634" y="9"/>
                      <a:pt x="630" y="12"/>
                      <a:pt x="624" y="11"/>
                    </a:cubicBezTo>
                    <a:cubicBezTo>
                      <a:pt x="619" y="10"/>
                      <a:pt x="614" y="9"/>
                      <a:pt x="608" y="10"/>
                    </a:cubicBezTo>
                    <a:cubicBezTo>
                      <a:pt x="608" y="10"/>
                      <a:pt x="608" y="10"/>
                      <a:pt x="607" y="10"/>
                    </a:cubicBezTo>
                    <a:cubicBezTo>
                      <a:pt x="602" y="10"/>
                      <a:pt x="597" y="11"/>
                      <a:pt x="592" y="11"/>
                    </a:cubicBezTo>
                    <a:cubicBezTo>
                      <a:pt x="585" y="11"/>
                      <a:pt x="578" y="12"/>
                      <a:pt x="572" y="9"/>
                    </a:cubicBezTo>
                    <a:cubicBezTo>
                      <a:pt x="569" y="7"/>
                      <a:pt x="567" y="4"/>
                      <a:pt x="565" y="5"/>
                    </a:cubicBezTo>
                    <a:cubicBezTo>
                      <a:pt x="564" y="5"/>
                      <a:pt x="564" y="6"/>
                      <a:pt x="564" y="6"/>
                    </a:cubicBezTo>
                    <a:cubicBezTo>
                      <a:pt x="562" y="8"/>
                      <a:pt x="563" y="10"/>
                      <a:pt x="562" y="11"/>
                    </a:cubicBezTo>
                    <a:cubicBezTo>
                      <a:pt x="561" y="12"/>
                      <a:pt x="559" y="11"/>
                      <a:pt x="558" y="12"/>
                    </a:cubicBezTo>
                    <a:cubicBezTo>
                      <a:pt x="556" y="13"/>
                      <a:pt x="556" y="14"/>
                      <a:pt x="553" y="15"/>
                    </a:cubicBezTo>
                    <a:cubicBezTo>
                      <a:pt x="551" y="15"/>
                      <a:pt x="549" y="14"/>
                      <a:pt x="547" y="15"/>
                    </a:cubicBezTo>
                    <a:cubicBezTo>
                      <a:pt x="544" y="15"/>
                      <a:pt x="544" y="16"/>
                      <a:pt x="542" y="18"/>
                    </a:cubicBezTo>
                    <a:cubicBezTo>
                      <a:pt x="542" y="18"/>
                      <a:pt x="540" y="19"/>
                      <a:pt x="539" y="19"/>
                    </a:cubicBezTo>
                    <a:cubicBezTo>
                      <a:pt x="538" y="20"/>
                      <a:pt x="538" y="18"/>
                      <a:pt x="537" y="18"/>
                    </a:cubicBezTo>
                    <a:cubicBezTo>
                      <a:pt x="535" y="18"/>
                      <a:pt x="533" y="19"/>
                      <a:pt x="530" y="20"/>
                    </a:cubicBezTo>
                    <a:cubicBezTo>
                      <a:pt x="527" y="20"/>
                      <a:pt x="524" y="20"/>
                      <a:pt x="522" y="19"/>
                    </a:cubicBezTo>
                    <a:cubicBezTo>
                      <a:pt x="521" y="19"/>
                      <a:pt x="520" y="19"/>
                      <a:pt x="519" y="19"/>
                    </a:cubicBezTo>
                    <a:cubicBezTo>
                      <a:pt x="514" y="18"/>
                      <a:pt x="513" y="19"/>
                      <a:pt x="509" y="21"/>
                    </a:cubicBezTo>
                    <a:cubicBezTo>
                      <a:pt x="505" y="23"/>
                      <a:pt x="504" y="23"/>
                      <a:pt x="501" y="22"/>
                    </a:cubicBezTo>
                    <a:cubicBezTo>
                      <a:pt x="498" y="20"/>
                      <a:pt x="497" y="18"/>
                      <a:pt x="494" y="17"/>
                    </a:cubicBezTo>
                    <a:cubicBezTo>
                      <a:pt x="492" y="16"/>
                      <a:pt x="490" y="16"/>
                      <a:pt x="487" y="16"/>
                    </a:cubicBezTo>
                    <a:cubicBezTo>
                      <a:pt x="484" y="16"/>
                      <a:pt x="481" y="16"/>
                      <a:pt x="478" y="15"/>
                    </a:cubicBezTo>
                    <a:cubicBezTo>
                      <a:pt x="477" y="15"/>
                      <a:pt x="476" y="15"/>
                      <a:pt x="474" y="15"/>
                    </a:cubicBezTo>
                    <a:cubicBezTo>
                      <a:pt x="471" y="14"/>
                      <a:pt x="467" y="12"/>
                      <a:pt x="463" y="13"/>
                    </a:cubicBezTo>
                    <a:cubicBezTo>
                      <a:pt x="457" y="14"/>
                      <a:pt x="450" y="16"/>
                      <a:pt x="444" y="18"/>
                    </a:cubicBezTo>
                    <a:cubicBezTo>
                      <a:pt x="441" y="18"/>
                      <a:pt x="438" y="17"/>
                      <a:pt x="435" y="16"/>
                    </a:cubicBezTo>
                    <a:cubicBezTo>
                      <a:pt x="435" y="16"/>
                      <a:pt x="434" y="16"/>
                      <a:pt x="433" y="16"/>
                    </a:cubicBezTo>
                    <a:cubicBezTo>
                      <a:pt x="427" y="16"/>
                      <a:pt x="427" y="15"/>
                      <a:pt x="423" y="11"/>
                    </a:cubicBezTo>
                    <a:cubicBezTo>
                      <a:pt x="419" y="6"/>
                      <a:pt x="415" y="3"/>
                      <a:pt x="409" y="5"/>
                    </a:cubicBezTo>
                    <a:cubicBezTo>
                      <a:pt x="406" y="6"/>
                      <a:pt x="405" y="6"/>
                      <a:pt x="401" y="5"/>
                    </a:cubicBezTo>
                    <a:cubicBezTo>
                      <a:pt x="398" y="5"/>
                      <a:pt x="397" y="4"/>
                      <a:pt x="394" y="4"/>
                    </a:cubicBezTo>
                    <a:cubicBezTo>
                      <a:pt x="393" y="4"/>
                      <a:pt x="393" y="5"/>
                      <a:pt x="392" y="5"/>
                    </a:cubicBezTo>
                    <a:cubicBezTo>
                      <a:pt x="388" y="5"/>
                      <a:pt x="386" y="8"/>
                      <a:pt x="381" y="8"/>
                    </a:cubicBezTo>
                    <a:cubicBezTo>
                      <a:pt x="370" y="8"/>
                      <a:pt x="360" y="10"/>
                      <a:pt x="349" y="10"/>
                    </a:cubicBezTo>
                    <a:cubicBezTo>
                      <a:pt x="349" y="10"/>
                      <a:pt x="349" y="10"/>
                      <a:pt x="349" y="10"/>
                    </a:cubicBezTo>
                    <a:cubicBezTo>
                      <a:pt x="344" y="10"/>
                      <a:pt x="336" y="8"/>
                      <a:pt x="332" y="11"/>
                    </a:cubicBezTo>
                    <a:cubicBezTo>
                      <a:pt x="329" y="14"/>
                      <a:pt x="329" y="14"/>
                      <a:pt x="324" y="15"/>
                    </a:cubicBezTo>
                    <a:cubicBezTo>
                      <a:pt x="321" y="15"/>
                      <a:pt x="317" y="15"/>
                      <a:pt x="313" y="15"/>
                    </a:cubicBezTo>
                    <a:cubicBezTo>
                      <a:pt x="311" y="14"/>
                      <a:pt x="309" y="13"/>
                      <a:pt x="306" y="13"/>
                    </a:cubicBezTo>
                    <a:cubicBezTo>
                      <a:pt x="306" y="13"/>
                      <a:pt x="306" y="13"/>
                      <a:pt x="305" y="13"/>
                    </a:cubicBezTo>
                    <a:cubicBezTo>
                      <a:pt x="303" y="12"/>
                      <a:pt x="299" y="13"/>
                      <a:pt x="296" y="13"/>
                    </a:cubicBezTo>
                    <a:cubicBezTo>
                      <a:pt x="278" y="13"/>
                      <a:pt x="278" y="13"/>
                      <a:pt x="278" y="13"/>
                    </a:cubicBezTo>
                    <a:cubicBezTo>
                      <a:pt x="274" y="13"/>
                      <a:pt x="269" y="14"/>
                      <a:pt x="266" y="13"/>
                    </a:cubicBezTo>
                    <a:cubicBezTo>
                      <a:pt x="264" y="12"/>
                      <a:pt x="263" y="11"/>
                      <a:pt x="262" y="11"/>
                    </a:cubicBezTo>
                    <a:cubicBezTo>
                      <a:pt x="260" y="9"/>
                      <a:pt x="258" y="6"/>
                      <a:pt x="256" y="5"/>
                    </a:cubicBezTo>
                    <a:cubicBezTo>
                      <a:pt x="250" y="2"/>
                      <a:pt x="244" y="5"/>
                      <a:pt x="239" y="8"/>
                    </a:cubicBezTo>
                    <a:cubicBezTo>
                      <a:pt x="237" y="8"/>
                      <a:pt x="234" y="10"/>
                      <a:pt x="232" y="10"/>
                    </a:cubicBezTo>
                    <a:cubicBezTo>
                      <a:pt x="228" y="9"/>
                      <a:pt x="227" y="4"/>
                      <a:pt x="223" y="3"/>
                    </a:cubicBezTo>
                    <a:cubicBezTo>
                      <a:pt x="222" y="2"/>
                      <a:pt x="220" y="3"/>
                      <a:pt x="219" y="3"/>
                    </a:cubicBezTo>
                    <a:cubicBezTo>
                      <a:pt x="218" y="3"/>
                      <a:pt x="218" y="3"/>
                      <a:pt x="217" y="3"/>
                    </a:cubicBezTo>
                    <a:cubicBezTo>
                      <a:pt x="213" y="2"/>
                      <a:pt x="214" y="0"/>
                      <a:pt x="211" y="3"/>
                    </a:cubicBezTo>
                    <a:cubicBezTo>
                      <a:pt x="207" y="7"/>
                      <a:pt x="206" y="8"/>
                      <a:pt x="201" y="8"/>
                    </a:cubicBezTo>
                    <a:cubicBezTo>
                      <a:pt x="199" y="8"/>
                      <a:pt x="195" y="8"/>
                      <a:pt x="193" y="8"/>
                    </a:cubicBezTo>
                    <a:cubicBezTo>
                      <a:pt x="190" y="7"/>
                      <a:pt x="188" y="6"/>
                      <a:pt x="185" y="6"/>
                    </a:cubicBezTo>
                    <a:cubicBezTo>
                      <a:pt x="183" y="7"/>
                      <a:pt x="180" y="7"/>
                      <a:pt x="177" y="8"/>
                    </a:cubicBezTo>
                    <a:cubicBezTo>
                      <a:pt x="177" y="8"/>
                      <a:pt x="176" y="8"/>
                      <a:pt x="176" y="8"/>
                    </a:cubicBezTo>
                    <a:cubicBezTo>
                      <a:pt x="172" y="9"/>
                      <a:pt x="170" y="10"/>
                      <a:pt x="166" y="10"/>
                    </a:cubicBezTo>
                    <a:cubicBezTo>
                      <a:pt x="163" y="9"/>
                      <a:pt x="160" y="8"/>
                      <a:pt x="157" y="8"/>
                    </a:cubicBezTo>
                    <a:cubicBezTo>
                      <a:pt x="154" y="8"/>
                      <a:pt x="152" y="8"/>
                      <a:pt x="149" y="7"/>
                    </a:cubicBezTo>
                    <a:cubicBezTo>
                      <a:pt x="147" y="6"/>
                      <a:pt x="147" y="3"/>
                      <a:pt x="143" y="5"/>
                    </a:cubicBezTo>
                    <a:cubicBezTo>
                      <a:pt x="140" y="7"/>
                      <a:pt x="142" y="8"/>
                      <a:pt x="138" y="8"/>
                    </a:cubicBezTo>
                    <a:cubicBezTo>
                      <a:pt x="137" y="8"/>
                      <a:pt x="137" y="8"/>
                      <a:pt x="136" y="8"/>
                    </a:cubicBezTo>
                    <a:cubicBezTo>
                      <a:pt x="135" y="8"/>
                      <a:pt x="134" y="8"/>
                      <a:pt x="132" y="8"/>
                    </a:cubicBezTo>
                    <a:cubicBezTo>
                      <a:pt x="131" y="8"/>
                      <a:pt x="130" y="8"/>
                      <a:pt x="129" y="8"/>
                    </a:cubicBezTo>
                    <a:cubicBezTo>
                      <a:pt x="126" y="8"/>
                      <a:pt x="126" y="8"/>
                      <a:pt x="123" y="10"/>
                    </a:cubicBezTo>
                    <a:cubicBezTo>
                      <a:pt x="122" y="10"/>
                      <a:pt x="123" y="11"/>
                      <a:pt x="121" y="11"/>
                    </a:cubicBezTo>
                    <a:cubicBezTo>
                      <a:pt x="120" y="12"/>
                      <a:pt x="118" y="11"/>
                      <a:pt x="117" y="11"/>
                    </a:cubicBezTo>
                    <a:cubicBezTo>
                      <a:pt x="113" y="11"/>
                      <a:pt x="110" y="13"/>
                      <a:pt x="106" y="13"/>
                    </a:cubicBezTo>
                    <a:cubicBezTo>
                      <a:pt x="104" y="13"/>
                      <a:pt x="101" y="13"/>
                      <a:pt x="98" y="13"/>
                    </a:cubicBezTo>
                    <a:cubicBezTo>
                      <a:pt x="92" y="14"/>
                      <a:pt x="89" y="15"/>
                      <a:pt x="82" y="13"/>
                    </a:cubicBezTo>
                    <a:cubicBezTo>
                      <a:pt x="71" y="9"/>
                      <a:pt x="60" y="10"/>
                      <a:pt x="48" y="10"/>
                    </a:cubicBezTo>
                    <a:cubicBezTo>
                      <a:pt x="42" y="9"/>
                      <a:pt x="39" y="16"/>
                      <a:pt x="36" y="21"/>
                    </a:cubicBezTo>
                    <a:cubicBezTo>
                      <a:pt x="32" y="20"/>
                      <a:pt x="30" y="14"/>
                      <a:pt x="24" y="13"/>
                    </a:cubicBezTo>
                    <a:cubicBezTo>
                      <a:pt x="20" y="12"/>
                      <a:pt x="16" y="13"/>
                      <a:pt x="12" y="14"/>
                    </a:cubicBezTo>
                    <a:cubicBezTo>
                      <a:pt x="7" y="16"/>
                      <a:pt x="4" y="12"/>
                      <a:pt x="0" y="10"/>
                    </a:cubicBezTo>
                    <a:cubicBezTo>
                      <a:pt x="0" y="239"/>
                      <a:pt x="0" y="239"/>
                      <a:pt x="0" y="239"/>
                    </a:cubicBezTo>
                    <a:cubicBezTo>
                      <a:pt x="4" y="239"/>
                      <a:pt x="8" y="239"/>
                      <a:pt x="11" y="237"/>
                    </a:cubicBezTo>
                    <a:cubicBezTo>
                      <a:pt x="17" y="234"/>
                      <a:pt x="22" y="232"/>
                      <a:pt x="28" y="232"/>
                    </a:cubicBezTo>
                    <a:cubicBezTo>
                      <a:pt x="34" y="232"/>
                      <a:pt x="40" y="232"/>
                      <a:pt x="46" y="232"/>
                    </a:cubicBezTo>
                    <a:cubicBezTo>
                      <a:pt x="48" y="232"/>
                      <a:pt x="49" y="232"/>
                      <a:pt x="51" y="232"/>
                    </a:cubicBezTo>
                    <a:cubicBezTo>
                      <a:pt x="53" y="233"/>
                      <a:pt x="55" y="235"/>
                      <a:pt x="57" y="236"/>
                    </a:cubicBezTo>
                    <a:cubicBezTo>
                      <a:pt x="61" y="237"/>
                      <a:pt x="61" y="234"/>
                      <a:pt x="64" y="232"/>
                    </a:cubicBezTo>
                    <a:cubicBezTo>
                      <a:pt x="65" y="232"/>
                      <a:pt x="68" y="232"/>
                      <a:pt x="70" y="231"/>
                    </a:cubicBezTo>
                    <a:cubicBezTo>
                      <a:pt x="73" y="231"/>
                      <a:pt x="75" y="232"/>
                      <a:pt x="79" y="232"/>
                    </a:cubicBezTo>
                    <a:cubicBezTo>
                      <a:pt x="83" y="232"/>
                      <a:pt x="87" y="228"/>
                      <a:pt x="91" y="228"/>
                    </a:cubicBezTo>
                    <a:cubicBezTo>
                      <a:pt x="98" y="227"/>
                      <a:pt x="100" y="234"/>
                      <a:pt x="107" y="234"/>
                    </a:cubicBezTo>
                    <a:cubicBezTo>
                      <a:pt x="111" y="234"/>
                      <a:pt x="116" y="234"/>
                      <a:pt x="120" y="234"/>
                    </a:cubicBezTo>
                    <a:cubicBezTo>
                      <a:pt x="124" y="234"/>
                      <a:pt x="129" y="235"/>
                      <a:pt x="132" y="234"/>
                    </a:cubicBezTo>
                    <a:cubicBezTo>
                      <a:pt x="133" y="234"/>
                      <a:pt x="133" y="234"/>
                      <a:pt x="133" y="234"/>
                    </a:cubicBezTo>
                    <a:cubicBezTo>
                      <a:pt x="135" y="233"/>
                      <a:pt x="136" y="232"/>
                      <a:pt x="138" y="232"/>
                    </a:cubicBezTo>
                    <a:cubicBezTo>
                      <a:pt x="143" y="232"/>
                      <a:pt x="148" y="233"/>
                      <a:pt x="152" y="232"/>
                    </a:cubicBezTo>
                    <a:cubicBezTo>
                      <a:pt x="157" y="231"/>
                      <a:pt x="160" y="229"/>
                      <a:pt x="165" y="231"/>
                    </a:cubicBezTo>
                    <a:cubicBezTo>
                      <a:pt x="168" y="231"/>
                      <a:pt x="171" y="234"/>
                      <a:pt x="174" y="235"/>
                    </a:cubicBezTo>
                    <a:cubicBezTo>
                      <a:pt x="174" y="235"/>
                      <a:pt x="175" y="235"/>
                      <a:pt x="176" y="235"/>
                    </a:cubicBezTo>
                    <a:cubicBezTo>
                      <a:pt x="177" y="235"/>
                      <a:pt x="179" y="235"/>
                      <a:pt x="180" y="235"/>
                    </a:cubicBezTo>
                    <a:cubicBezTo>
                      <a:pt x="188" y="236"/>
                      <a:pt x="197" y="240"/>
                      <a:pt x="205" y="239"/>
                    </a:cubicBezTo>
                    <a:cubicBezTo>
                      <a:pt x="210" y="238"/>
                      <a:pt x="214" y="236"/>
                      <a:pt x="219" y="235"/>
                    </a:cubicBezTo>
                    <a:cubicBezTo>
                      <a:pt x="223" y="234"/>
                      <a:pt x="227" y="233"/>
                      <a:pt x="232" y="234"/>
                    </a:cubicBezTo>
                    <a:cubicBezTo>
                      <a:pt x="235" y="234"/>
                      <a:pt x="238" y="236"/>
                      <a:pt x="241" y="236"/>
                    </a:cubicBezTo>
                    <a:cubicBezTo>
                      <a:pt x="243" y="235"/>
                      <a:pt x="245" y="233"/>
                      <a:pt x="247" y="232"/>
                    </a:cubicBezTo>
                    <a:cubicBezTo>
                      <a:pt x="250" y="231"/>
                      <a:pt x="251" y="230"/>
                      <a:pt x="254" y="229"/>
                    </a:cubicBezTo>
                    <a:cubicBezTo>
                      <a:pt x="257" y="229"/>
                      <a:pt x="259" y="230"/>
                      <a:pt x="262" y="230"/>
                    </a:cubicBezTo>
                    <a:cubicBezTo>
                      <a:pt x="263" y="230"/>
                      <a:pt x="263" y="230"/>
                      <a:pt x="264" y="231"/>
                    </a:cubicBezTo>
                    <a:cubicBezTo>
                      <a:pt x="267" y="231"/>
                      <a:pt x="271" y="230"/>
                      <a:pt x="274" y="231"/>
                    </a:cubicBezTo>
                    <a:cubicBezTo>
                      <a:pt x="277" y="232"/>
                      <a:pt x="279" y="232"/>
                      <a:pt x="283" y="232"/>
                    </a:cubicBezTo>
                    <a:cubicBezTo>
                      <a:pt x="291" y="232"/>
                      <a:pt x="298" y="228"/>
                      <a:pt x="305" y="226"/>
                    </a:cubicBezTo>
                    <a:cubicBezTo>
                      <a:pt x="306" y="226"/>
                      <a:pt x="306" y="226"/>
                      <a:pt x="307" y="225"/>
                    </a:cubicBezTo>
                    <a:cubicBezTo>
                      <a:pt x="313" y="224"/>
                      <a:pt x="322" y="222"/>
                      <a:pt x="328" y="226"/>
                    </a:cubicBezTo>
                    <a:cubicBezTo>
                      <a:pt x="330" y="227"/>
                      <a:pt x="331" y="230"/>
                      <a:pt x="332" y="227"/>
                    </a:cubicBezTo>
                    <a:cubicBezTo>
                      <a:pt x="336" y="228"/>
                      <a:pt x="340" y="231"/>
                      <a:pt x="344" y="231"/>
                    </a:cubicBezTo>
                    <a:cubicBezTo>
                      <a:pt x="346" y="232"/>
                      <a:pt x="347" y="231"/>
                      <a:pt x="349" y="230"/>
                    </a:cubicBezTo>
                    <a:cubicBezTo>
                      <a:pt x="350" y="229"/>
                      <a:pt x="351" y="227"/>
                      <a:pt x="353" y="227"/>
                    </a:cubicBezTo>
                    <a:cubicBezTo>
                      <a:pt x="361" y="226"/>
                      <a:pt x="370" y="229"/>
                      <a:pt x="377" y="227"/>
                    </a:cubicBezTo>
                    <a:cubicBezTo>
                      <a:pt x="384" y="225"/>
                      <a:pt x="385" y="220"/>
                      <a:pt x="392" y="223"/>
                    </a:cubicBezTo>
                    <a:cubicBezTo>
                      <a:pt x="392" y="223"/>
                      <a:pt x="393" y="223"/>
                      <a:pt x="393" y="224"/>
                    </a:cubicBezTo>
                    <a:cubicBezTo>
                      <a:pt x="397" y="226"/>
                      <a:pt x="402" y="226"/>
                      <a:pt x="407" y="228"/>
                    </a:cubicBezTo>
                    <a:cubicBezTo>
                      <a:pt x="413" y="230"/>
                      <a:pt x="416" y="230"/>
                      <a:pt x="422" y="230"/>
                    </a:cubicBezTo>
                    <a:cubicBezTo>
                      <a:pt x="426" y="230"/>
                      <a:pt x="430" y="230"/>
                      <a:pt x="435" y="230"/>
                    </a:cubicBezTo>
                    <a:cubicBezTo>
                      <a:pt x="435" y="230"/>
                      <a:pt x="435" y="230"/>
                      <a:pt x="435" y="230"/>
                    </a:cubicBezTo>
                    <a:cubicBezTo>
                      <a:pt x="439" y="231"/>
                      <a:pt x="442" y="232"/>
                      <a:pt x="446" y="234"/>
                    </a:cubicBezTo>
                    <a:cubicBezTo>
                      <a:pt x="454" y="238"/>
                      <a:pt x="457" y="228"/>
                      <a:pt x="464" y="227"/>
                    </a:cubicBezTo>
                    <a:cubicBezTo>
                      <a:pt x="469" y="226"/>
                      <a:pt x="474" y="227"/>
                      <a:pt x="478" y="227"/>
                    </a:cubicBezTo>
                    <a:cubicBezTo>
                      <a:pt x="482" y="228"/>
                      <a:pt x="485" y="229"/>
                      <a:pt x="489" y="229"/>
                    </a:cubicBezTo>
                    <a:cubicBezTo>
                      <a:pt x="493" y="229"/>
                      <a:pt x="498" y="228"/>
                      <a:pt x="502" y="229"/>
                    </a:cubicBezTo>
                    <a:cubicBezTo>
                      <a:pt x="506" y="230"/>
                      <a:pt x="509" y="231"/>
                      <a:pt x="512" y="230"/>
                    </a:cubicBezTo>
                    <a:cubicBezTo>
                      <a:pt x="515" y="230"/>
                      <a:pt x="518" y="228"/>
                      <a:pt x="522" y="228"/>
                    </a:cubicBezTo>
                    <a:cubicBezTo>
                      <a:pt x="522" y="227"/>
                      <a:pt x="523" y="227"/>
                      <a:pt x="524" y="227"/>
                    </a:cubicBezTo>
                    <a:cubicBezTo>
                      <a:pt x="538" y="226"/>
                      <a:pt x="551" y="236"/>
                      <a:pt x="565" y="234"/>
                    </a:cubicBezTo>
                    <a:cubicBezTo>
                      <a:pt x="566" y="234"/>
                      <a:pt x="566" y="234"/>
                      <a:pt x="567" y="234"/>
                    </a:cubicBezTo>
                    <a:cubicBezTo>
                      <a:pt x="571" y="233"/>
                      <a:pt x="571" y="231"/>
                      <a:pt x="575" y="229"/>
                    </a:cubicBezTo>
                    <a:cubicBezTo>
                      <a:pt x="579" y="228"/>
                      <a:pt x="584" y="229"/>
                      <a:pt x="587" y="229"/>
                    </a:cubicBezTo>
                    <a:cubicBezTo>
                      <a:pt x="594" y="229"/>
                      <a:pt x="600" y="229"/>
                      <a:pt x="606" y="230"/>
                    </a:cubicBezTo>
                    <a:cubicBezTo>
                      <a:pt x="607" y="230"/>
                      <a:pt x="607" y="230"/>
                      <a:pt x="608" y="230"/>
                    </a:cubicBezTo>
                    <a:cubicBezTo>
                      <a:pt x="611" y="231"/>
                      <a:pt x="612" y="230"/>
                      <a:pt x="615" y="230"/>
                    </a:cubicBezTo>
                    <a:cubicBezTo>
                      <a:pt x="622" y="227"/>
                      <a:pt x="629" y="225"/>
                      <a:pt x="637" y="224"/>
                    </a:cubicBezTo>
                    <a:cubicBezTo>
                      <a:pt x="642" y="223"/>
                      <a:pt x="647" y="223"/>
                      <a:pt x="651" y="225"/>
                    </a:cubicBezTo>
                    <a:cubicBezTo>
                      <a:pt x="658" y="226"/>
                      <a:pt x="665" y="229"/>
                      <a:pt x="672" y="230"/>
                    </a:cubicBezTo>
                    <a:cubicBezTo>
                      <a:pt x="680" y="231"/>
                      <a:pt x="687" y="233"/>
                      <a:pt x="695" y="232"/>
                    </a:cubicBezTo>
                    <a:cubicBezTo>
                      <a:pt x="695" y="232"/>
                      <a:pt x="695" y="232"/>
                      <a:pt x="695" y="232"/>
                    </a:cubicBezTo>
                    <a:cubicBezTo>
                      <a:pt x="706" y="229"/>
                      <a:pt x="715" y="233"/>
                      <a:pt x="725" y="235"/>
                    </a:cubicBezTo>
                    <a:cubicBezTo>
                      <a:pt x="730" y="236"/>
                      <a:pt x="730" y="234"/>
                      <a:pt x="734" y="232"/>
                    </a:cubicBezTo>
                    <a:cubicBezTo>
                      <a:pt x="736" y="231"/>
                      <a:pt x="737" y="231"/>
                      <a:pt x="738" y="231"/>
                    </a:cubicBezTo>
                    <a:cubicBezTo>
                      <a:pt x="740" y="231"/>
                      <a:pt x="742" y="232"/>
                      <a:pt x="746" y="232"/>
                    </a:cubicBezTo>
                    <a:cubicBezTo>
                      <a:pt x="749" y="233"/>
                      <a:pt x="749" y="232"/>
                      <a:pt x="752" y="234"/>
                    </a:cubicBezTo>
                    <a:cubicBezTo>
                      <a:pt x="755" y="235"/>
                      <a:pt x="756" y="236"/>
                      <a:pt x="759" y="236"/>
                    </a:cubicBezTo>
                    <a:cubicBezTo>
                      <a:pt x="762" y="236"/>
                      <a:pt x="765" y="236"/>
                      <a:pt x="769" y="236"/>
                    </a:cubicBezTo>
                    <a:cubicBezTo>
                      <a:pt x="772" y="236"/>
                      <a:pt x="775" y="235"/>
                      <a:pt x="778" y="236"/>
                    </a:cubicBezTo>
                    <a:cubicBezTo>
                      <a:pt x="779" y="236"/>
                      <a:pt x="780" y="236"/>
                      <a:pt x="781" y="236"/>
                    </a:cubicBezTo>
                    <a:cubicBezTo>
                      <a:pt x="784" y="237"/>
                      <a:pt x="786" y="238"/>
                      <a:pt x="790" y="237"/>
                    </a:cubicBezTo>
                    <a:cubicBezTo>
                      <a:pt x="794" y="236"/>
                      <a:pt x="798" y="234"/>
                      <a:pt x="803" y="232"/>
                    </a:cubicBezTo>
                    <a:cubicBezTo>
                      <a:pt x="805" y="231"/>
                      <a:pt x="807" y="230"/>
                      <a:pt x="808" y="229"/>
                    </a:cubicBezTo>
                    <a:cubicBezTo>
                      <a:pt x="812" y="228"/>
                      <a:pt x="817" y="229"/>
                      <a:pt x="821" y="229"/>
                    </a:cubicBezTo>
                    <a:cubicBezTo>
                      <a:pt x="822" y="229"/>
                      <a:pt x="823" y="229"/>
                      <a:pt x="824" y="228"/>
                    </a:cubicBezTo>
                    <a:cubicBezTo>
                      <a:pt x="827" y="228"/>
                      <a:pt x="829" y="227"/>
                      <a:pt x="832" y="227"/>
                    </a:cubicBezTo>
                    <a:cubicBezTo>
                      <a:pt x="832" y="223"/>
                      <a:pt x="834" y="217"/>
                      <a:pt x="837" y="215"/>
                    </a:cubicBezTo>
                    <a:cubicBezTo>
                      <a:pt x="839" y="214"/>
                      <a:pt x="841" y="214"/>
                      <a:pt x="844" y="213"/>
                    </a:cubicBezTo>
                    <a:cubicBezTo>
                      <a:pt x="848" y="213"/>
                      <a:pt x="847" y="213"/>
                      <a:pt x="849" y="209"/>
                    </a:cubicBezTo>
                    <a:cubicBezTo>
                      <a:pt x="851" y="204"/>
                      <a:pt x="854" y="200"/>
                      <a:pt x="857" y="196"/>
                    </a:cubicBezTo>
                    <a:cubicBezTo>
                      <a:pt x="860" y="193"/>
                      <a:pt x="862" y="189"/>
                      <a:pt x="862" y="185"/>
                    </a:cubicBezTo>
                    <a:cubicBezTo>
                      <a:pt x="862" y="181"/>
                      <a:pt x="859" y="177"/>
                      <a:pt x="859" y="173"/>
                    </a:cubicBezTo>
                    <a:cubicBezTo>
                      <a:pt x="858" y="168"/>
                      <a:pt x="858" y="161"/>
                      <a:pt x="861" y="156"/>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81" name="Google Shape;381;p7"/>
            <p:cNvSpPr/>
            <p:nvPr/>
          </p:nvSpPr>
          <p:spPr>
            <a:xfrm rot="5410200">
              <a:off x="-8110" y="1960575"/>
              <a:ext cx="564549" cy="319496"/>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 name="Google Shape;382;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3" name="Shape 383"/>
        <p:cNvGrpSpPr/>
        <p:nvPr/>
      </p:nvGrpSpPr>
      <p:grpSpPr>
        <a:xfrm>
          <a:off x="0" y="0"/>
          <a:ext cx="0" cy="0"/>
          <a:chOff x="0" y="0"/>
          <a:chExt cx="0" cy="0"/>
        </a:xfrm>
      </p:grpSpPr>
      <p:pic>
        <p:nvPicPr>
          <p:cNvPr id="384" name="Google Shape;384;p8"/>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385" name="Google Shape;385;p8"/>
          <p:cNvGrpSpPr/>
          <p:nvPr/>
        </p:nvGrpSpPr>
        <p:grpSpPr>
          <a:xfrm>
            <a:off x="-719576" y="-210841"/>
            <a:ext cx="10035172" cy="7122581"/>
            <a:chOff x="-719576" y="-210841"/>
            <a:chExt cx="10035172" cy="7122581"/>
          </a:xfrm>
        </p:grpSpPr>
        <p:grpSp>
          <p:nvGrpSpPr>
            <p:cNvPr id="386" name="Google Shape;386;p8"/>
            <p:cNvGrpSpPr/>
            <p:nvPr/>
          </p:nvGrpSpPr>
          <p:grpSpPr>
            <a:xfrm rot="10438415">
              <a:off x="-302121" y="4483432"/>
              <a:ext cx="2385855" cy="2309448"/>
              <a:chOff x="-1614876" y="-1008200"/>
              <a:chExt cx="3010620" cy="2914205"/>
            </a:xfrm>
          </p:grpSpPr>
          <p:sp>
            <p:nvSpPr>
              <p:cNvPr id="387" name="Google Shape;387;p8"/>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1314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8"/>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89" name="Google Shape;389;p8"/>
            <p:cNvGrpSpPr/>
            <p:nvPr/>
          </p:nvGrpSpPr>
          <p:grpSpPr>
            <a:xfrm rot="10800000">
              <a:off x="6938381" y="-210841"/>
              <a:ext cx="2377216" cy="750334"/>
              <a:chOff x="5662613" y="-252412"/>
              <a:chExt cx="3259139" cy="1028700"/>
            </a:xfrm>
          </p:grpSpPr>
          <p:sp>
            <p:nvSpPr>
              <p:cNvPr id="390" name="Google Shape;390;p8"/>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8"/>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92" name="Google Shape;392;p8"/>
            <p:cNvSpPr/>
            <p:nvPr/>
          </p:nvSpPr>
          <p:spPr>
            <a:xfrm rot="10200">
              <a:off x="6707224" y="-75355"/>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8"/>
            <p:cNvSpPr/>
            <p:nvPr/>
          </p:nvSpPr>
          <p:spPr>
            <a:xfrm rot="10115">
              <a:off x="-719578" y="593306"/>
              <a:ext cx="1040378" cy="396694"/>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8"/>
            <p:cNvSpPr/>
            <p:nvPr/>
          </p:nvSpPr>
          <p:spPr>
            <a:xfrm flipH="1" rot="-10115">
              <a:off x="-553253" y="89006"/>
              <a:ext cx="1040378" cy="396694"/>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5" name="Google Shape;395;p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396" name="Google Shape;396;p8"/>
          <p:cNvSpPr txBox="1"/>
          <p:nvPr>
            <p:ph idx="1" type="body"/>
          </p:nvPr>
        </p:nvSpPr>
        <p:spPr>
          <a:xfrm>
            <a:off x="720000" y="1122875"/>
            <a:ext cx="7704000" cy="33831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sp>
        <p:nvSpPr>
          <p:cNvPr id="397" name="Google Shape;397;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8" name="Shape 398"/>
        <p:cNvGrpSpPr/>
        <p:nvPr/>
      </p:nvGrpSpPr>
      <p:grpSpPr>
        <a:xfrm>
          <a:off x="0" y="0"/>
          <a:ext cx="0" cy="0"/>
          <a:chOff x="0" y="0"/>
          <a:chExt cx="0" cy="0"/>
        </a:xfrm>
      </p:grpSpPr>
      <p:pic>
        <p:nvPicPr>
          <p:cNvPr id="399" name="Google Shape;399;p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00" name="Google Shape;400;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01" name="Google Shape;401;p9"/>
          <p:cNvSpPr txBox="1"/>
          <p:nvPr>
            <p:ph idx="1" type="body"/>
          </p:nvPr>
        </p:nvSpPr>
        <p:spPr>
          <a:xfrm>
            <a:off x="720000" y="1178251"/>
            <a:ext cx="7704000" cy="11562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402" name="Google Shape;402;p9"/>
          <p:cNvGrpSpPr/>
          <p:nvPr/>
        </p:nvGrpSpPr>
        <p:grpSpPr>
          <a:xfrm flipH="1" rot="10800000">
            <a:off x="-455983" y="-840034"/>
            <a:ext cx="9689484" cy="6488322"/>
            <a:chOff x="-303583" y="-459034"/>
            <a:chExt cx="9689484" cy="6488322"/>
          </a:xfrm>
        </p:grpSpPr>
        <p:grpSp>
          <p:nvGrpSpPr>
            <p:cNvPr id="403" name="Google Shape;403;p9"/>
            <p:cNvGrpSpPr/>
            <p:nvPr/>
          </p:nvGrpSpPr>
          <p:grpSpPr>
            <a:xfrm>
              <a:off x="-303583" y="-459034"/>
              <a:ext cx="1553567" cy="1814301"/>
              <a:chOff x="-406433" y="67804"/>
              <a:chExt cx="1553567" cy="1814301"/>
            </a:xfrm>
          </p:grpSpPr>
          <p:sp>
            <p:nvSpPr>
              <p:cNvPr id="404" name="Google Shape;404;p9"/>
              <p:cNvSpPr/>
              <p:nvPr/>
            </p:nvSpPr>
            <p:spPr>
              <a:xfrm flipH="1" rot="5400000">
                <a:off x="-515107" y="219864"/>
                <a:ext cx="1770915" cy="1553567"/>
              </a:xfrm>
              <a:custGeom>
                <a:rect b="b" l="l" r="r" t="t"/>
                <a:pathLst>
                  <a:path extrusionOk="0" h="58786" w="67023">
                    <a:moveTo>
                      <a:pt x="55047" y="0"/>
                    </a:moveTo>
                    <a:cubicBezTo>
                      <a:pt x="54712" y="61"/>
                      <a:pt x="54408" y="182"/>
                      <a:pt x="54135" y="365"/>
                    </a:cubicBezTo>
                    <a:cubicBezTo>
                      <a:pt x="53649" y="790"/>
                      <a:pt x="53557" y="1641"/>
                      <a:pt x="53253" y="2189"/>
                    </a:cubicBezTo>
                    <a:cubicBezTo>
                      <a:pt x="52980" y="2675"/>
                      <a:pt x="52554" y="3100"/>
                      <a:pt x="52038" y="3313"/>
                    </a:cubicBezTo>
                    <a:cubicBezTo>
                      <a:pt x="51946" y="3374"/>
                      <a:pt x="51825" y="3404"/>
                      <a:pt x="51703" y="3404"/>
                    </a:cubicBezTo>
                    <a:cubicBezTo>
                      <a:pt x="51673" y="3465"/>
                      <a:pt x="51612" y="3526"/>
                      <a:pt x="51582" y="3556"/>
                    </a:cubicBezTo>
                    <a:cubicBezTo>
                      <a:pt x="51490" y="4012"/>
                      <a:pt x="51247" y="4438"/>
                      <a:pt x="50852" y="4711"/>
                    </a:cubicBezTo>
                    <a:cubicBezTo>
                      <a:pt x="50700" y="4985"/>
                      <a:pt x="50548" y="5259"/>
                      <a:pt x="50427" y="5562"/>
                    </a:cubicBezTo>
                    <a:cubicBezTo>
                      <a:pt x="50335" y="5866"/>
                      <a:pt x="50123" y="6110"/>
                      <a:pt x="49880" y="6322"/>
                    </a:cubicBezTo>
                    <a:cubicBezTo>
                      <a:pt x="49880" y="6292"/>
                      <a:pt x="49880" y="6292"/>
                      <a:pt x="49880" y="6262"/>
                    </a:cubicBezTo>
                    <a:cubicBezTo>
                      <a:pt x="49846" y="6183"/>
                      <a:pt x="49774" y="6146"/>
                      <a:pt x="49673" y="6146"/>
                    </a:cubicBezTo>
                    <a:cubicBezTo>
                      <a:pt x="49501" y="6146"/>
                      <a:pt x="49243" y="6253"/>
                      <a:pt x="48937" y="6444"/>
                    </a:cubicBezTo>
                    <a:cubicBezTo>
                      <a:pt x="48694" y="6930"/>
                      <a:pt x="48421" y="7386"/>
                      <a:pt x="48117" y="7842"/>
                    </a:cubicBezTo>
                    <a:cubicBezTo>
                      <a:pt x="48238" y="8237"/>
                      <a:pt x="47904" y="8815"/>
                      <a:pt x="47752" y="9301"/>
                    </a:cubicBezTo>
                    <a:cubicBezTo>
                      <a:pt x="47661" y="9332"/>
                      <a:pt x="47600" y="9362"/>
                      <a:pt x="47509" y="9392"/>
                    </a:cubicBezTo>
                    <a:cubicBezTo>
                      <a:pt x="47357" y="9423"/>
                      <a:pt x="47144" y="9423"/>
                      <a:pt x="46962" y="9453"/>
                    </a:cubicBezTo>
                    <a:cubicBezTo>
                      <a:pt x="45776" y="10882"/>
                      <a:pt x="44348" y="12310"/>
                      <a:pt x="42980" y="13739"/>
                    </a:cubicBezTo>
                    <a:cubicBezTo>
                      <a:pt x="41308" y="15471"/>
                      <a:pt x="39849" y="16991"/>
                      <a:pt x="38420" y="18359"/>
                    </a:cubicBezTo>
                    <a:cubicBezTo>
                      <a:pt x="38086" y="19058"/>
                      <a:pt x="37569" y="19605"/>
                      <a:pt x="36901" y="19970"/>
                    </a:cubicBezTo>
                    <a:cubicBezTo>
                      <a:pt x="36779" y="20031"/>
                      <a:pt x="36627" y="20092"/>
                      <a:pt x="36475" y="20092"/>
                    </a:cubicBezTo>
                    <a:cubicBezTo>
                      <a:pt x="35320" y="21064"/>
                      <a:pt x="34135" y="21976"/>
                      <a:pt x="32888" y="22797"/>
                    </a:cubicBezTo>
                    <a:cubicBezTo>
                      <a:pt x="32645" y="22949"/>
                      <a:pt x="32372" y="23101"/>
                      <a:pt x="32098" y="23192"/>
                    </a:cubicBezTo>
                    <a:cubicBezTo>
                      <a:pt x="32037" y="23283"/>
                      <a:pt x="31976" y="23374"/>
                      <a:pt x="31916" y="23465"/>
                    </a:cubicBezTo>
                    <a:cubicBezTo>
                      <a:pt x="31217" y="24377"/>
                      <a:pt x="30609" y="25320"/>
                      <a:pt x="30001" y="26262"/>
                    </a:cubicBezTo>
                    <a:lnTo>
                      <a:pt x="29150" y="26687"/>
                    </a:lnTo>
                    <a:cubicBezTo>
                      <a:pt x="28137" y="27760"/>
                      <a:pt x="26803" y="28482"/>
                      <a:pt x="25806" y="28482"/>
                    </a:cubicBezTo>
                    <a:cubicBezTo>
                      <a:pt x="25786" y="28482"/>
                      <a:pt x="25766" y="28481"/>
                      <a:pt x="25745" y="28481"/>
                    </a:cubicBezTo>
                    <a:cubicBezTo>
                      <a:pt x="23982" y="30274"/>
                      <a:pt x="22554" y="31156"/>
                      <a:pt x="20244" y="32797"/>
                    </a:cubicBezTo>
                    <a:cubicBezTo>
                      <a:pt x="19727" y="33162"/>
                      <a:pt x="19149" y="33466"/>
                      <a:pt x="18542" y="33618"/>
                    </a:cubicBezTo>
                    <a:cubicBezTo>
                      <a:pt x="18146" y="33891"/>
                      <a:pt x="17812" y="34226"/>
                      <a:pt x="17538" y="34621"/>
                    </a:cubicBezTo>
                    <a:cubicBezTo>
                      <a:pt x="17569" y="34712"/>
                      <a:pt x="17599" y="34803"/>
                      <a:pt x="17630" y="34894"/>
                    </a:cubicBezTo>
                    <a:cubicBezTo>
                      <a:pt x="17417" y="34985"/>
                      <a:pt x="17204" y="35046"/>
                      <a:pt x="16991" y="35168"/>
                    </a:cubicBezTo>
                    <a:cubicBezTo>
                      <a:pt x="16657" y="35350"/>
                      <a:pt x="16323" y="35593"/>
                      <a:pt x="15988" y="35836"/>
                    </a:cubicBezTo>
                    <a:cubicBezTo>
                      <a:pt x="15745" y="36140"/>
                      <a:pt x="15502" y="36475"/>
                      <a:pt x="15228" y="36779"/>
                    </a:cubicBezTo>
                    <a:cubicBezTo>
                      <a:pt x="14803" y="36900"/>
                      <a:pt x="14438" y="37265"/>
                      <a:pt x="14286" y="37691"/>
                    </a:cubicBezTo>
                    <a:cubicBezTo>
                      <a:pt x="14195" y="37782"/>
                      <a:pt x="14104" y="37873"/>
                      <a:pt x="14043" y="37934"/>
                    </a:cubicBezTo>
                    <a:cubicBezTo>
                      <a:pt x="13405" y="38815"/>
                      <a:pt x="12858" y="39666"/>
                      <a:pt x="12250" y="40517"/>
                    </a:cubicBezTo>
                    <a:cubicBezTo>
                      <a:pt x="12858" y="40943"/>
                      <a:pt x="11490" y="41824"/>
                      <a:pt x="11125" y="42463"/>
                    </a:cubicBezTo>
                    <a:cubicBezTo>
                      <a:pt x="10608" y="42706"/>
                      <a:pt x="10183" y="43071"/>
                      <a:pt x="9909" y="43557"/>
                    </a:cubicBezTo>
                    <a:cubicBezTo>
                      <a:pt x="9575" y="44165"/>
                      <a:pt x="9240" y="44742"/>
                      <a:pt x="9362" y="45198"/>
                    </a:cubicBezTo>
                    <a:cubicBezTo>
                      <a:pt x="9757" y="46597"/>
                      <a:pt x="9696" y="46627"/>
                      <a:pt x="7326" y="47843"/>
                    </a:cubicBezTo>
                    <a:cubicBezTo>
                      <a:pt x="7204" y="47904"/>
                      <a:pt x="7082" y="47964"/>
                      <a:pt x="6961" y="48025"/>
                    </a:cubicBezTo>
                    <a:cubicBezTo>
                      <a:pt x="6809" y="48207"/>
                      <a:pt x="6505" y="48511"/>
                      <a:pt x="6535" y="48572"/>
                    </a:cubicBezTo>
                    <a:cubicBezTo>
                      <a:pt x="6657" y="48785"/>
                      <a:pt x="6535" y="49089"/>
                      <a:pt x="6322" y="49393"/>
                    </a:cubicBezTo>
                    <a:cubicBezTo>
                      <a:pt x="6292" y="49545"/>
                      <a:pt x="6231" y="49666"/>
                      <a:pt x="6140" y="49758"/>
                    </a:cubicBezTo>
                    <a:cubicBezTo>
                      <a:pt x="5867" y="49970"/>
                      <a:pt x="5593" y="50153"/>
                      <a:pt x="5289" y="50274"/>
                    </a:cubicBezTo>
                    <a:cubicBezTo>
                      <a:pt x="5198" y="50518"/>
                      <a:pt x="5046" y="50730"/>
                      <a:pt x="4863" y="50943"/>
                    </a:cubicBezTo>
                    <a:cubicBezTo>
                      <a:pt x="4316" y="51733"/>
                      <a:pt x="3708" y="52493"/>
                      <a:pt x="3009" y="53162"/>
                    </a:cubicBezTo>
                    <a:cubicBezTo>
                      <a:pt x="2888" y="53253"/>
                      <a:pt x="2736" y="53314"/>
                      <a:pt x="2553" y="53344"/>
                    </a:cubicBezTo>
                    <a:cubicBezTo>
                      <a:pt x="2401" y="53527"/>
                      <a:pt x="2189" y="53679"/>
                      <a:pt x="2006" y="53861"/>
                    </a:cubicBezTo>
                    <a:cubicBezTo>
                      <a:pt x="1702" y="54165"/>
                      <a:pt x="1459" y="54530"/>
                      <a:pt x="1398" y="54955"/>
                    </a:cubicBezTo>
                    <a:cubicBezTo>
                      <a:pt x="1338" y="55411"/>
                      <a:pt x="1094" y="55776"/>
                      <a:pt x="760" y="56050"/>
                    </a:cubicBezTo>
                    <a:cubicBezTo>
                      <a:pt x="517" y="56293"/>
                      <a:pt x="243" y="56536"/>
                      <a:pt x="0" y="56779"/>
                    </a:cubicBezTo>
                    <a:lnTo>
                      <a:pt x="0" y="58785"/>
                    </a:lnTo>
                    <a:lnTo>
                      <a:pt x="65169" y="58785"/>
                    </a:lnTo>
                    <a:lnTo>
                      <a:pt x="67023" y="0"/>
                    </a:lnTo>
                    <a:close/>
                  </a:path>
                </a:pathLst>
              </a:custGeom>
              <a:solidFill>
                <a:schemeClr val="accent3"/>
              </a:solidFill>
              <a:ln>
                <a:noFill/>
              </a:ln>
              <a:effectLst>
                <a:outerShdw blurRad="28575" rotWithShape="0" algn="bl" dir="16140000" dist="38100">
                  <a:srgbClr val="000000">
                    <a:alpha val="23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flipH="1" rot="5400000">
                <a:off x="-491023" y="152394"/>
                <a:ext cx="1722747" cy="1553567"/>
              </a:xfrm>
              <a:custGeom>
                <a:rect b="b" l="l" r="r" t="t"/>
                <a:pathLst>
                  <a:path extrusionOk="0" h="58786" w="65200">
                    <a:moveTo>
                      <a:pt x="52767" y="0"/>
                    </a:moveTo>
                    <a:cubicBezTo>
                      <a:pt x="52342" y="486"/>
                      <a:pt x="51886" y="973"/>
                      <a:pt x="51399" y="1489"/>
                    </a:cubicBezTo>
                    <a:cubicBezTo>
                      <a:pt x="51308" y="1763"/>
                      <a:pt x="51156" y="2037"/>
                      <a:pt x="50943" y="2249"/>
                    </a:cubicBezTo>
                    <a:lnTo>
                      <a:pt x="51095" y="2280"/>
                    </a:lnTo>
                    <a:lnTo>
                      <a:pt x="50244" y="3496"/>
                    </a:lnTo>
                    <a:cubicBezTo>
                      <a:pt x="50184" y="3952"/>
                      <a:pt x="49940" y="4347"/>
                      <a:pt x="49576" y="4620"/>
                    </a:cubicBezTo>
                    <a:cubicBezTo>
                      <a:pt x="49454" y="4894"/>
                      <a:pt x="49302" y="5167"/>
                      <a:pt x="49211" y="5441"/>
                    </a:cubicBezTo>
                    <a:cubicBezTo>
                      <a:pt x="49120" y="5714"/>
                      <a:pt x="48937" y="5988"/>
                      <a:pt x="48694" y="6170"/>
                    </a:cubicBezTo>
                    <a:lnTo>
                      <a:pt x="48694" y="6140"/>
                    </a:lnTo>
                    <a:cubicBezTo>
                      <a:pt x="48658" y="6055"/>
                      <a:pt x="48588" y="6014"/>
                      <a:pt x="48486" y="6014"/>
                    </a:cubicBezTo>
                    <a:cubicBezTo>
                      <a:pt x="48332" y="6014"/>
                      <a:pt x="48106" y="6109"/>
                      <a:pt x="47813" y="6292"/>
                    </a:cubicBezTo>
                    <a:cubicBezTo>
                      <a:pt x="47600" y="6778"/>
                      <a:pt x="47357" y="7234"/>
                      <a:pt x="47083" y="7690"/>
                    </a:cubicBezTo>
                    <a:cubicBezTo>
                      <a:pt x="47205" y="8055"/>
                      <a:pt x="46901" y="8602"/>
                      <a:pt x="46779" y="9088"/>
                    </a:cubicBezTo>
                    <a:cubicBezTo>
                      <a:pt x="46718" y="9119"/>
                      <a:pt x="46658" y="9180"/>
                      <a:pt x="46567" y="9180"/>
                    </a:cubicBezTo>
                    <a:cubicBezTo>
                      <a:pt x="46415" y="9210"/>
                      <a:pt x="46202" y="9240"/>
                      <a:pt x="46019" y="9240"/>
                    </a:cubicBezTo>
                    <a:cubicBezTo>
                      <a:pt x="44956" y="10669"/>
                      <a:pt x="43679" y="12098"/>
                      <a:pt x="42433" y="13496"/>
                    </a:cubicBezTo>
                    <a:cubicBezTo>
                      <a:pt x="40913" y="15228"/>
                      <a:pt x="39575" y="16778"/>
                      <a:pt x="38208" y="18237"/>
                    </a:cubicBezTo>
                    <a:cubicBezTo>
                      <a:pt x="37904" y="18937"/>
                      <a:pt x="37387" y="19544"/>
                      <a:pt x="36749" y="19970"/>
                    </a:cubicBezTo>
                    <a:cubicBezTo>
                      <a:pt x="36627" y="20061"/>
                      <a:pt x="36475" y="20122"/>
                      <a:pt x="36323" y="20122"/>
                    </a:cubicBezTo>
                    <a:cubicBezTo>
                      <a:pt x="35199" y="21216"/>
                      <a:pt x="34013" y="22250"/>
                      <a:pt x="32767" y="23222"/>
                    </a:cubicBezTo>
                    <a:cubicBezTo>
                      <a:pt x="32524" y="23405"/>
                      <a:pt x="32281" y="23557"/>
                      <a:pt x="31977" y="23678"/>
                    </a:cubicBezTo>
                    <a:cubicBezTo>
                      <a:pt x="31946" y="23800"/>
                      <a:pt x="31885" y="23891"/>
                      <a:pt x="31825" y="23982"/>
                    </a:cubicBezTo>
                    <a:cubicBezTo>
                      <a:pt x="31095" y="25016"/>
                      <a:pt x="30487" y="26049"/>
                      <a:pt x="29818" y="27083"/>
                    </a:cubicBezTo>
                    <a:lnTo>
                      <a:pt x="28967" y="27630"/>
                    </a:lnTo>
                    <a:cubicBezTo>
                      <a:pt x="27873" y="28846"/>
                      <a:pt x="26384" y="29697"/>
                      <a:pt x="25320" y="29727"/>
                    </a:cubicBezTo>
                    <a:cubicBezTo>
                      <a:pt x="23435" y="31612"/>
                      <a:pt x="21916" y="32554"/>
                      <a:pt x="19423" y="34165"/>
                    </a:cubicBezTo>
                    <a:cubicBezTo>
                      <a:pt x="18876" y="34529"/>
                      <a:pt x="18268" y="34803"/>
                      <a:pt x="17630" y="34925"/>
                    </a:cubicBezTo>
                    <a:cubicBezTo>
                      <a:pt x="17235" y="35168"/>
                      <a:pt x="16870" y="35472"/>
                      <a:pt x="16596" y="35836"/>
                    </a:cubicBezTo>
                    <a:cubicBezTo>
                      <a:pt x="16627" y="35928"/>
                      <a:pt x="16657" y="36019"/>
                      <a:pt x="16688" y="36110"/>
                    </a:cubicBezTo>
                    <a:cubicBezTo>
                      <a:pt x="16475" y="36201"/>
                      <a:pt x="16262" y="36232"/>
                      <a:pt x="16049" y="36353"/>
                    </a:cubicBezTo>
                    <a:cubicBezTo>
                      <a:pt x="15684" y="36536"/>
                      <a:pt x="15350" y="36718"/>
                      <a:pt x="15046" y="36961"/>
                    </a:cubicBezTo>
                    <a:cubicBezTo>
                      <a:pt x="14803" y="37235"/>
                      <a:pt x="14560" y="37508"/>
                      <a:pt x="14317" y="37782"/>
                    </a:cubicBezTo>
                    <a:cubicBezTo>
                      <a:pt x="13861" y="37873"/>
                      <a:pt x="13496" y="38207"/>
                      <a:pt x="13374" y="38633"/>
                    </a:cubicBezTo>
                    <a:cubicBezTo>
                      <a:pt x="13283" y="38694"/>
                      <a:pt x="13192" y="38754"/>
                      <a:pt x="13131" y="38846"/>
                    </a:cubicBezTo>
                    <a:cubicBezTo>
                      <a:pt x="12523" y="39606"/>
                      <a:pt x="12007" y="40396"/>
                      <a:pt x="11459" y="41156"/>
                    </a:cubicBezTo>
                    <a:cubicBezTo>
                      <a:pt x="12098" y="41581"/>
                      <a:pt x="10791" y="42311"/>
                      <a:pt x="10426" y="42888"/>
                    </a:cubicBezTo>
                    <a:cubicBezTo>
                      <a:pt x="9970" y="43071"/>
                      <a:pt x="9545" y="43405"/>
                      <a:pt x="9301" y="43861"/>
                    </a:cubicBezTo>
                    <a:cubicBezTo>
                      <a:pt x="9028" y="44408"/>
                      <a:pt x="8724" y="44955"/>
                      <a:pt x="8876" y="45381"/>
                    </a:cubicBezTo>
                    <a:cubicBezTo>
                      <a:pt x="9332" y="46688"/>
                      <a:pt x="9301" y="46718"/>
                      <a:pt x="7022" y="47843"/>
                    </a:cubicBezTo>
                    <a:cubicBezTo>
                      <a:pt x="6900" y="47873"/>
                      <a:pt x="6779" y="47934"/>
                      <a:pt x="6687" y="47995"/>
                    </a:cubicBezTo>
                    <a:cubicBezTo>
                      <a:pt x="6505" y="48177"/>
                      <a:pt x="6231" y="48451"/>
                      <a:pt x="6262" y="48511"/>
                    </a:cubicBezTo>
                    <a:cubicBezTo>
                      <a:pt x="6444" y="48815"/>
                      <a:pt x="6231" y="49180"/>
                      <a:pt x="5897" y="49636"/>
                    </a:cubicBezTo>
                    <a:cubicBezTo>
                      <a:pt x="5836" y="49545"/>
                      <a:pt x="5836" y="49484"/>
                      <a:pt x="5836" y="49393"/>
                    </a:cubicBezTo>
                    <a:cubicBezTo>
                      <a:pt x="5502" y="49879"/>
                      <a:pt x="5016" y="50092"/>
                      <a:pt x="4803" y="50670"/>
                    </a:cubicBezTo>
                    <a:cubicBezTo>
                      <a:pt x="4590" y="51217"/>
                      <a:pt x="4225" y="51429"/>
                      <a:pt x="3921" y="51885"/>
                    </a:cubicBezTo>
                    <a:cubicBezTo>
                      <a:pt x="3374" y="52676"/>
                      <a:pt x="2706" y="53344"/>
                      <a:pt x="1915" y="53861"/>
                    </a:cubicBezTo>
                    <a:cubicBezTo>
                      <a:pt x="1611" y="54135"/>
                      <a:pt x="1459" y="54499"/>
                      <a:pt x="1398" y="54864"/>
                    </a:cubicBezTo>
                    <a:cubicBezTo>
                      <a:pt x="1338" y="55320"/>
                      <a:pt x="1095" y="55715"/>
                      <a:pt x="760" y="55989"/>
                    </a:cubicBezTo>
                    <a:cubicBezTo>
                      <a:pt x="517" y="56232"/>
                      <a:pt x="243" y="56475"/>
                      <a:pt x="0" y="56749"/>
                    </a:cubicBezTo>
                    <a:lnTo>
                      <a:pt x="0" y="58785"/>
                    </a:lnTo>
                    <a:lnTo>
                      <a:pt x="65199" y="58785"/>
                    </a:lnTo>
                    <a:lnTo>
                      <a:pt x="651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flipH="1" rot="5400000">
                <a:off x="-97145" y="1006603"/>
                <a:ext cx="13687" cy="632225"/>
              </a:xfrm>
              <a:custGeom>
                <a:rect b="b" l="l" r="r" t="t"/>
                <a:pathLst>
                  <a:path extrusionOk="0" h="23923" w="518">
                    <a:moveTo>
                      <a:pt x="517" y="1"/>
                    </a:moveTo>
                    <a:cubicBezTo>
                      <a:pt x="396" y="31"/>
                      <a:pt x="274" y="62"/>
                      <a:pt x="152" y="62"/>
                    </a:cubicBezTo>
                    <a:lnTo>
                      <a:pt x="0" y="183"/>
                    </a:lnTo>
                    <a:lnTo>
                      <a:pt x="0" y="23922"/>
                    </a:lnTo>
                    <a:lnTo>
                      <a:pt x="517" y="23922"/>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flipH="1" rot="5400000">
                <a:off x="-43314" y="788951"/>
                <a:ext cx="13660" cy="739864"/>
              </a:xfrm>
              <a:custGeom>
                <a:rect b="b" l="l" r="r" t="t"/>
                <a:pathLst>
                  <a:path extrusionOk="0" h="27996" w="517">
                    <a:moveTo>
                      <a:pt x="517" y="1"/>
                    </a:moveTo>
                    <a:cubicBezTo>
                      <a:pt x="334" y="153"/>
                      <a:pt x="183" y="305"/>
                      <a:pt x="0" y="426"/>
                    </a:cubicBezTo>
                    <a:lnTo>
                      <a:pt x="0" y="27995"/>
                    </a:lnTo>
                    <a:lnTo>
                      <a:pt x="517" y="2799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flipH="1" rot="5400000">
                <a:off x="-293546" y="1530703"/>
                <a:ext cx="13687" cy="239407"/>
              </a:xfrm>
              <a:custGeom>
                <a:rect b="b" l="l" r="r" t="t"/>
                <a:pathLst>
                  <a:path extrusionOk="0" h="9059" w="518">
                    <a:moveTo>
                      <a:pt x="518" y="0"/>
                    </a:moveTo>
                    <a:cubicBezTo>
                      <a:pt x="366" y="152"/>
                      <a:pt x="153" y="304"/>
                      <a:pt x="1" y="517"/>
                    </a:cubicBezTo>
                    <a:lnTo>
                      <a:pt x="1" y="9058"/>
                    </a:lnTo>
                    <a:lnTo>
                      <a:pt x="518" y="9058"/>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flipH="1" rot="5400000">
                <a:off x="16911" y="564877"/>
                <a:ext cx="13687" cy="860347"/>
              </a:xfrm>
              <a:custGeom>
                <a:rect b="b" l="l" r="r" t="t"/>
                <a:pathLst>
                  <a:path extrusionOk="0" h="32555" w="518">
                    <a:moveTo>
                      <a:pt x="518" y="0"/>
                    </a:moveTo>
                    <a:lnTo>
                      <a:pt x="1" y="791"/>
                    </a:lnTo>
                    <a:lnTo>
                      <a:pt x="1" y="32554"/>
                    </a:lnTo>
                    <a:lnTo>
                      <a:pt x="518" y="32554"/>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flipH="1" rot="5400000">
                <a:off x="-175473" y="1247168"/>
                <a:ext cx="15299" cy="477175"/>
              </a:xfrm>
              <a:custGeom>
                <a:rect b="b" l="l" r="r" t="t"/>
                <a:pathLst>
                  <a:path extrusionOk="0" h="18056" w="579">
                    <a:moveTo>
                      <a:pt x="517" y="0"/>
                    </a:moveTo>
                    <a:cubicBezTo>
                      <a:pt x="426" y="152"/>
                      <a:pt x="305" y="304"/>
                      <a:pt x="213" y="426"/>
                    </a:cubicBezTo>
                    <a:cubicBezTo>
                      <a:pt x="578" y="669"/>
                      <a:pt x="335" y="973"/>
                      <a:pt x="1" y="1338"/>
                    </a:cubicBezTo>
                    <a:lnTo>
                      <a:pt x="1" y="18055"/>
                    </a:lnTo>
                    <a:lnTo>
                      <a:pt x="517" y="180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flipH="1" rot="5400000">
                <a:off x="285602" y="-195334"/>
                <a:ext cx="12868" cy="1396931"/>
              </a:xfrm>
              <a:custGeom>
                <a:rect b="b" l="l" r="r" t="t"/>
                <a:pathLst>
                  <a:path extrusionOk="0" h="52859" w="487">
                    <a:moveTo>
                      <a:pt x="487" y="0"/>
                    </a:moveTo>
                    <a:cubicBezTo>
                      <a:pt x="426" y="91"/>
                      <a:pt x="335" y="152"/>
                      <a:pt x="244" y="243"/>
                    </a:cubicBezTo>
                    <a:cubicBezTo>
                      <a:pt x="244" y="243"/>
                      <a:pt x="244" y="213"/>
                      <a:pt x="244" y="213"/>
                    </a:cubicBezTo>
                    <a:cubicBezTo>
                      <a:pt x="183" y="122"/>
                      <a:pt x="92" y="91"/>
                      <a:pt x="0" y="91"/>
                    </a:cubicBezTo>
                    <a:lnTo>
                      <a:pt x="0" y="52858"/>
                    </a:lnTo>
                    <a:lnTo>
                      <a:pt x="487" y="52858"/>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flipH="1" rot="5400000">
                <a:off x="98437" y="319503"/>
                <a:ext cx="13687" cy="1023405"/>
              </a:xfrm>
              <a:custGeom>
                <a:rect b="b" l="l" r="r" t="t"/>
                <a:pathLst>
                  <a:path extrusionOk="0" h="38725" w="518">
                    <a:moveTo>
                      <a:pt x="517" y="0"/>
                    </a:moveTo>
                    <a:cubicBezTo>
                      <a:pt x="426" y="31"/>
                      <a:pt x="365" y="61"/>
                      <a:pt x="274" y="61"/>
                    </a:cubicBezTo>
                    <a:lnTo>
                      <a:pt x="1" y="335"/>
                    </a:lnTo>
                    <a:lnTo>
                      <a:pt x="1" y="38724"/>
                    </a:lnTo>
                    <a:lnTo>
                      <a:pt x="517" y="38724"/>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flipH="1" rot="5400000">
                <a:off x="364326" y="-600115"/>
                <a:ext cx="12868" cy="1552748"/>
              </a:xfrm>
              <a:custGeom>
                <a:rect b="b" l="l" r="r" t="t"/>
                <a:pathLst>
                  <a:path extrusionOk="0" h="58755" w="487">
                    <a:moveTo>
                      <a:pt x="0" y="0"/>
                    </a:moveTo>
                    <a:lnTo>
                      <a:pt x="0" y="58755"/>
                    </a:lnTo>
                    <a:lnTo>
                      <a:pt x="487" y="58755"/>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flipH="1" rot="5400000">
                <a:off x="363917" y="-436679"/>
                <a:ext cx="13687" cy="1552748"/>
              </a:xfrm>
              <a:custGeom>
                <a:rect b="b" l="l" r="r" t="t"/>
                <a:pathLst>
                  <a:path extrusionOk="0" h="58755" w="518">
                    <a:moveTo>
                      <a:pt x="1" y="0"/>
                    </a:moveTo>
                    <a:lnTo>
                      <a:pt x="1" y="58755"/>
                    </a:lnTo>
                    <a:lnTo>
                      <a:pt x="517" y="587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flipH="1" rot="5400000">
                <a:off x="190018" y="64073"/>
                <a:ext cx="13687" cy="1206574"/>
              </a:xfrm>
              <a:custGeom>
                <a:rect b="b" l="l" r="r" t="t"/>
                <a:pathLst>
                  <a:path extrusionOk="0" h="45656" w="518">
                    <a:moveTo>
                      <a:pt x="517" y="1"/>
                    </a:moveTo>
                    <a:cubicBezTo>
                      <a:pt x="395" y="123"/>
                      <a:pt x="274" y="244"/>
                      <a:pt x="183" y="366"/>
                    </a:cubicBezTo>
                    <a:lnTo>
                      <a:pt x="0" y="548"/>
                    </a:lnTo>
                    <a:lnTo>
                      <a:pt x="0" y="45655"/>
                    </a:lnTo>
                    <a:lnTo>
                      <a:pt x="517" y="4565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 name="Google Shape;416;p9"/>
            <p:cNvSpPr/>
            <p:nvPr/>
          </p:nvSpPr>
          <p:spPr>
            <a:xfrm flipH="1" rot="3609619">
              <a:off x="230272" y="512239"/>
              <a:ext cx="295596" cy="618813"/>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 name="Google Shape;417;p9"/>
            <p:cNvGrpSpPr/>
            <p:nvPr/>
          </p:nvGrpSpPr>
          <p:grpSpPr>
            <a:xfrm>
              <a:off x="6139463" y="4751351"/>
              <a:ext cx="3246438" cy="1277938"/>
              <a:chOff x="6139463" y="4751351"/>
              <a:chExt cx="3246438" cy="1277938"/>
            </a:xfrm>
          </p:grpSpPr>
          <p:sp>
            <p:nvSpPr>
              <p:cNvPr id="418" name="Google Shape;418;p9"/>
              <p:cNvSpPr/>
              <p:nvPr/>
            </p:nvSpPr>
            <p:spPr>
              <a:xfrm>
                <a:off x="6139463" y="4751351"/>
                <a:ext cx="3246438" cy="1277938"/>
              </a:xfrm>
              <a:custGeom>
                <a:rect b="b" l="l" r="r" t="t"/>
                <a:pathLst>
                  <a:path extrusionOk="0" h="339" w="860">
                    <a:moveTo>
                      <a:pt x="860" y="33"/>
                    </a:moveTo>
                    <a:cubicBezTo>
                      <a:pt x="860" y="320"/>
                      <a:pt x="860" y="320"/>
                      <a:pt x="860" y="320"/>
                    </a:cubicBezTo>
                    <a:cubicBezTo>
                      <a:pt x="858" y="320"/>
                      <a:pt x="856" y="320"/>
                      <a:pt x="853" y="321"/>
                    </a:cubicBezTo>
                    <a:cubicBezTo>
                      <a:pt x="851" y="321"/>
                      <a:pt x="848" y="323"/>
                      <a:pt x="846" y="323"/>
                    </a:cubicBezTo>
                    <a:cubicBezTo>
                      <a:pt x="843" y="323"/>
                      <a:pt x="840" y="321"/>
                      <a:pt x="837" y="322"/>
                    </a:cubicBezTo>
                    <a:cubicBezTo>
                      <a:pt x="833" y="322"/>
                      <a:pt x="829" y="323"/>
                      <a:pt x="824" y="321"/>
                    </a:cubicBezTo>
                    <a:cubicBezTo>
                      <a:pt x="823" y="320"/>
                      <a:pt x="822" y="319"/>
                      <a:pt x="820" y="319"/>
                    </a:cubicBezTo>
                    <a:cubicBezTo>
                      <a:pt x="819" y="319"/>
                      <a:pt x="819" y="321"/>
                      <a:pt x="818" y="321"/>
                    </a:cubicBezTo>
                    <a:cubicBezTo>
                      <a:pt x="816" y="322"/>
                      <a:pt x="815" y="322"/>
                      <a:pt x="812" y="322"/>
                    </a:cubicBezTo>
                    <a:cubicBezTo>
                      <a:pt x="809" y="322"/>
                      <a:pt x="808" y="322"/>
                      <a:pt x="806" y="323"/>
                    </a:cubicBezTo>
                    <a:cubicBezTo>
                      <a:pt x="802" y="325"/>
                      <a:pt x="799" y="326"/>
                      <a:pt x="795" y="325"/>
                    </a:cubicBezTo>
                    <a:cubicBezTo>
                      <a:pt x="792" y="323"/>
                      <a:pt x="790" y="319"/>
                      <a:pt x="786" y="319"/>
                    </a:cubicBezTo>
                    <a:cubicBezTo>
                      <a:pt x="784" y="320"/>
                      <a:pt x="783" y="321"/>
                      <a:pt x="781" y="321"/>
                    </a:cubicBezTo>
                    <a:cubicBezTo>
                      <a:pt x="777" y="323"/>
                      <a:pt x="771" y="323"/>
                      <a:pt x="767" y="321"/>
                    </a:cubicBezTo>
                    <a:cubicBezTo>
                      <a:pt x="766" y="320"/>
                      <a:pt x="766" y="320"/>
                      <a:pt x="764" y="319"/>
                    </a:cubicBezTo>
                    <a:cubicBezTo>
                      <a:pt x="763" y="318"/>
                      <a:pt x="760" y="318"/>
                      <a:pt x="758" y="317"/>
                    </a:cubicBezTo>
                    <a:cubicBezTo>
                      <a:pt x="755" y="316"/>
                      <a:pt x="754" y="314"/>
                      <a:pt x="753" y="312"/>
                    </a:cubicBezTo>
                    <a:cubicBezTo>
                      <a:pt x="751" y="311"/>
                      <a:pt x="748" y="315"/>
                      <a:pt x="746" y="316"/>
                    </a:cubicBezTo>
                    <a:cubicBezTo>
                      <a:pt x="742" y="317"/>
                      <a:pt x="735" y="316"/>
                      <a:pt x="731" y="314"/>
                    </a:cubicBezTo>
                    <a:cubicBezTo>
                      <a:pt x="726" y="313"/>
                      <a:pt x="724" y="307"/>
                      <a:pt x="720" y="305"/>
                    </a:cubicBezTo>
                    <a:cubicBezTo>
                      <a:pt x="717" y="304"/>
                      <a:pt x="712" y="305"/>
                      <a:pt x="709" y="305"/>
                    </a:cubicBezTo>
                    <a:cubicBezTo>
                      <a:pt x="707" y="305"/>
                      <a:pt x="706" y="305"/>
                      <a:pt x="704" y="305"/>
                    </a:cubicBezTo>
                    <a:cubicBezTo>
                      <a:pt x="700" y="305"/>
                      <a:pt x="700" y="305"/>
                      <a:pt x="697" y="303"/>
                    </a:cubicBezTo>
                    <a:cubicBezTo>
                      <a:pt x="694" y="300"/>
                      <a:pt x="692" y="298"/>
                      <a:pt x="688" y="298"/>
                    </a:cubicBezTo>
                    <a:cubicBezTo>
                      <a:pt x="686" y="298"/>
                      <a:pt x="684" y="299"/>
                      <a:pt x="682" y="299"/>
                    </a:cubicBezTo>
                    <a:cubicBezTo>
                      <a:pt x="679" y="299"/>
                      <a:pt x="676" y="299"/>
                      <a:pt x="673" y="299"/>
                    </a:cubicBezTo>
                    <a:cubicBezTo>
                      <a:pt x="672" y="298"/>
                      <a:pt x="670" y="298"/>
                      <a:pt x="669" y="298"/>
                    </a:cubicBezTo>
                    <a:cubicBezTo>
                      <a:pt x="667" y="300"/>
                      <a:pt x="668" y="303"/>
                      <a:pt x="666" y="305"/>
                    </a:cubicBezTo>
                    <a:cubicBezTo>
                      <a:pt x="664" y="306"/>
                      <a:pt x="660" y="305"/>
                      <a:pt x="659" y="305"/>
                    </a:cubicBezTo>
                    <a:cubicBezTo>
                      <a:pt x="654" y="305"/>
                      <a:pt x="650" y="304"/>
                      <a:pt x="646" y="305"/>
                    </a:cubicBezTo>
                    <a:cubicBezTo>
                      <a:pt x="641" y="306"/>
                      <a:pt x="635" y="306"/>
                      <a:pt x="631" y="308"/>
                    </a:cubicBezTo>
                    <a:cubicBezTo>
                      <a:pt x="627" y="310"/>
                      <a:pt x="628" y="312"/>
                      <a:pt x="627" y="315"/>
                    </a:cubicBezTo>
                    <a:cubicBezTo>
                      <a:pt x="626" y="318"/>
                      <a:pt x="624" y="318"/>
                      <a:pt x="620" y="320"/>
                    </a:cubicBezTo>
                    <a:cubicBezTo>
                      <a:pt x="618" y="320"/>
                      <a:pt x="617" y="321"/>
                      <a:pt x="614" y="321"/>
                    </a:cubicBezTo>
                    <a:cubicBezTo>
                      <a:pt x="611" y="321"/>
                      <a:pt x="608" y="323"/>
                      <a:pt x="605" y="322"/>
                    </a:cubicBezTo>
                    <a:cubicBezTo>
                      <a:pt x="602" y="321"/>
                      <a:pt x="602" y="319"/>
                      <a:pt x="599" y="320"/>
                    </a:cubicBezTo>
                    <a:cubicBezTo>
                      <a:pt x="594" y="322"/>
                      <a:pt x="594" y="323"/>
                      <a:pt x="589" y="320"/>
                    </a:cubicBezTo>
                    <a:cubicBezTo>
                      <a:pt x="586" y="318"/>
                      <a:pt x="586" y="318"/>
                      <a:pt x="583" y="320"/>
                    </a:cubicBezTo>
                    <a:cubicBezTo>
                      <a:pt x="580" y="321"/>
                      <a:pt x="578" y="323"/>
                      <a:pt x="574" y="323"/>
                    </a:cubicBezTo>
                    <a:cubicBezTo>
                      <a:pt x="572" y="323"/>
                      <a:pt x="571" y="322"/>
                      <a:pt x="569" y="322"/>
                    </a:cubicBezTo>
                    <a:cubicBezTo>
                      <a:pt x="565" y="322"/>
                      <a:pt x="563" y="323"/>
                      <a:pt x="561" y="325"/>
                    </a:cubicBezTo>
                    <a:cubicBezTo>
                      <a:pt x="555" y="329"/>
                      <a:pt x="552" y="330"/>
                      <a:pt x="547" y="324"/>
                    </a:cubicBezTo>
                    <a:cubicBezTo>
                      <a:pt x="544" y="320"/>
                      <a:pt x="541" y="316"/>
                      <a:pt x="535" y="315"/>
                    </a:cubicBezTo>
                    <a:cubicBezTo>
                      <a:pt x="530" y="315"/>
                      <a:pt x="526" y="316"/>
                      <a:pt x="522" y="318"/>
                    </a:cubicBezTo>
                    <a:cubicBezTo>
                      <a:pt x="519" y="320"/>
                      <a:pt x="514" y="322"/>
                      <a:pt x="510" y="322"/>
                    </a:cubicBezTo>
                    <a:cubicBezTo>
                      <a:pt x="508" y="322"/>
                      <a:pt x="506" y="322"/>
                      <a:pt x="504" y="322"/>
                    </a:cubicBezTo>
                    <a:cubicBezTo>
                      <a:pt x="501" y="323"/>
                      <a:pt x="499" y="324"/>
                      <a:pt x="496" y="325"/>
                    </a:cubicBezTo>
                    <a:cubicBezTo>
                      <a:pt x="493" y="325"/>
                      <a:pt x="492" y="328"/>
                      <a:pt x="489" y="329"/>
                    </a:cubicBezTo>
                    <a:cubicBezTo>
                      <a:pt x="486" y="330"/>
                      <a:pt x="481" y="330"/>
                      <a:pt x="477" y="329"/>
                    </a:cubicBezTo>
                    <a:cubicBezTo>
                      <a:pt x="473" y="327"/>
                      <a:pt x="468" y="327"/>
                      <a:pt x="463" y="327"/>
                    </a:cubicBezTo>
                    <a:cubicBezTo>
                      <a:pt x="460" y="327"/>
                      <a:pt x="457" y="328"/>
                      <a:pt x="454" y="328"/>
                    </a:cubicBezTo>
                    <a:cubicBezTo>
                      <a:pt x="452" y="329"/>
                      <a:pt x="450" y="328"/>
                      <a:pt x="448" y="329"/>
                    </a:cubicBezTo>
                    <a:cubicBezTo>
                      <a:pt x="444" y="331"/>
                      <a:pt x="442" y="335"/>
                      <a:pt x="438" y="336"/>
                    </a:cubicBezTo>
                    <a:cubicBezTo>
                      <a:pt x="435" y="337"/>
                      <a:pt x="434" y="336"/>
                      <a:pt x="432" y="337"/>
                    </a:cubicBezTo>
                    <a:cubicBezTo>
                      <a:pt x="429" y="337"/>
                      <a:pt x="428" y="339"/>
                      <a:pt x="425" y="338"/>
                    </a:cubicBezTo>
                    <a:cubicBezTo>
                      <a:pt x="421" y="338"/>
                      <a:pt x="421" y="335"/>
                      <a:pt x="419" y="332"/>
                    </a:cubicBezTo>
                    <a:cubicBezTo>
                      <a:pt x="415" y="334"/>
                      <a:pt x="413" y="335"/>
                      <a:pt x="410" y="332"/>
                    </a:cubicBezTo>
                    <a:cubicBezTo>
                      <a:pt x="408" y="329"/>
                      <a:pt x="408" y="329"/>
                      <a:pt x="404" y="330"/>
                    </a:cubicBezTo>
                    <a:cubicBezTo>
                      <a:pt x="400" y="331"/>
                      <a:pt x="398" y="328"/>
                      <a:pt x="394" y="326"/>
                    </a:cubicBezTo>
                    <a:cubicBezTo>
                      <a:pt x="391" y="325"/>
                      <a:pt x="389" y="327"/>
                      <a:pt x="387" y="325"/>
                    </a:cubicBezTo>
                    <a:cubicBezTo>
                      <a:pt x="385" y="323"/>
                      <a:pt x="384" y="321"/>
                      <a:pt x="383" y="320"/>
                    </a:cubicBezTo>
                    <a:cubicBezTo>
                      <a:pt x="381" y="319"/>
                      <a:pt x="379" y="320"/>
                      <a:pt x="378" y="319"/>
                    </a:cubicBezTo>
                    <a:cubicBezTo>
                      <a:pt x="374" y="318"/>
                      <a:pt x="372" y="314"/>
                      <a:pt x="369" y="313"/>
                    </a:cubicBezTo>
                    <a:cubicBezTo>
                      <a:pt x="367" y="312"/>
                      <a:pt x="365" y="313"/>
                      <a:pt x="364" y="312"/>
                    </a:cubicBezTo>
                    <a:cubicBezTo>
                      <a:pt x="362" y="312"/>
                      <a:pt x="360" y="310"/>
                      <a:pt x="359" y="309"/>
                    </a:cubicBezTo>
                    <a:cubicBezTo>
                      <a:pt x="355" y="308"/>
                      <a:pt x="351" y="310"/>
                      <a:pt x="346" y="310"/>
                    </a:cubicBezTo>
                    <a:cubicBezTo>
                      <a:pt x="345" y="310"/>
                      <a:pt x="344" y="309"/>
                      <a:pt x="342" y="309"/>
                    </a:cubicBezTo>
                    <a:cubicBezTo>
                      <a:pt x="340" y="309"/>
                      <a:pt x="339" y="310"/>
                      <a:pt x="337" y="311"/>
                    </a:cubicBezTo>
                    <a:cubicBezTo>
                      <a:pt x="334" y="313"/>
                      <a:pt x="332" y="315"/>
                      <a:pt x="329" y="316"/>
                    </a:cubicBezTo>
                    <a:cubicBezTo>
                      <a:pt x="327" y="316"/>
                      <a:pt x="325" y="316"/>
                      <a:pt x="323" y="316"/>
                    </a:cubicBezTo>
                    <a:cubicBezTo>
                      <a:pt x="321" y="315"/>
                      <a:pt x="321" y="314"/>
                      <a:pt x="319" y="314"/>
                    </a:cubicBezTo>
                    <a:cubicBezTo>
                      <a:pt x="316" y="313"/>
                      <a:pt x="316" y="316"/>
                      <a:pt x="313" y="317"/>
                    </a:cubicBezTo>
                    <a:cubicBezTo>
                      <a:pt x="311" y="317"/>
                      <a:pt x="311" y="315"/>
                      <a:pt x="309" y="314"/>
                    </a:cubicBezTo>
                    <a:cubicBezTo>
                      <a:pt x="308" y="314"/>
                      <a:pt x="307" y="314"/>
                      <a:pt x="306" y="314"/>
                    </a:cubicBezTo>
                    <a:cubicBezTo>
                      <a:pt x="302" y="314"/>
                      <a:pt x="297" y="317"/>
                      <a:pt x="293" y="318"/>
                    </a:cubicBezTo>
                    <a:cubicBezTo>
                      <a:pt x="291" y="319"/>
                      <a:pt x="288" y="320"/>
                      <a:pt x="285" y="321"/>
                    </a:cubicBezTo>
                    <a:cubicBezTo>
                      <a:pt x="283" y="321"/>
                      <a:pt x="282" y="321"/>
                      <a:pt x="280" y="321"/>
                    </a:cubicBezTo>
                    <a:cubicBezTo>
                      <a:pt x="277" y="322"/>
                      <a:pt x="274" y="326"/>
                      <a:pt x="270" y="326"/>
                    </a:cubicBezTo>
                    <a:cubicBezTo>
                      <a:pt x="269" y="323"/>
                      <a:pt x="266" y="321"/>
                      <a:pt x="263" y="321"/>
                    </a:cubicBezTo>
                    <a:cubicBezTo>
                      <a:pt x="260" y="320"/>
                      <a:pt x="257" y="322"/>
                      <a:pt x="254" y="322"/>
                    </a:cubicBezTo>
                    <a:cubicBezTo>
                      <a:pt x="251" y="321"/>
                      <a:pt x="253" y="320"/>
                      <a:pt x="249" y="322"/>
                    </a:cubicBezTo>
                    <a:cubicBezTo>
                      <a:pt x="247" y="323"/>
                      <a:pt x="246" y="325"/>
                      <a:pt x="244" y="327"/>
                    </a:cubicBezTo>
                    <a:cubicBezTo>
                      <a:pt x="243" y="328"/>
                      <a:pt x="243" y="328"/>
                      <a:pt x="242" y="329"/>
                    </a:cubicBezTo>
                    <a:cubicBezTo>
                      <a:pt x="239" y="329"/>
                      <a:pt x="235" y="329"/>
                      <a:pt x="232" y="329"/>
                    </a:cubicBezTo>
                    <a:cubicBezTo>
                      <a:pt x="230" y="329"/>
                      <a:pt x="227" y="329"/>
                      <a:pt x="224" y="328"/>
                    </a:cubicBezTo>
                    <a:cubicBezTo>
                      <a:pt x="222" y="327"/>
                      <a:pt x="220" y="324"/>
                      <a:pt x="218" y="323"/>
                    </a:cubicBezTo>
                    <a:cubicBezTo>
                      <a:pt x="215" y="321"/>
                      <a:pt x="212" y="322"/>
                      <a:pt x="209" y="322"/>
                    </a:cubicBezTo>
                    <a:cubicBezTo>
                      <a:pt x="205" y="322"/>
                      <a:pt x="205" y="321"/>
                      <a:pt x="202" y="318"/>
                    </a:cubicBezTo>
                    <a:cubicBezTo>
                      <a:pt x="193" y="311"/>
                      <a:pt x="192" y="322"/>
                      <a:pt x="185" y="326"/>
                    </a:cubicBezTo>
                    <a:cubicBezTo>
                      <a:pt x="182" y="327"/>
                      <a:pt x="180" y="324"/>
                      <a:pt x="177" y="322"/>
                    </a:cubicBezTo>
                    <a:cubicBezTo>
                      <a:pt x="174" y="320"/>
                      <a:pt x="172" y="321"/>
                      <a:pt x="168" y="322"/>
                    </a:cubicBezTo>
                    <a:cubicBezTo>
                      <a:pt x="164" y="324"/>
                      <a:pt x="164" y="323"/>
                      <a:pt x="161" y="321"/>
                    </a:cubicBezTo>
                    <a:cubicBezTo>
                      <a:pt x="160" y="320"/>
                      <a:pt x="160" y="320"/>
                      <a:pt x="158" y="320"/>
                    </a:cubicBezTo>
                    <a:cubicBezTo>
                      <a:pt x="157" y="319"/>
                      <a:pt x="156" y="318"/>
                      <a:pt x="155" y="318"/>
                    </a:cubicBezTo>
                    <a:cubicBezTo>
                      <a:pt x="152" y="316"/>
                      <a:pt x="148" y="317"/>
                      <a:pt x="145" y="317"/>
                    </a:cubicBezTo>
                    <a:cubicBezTo>
                      <a:pt x="141" y="317"/>
                      <a:pt x="136" y="318"/>
                      <a:pt x="132" y="316"/>
                    </a:cubicBezTo>
                    <a:cubicBezTo>
                      <a:pt x="130" y="315"/>
                      <a:pt x="129" y="313"/>
                      <a:pt x="126" y="313"/>
                    </a:cubicBezTo>
                    <a:cubicBezTo>
                      <a:pt x="123" y="312"/>
                      <a:pt x="123" y="313"/>
                      <a:pt x="121" y="315"/>
                    </a:cubicBezTo>
                    <a:cubicBezTo>
                      <a:pt x="118" y="318"/>
                      <a:pt x="116" y="316"/>
                      <a:pt x="112" y="318"/>
                    </a:cubicBezTo>
                    <a:cubicBezTo>
                      <a:pt x="110" y="318"/>
                      <a:pt x="108" y="320"/>
                      <a:pt x="105" y="321"/>
                    </a:cubicBezTo>
                    <a:cubicBezTo>
                      <a:pt x="103" y="321"/>
                      <a:pt x="100" y="320"/>
                      <a:pt x="97" y="319"/>
                    </a:cubicBezTo>
                    <a:cubicBezTo>
                      <a:pt x="95" y="319"/>
                      <a:pt x="92" y="318"/>
                      <a:pt x="89" y="318"/>
                    </a:cubicBezTo>
                    <a:cubicBezTo>
                      <a:pt x="83" y="318"/>
                      <a:pt x="78" y="320"/>
                      <a:pt x="73" y="321"/>
                    </a:cubicBezTo>
                    <a:cubicBezTo>
                      <a:pt x="69" y="322"/>
                      <a:pt x="66" y="322"/>
                      <a:pt x="63" y="320"/>
                    </a:cubicBezTo>
                    <a:cubicBezTo>
                      <a:pt x="61" y="319"/>
                      <a:pt x="59" y="315"/>
                      <a:pt x="56" y="314"/>
                    </a:cubicBezTo>
                    <a:cubicBezTo>
                      <a:pt x="54" y="316"/>
                      <a:pt x="53" y="317"/>
                      <a:pt x="51" y="318"/>
                    </a:cubicBezTo>
                    <a:cubicBezTo>
                      <a:pt x="49" y="318"/>
                      <a:pt x="46" y="317"/>
                      <a:pt x="44" y="317"/>
                    </a:cubicBezTo>
                    <a:cubicBezTo>
                      <a:pt x="45" y="316"/>
                      <a:pt x="45" y="314"/>
                      <a:pt x="45" y="313"/>
                    </a:cubicBezTo>
                    <a:cubicBezTo>
                      <a:pt x="45" y="307"/>
                      <a:pt x="40" y="302"/>
                      <a:pt x="34" y="302"/>
                    </a:cubicBezTo>
                    <a:cubicBezTo>
                      <a:pt x="29" y="302"/>
                      <a:pt x="25" y="305"/>
                      <a:pt x="24" y="310"/>
                    </a:cubicBezTo>
                    <a:cubicBezTo>
                      <a:pt x="22" y="309"/>
                      <a:pt x="21" y="308"/>
                      <a:pt x="19" y="308"/>
                    </a:cubicBezTo>
                    <a:cubicBezTo>
                      <a:pt x="18" y="307"/>
                      <a:pt x="16" y="308"/>
                      <a:pt x="15" y="309"/>
                    </a:cubicBezTo>
                    <a:cubicBezTo>
                      <a:pt x="12" y="311"/>
                      <a:pt x="7" y="309"/>
                      <a:pt x="4" y="308"/>
                    </a:cubicBezTo>
                    <a:cubicBezTo>
                      <a:pt x="3" y="307"/>
                      <a:pt x="2" y="306"/>
                      <a:pt x="0" y="306"/>
                    </a:cubicBezTo>
                    <a:cubicBezTo>
                      <a:pt x="0" y="261"/>
                      <a:pt x="0" y="261"/>
                      <a:pt x="0" y="261"/>
                    </a:cubicBezTo>
                    <a:cubicBezTo>
                      <a:pt x="5" y="261"/>
                      <a:pt x="10" y="261"/>
                      <a:pt x="15" y="261"/>
                    </a:cubicBezTo>
                    <a:cubicBezTo>
                      <a:pt x="18" y="260"/>
                      <a:pt x="21" y="259"/>
                      <a:pt x="24" y="257"/>
                    </a:cubicBezTo>
                    <a:cubicBezTo>
                      <a:pt x="24" y="263"/>
                      <a:pt x="29" y="267"/>
                      <a:pt x="34" y="267"/>
                    </a:cubicBezTo>
                    <a:cubicBezTo>
                      <a:pt x="40" y="267"/>
                      <a:pt x="45" y="262"/>
                      <a:pt x="45" y="256"/>
                    </a:cubicBezTo>
                    <a:cubicBezTo>
                      <a:pt x="45" y="250"/>
                      <a:pt x="40" y="245"/>
                      <a:pt x="34" y="245"/>
                    </a:cubicBezTo>
                    <a:cubicBezTo>
                      <a:pt x="32" y="245"/>
                      <a:pt x="30" y="246"/>
                      <a:pt x="28" y="247"/>
                    </a:cubicBezTo>
                    <a:cubicBezTo>
                      <a:pt x="26" y="247"/>
                      <a:pt x="25" y="247"/>
                      <a:pt x="23" y="248"/>
                    </a:cubicBezTo>
                    <a:cubicBezTo>
                      <a:pt x="22" y="249"/>
                      <a:pt x="21" y="250"/>
                      <a:pt x="20" y="251"/>
                    </a:cubicBezTo>
                    <a:cubicBezTo>
                      <a:pt x="19" y="251"/>
                      <a:pt x="20" y="251"/>
                      <a:pt x="19" y="251"/>
                    </a:cubicBezTo>
                    <a:cubicBezTo>
                      <a:pt x="18" y="252"/>
                      <a:pt x="17" y="252"/>
                      <a:pt x="16" y="252"/>
                    </a:cubicBezTo>
                    <a:cubicBezTo>
                      <a:pt x="11" y="254"/>
                      <a:pt x="6" y="254"/>
                      <a:pt x="0" y="253"/>
                    </a:cubicBezTo>
                    <a:cubicBezTo>
                      <a:pt x="0" y="201"/>
                      <a:pt x="0" y="201"/>
                      <a:pt x="0" y="201"/>
                    </a:cubicBezTo>
                    <a:cubicBezTo>
                      <a:pt x="9" y="204"/>
                      <a:pt x="17" y="207"/>
                      <a:pt x="26" y="205"/>
                    </a:cubicBezTo>
                    <a:cubicBezTo>
                      <a:pt x="28" y="208"/>
                      <a:pt x="31" y="210"/>
                      <a:pt x="34" y="210"/>
                    </a:cubicBezTo>
                    <a:cubicBezTo>
                      <a:pt x="40" y="210"/>
                      <a:pt x="45" y="205"/>
                      <a:pt x="45" y="199"/>
                    </a:cubicBezTo>
                    <a:cubicBezTo>
                      <a:pt x="45" y="193"/>
                      <a:pt x="40" y="188"/>
                      <a:pt x="34" y="188"/>
                    </a:cubicBezTo>
                    <a:cubicBezTo>
                      <a:pt x="29" y="188"/>
                      <a:pt x="24" y="192"/>
                      <a:pt x="24" y="198"/>
                    </a:cubicBezTo>
                    <a:cubicBezTo>
                      <a:pt x="16" y="199"/>
                      <a:pt x="8" y="196"/>
                      <a:pt x="0" y="193"/>
                    </a:cubicBezTo>
                    <a:cubicBezTo>
                      <a:pt x="0" y="143"/>
                      <a:pt x="0" y="143"/>
                      <a:pt x="0" y="143"/>
                    </a:cubicBezTo>
                    <a:cubicBezTo>
                      <a:pt x="6" y="144"/>
                      <a:pt x="10" y="147"/>
                      <a:pt x="14" y="150"/>
                    </a:cubicBezTo>
                    <a:cubicBezTo>
                      <a:pt x="16" y="151"/>
                      <a:pt x="22" y="146"/>
                      <a:pt x="24" y="145"/>
                    </a:cubicBezTo>
                    <a:cubicBezTo>
                      <a:pt x="25" y="150"/>
                      <a:pt x="29" y="153"/>
                      <a:pt x="34" y="153"/>
                    </a:cubicBezTo>
                    <a:cubicBezTo>
                      <a:pt x="40" y="153"/>
                      <a:pt x="45" y="148"/>
                      <a:pt x="45" y="142"/>
                    </a:cubicBezTo>
                    <a:cubicBezTo>
                      <a:pt x="45" y="136"/>
                      <a:pt x="40" y="131"/>
                      <a:pt x="34" y="131"/>
                    </a:cubicBezTo>
                    <a:cubicBezTo>
                      <a:pt x="30" y="131"/>
                      <a:pt x="26" y="134"/>
                      <a:pt x="25" y="137"/>
                    </a:cubicBezTo>
                    <a:cubicBezTo>
                      <a:pt x="21" y="138"/>
                      <a:pt x="6" y="136"/>
                      <a:pt x="0" y="136"/>
                    </a:cubicBezTo>
                    <a:cubicBezTo>
                      <a:pt x="0" y="95"/>
                      <a:pt x="0" y="95"/>
                      <a:pt x="0" y="95"/>
                    </a:cubicBezTo>
                    <a:cubicBezTo>
                      <a:pt x="5" y="96"/>
                      <a:pt x="9" y="97"/>
                      <a:pt x="14" y="96"/>
                    </a:cubicBezTo>
                    <a:cubicBezTo>
                      <a:pt x="18" y="95"/>
                      <a:pt x="21" y="93"/>
                      <a:pt x="25" y="91"/>
                    </a:cubicBezTo>
                    <a:cubicBezTo>
                      <a:pt x="27" y="94"/>
                      <a:pt x="30" y="96"/>
                      <a:pt x="34" y="96"/>
                    </a:cubicBezTo>
                    <a:cubicBezTo>
                      <a:pt x="40" y="96"/>
                      <a:pt x="45" y="91"/>
                      <a:pt x="45" y="85"/>
                    </a:cubicBezTo>
                    <a:cubicBezTo>
                      <a:pt x="45" y="79"/>
                      <a:pt x="40" y="74"/>
                      <a:pt x="34" y="74"/>
                    </a:cubicBezTo>
                    <a:cubicBezTo>
                      <a:pt x="29" y="74"/>
                      <a:pt x="25" y="78"/>
                      <a:pt x="24" y="83"/>
                    </a:cubicBezTo>
                    <a:cubicBezTo>
                      <a:pt x="16" y="83"/>
                      <a:pt x="8" y="83"/>
                      <a:pt x="0" y="85"/>
                    </a:cubicBezTo>
                    <a:cubicBezTo>
                      <a:pt x="0" y="40"/>
                      <a:pt x="0" y="40"/>
                      <a:pt x="0" y="40"/>
                    </a:cubicBezTo>
                    <a:cubicBezTo>
                      <a:pt x="5" y="41"/>
                      <a:pt x="11" y="39"/>
                      <a:pt x="15" y="38"/>
                    </a:cubicBezTo>
                    <a:cubicBezTo>
                      <a:pt x="19" y="37"/>
                      <a:pt x="22" y="36"/>
                      <a:pt x="25" y="35"/>
                    </a:cubicBezTo>
                    <a:cubicBezTo>
                      <a:pt x="27" y="37"/>
                      <a:pt x="31" y="39"/>
                      <a:pt x="34" y="39"/>
                    </a:cubicBezTo>
                    <a:cubicBezTo>
                      <a:pt x="40" y="39"/>
                      <a:pt x="45" y="34"/>
                      <a:pt x="45" y="28"/>
                    </a:cubicBezTo>
                    <a:cubicBezTo>
                      <a:pt x="45" y="26"/>
                      <a:pt x="44" y="24"/>
                      <a:pt x="44" y="23"/>
                    </a:cubicBezTo>
                    <a:cubicBezTo>
                      <a:pt x="46" y="23"/>
                      <a:pt x="49" y="24"/>
                      <a:pt x="52" y="26"/>
                    </a:cubicBezTo>
                    <a:cubicBezTo>
                      <a:pt x="56" y="27"/>
                      <a:pt x="59" y="27"/>
                      <a:pt x="63" y="27"/>
                    </a:cubicBezTo>
                    <a:cubicBezTo>
                      <a:pt x="65" y="27"/>
                      <a:pt x="67" y="27"/>
                      <a:pt x="69" y="27"/>
                    </a:cubicBezTo>
                    <a:cubicBezTo>
                      <a:pt x="71" y="27"/>
                      <a:pt x="72" y="26"/>
                      <a:pt x="74" y="26"/>
                    </a:cubicBezTo>
                    <a:cubicBezTo>
                      <a:pt x="79" y="25"/>
                      <a:pt x="86" y="26"/>
                      <a:pt x="90" y="27"/>
                    </a:cubicBezTo>
                    <a:cubicBezTo>
                      <a:pt x="91" y="27"/>
                      <a:pt x="92" y="28"/>
                      <a:pt x="93" y="28"/>
                    </a:cubicBezTo>
                    <a:cubicBezTo>
                      <a:pt x="95" y="28"/>
                      <a:pt x="96" y="27"/>
                      <a:pt x="97" y="27"/>
                    </a:cubicBezTo>
                    <a:cubicBezTo>
                      <a:pt x="101" y="26"/>
                      <a:pt x="102" y="31"/>
                      <a:pt x="105" y="31"/>
                    </a:cubicBezTo>
                    <a:cubicBezTo>
                      <a:pt x="107" y="31"/>
                      <a:pt x="108" y="29"/>
                      <a:pt x="109" y="29"/>
                    </a:cubicBezTo>
                    <a:cubicBezTo>
                      <a:pt x="111" y="29"/>
                      <a:pt x="112" y="31"/>
                      <a:pt x="114" y="32"/>
                    </a:cubicBezTo>
                    <a:cubicBezTo>
                      <a:pt x="118" y="33"/>
                      <a:pt x="119" y="29"/>
                      <a:pt x="122" y="28"/>
                    </a:cubicBezTo>
                    <a:cubicBezTo>
                      <a:pt x="125" y="27"/>
                      <a:pt x="128" y="29"/>
                      <a:pt x="130" y="29"/>
                    </a:cubicBezTo>
                    <a:cubicBezTo>
                      <a:pt x="131" y="30"/>
                      <a:pt x="132" y="29"/>
                      <a:pt x="133" y="29"/>
                    </a:cubicBezTo>
                    <a:cubicBezTo>
                      <a:pt x="137" y="30"/>
                      <a:pt x="139" y="33"/>
                      <a:pt x="142" y="33"/>
                    </a:cubicBezTo>
                    <a:cubicBezTo>
                      <a:pt x="145" y="34"/>
                      <a:pt x="145" y="33"/>
                      <a:pt x="147" y="32"/>
                    </a:cubicBezTo>
                    <a:cubicBezTo>
                      <a:pt x="149" y="32"/>
                      <a:pt x="151" y="31"/>
                      <a:pt x="153" y="31"/>
                    </a:cubicBezTo>
                    <a:cubicBezTo>
                      <a:pt x="153" y="30"/>
                      <a:pt x="154" y="29"/>
                      <a:pt x="154" y="29"/>
                    </a:cubicBezTo>
                    <a:cubicBezTo>
                      <a:pt x="157" y="26"/>
                      <a:pt x="158" y="24"/>
                      <a:pt x="162" y="23"/>
                    </a:cubicBezTo>
                    <a:cubicBezTo>
                      <a:pt x="167" y="22"/>
                      <a:pt x="167" y="26"/>
                      <a:pt x="172" y="22"/>
                    </a:cubicBezTo>
                    <a:cubicBezTo>
                      <a:pt x="174" y="21"/>
                      <a:pt x="176" y="18"/>
                      <a:pt x="179" y="18"/>
                    </a:cubicBezTo>
                    <a:cubicBezTo>
                      <a:pt x="183" y="17"/>
                      <a:pt x="186" y="19"/>
                      <a:pt x="190" y="16"/>
                    </a:cubicBezTo>
                    <a:cubicBezTo>
                      <a:pt x="192" y="15"/>
                      <a:pt x="193" y="12"/>
                      <a:pt x="195" y="11"/>
                    </a:cubicBezTo>
                    <a:cubicBezTo>
                      <a:pt x="199" y="10"/>
                      <a:pt x="198" y="12"/>
                      <a:pt x="201" y="12"/>
                    </a:cubicBezTo>
                    <a:cubicBezTo>
                      <a:pt x="206" y="13"/>
                      <a:pt x="205" y="5"/>
                      <a:pt x="208" y="3"/>
                    </a:cubicBezTo>
                    <a:cubicBezTo>
                      <a:pt x="210" y="2"/>
                      <a:pt x="212" y="3"/>
                      <a:pt x="214" y="3"/>
                    </a:cubicBezTo>
                    <a:cubicBezTo>
                      <a:pt x="216" y="3"/>
                      <a:pt x="217" y="3"/>
                      <a:pt x="219" y="2"/>
                    </a:cubicBezTo>
                    <a:cubicBezTo>
                      <a:pt x="222" y="1"/>
                      <a:pt x="223" y="0"/>
                      <a:pt x="226" y="1"/>
                    </a:cubicBezTo>
                    <a:cubicBezTo>
                      <a:pt x="229" y="2"/>
                      <a:pt x="230" y="3"/>
                      <a:pt x="233" y="3"/>
                    </a:cubicBezTo>
                    <a:cubicBezTo>
                      <a:pt x="235" y="2"/>
                      <a:pt x="236" y="2"/>
                      <a:pt x="238" y="2"/>
                    </a:cubicBezTo>
                    <a:cubicBezTo>
                      <a:pt x="240" y="2"/>
                      <a:pt x="243" y="2"/>
                      <a:pt x="244" y="3"/>
                    </a:cubicBezTo>
                    <a:cubicBezTo>
                      <a:pt x="246" y="3"/>
                      <a:pt x="248" y="4"/>
                      <a:pt x="250" y="5"/>
                    </a:cubicBezTo>
                    <a:cubicBezTo>
                      <a:pt x="252" y="6"/>
                      <a:pt x="254" y="8"/>
                      <a:pt x="256" y="9"/>
                    </a:cubicBezTo>
                    <a:cubicBezTo>
                      <a:pt x="259" y="11"/>
                      <a:pt x="261" y="9"/>
                      <a:pt x="264" y="10"/>
                    </a:cubicBezTo>
                    <a:cubicBezTo>
                      <a:pt x="266" y="11"/>
                      <a:pt x="267" y="14"/>
                      <a:pt x="269" y="15"/>
                    </a:cubicBezTo>
                    <a:cubicBezTo>
                      <a:pt x="272" y="16"/>
                      <a:pt x="274" y="15"/>
                      <a:pt x="276" y="15"/>
                    </a:cubicBezTo>
                    <a:cubicBezTo>
                      <a:pt x="280" y="16"/>
                      <a:pt x="282" y="18"/>
                      <a:pt x="287" y="18"/>
                    </a:cubicBezTo>
                    <a:cubicBezTo>
                      <a:pt x="290" y="17"/>
                      <a:pt x="293" y="18"/>
                      <a:pt x="296" y="19"/>
                    </a:cubicBezTo>
                    <a:cubicBezTo>
                      <a:pt x="297" y="19"/>
                      <a:pt x="299" y="19"/>
                      <a:pt x="300" y="19"/>
                    </a:cubicBezTo>
                    <a:cubicBezTo>
                      <a:pt x="302" y="20"/>
                      <a:pt x="303" y="21"/>
                      <a:pt x="304" y="22"/>
                    </a:cubicBezTo>
                    <a:cubicBezTo>
                      <a:pt x="306" y="23"/>
                      <a:pt x="307" y="23"/>
                      <a:pt x="310" y="23"/>
                    </a:cubicBezTo>
                    <a:cubicBezTo>
                      <a:pt x="313" y="23"/>
                      <a:pt x="315" y="24"/>
                      <a:pt x="318" y="25"/>
                    </a:cubicBezTo>
                    <a:cubicBezTo>
                      <a:pt x="322" y="27"/>
                      <a:pt x="324" y="27"/>
                      <a:pt x="327" y="27"/>
                    </a:cubicBezTo>
                    <a:cubicBezTo>
                      <a:pt x="330" y="27"/>
                      <a:pt x="332" y="28"/>
                      <a:pt x="335" y="28"/>
                    </a:cubicBezTo>
                    <a:cubicBezTo>
                      <a:pt x="335" y="28"/>
                      <a:pt x="336" y="27"/>
                      <a:pt x="337" y="27"/>
                    </a:cubicBezTo>
                    <a:cubicBezTo>
                      <a:pt x="339" y="27"/>
                      <a:pt x="340" y="27"/>
                      <a:pt x="341" y="28"/>
                    </a:cubicBezTo>
                    <a:cubicBezTo>
                      <a:pt x="343" y="28"/>
                      <a:pt x="342" y="28"/>
                      <a:pt x="344" y="28"/>
                    </a:cubicBezTo>
                    <a:cubicBezTo>
                      <a:pt x="346" y="27"/>
                      <a:pt x="347" y="25"/>
                      <a:pt x="349" y="24"/>
                    </a:cubicBezTo>
                    <a:cubicBezTo>
                      <a:pt x="350" y="24"/>
                      <a:pt x="353" y="24"/>
                      <a:pt x="354" y="24"/>
                    </a:cubicBezTo>
                    <a:cubicBezTo>
                      <a:pt x="358" y="24"/>
                      <a:pt x="360" y="21"/>
                      <a:pt x="364" y="19"/>
                    </a:cubicBezTo>
                    <a:cubicBezTo>
                      <a:pt x="367" y="17"/>
                      <a:pt x="371" y="14"/>
                      <a:pt x="373" y="11"/>
                    </a:cubicBezTo>
                    <a:cubicBezTo>
                      <a:pt x="375" y="9"/>
                      <a:pt x="376" y="6"/>
                      <a:pt x="378" y="5"/>
                    </a:cubicBezTo>
                    <a:cubicBezTo>
                      <a:pt x="381" y="3"/>
                      <a:pt x="387" y="4"/>
                      <a:pt x="390" y="4"/>
                    </a:cubicBezTo>
                    <a:cubicBezTo>
                      <a:pt x="397" y="4"/>
                      <a:pt x="403" y="8"/>
                      <a:pt x="409" y="11"/>
                    </a:cubicBezTo>
                    <a:cubicBezTo>
                      <a:pt x="412" y="13"/>
                      <a:pt x="416" y="17"/>
                      <a:pt x="420" y="16"/>
                    </a:cubicBezTo>
                    <a:cubicBezTo>
                      <a:pt x="422" y="16"/>
                      <a:pt x="421" y="15"/>
                      <a:pt x="423" y="15"/>
                    </a:cubicBezTo>
                    <a:cubicBezTo>
                      <a:pt x="425" y="15"/>
                      <a:pt x="427" y="18"/>
                      <a:pt x="430" y="19"/>
                    </a:cubicBezTo>
                    <a:cubicBezTo>
                      <a:pt x="431" y="19"/>
                      <a:pt x="432" y="18"/>
                      <a:pt x="432" y="19"/>
                    </a:cubicBezTo>
                    <a:cubicBezTo>
                      <a:pt x="436" y="20"/>
                      <a:pt x="437" y="23"/>
                      <a:pt x="440" y="25"/>
                    </a:cubicBezTo>
                    <a:cubicBezTo>
                      <a:pt x="444" y="23"/>
                      <a:pt x="444" y="21"/>
                      <a:pt x="448" y="23"/>
                    </a:cubicBezTo>
                    <a:cubicBezTo>
                      <a:pt x="453" y="26"/>
                      <a:pt x="454" y="29"/>
                      <a:pt x="460" y="27"/>
                    </a:cubicBezTo>
                    <a:cubicBezTo>
                      <a:pt x="464" y="26"/>
                      <a:pt x="466" y="26"/>
                      <a:pt x="470" y="26"/>
                    </a:cubicBezTo>
                    <a:cubicBezTo>
                      <a:pt x="473" y="25"/>
                      <a:pt x="475" y="24"/>
                      <a:pt x="479" y="23"/>
                    </a:cubicBezTo>
                    <a:cubicBezTo>
                      <a:pt x="483" y="22"/>
                      <a:pt x="485" y="24"/>
                      <a:pt x="488" y="20"/>
                    </a:cubicBezTo>
                    <a:cubicBezTo>
                      <a:pt x="491" y="17"/>
                      <a:pt x="493" y="15"/>
                      <a:pt x="497" y="15"/>
                    </a:cubicBezTo>
                    <a:cubicBezTo>
                      <a:pt x="500" y="14"/>
                      <a:pt x="503" y="13"/>
                      <a:pt x="506" y="12"/>
                    </a:cubicBezTo>
                    <a:cubicBezTo>
                      <a:pt x="511" y="11"/>
                      <a:pt x="515" y="13"/>
                      <a:pt x="519" y="12"/>
                    </a:cubicBezTo>
                    <a:cubicBezTo>
                      <a:pt x="523" y="12"/>
                      <a:pt x="524" y="9"/>
                      <a:pt x="528" y="8"/>
                    </a:cubicBezTo>
                    <a:cubicBezTo>
                      <a:pt x="530" y="8"/>
                      <a:pt x="533" y="8"/>
                      <a:pt x="535" y="8"/>
                    </a:cubicBezTo>
                    <a:cubicBezTo>
                      <a:pt x="540" y="8"/>
                      <a:pt x="540" y="12"/>
                      <a:pt x="544" y="14"/>
                    </a:cubicBezTo>
                    <a:cubicBezTo>
                      <a:pt x="545" y="15"/>
                      <a:pt x="546" y="15"/>
                      <a:pt x="548" y="15"/>
                    </a:cubicBezTo>
                    <a:cubicBezTo>
                      <a:pt x="550" y="16"/>
                      <a:pt x="552" y="17"/>
                      <a:pt x="554" y="18"/>
                    </a:cubicBezTo>
                    <a:cubicBezTo>
                      <a:pt x="556" y="19"/>
                      <a:pt x="558" y="18"/>
                      <a:pt x="560" y="19"/>
                    </a:cubicBezTo>
                    <a:cubicBezTo>
                      <a:pt x="563" y="19"/>
                      <a:pt x="564" y="22"/>
                      <a:pt x="566" y="23"/>
                    </a:cubicBezTo>
                    <a:cubicBezTo>
                      <a:pt x="569" y="24"/>
                      <a:pt x="574" y="23"/>
                      <a:pt x="577" y="24"/>
                    </a:cubicBezTo>
                    <a:cubicBezTo>
                      <a:pt x="579" y="24"/>
                      <a:pt x="579" y="25"/>
                      <a:pt x="581" y="26"/>
                    </a:cubicBezTo>
                    <a:cubicBezTo>
                      <a:pt x="584" y="27"/>
                      <a:pt x="583" y="27"/>
                      <a:pt x="586" y="25"/>
                    </a:cubicBezTo>
                    <a:cubicBezTo>
                      <a:pt x="590" y="24"/>
                      <a:pt x="590" y="25"/>
                      <a:pt x="594" y="27"/>
                    </a:cubicBezTo>
                    <a:cubicBezTo>
                      <a:pt x="596" y="27"/>
                      <a:pt x="599" y="27"/>
                      <a:pt x="602" y="27"/>
                    </a:cubicBezTo>
                    <a:cubicBezTo>
                      <a:pt x="605" y="27"/>
                      <a:pt x="608" y="28"/>
                      <a:pt x="611" y="27"/>
                    </a:cubicBezTo>
                    <a:cubicBezTo>
                      <a:pt x="612" y="27"/>
                      <a:pt x="613" y="26"/>
                      <a:pt x="615" y="26"/>
                    </a:cubicBezTo>
                    <a:cubicBezTo>
                      <a:pt x="617" y="25"/>
                      <a:pt x="619" y="27"/>
                      <a:pt x="620" y="28"/>
                    </a:cubicBezTo>
                    <a:cubicBezTo>
                      <a:pt x="625" y="31"/>
                      <a:pt x="625" y="33"/>
                      <a:pt x="630" y="31"/>
                    </a:cubicBezTo>
                    <a:cubicBezTo>
                      <a:pt x="632" y="31"/>
                      <a:pt x="634" y="31"/>
                      <a:pt x="636" y="30"/>
                    </a:cubicBezTo>
                    <a:cubicBezTo>
                      <a:pt x="637" y="29"/>
                      <a:pt x="637" y="25"/>
                      <a:pt x="639" y="24"/>
                    </a:cubicBezTo>
                    <a:cubicBezTo>
                      <a:pt x="640" y="23"/>
                      <a:pt x="643" y="24"/>
                      <a:pt x="644" y="25"/>
                    </a:cubicBezTo>
                    <a:cubicBezTo>
                      <a:pt x="650" y="27"/>
                      <a:pt x="654" y="29"/>
                      <a:pt x="660" y="27"/>
                    </a:cubicBezTo>
                    <a:cubicBezTo>
                      <a:pt x="666" y="26"/>
                      <a:pt x="673" y="27"/>
                      <a:pt x="680" y="27"/>
                    </a:cubicBezTo>
                    <a:cubicBezTo>
                      <a:pt x="685" y="27"/>
                      <a:pt x="689" y="25"/>
                      <a:pt x="694" y="25"/>
                    </a:cubicBezTo>
                    <a:cubicBezTo>
                      <a:pt x="698" y="25"/>
                      <a:pt x="700" y="26"/>
                      <a:pt x="702" y="29"/>
                    </a:cubicBezTo>
                    <a:cubicBezTo>
                      <a:pt x="703" y="30"/>
                      <a:pt x="703" y="32"/>
                      <a:pt x="704" y="32"/>
                    </a:cubicBezTo>
                    <a:cubicBezTo>
                      <a:pt x="705" y="32"/>
                      <a:pt x="705" y="31"/>
                      <a:pt x="706" y="30"/>
                    </a:cubicBezTo>
                    <a:cubicBezTo>
                      <a:pt x="707" y="30"/>
                      <a:pt x="709" y="29"/>
                      <a:pt x="710" y="29"/>
                    </a:cubicBezTo>
                    <a:cubicBezTo>
                      <a:pt x="715" y="28"/>
                      <a:pt x="716" y="29"/>
                      <a:pt x="720" y="31"/>
                    </a:cubicBezTo>
                    <a:cubicBezTo>
                      <a:pt x="725" y="33"/>
                      <a:pt x="726" y="29"/>
                      <a:pt x="730" y="29"/>
                    </a:cubicBezTo>
                    <a:cubicBezTo>
                      <a:pt x="733" y="30"/>
                      <a:pt x="734" y="33"/>
                      <a:pt x="738" y="32"/>
                    </a:cubicBezTo>
                    <a:cubicBezTo>
                      <a:pt x="739" y="32"/>
                      <a:pt x="740" y="31"/>
                      <a:pt x="741" y="31"/>
                    </a:cubicBezTo>
                    <a:cubicBezTo>
                      <a:pt x="744" y="31"/>
                      <a:pt x="745" y="32"/>
                      <a:pt x="748" y="34"/>
                    </a:cubicBezTo>
                    <a:cubicBezTo>
                      <a:pt x="750" y="35"/>
                      <a:pt x="754" y="36"/>
                      <a:pt x="757" y="34"/>
                    </a:cubicBezTo>
                    <a:cubicBezTo>
                      <a:pt x="759" y="32"/>
                      <a:pt x="758" y="28"/>
                      <a:pt x="760" y="25"/>
                    </a:cubicBezTo>
                    <a:cubicBezTo>
                      <a:pt x="762" y="22"/>
                      <a:pt x="764" y="24"/>
                      <a:pt x="767" y="24"/>
                    </a:cubicBezTo>
                    <a:cubicBezTo>
                      <a:pt x="772" y="23"/>
                      <a:pt x="776" y="18"/>
                      <a:pt x="777" y="14"/>
                    </a:cubicBezTo>
                    <a:cubicBezTo>
                      <a:pt x="780" y="13"/>
                      <a:pt x="783" y="11"/>
                      <a:pt x="786" y="11"/>
                    </a:cubicBezTo>
                    <a:cubicBezTo>
                      <a:pt x="788" y="11"/>
                      <a:pt x="788" y="11"/>
                      <a:pt x="790" y="12"/>
                    </a:cubicBezTo>
                    <a:cubicBezTo>
                      <a:pt x="792" y="13"/>
                      <a:pt x="792" y="13"/>
                      <a:pt x="794" y="14"/>
                    </a:cubicBezTo>
                    <a:cubicBezTo>
                      <a:pt x="797" y="14"/>
                      <a:pt x="795" y="13"/>
                      <a:pt x="797" y="15"/>
                    </a:cubicBezTo>
                    <a:cubicBezTo>
                      <a:pt x="799" y="17"/>
                      <a:pt x="798" y="19"/>
                      <a:pt x="802" y="20"/>
                    </a:cubicBezTo>
                    <a:cubicBezTo>
                      <a:pt x="804" y="21"/>
                      <a:pt x="804" y="20"/>
                      <a:pt x="806" y="21"/>
                    </a:cubicBezTo>
                    <a:cubicBezTo>
                      <a:pt x="807" y="23"/>
                      <a:pt x="807" y="24"/>
                      <a:pt x="808" y="25"/>
                    </a:cubicBezTo>
                    <a:cubicBezTo>
                      <a:pt x="810" y="25"/>
                      <a:pt x="811" y="25"/>
                      <a:pt x="812" y="25"/>
                    </a:cubicBezTo>
                    <a:cubicBezTo>
                      <a:pt x="814" y="26"/>
                      <a:pt x="814" y="27"/>
                      <a:pt x="815" y="27"/>
                    </a:cubicBezTo>
                    <a:cubicBezTo>
                      <a:pt x="816" y="28"/>
                      <a:pt x="817" y="28"/>
                      <a:pt x="818" y="28"/>
                    </a:cubicBezTo>
                    <a:cubicBezTo>
                      <a:pt x="819" y="29"/>
                      <a:pt x="820" y="31"/>
                      <a:pt x="822" y="30"/>
                    </a:cubicBezTo>
                    <a:cubicBezTo>
                      <a:pt x="827" y="30"/>
                      <a:pt x="824" y="24"/>
                      <a:pt x="829" y="26"/>
                    </a:cubicBezTo>
                    <a:cubicBezTo>
                      <a:pt x="831" y="28"/>
                      <a:pt x="837" y="37"/>
                      <a:pt x="840" y="31"/>
                    </a:cubicBezTo>
                    <a:cubicBezTo>
                      <a:pt x="845" y="32"/>
                      <a:pt x="848" y="34"/>
                      <a:pt x="852" y="33"/>
                    </a:cubicBezTo>
                    <a:cubicBezTo>
                      <a:pt x="855" y="33"/>
                      <a:pt x="858" y="33"/>
                      <a:pt x="860" y="33"/>
                    </a:cubicBezTo>
                    <a:close/>
                  </a:path>
                </a:pathLst>
              </a:custGeom>
              <a:solidFill>
                <a:schemeClr val="accent2"/>
              </a:solidFill>
              <a:ln>
                <a:noFill/>
              </a:ln>
              <a:effectLst>
                <a:outerShdw blurRad="28575" rotWithShape="0" algn="bl" dir="1242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9"/>
              <p:cNvSpPr/>
              <p:nvPr/>
            </p:nvSpPr>
            <p:spPr>
              <a:xfrm>
                <a:off x="6566500" y="4756113"/>
                <a:ext cx="2728913" cy="1250950"/>
              </a:xfrm>
              <a:custGeom>
                <a:rect b="b" l="l" r="r" t="t"/>
                <a:pathLst>
                  <a:path extrusionOk="0" h="332" w="723">
                    <a:moveTo>
                      <a:pt x="722" y="93"/>
                    </a:moveTo>
                    <a:cubicBezTo>
                      <a:pt x="723" y="93"/>
                      <a:pt x="723" y="92"/>
                      <a:pt x="723" y="92"/>
                    </a:cubicBezTo>
                    <a:cubicBezTo>
                      <a:pt x="723" y="91"/>
                      <a:pt x="723" y="91"/>
                      <a:pt x="722" y="91"/>
                    </a:cubicBezTo>
                    <a:cubicBezTo>
                      <a:pt x="687" y="91"/>
                      <a:pt x="687" y="91"/>
                      <a:pt x="687" y="91"/>
                    </a:cubicBezTo>
                    <a:cubicBezTo>
                      <a:pt x="687" y="56"/>
                      <a:pt x="687" y="56"/>
                      <a:pt x="687" y="56"/>
                    </a:cubicBezTo>
                    <a:cubicBezTo>
                      <a:pt x="722" y="56"/>
                      <a:pt x="722" y="56"/>
                      <a:pt x="722" y="56"/>
                    </a:cubicBezTo>
                    <a:cubicBezTo>
                      <a:pt x="723" y="56"/>
                      <a:pt x="723" y="55"/>
                      <a:pt x="723" y="55"/>
                    </a:cubicBezTo>
                    <a:cubicBezTo>
                      <a:pt x="723" y="54"/>
                      <a:pt x="723" y="54"/>
                      <a:pt x="722" y="54"/>
                    </a:cubicBezTo>
                    <a:cubicBezTo>
                      <a:pt x="687" y="54"/>
                      <a:pt x="687" y="54"/>
                      <a:pt x="687" y="54"/>
                    </a:cubicBezTo>
                    <a:cubicBezTo>
                      <a:pt x="687" y="19"/>
                      <a:pt x="687" y="19"/>
                      <a:pt x="687" y="19"/>
                    </a:cubicBezTo>
                    <a:cubicBezTo>
                      <a:pt x="688" y="19"/>
                      <a:pt x="688" y="19"/>
                      <a:pt x="688" y="19"/>
                    </a:cubicBezTo>
                    <a:cubicBezTo>
                      <a:pt x="687" y="18"/>
                      <a:pt x="687" y="18"/>
                      <a:pt x="687" y="18"/>
                    </a:cubicBezTo>
                    <a:cubicBezTo>
                      <a:pt x="686" y="17"/>
                      <a:pt x="686" y="17"/>
                      <a:pt x="686" y="16"/>
                    </a:cubicBezTo>
                    <a:cubicBezTo>
                      <a:pt x="685" y="14"/>
                      <a:pt x="685" y="14"/>
                      <a:pt x="685" y="14"/>
                    </a:cubicBezTo>
                    <a:cubicBezTo>
                      <a:pt x="685" y="17"/>
                      <a:pt x="685" y="17"/>
                      <a:pt x="685" y="17"/>
                    </a:cubicBezTo>
                    <a:cubicBezTo>
                      <a:pt x="663" y="17"/>
                      <a:pt x="663" y="17"/>
                      <a:pt x="663" y="17"/>
                    </a:cubicBezTo>
                    <a:cubicBezTo>
                      <a:pt x="662" y="17"/>
                      <a:pt x="662" y="17"/>
                      <a:pt x="662" y="17"/>
                    </a:cubicBezTo>
                    <a:cubicBezTo>
                      <a:pt x="662" y="17"/>
                      <a:pt x="662" y="17"/>
                      <a:pt x="662" y="17"/>
                    </a:cubicBezTo>
                    <a:cubicBezTo>
                      <a:pt x="662" y="17"/>
                      <a:pt x="662" y="18"/>
                      <a:pt x="662" y="18"/>
                    </a:cubicBezTo>
                    <a:cubicBezTo>
                      <a:pt x="661" y="19"/>
                      <a:pt x="661" y="19"/>
                      <a:pt x="661" y="19"/>
                    </a:cubicBezTo>
                    <a:cubicBezTo>
                      <a:pt x="685" y="19"/>
                      <a:pt x="685" y="19"/>
                      <a:pt x="685" y="19"/>
                    </a:cubicBezTo>
                    <a:cubicBezTo>
                      <a:pt x="685" y="54"/>
                      <a:pt x="685" y="54"/>
                      <a:pt x="685" y="54"/>
                    </a:cubicBezTo>
                    <a:cubicBezTo>
                      <a:pt x="647" y="54"/>
                      <a:pt x="647" y="54"/>
                      <a:pt x="647" y="54"/>
                    </a:cubicBezTo>
                    <a:cubicBezTo>
                      <a:pt x="647" y="22"/>
                      <a:pt x="647" y="22"/>
                      <a:pt x="647" y="22"/>
                    </a:cubicBezTo>
                    <a:cubicBezTo>
                      <a:pt x="646" y="27"/>
                      <a:pt x="646" y="27"/>
                      <a:pt x="646" y="27"/>
                    </a:cubicBezTo>
                    <a:cubicBezTo>
                      <a:pt x="646" y="27"/>
                      <a:pt x="646" y="28"/>
                      <a:pt x="645" y="29"/>
                    </a:cubicBezTo>
                    <a:cubicBezTo>
                      <a:pt x="645" y="30"/>
                      <a:pt x="645" y="31"/>
                      <a:pt x="645" y="32"/>
                    </a:cubicBezTo>
                    <a:cubicBezTo>
                      <a:pt x="645" y="54"/>
                      <a:pt x="645" y="54"/>
                      <a:pt x="645" y="54"/>
                    </a:cubicBezTo>
                    <a:cubicBezTo>
                      <a:pt x="607" y="54"/>
                      <a:pt x="607" y="54"/>
                      <a:pt x="607" y="54"/>
                    </a:cubicBezTo>
                    <a:cubicBezTo>
                      <a:pt x="607" y="29"/>
                      <a:pt x="607" y="29"/>
                      <a:pt x="607" y="29"/>
                    </a:cubicBezTo>
                    <a:cubicBezTo>
                      <a:pt x="605" y="28"/>
                      <a:pt x="605" y="28"/>
                      <a:pt x="605" y="28"/>
                    </a:cubicBezTo>
                    <a:cubicBezTo>
                      <a:pt x="605" y="54"/>
                      <a:pt x="605" y="54"/>
                      <a:pt x="605" y="54"/>
                    </a:cubicBezTo>
                    <a:cubicBezTo>
                      <a:pt x="567" y="54"/>
                      <a:pt x="567" y="54"/>
                      <a:pt x="567" y="54"/>
                    </a:cubicBezTo>
                    <a:cubicBezTo>
                      <a:pt x="567" y="26"/>
                      <a:pt x="567" y="26"/>
                      <a:pt x="567" y="26"/>
                    </a:cubicBezTo>
                    <a:cubicBezTo>
                      <a:pt x="566" y="26"/>
                      <a:pt x="566" y="26"/>
                      <a:pt x="566" y="26"/>
                    </a:cubicBezTo>
                    <a:cubicBezTo>
                      <a:pt x="566" y="26"/>
                      <a:pt x="566" y="26"/>
                      <a:pt x="566" y="26"/>
                    </a:cubicBezTo>
                    <a:cubicBezTo>
                      <a:pt x="565" y="26"/>
                      <a:pt x="565" y="26"/>
                      <a:pt x="565" y="26"/>
                    </a:cubicBezTo>
                    <a:cubicBezTo>
                      <a:pt x="565" y="54"/>
                      <a:pt x="565" y="54"/>
                      <a:pt x="565" y="54"/>
                    </a:cubicBezTo>
                    <a:cubicBezTo>
                      <a:pt x="527" y="54"/>
                      <a:pt x="527" y="54"/>
                      <a:pt x="527" y="54"/>
                    </a:cubicBezTo>
                    <a:cubicBezTo>
                      <a:pt x="527" y="24"/>
                      <a:pt x="527" y="24"/>
                      <a:pt x="527" y="24"/>
                    </a:cubicBezTo>
                    <a:cubicBezTo>
                      <a:pt x="527" y="23"/>
                      <a:pt x="527" y="23"/>
                      <a:pt x="527" y="23"/>
                    </a:cubicBezTo>
                    <a:cubicBezTo>
                      <a:pt x="526" y="23"/>
                      <a:pt x="526" y="23"/>
                      <a:pt x="526" y="23"/>
                    </a:cubicBezTo>
                    <a:cubicBezTo>
                      <a:pt x="525" y="23"/>
                      <a:pt x="525" y="24"/>
                      <a:pt x="525" y="24"/>
                    </a:cubicBezTo>
                    <a:cubicBezTo>
                      <a:pt x="525" y="24"/>
                      <a:pt x="525" y="24"/>
                      <a:pt x="525" y="24"/>
                    </a:cubicBezTo>
                    <a:cubicBezTo>
                      <a:pt x="525" y="54"/>
                      <a:pt x="525" y="54"/>
                      <a:pt x="525" y="54"/>
                    </a:cubicBezTo>
                    <a:cubicBezTo>
                      <a:pt x="487" y="54"/>
                      <a:pt x="487" y="54"/>
                      <a:pt x="487" y="54"/>
                    </a:cubicBezTo>
                    <a:cubicBezTo>
                      <a:pt x="487" y="26"/>
                      <a:pt x="487" y="26"/>
                      <a:pt x="487" y="26"/>
                    </a:cubicBezTo>
                    <a:cubicBezTo>
                      <a:pt x="486" y="26"/>
                      <a:pt x="486" y="26"/>
                      <a:pt x="486" y="26"/>
                    </a:cubicBezTo>
                    <a:cubicBezTo>
                      <a:pt x="486" y="26"/>
                      <a:pt x="485" y="26"/>
                      <a:pt x="485" y="26"/>
                    </a:cubicBezTo>
                    <a:cubicBezTo>
                      <a:pt x="485" y="26"/>
                      <a:pt x="485" y="26"/>
                      <a:pt x="485" y="26"/>
                    </a:cubicBezTo>
                    <a:cubicBezTo>
                      <a:pt x="485" y="54"/>
                      <a:pt x="485" y="54"/>
                      <a:pt x="485" y="54"/>
                    </a:cubicBezTo>
                    <a:cubicBezTo>
                      <a:pt x="447" y="54"/>
                      <a:pt x="447" y="54"/>
                      <a:pt x="447" y="54"/>
                    </a:cubicBezTo>
                    <a:cubicBezTo>
                      <a:pt x="447" y="18"/>
                      <a:pt x="447" y="18"/>
                      <a:pt x="447" y="18"/>
                    </a:cubicBezTo>
                    <a:cubicBezTo>
                      <a:pt x="447" y="18"/>
                      <a:pt x="447" y="18"/>
                      <a:pt x="447" y="18"/>
                    </a:cubicBezTo>
                    <a:cubicBezTo>
                      <a:pt x="446" y="18"/>
                      <a:pt x="446" y="18"/>
                      <a:pt x="446" y="18"/>
                    </a:cubicBezTo>
                    <a:cubicBezTo>
                      <a:pt x="445" y="18"/>
                      <a:pt x="445" y="18"/>
                      <a:pt x="445" y="18"/>
                    </a:cubicBezTo>
                    <a:cubicBezTo>
                      <a:pt x="445" y="54"/>
                      <a:pt x="445" y="54"/>
                      <a:pt x="445" y="54"/>
                    </a:cubicBezTo>
                    <a:cubicBezTo>
                      <a:pt x="408" y="54"/>
                      <a:pt x="408" y="54"/>
                      <a:pt x="408" y="54"/>
                    </a:cubicBezTo>
                    <a:cubicBezTo>
                      <a:pt x="408" y="19"/>
                      <a:pt x="408" y="19"/>
                      <a:pt x="408" y="19"/>
                    </a:cubicBezTo>
                    <a:cubicBezTo>
                      <a:pt x="444" y="19"/>
                      <a:pt x="444" y="19"/>
                      <a:pt x="444" y="19"/>
                    </a:cubicBezTo>
                    <a:cubicBezTo>
                      <a:pt x="444" y="18"/>
                      <a:pt x="444" y="18"/>
                      <a:pt x="444" y="18"/>
                    </a:cubicBezTo>
                    <a:cubicBezTo>
                      <a:pt x="443" y="18"/>
                      <a:pt x="443" y="18"/>
                      <a:pt x="442" y="17"/>
                    </a:cubicBezTo>
                    <a:cubicBezTo>
                      <a:pt x="441" y="17"/>
                      <a:pt x="441" y="17"/>
                      <a:pt x="441" y="17"/>
                    </a:cubicBezTo>
                    <a:cubicBezTo>
                      <a:pt x="441" y="17"/>
                      <a:pt x="441" y="17"/>
                      <a:pt x="441" y="17"/>
                    </a:cubicBezTo>
                    <a:cubicBezTo>
                      <a:pt x="408" y="17"/>
                      <a:pt x="408" y="17"/>
                      <a:pt x="408" y="17"/>
                    </a:cubicBezTo>
                    <a:cubicBezTo>
                      <a:pt x="408" y="11"/>
                      <a:pt x="408" y="11"/>
                      <a:pt x="408" y="11"/>
                    </a:cubicBezTo>
                    <a:cubicBezTo>
                      <a:pt x="407" y="11"/>
                      <a:pt x="407" y="11"/>
                      <a:pt x="407" y="11"/>
                    </a:cubicBezTo>
                    <a:cubicBezTo>
                      <a:pt x="407" y="11"/>
                      <a:pt x="407" y="11"/>
                      <a:pt x="407" y="11"/>
                    </a:cubicBezTo>
                    <a:cubicBezTo>
                      <a:pt x="406" y="11"/>
                      <a:pt x="406" y="11"/>
                      <a:pt x="406" y="11"/>
                    </a:cubicBezTo>
                    <a:cubicBezTo>
                      <a:pt x="406" y="17"/>
                      <a:pt x="406" y="17"/>
                      <a:pt x="406" y="17"/>
                    </a:cubicBezTo>
                    <a:cubicBezTo>
                      <a:pt x="378" y="17"/>
                      <a:pt x="378" y="17"/>
                      <a:pt x="378" y="17"/>
                    </a:cubicBezTo>
                    <a:cubicBezTo>
                      <a:pt x="378" y="17"/>
                      <a:pt x="378" y="17"/>
                      <a:pt x="378" y="17"/>
                    </a:cubicBezTo>
                    <a:cubicBezTo>
                      <a:pt x="377" y="17"/>
                      <a:pt x="377" y="17"/>
                      <a:pt x="377" y="18"/>
                    </a:cubicBezTo>
                    <a:cubicBezTo>
                      <a:pt x="376" y="19"/>
                      <a:pt x="376" y="19"/>
                      <a:pt x="376" y="19"/>
                    </a:cubicBezTo>
                    <a:cubicBezTo>
                      <a:pt x="406" y="19"/>
                      <a:pt x="406" y="19"/>
                      <a:pt x="406" y="19"/>
                    </a:cubicBezTo>
                    <a:cubicBezTo>
                      <a:pt x="406" y="54"/>
                      <a:pt x="406" y="54"/>
                      <a:pt x="406" y="54"/>
                    </a:cubicBezTo>
                    <a:cubicBezTo>
                      <a:pt x="371" y="54"/>
                      <a:pt x="371" y="54"/>
                      <a:pt x="371" y="54"/>
                    </a:cubicBezTo>
                    <a:cubicBezTo>
                      <a:pt x="371" y="22"/>
                      <a:pt x="371" y="22"/>
                      <a:pt x="371" y="22"/>
                    </a:cubicBezTo>
                    <a:cubicBezTo>
                      <a:pt x="371" y="21"/>
                      <a:pt x="371" y="21"/>
                      <a:pt x="371" y="21"/>
                    </a:cubicBezTo>
                    <a:cubicBezTo>
                      <a:pt x="371" y="21"/>
                      <a:pt x="371" y="21"/>
                      <a:pt x="371" y="21"/>
                    </a:cubicBezTo>
                    <a:cubicBezTo>
                      <a:pt x="370" y="21"/>
                      <a:pt x="370" y="21"/>
                      <a:pt x="370" y="21"/>
                    </a:cubicBezTo>
                    <a:cubicBezTo>
                      <a:pt x="369" y="21"/>
                      <a:pt x="369" y="21"/>
                      <a:pt x="369" y="21"/>
                    </a:cubicBezTo>
                    <a:cubicBezTo>
                      <a:pt x="369" y="54"/>
                      <a:pt x="369" y="54"/>
                      <a:pt x="369" y="54"/>
                    </a:cubicBezTo>
                    <a:cubicBezTo>
                      <a:pt x="334" y="54"/>
                      <a:pt x="334" y="54"/>
                      <a:pt x="334" y="54"/>
                    </a:cubicBezTo>
                    <a:cubicBezTo>
                      <a:pt x="334" y="21"/>
                      <a:pt x="334" y="21"/>
                      <a:pt x="334" y="21"/>
                    </a:cubicBezTo>
                    <a:cubicBezTo>
                      <a:pt x="334" y="21"/>
                      <a:pt x="334" y="21"/>
                      <a:pt x="334" y="21"/>
                    </a:cubicBezTo>
                    <a:cubicBezTo>
                      <a:pt x="333" y="21"/>
                      <a:pt x="333" y="21"/>
                      <a:pt x="333" y="21"/>
                    </a:cubicBezTo>
                    <a:cubicBezTo>
                      <a:pt x="332" y="21"/>
                      <a:pt x="332" y="21"/>
                      <a:pt x="332" y="21"/>
                    </a:cubicBezTo>
                    <a:cubicBezTo>
                      <a:pt x="332" y="54"/>
                      <a:pt x="332" y="54"/>
                      <a:pt x="332" y="54"/>
                    </a:cubicBezTo>
                    <a:cubicBezTo>
                      <a:pt x="297" y="54"/>
                      <a:pt x="297" y="54"/>
                      <a:pt x="297" y="54"/>
                    </a:cubicBezTo>
                    <a:cubicBezTo>
                      <a:pt x="297" y="19"/>
                      <a:pt x="297" y="19"/>
                      <a:pt x="297" y="19"/>
                    </a:cubicBezTo>
                    <a:cubicBezTo>
                      <a:pt x="319" y="19"/>
                      <a:pt x="319" y="19"/>
                      <a:pt x="319" y="19"/>
                    </a:cubicBezTo>
                    <a:cubicBezTo>
                      <a:pt x="317" y="18"/>
                      <a:pt x="317" y="18"/>
                      <a:pt x="317" y="18"/>
                    </a:cubicBezTo>
                    <a:cubicBezTo>
                      <a:pt x="316" y="18"/>
                      <a:pt x="316" y="17"/>
                      <a:pt x="315" y="17"/>
                    </a:cubicBezTo>
                    <a:cubicBezTo>
                      <a:pt x="315" y="17"/>
                      <a:pt x="315" y="17"/>
                      <a:pt x="315" y="17"/>
                    </a:cubicBezTo>
                    <a:cubicBezTo>
                      <a:pt x="297" y="17"/>
                      <a:pt x="297" y="17"/>
                      <a:pt x="297" y="17"/>
                    </a:cubicBezTo>
                    <a:cubicBezTo>
                      <a:pt x="297" y="11"/>
                      <a:pt x="297" y="11"/>
                      <a:pt x="297" y="11"/>
                    </a:cubicBezTo>
                    <a:cubicBezTo>
                      <a:pt x="297" y="11"/>
                      <a:pt x="297" y="11"/>
                      <a:pt x="297" y="11"/>
                    </a:cubicBezTo>
                    <a:cubicBezTo>
                      <a:pt x="297" y="10"/>
                      <a:pt x="296" y="10"/>
                      <a:pt x="296" y="10"/>
                    </a:cubicBezTo>
                    <a:cubicBezTo>
                      <a:pt x="295" y="10"/>
                      <a:pt x="295" y="10"/>
                      <a:pt x="295" y="10"/>
                    </a:cubicBezTo>
                    <a:cubicBezTo>
                      <a:pt x="295" y="17"/>
                      <a:pt x="295" y="17"/>
                      <a:pt x="295" y="17"/>
                    </a:cubicBezTo>
                    <a:cubicBezTo>
                      <a:pt x="260" y="17"/>
                      <a:pt x="260" y="17"/>
                      <a:pt x="260" y="17"/>
                    </a:cubicBezTo>
                    <a:cubicBezTo>
                      <a:pt x="260" y="10"/>
                      <a:pt x="260" y="10"/>
                      <a:pt x="260" y="10"/>
                    </a:cubicBezTo>
                    <a:cubicBezTo>
                      <a:pt x="260" y="11"/>
                      <a:pt x="260" y="11"/>
                      <a:pt x="260" y="11"/>
                    </a:cubicBezTo>
                    <a:cubicBezTo>
                      <a:pt x="259" y="11"/>
                      <a:pt x="259" y="11"/>
                      <a:pt x="259" y="11"/>
                    </a:cubicBezTo>
                    <a:cubicBezTo>
                      <a:pt x="259" y="11"/>
                      <a:pt x="259" y="12"/>
                      <a:pt x="259" y="12"/>
                    </a:cubicBezTo>
                    <a:cubicBezTo>
                      <a:pt x="258" y="12"/>
                      <a:pt x="258" y="12"/>
                      <a:pt x="258" y="12"/>
                    </a:cubicBezTo>
                    <a:cubicBezTo>
                      <a:pt x="258" y="17"/>
                      <a:pt x="258" y="17"/>
                      <a:pt x="258" y="17"/>
                    </a:cubicBezTo>
                    <a:cubicBezTo>
                      <a:pt x="252" y="17"/>
                      <a:pt x="252" y="17"/>
                      <a:pt x="252" y="17"/>
                    </a:cubicBezTo>
                    <a:cubicBezTo>
                      <a:pt x="252" y="17"/>
                      <a:pt x="252" y="17"/>
                      <a:pt x="252" y="17"/>
                    </a:cubicBezTo>
                    <a:cubicBezTo>
                      <a:pt x="252" y="17"/>
                      <a:pt x="252" y="17"/>
                      <a:pt x="252" y="17"/>
                    </a:cubicBezTo>
                    <a:cubicBezTo>
                      <a:pt x="251" y="17"/>
                      <a:pt x="251" y="17"/>
                      <a:pt x="251" y="18"/>
                    </a:cubicBezTo>
                    <a:cubicBezTo>
                      <a:pt x="249" y="19"/>
                      <a:pt x="249" y="19"/>
                      <a:pt x="249" y="19"/>
                    </a:cubicBezTo>
                    <a:cubicBezTo>
                      <a:pt x="258" y="19"/>
                      <a:pt x="258" y="19"/>
                      <a:pt x="258" y="19"/>
                    </a:cubicBezTo>
                    <a:cubicBezTo>
                      <a:pt x="258" y="54"/>
                      <a:pt x="258" y="54"/>
                      <a:pt x="258" y="54"/>
                    </a:cubicBezTo>
                    <a:cubicBezTo>
                      <a:pt x="224" y="54"/>
                      <a:pt x="224" y="54"/>
                      <a:pt x="224" y="54"/>
                    </a:cubicBezTo>
                    <a:cubicBezTo>
                      <a:pt x="224" y="26"/>
                      <a:pt x="224" y="26"/>
                      <a:pt x="224" y="26"/>
                    </a:cubicBezTo>
                    <a:cubicBezTo>
                      <a:pt x="223" y="26"/>
                      <a:pt x="223" y="26"/>
                      <a:pt x="223" y="26"/>
                    </a:cubicBezTo>
                    <a:cubicBezTo>
                      <a:pt x="223" y="27"/>
                      <a:pt x="222" y="27"/>
                      <a:pt x="222" y="27"/>
                    </a:cubicBezTo>
                    <a:cubicBezTo>
                      <a:pt x="222" y="27"/>
                      <a:pt x="222" y="27"/>
                      <a:pt x="222" y="27"/>
                    </a:cubicBezTo>
                    <a:cubicBezTo>
                      <a:pt x="222" y="54"/>
                      <a:pt x="222" y="54"/>
                      <a:pt x="222" y="54"/>
                    </a:cubicBezTo>
                    <a:cubicBezTo>
                      <a:pt x="187" y="54"/>
                      <a:pt x="187" y="54"/>
                      <a:pt x="187" y="54"/>
                    </a:cubicBezTo>
                    <a:cubicBezTo>
                      <a:pt x="187" y="18"/>
                      <a:pt x="187" y="18"/>
                      <a:pt x="187" y="18"/>
                    </a:cubicBezTo>
                    <a:cubicBezTo>
                      <a:pt x="186" y="18"/>
                      <a:pt x="186" y="18"/>
                      <a:pt x="186" y="18"/>
                    </a:cubicBezTo>
                    <a:cubicBezTo>
                      <a:pt x="186" y="18"/>
                      <a:pt x="185" y="18"/>
                      <a:pt x="185" y="18"/>
                    </a:cubicBezTo>
                    <a:cubicBezTo>
                      <a:pt x="185" y="18"/>
                      <a:pt x="185" y="18"/>
                      <a:pt x="185" y="18"/>
                    </a:cubicBezTo>
                    <a:cubicBezTo>
                      <a:pt x="185" y="18"/>
                      <a:pt x="185" y="18"/>
                      <a:pt x="185" y="18"/>
                    </a:cubicBezTo>
                    <a:cubicBezTo>
                      <a:pt x="182" y="18"/>
                      <a:pt x="182" y="18"/>
                      <a:pt x="182" y="18"/>
                    </a:cubicBezTo>
                    <a:cubicBezTo>
                      <a:pt x="180" y="17"/>
                      <a:pt x="179" y="17"/>
                      <a:pt x="177" y="17"/>
                    </a:cubicBezTo>
                    <a:cubicBezTo>
                      <a:pt x="150" y="17"/>
                      <a:pt x="150" y="17"/>
                      <a:pt x="150" y="17"/>
                    </a:cubicBezTo>
                    <a:cubicBezTo>
                      <a:pt x="150" y="8"/>
                      <a:pt x="150" y="8"/>
                      <a:pt x="150" y="8"/>
                    </a:cubicBezTo>
                    <a:cubicBezTo>
                      <a:pt x="149" y="8"/>
                      <a:pt x="149" y="8"/>
                      <a:pt x="149" y="8"/>
                    </a:cubicBezTo>
                    <a:cubicBezTo>
                      <a:pt x="149" y="8"/>
                      <a:pt x="149" y="8"/>
                      <a:pt x="148" y="8"/>
                    </a:cubicBezTo>
                    <a:cubicBezTo>
                      <a:pt x="148" y="9"/>
                      <a:pt x="148" y="9"/>
                      <a:pt x="148" y="9"/>
                    </a:cubicBezTo>
                    <a:cubicBezTo>
                      <a:pt x="148" y="17"/>
                      <a:pt x="148" y="17"/>
                      <a:pt x="148" y="17"/>
                    </a:cubicBezTo>
                    <a:cubicBezTo>
                      <a:pt x="113" y="17"/>
                      <a:pt x="113" y="17"/>
                      <a:pt x="113" y="17"/>
                    </a:cubicBezTo>
                    <a:cubicBezTo>
                      <a:pt x="113" y="0"/>
                      <a:pt x="113" y="0"/>
                      <a:pt x="113" y="0"/>
                    </a:cubicBezTo>
                    <a:cubicBezTo>
                      <a:pt x="113" y="0"/>
                      <a:pt x="113" y="0"/>
                      <a:pt x="113" y="0"/>
                    </a:cubicBezTo>
                    <a:cubicBezTo>
                      <a:pt x="112" y="0"/>
                      <a:pt x="112" y="0"/>
                      <a:pt x="112" y="0"/>
                    </a:cubicBezTo>
                    <a:cubicBezTo>
                      <a:pt x="112" y="0"/>
                      <a:pt x="112" y="0"/>
                      <a:pt x="111" y="0"/>
                    </a:cubicBezTo>
                    <a:cubicBezTo>
                      <a:pt x="111" y="0"/>
                      <a:pt x="111" y="0"/>
                      <a:pt x="111" y="0"/>
                    </a:cubicBezTo>
                    <a:cubicBezTo>
                      <a:pt x="111" y="17"/>
                      <a:pt x="111" y="17"/>
                      <a:pt x="111" y="17"/>
                    </a:cubicBezTo>
                    <a:cubicBezTo>
                      <a:pt x="76" y="17"/>
                      <a:pt x="76" y="17"/>
                      <a:pt x="76" y="17"/>
                    </a:cubicBezTo>
                    <a:cubicBezTo>
                      <a:pt x="76" y="16"/>
                      <a:pt x="76" y="16"/>
                      <a:pt x="76" y="16"/>
                    </a:cubicBezTo>
                    <a:cubicBezTo>
                      <a:pt x="75" y="16"/>
                      <a:pt x="75" y="16"/>
                      <a:pt x="75" y="16"/>
                    </a:cubicBezTo>
                    <a:cubicBezTo>
                      <a:pt x="75" y="16"/>
                      <a:pt x="75" y="16"/>
                      <a:pt x="74" y="16"/>
                    </a:cubicBezTo>
                    <a:cubicBezTo>
                      <a:pt x="74" y="16"/>
                      <a:pt x="74" y="16"/>
                      <a:pt x="74" y="16"/>
                    </a:cubicBezTo>
                    <a:cubicBezTo>
                      <a:pt x="74" y="17"/>
                      <a:pt x="74" y="17"/>
                      <a:pt x="74" y="17"/>
                    </a:cubicBezTo>
                    <a:cubicBezTo>
                      <a:pt x="66" y="17"/>
                      <a:pt x="66" y="17"/>
                      <a:pt x="66" y="17"/>
                    </a:cubicBezTo>
                    <a:cubicBezTo>
                      <a:pt x="66" y="17"/>
                      <a:pt x="66" y="17"/>
                      <a:pt x="66" y="17"/>
                    </a:cubicBezTo>
                    <a:cubicBezTo>
                      <a:pt x="65" y="17"/>
                      <a:pt x="64" y="17"/>
                      <a:pt x="64" y="18"/>
                    </a:cubicBezTo>
                    <a:cubicBezTo>
                      <a:pt x="62" y="19"/>
                      <a:pt x="62" y="19"/>
                      <a:pt x="62" y="19"/>
                    </a:cubicBezTo>
                    <a:cubicBezTo>
                      <a:pt x="74" y="19"/>
                      <a:pt x="74" y="19"/>
                      <a:pt x="74" y="19"/>
                    </a:cubicBezTo>
                    <a:cubicBezTo>
                      <a:pt x="74" y="54"/>
                      <a:pt x="74" y="54"/>
                      <a:pt x="74" y="54"/>
                    </a:cubicBezTo>
                    <a:cubicBezTo>
                      <a:pt x="39" y="54"/>
                      <a:pt x="39" y="54"/>
                      <a:pt x="39" y="54"/>
                    </a:cubicBezTo>
                    <a:cubicBezTo>
                      <a:pt x="39" y="30"/>
                      <a:pt x="39" y="30"/>
                      <a:pt x="39" y="30"/>
                    </a:cubicBezTo>
                    <a:cubicBezTo>
                      <a:pt x="38" y="30"/>
                      <a:pt x="38" y="30"/>
                      <a:pt x="38" y="30"/>
                    </a:cubicBezTo>
                    <a:cubicBezTo>
                      <a:pt x="38" y="30"/>
                      <a:pt x="38" y="30"/>
                      <a:pt x="37" y="30"/>
                    </a:cubicBezTo>
                    <a:cubicBezTo>
                      <a:pt x="37" y="30"/>
                      <a:pt x="37" y="30"/>
                      <a:pt x="37" y="30"/>
                    </a:cubicBezTo>
                    <a:cubicBezTo>
                      <a:pt x="37" y="54"/>
                      <a:pt x="37" y="54"/>
                      <a:pt x="37" y="54"/>
                    </a:cubicBezTo>
                    <a:cubicBezTo>
                      <a:pt x="2" y="54"/>
                      <a:pt x="2" y="54"/>
                      <a:pt x="2" y="54"/>
                    </a:cubicBezTo>
                    <a:cubicBezTo>
                      <a:pt x="2" y="31"/>
                      <a:pt x="2" y="31"/>
                      <a:pt x="2" y="31"/>
                    </a:cubicBezTo>
                    <a:cubicBezTo>
                      <a:pt x="2" y="31"/>
                      <a:pt x="2" y="31"/>
                      <a:pt x="2" y="31"/>
                    </a:cubicBezTo>
                    <a:cubicBezTo>
                      <a:pt x="2" y="31"/>
                      <a:pt x="2" y="31"/>
                      <a:pt x="2" y="31"/>
                    </a:cubicBezTo>
                    <a:cubicBezTo>
                      <a:pt x="1" y="31"/>
                      <a:pt x="1" y="31"/>
                      <a:pt x="1" y="31"/>
                    </a:cubicBezTo>
                    <a:cubicBezTo>
                      <a:pt x="0" y="30"/>
                      <a:pt x="0" y="30"/>
                      <a:pt x="0" y="30"/>
                    </a:cubicBezTo>
                    <a:cubicBezTo>
                      <a:pt x="0" y="317"/>
                      <a:pt x="0" y="317"/>
                      <a:pt x="0" y="317"/>
                    </a:cubicBezTo>
                    <a:cubicBezTo>
                      <a:pt x="1" y="317"/>
                      <a:pt x="1" y="317"/>
                      <a:pt x="1" y="317"/>
                    </a:cubicBezTo>
                    <a:cubicBezTo>
                      <a:pt x="1" y="317"/>
                      <a:pt x="1" y="317"/>
                      <a:pt x="2" y="317"/>
                    </a:cubicBezTo>
                    <a:cubicBezTo>
                      <a:pt x="2" y="317"/>
                      <a:pt x="2" y="317"/>
                      <a:pt x="2" y="317"/>
                    </a:cubicBezTo>
                    <a:cubicBezTo>
                      <a:pt x="2" y="316"/>
                      <a:pt x="2" y="316"/>
                      <a:pt x="2" y="316"/>
                    </a:cubicBezTo>
                    <a:cubicBezTo>
                      <a:pt x="7" y="316"/>
                      <a:pt x="7" y="316"/>
                      <a:pt x="7" y="316"/>
                    </a:cubicBezTo>
                    <a:cubicBezTo>
                      <a:pt x="7" y="316"/>
                      <a:pt x="7" y="316"/>
                      <a:pt x="7" y="316"/>
                    </a:cubicBezTo>
                    <a:cubicBezTo>
                      <a:pt x="8" y="316"/>
                      <a:pt x="8" y="315"/>
                      <a:pt x="9" y="315"/>
                    </a:cubicBezTo>
                    <a:cubicBezTo>
                      <a:pt x="10" y="314"/>
                      <a:pt x="10" y="314"/>
                      <a:pt x="10" y="314"/>
                    </a:cubicBezTo>
                    <a:cubicBezTo>
                      <a:pt x="2" y="314"/>
                      <a:pt x="2" y="314"/>
                      <a:pt x="2" y="314"/>
                    </a:cubicBezTo>
                    <a:cubicBezTo>
                      <a:pt x="2" y="279"/>
                      <a:pt x="2" y="279"/>
                      <a:pt x="2" y="279"/>
                    </a:cubicBezTo>
                    <a:cubicBezTo>
                      <a:pt x="37" y="279"/>
                      <a:pt x="37" y="279"/>
                      <a:pt x="37" y="279"/>
                    </a:cubicBezTo>
                    <a:cubicBezTo>
                      <a:pt x="37" y="314"/>
                      <a:pt x="37" y="314"/>
                      <a:pt x="37" y="314"/>
                    </a:cubicBezTo>
                    <a:cubicBezTo>
                      <a:pt x="17" y="314"/>
                      <a:pt x="17" y="314"/>
                      <a:pt x="17" y="314"/>
                    </a:cubicBezTo>
                    <a:cubicBezTo>
                      <a:pt x="18" y="315"/>
                      <a:pt x="18" y="315"/>
                      <a:pt x="18" y="315"/>
                    </a:cubicBezTo>
                    <a:cubicBezTo>
                      <a:pt x="18" y="315"/>
                      <a:pt x="19" y="316"/>
                      <a:pt x="19" y="316"/>
                    </a:cubicBezTo>
                    <a:cubicBezTo>
                      <a:pt x="19" y="316"/>
                      <a:pt x="20" y="316"/>
                      <a:pt x="20" y="316"/>
                    </a:cubicBezTo>
                    <a:cubicBezTo>
                      <a:pt x="20" y="316"/>
                      <a:pt x="20" y="316"/>
                      <a:pt x="20" y="316"/>
                    </a:cubicBezTo>
                    <a:cubicBezTo>
                      <a:pt x="37" y="316"/>
                      <a:pt x="37" y="316"/>
                      <a:pt x="37" y="316"/>
                    </a:cubicBezTo>
                    <a:cubicBezTo>
                      <a:pt x="37" y="317"/>
                      <a:pt x="37" y="317"/>
                      <a:pt x="37" y="317"/>
                    </a:cubicBezTo>
                    <a:cubicBezTo>
                      <a:pt x="38" y="317"/>
                      <a:pt x="38" y="317"/>
                      <a:pt x="38" y="317"/>
                    </a:cubicBezTo>
                    <a:cubicBezTo>
                      <a:pt x="38" y="317"/>
                      <a:pt x="38" y="317"/>
                      <a:pt x="38" y="317"/>
                    </a:cubicBezTo>
                    <a:cubicBezTo>
                      <a:pt x="38" y="317"/>
                      <a:pt x="38" y="317"/>
                      <a:pt x="38" y="317"/>
                    </a:cubicBezTo>
                    <a:cubicBezTo>
                      <a:pt x="39" y="317"/>
                      <a:pt x="39" y="317"/>
                      <a:pt x="39" y="317"/>
                    </a:cubicBezTo>
                    <a:cubicBezTo>
                      <a:pt x="39" y="316"/>
                      <a:pt x="39" y="316"/>
                      <a:pt x="39" y="316"/>
                    </a:cubicBezTo>
                    <a:cubicBezTo>
                      <a:pt x="74" y="316"/>
                      <a:pt x="74" y="316"/>
                      <a:pt x="74" y="316"/>
                    </a:cubicBezTo>
                    <a:cubicBezTo>
                      <a:pt x="74" y="325"/>
                      <a:pt x="74" y="325"/>
                      <a:pt x="74" y="325"/>
                    </a:cubicBezTo>
                    <a:cubicBezTo>
                      <a:pt x="75" y="324"/>
                      <a:pt x="75" y="324"/>
                      <a:pt x="75" y="324"/>
                    </a:cubicBezTo>
                    <a:cubicBezTo>
                      <a:pt x="75" y="324"/>
                      <a:pt x="75" y="323"/>
                      <a:pt x="76" y="323"/>
                    </a:cubicBezTo>
                    <a:cubicBezTo>
                      <a:pt x="76" y="323"/>
                      <a:pt x="76" y="323"/>
                      <a:pt x="76" y="323"/>
                    </a:cubicBezTo>
                    <a:cubicBezTo>
                      <a:pt x="76" y="316"/>
                      <a:pt x="76" y="316"/>
                      <a:pt x="76" y="316"/>
                    </a:cubicBezTo>
                    <a:cubicBezTo>
                      <a:pt x="82" y="316"/>
                      <a:pt x="82" y="316"/>
                      <a:pt x="82" y="316"/>
                    </a:cubicBezTo>
                    <a:cubicBezTo>
                      <a:pt x="82" y="316"/>
                      <a:pt x="82" y="316"/>
                      <a:pt x="82" y="316"/>
                    </a:cubicBezTo>
                    <a:cubicBezTo>
                      <a:pt x="83" y="316"/>
                      <a:pt x="84" y="316"/>
                      <a:pt x="85" y="316"/>
                    </a:cubicBezTo>
                    <a:cubicBezTo>
                      <a:pt x="111" y="316"/>
                      <a:pt x="111" y="316"/>
                      <a:pt x="111" y="316"/>
                    </a:cubicBezTo>
                    <a:cubicBezTo>
                      <a:pt x="111" y="327"/>
                      <a:pt x="111" y="327"/>
                      <a:pt x="111" y="327"/>
                    </a:cubicBezTo>
                    <a:cubicBezTo>
                      <a:pt x="111" y="328"/>
                      <a:pt x="111" y="328"/>
                      <a:pt x="111" y="328"/>
                    </a:cubicBezTo>
                    <a:cubicBezTo>
                      <a:pt x="111" y="328"/>
                      <a:pt x="111" y="328"/>
                      <a:pt x="111" y="328"/>
                    </a:cubicBezTo>
                    <a:cubicBezTo>
                      <a:pt x="111" y="328"/>
                      <a:pt x="111" y="328"/>
                      <a:pt x="111" y="328"/>
                    </a:cubicBezTo>
                    <a:cubicBezTo>
                      <a:pt x="112" y="328"/>
                      <a:pt x="112" y="328"/>
                      <a:pt x="112" y="328"/>
                    </a:cubicBezTo>
                    <a:cubicBezTo>
                      <a:pt x="112" y="328"/>
                      <a:pt x="112" y="328"/>
                      <a:pt x="112" y="328"/>
                    </a:cubicBezTo>
                    <a:cubicBezTo>
                      <a:pt x="113" y="328"/>
                      <a:pt x="113" y="328"/>
                      <a:pt x="113" y="328"/>
                    </a:cubicBezTo>
                    <a:cubicBezTo>
                      <a:pt x="113" y="316"/>
                      <a:pt x="113" y="316"/>
                      <a:pt x="113" y="316"/>
                    </a:cubicBezTo>
                    <a:cubicBezTo>
                      <a:pt x="148" y="316"/>
                      <a:pt x="148" y="316"/>
                      <a:pt x="148" y="316"/>
                    </a:cubicBezTo>
                    <a:cubicBezTo>
                      <a:pt x="148" y="321"/>
                      <a:pt x="148" y="321"/>
                      <a:pt x="148" y="321"/>
                    </a:cubicBezTo>
                    <a:cubicBezTo>
                      <a:pt x="148" y="321"/>
                      <a:pt x="148" y="321"/>
                      <a:pt x="148" y="321"/>
                    </a:cubicBezTo>
                    <a:cubicBezTo>
                      <a:pt x="149" y="321"/>
                      <a:pt x="149" y="321"/>
                      <a:pt x="149" y="321"/>
                    </a:cubicBezTo>
                    <a:cubicBezTo>
                      <a:pt x="150" y="321"/>
                      <a:pt x="150" y="321"/>
                      <a:pt x="150" y="321"/>
                    </a:cubicBezTo>
                    <a:cubicBezTo>
                      <a:pt x="150" y="316"/>
                      <a:pt x="150" y="316"/>
                      <a:pt x="150" y="316"/>
                    </a:cubicBezTo>
                    <a:cubicBezTo>
                      <a:pt x="185" y="316"/>
                      <a:pt x="185" y="316"/>
                      <a:pt x="185" y="316"/>
                    </a:cubicBezTo>
                    <a:cubicBezTo>
                      <a:pt x="185" y="317"/>
                      <a:pt x="185" y="317"/>
                      <a:pt x="185" y="317"/>
                    </a:cubicBezTo>
                    <a:cubicBezTo>
                      <a:pt x="185" y="316"/>
                      <a:pt x="185" y="316"/>
                      <a:pt x="185" y="316"/>
                    </a:cubicBezTo>
                    <a:cubicBezTo>
                      <a:pt x="186" y="316"/>
                      <a:pt x="187" y="315"/>
                      <a:pt x="188" y="315"/>
                    </a:cubicBezTo>
                    <a:cubicBezTo>
                      <a:pt x="191" y="314"/>
                      <a:pt x="191" y="314"/>
                      <a:pt x="191" y="314"/>
                    </a:cubicBezTo>
                    <a:cubicBezTo>
                      <a:pt x="187" y="314"/>
                      <a:pt x="187" y="314"/>
                      <a:pt x="187" y="314"/>
                    </a:cubicBezTo>
                    <a:cubicBezTo>
                      <a:pt x="187" y="279"/>
                      <a:pt x="187" y="279"/>
                      <a:pt x="187" y="279"/>
                    </a:cubicBezTo>
                    <a:cubicBezTo>
                      <a:pt x="222" y="279"/>
                      <a:pt x="222" y="279"/>
                      <a:pt x="222" y="279"/>
                    </a:cubicBezTo>
                    <a:cubicBezTo>
                      <a:pt x="222" y="313"/>
                      <a:pt x="222" y="313"/>
                      <a:pt x="222" y="313"/>
                    </a:cubicBezTo>
                    <a:cubicBezTo>
                      <a:pt x="222" y="312"/>
                      <a:pt x="222" y="312"/>
                      <a:pt x="222" y="312"/>
                    </a:cubicBezTo>
                    <a:cubicBezTo>
                      <a:pt x="223" y="312"/>
                      <a:pt x="223" y="312"/>
                      <a:pt x="223" y="311"/>
                    </a:cubicBezTo>
                    <a:cubicBezTo>
                      <a:pt x="224" y="311"/>
                      <a:pt x="224" y="311"/>
                      <a:pt x="224" y="311"/>
                    </a:cubicBezTo>
                    <a:cubicBezTo>
                      <a:pt x="224" y="279"/>
                      <a:pt x="224" y="279"/>
                      <a:pt x="224" y="279"/>
                    </a:cubicBezTo>
                    <a:cubicBezTo>
                      <a:pt x="258" y="279"/>
                      <a:pt x="258" y="279"/>
                      <a:pt x="258" y="279"/>
                    </a:cubicBezTo>
                    <a:cubicBezTo>
                      <a:pt x="258" y="314"/>
                      <a:pt x="258" y="314"/>
                      <a:pt x="258" y="314"/>
                    </a:cubicBezTo>
                    <a:cubicBezTo>
                      <a:pt x="259" y="314"/>
                      <a:pt x="259" y="314"/>
                      <a:pt x="259" y="314"/>
                    </a:cubicBezTo>
                    <a:cubicBezTo>
                      <a:pt x="259" y="315"/>
                      <a:pt x="259" y="315"/>
                      <a:pt x="259" y="315"/>
                    </a:cubicBezTo>
                    <a:cubicBezTo>
                      <a:pt x="260" y="315"/>
                      <a:pt x="260" y="315"/>
                      <a:pt x="260" y="315"/>
                    </a:cubicBezTo>
                    <a:cubicBezTo>
                      <a:pt x="260" y="315"/>
                      <a:pt x="260" y="316"/>
                      <a:pt x="260" y="316"/>
                    </a:cubicBezTo>
                    <a:cubicBezTo>
                      <a:pt x="261" y="316"/>
                      <a:pt x="261" y="316"/>
                      <a:pt x="261" y="316"/>
                    </a:cubicBezTo>
                    <a:cubicBezTo>
                      <a:pt x="295" y="316"/>
                      <a:pt x="295" y="316"/>
                      <a:pt x="295" y="316"/>
                    </a:cubicBezTo>
                    <a:cubicBezTo>
                      <a:pt x="295" y="330"/>
                      <a:pt x="295" y="330"/>
                      <a:pt x="295" y="330"/>
                    </a:cubicBezTo>
                    <a:cubicBezTo>
                      <a:pt x="296" y="330"/>
                      <a:pt x="296" y="330"/>
                      <a:pt x="296" y="330"/>
                    </a:cubicBezTo>
                    <a:cubicBezTo>
                      <a:pt x="296" y="330"/>
                      <a:pt x="296" y="330"/>
                      <a:pt x="297" y="331"/>
                    </a:cubicBezTo>
                    <a:cubicBezTo>
                      <a:pt x="297" y="332"/>
                      <a:pt x="297" y="332"/>
                      <a:pt x="297" y="332"/>
                    </a:cubicBezTo>
                    <a:cubicBezTo>
                      <a:pt x="297" y="316"/>
                      <a:pt x="297" y="316"/>
                      <a:pt x="297" y="316"/>
                    </a:cubicBezTo>
                    <a:cubicBezTo>
                      <a:pt x="332" y="316"/>
                      <a:pt x="332" y="316"/>
                      <a:pt x="332" y="316"/>
                    </a:cubicBezTo>
                    <a:cubicBezTo>
                      <a:pt x="332" y="331"/>
                      <a:pt x="332" y="331"/>
                      <a:pt x="332" y="331"/>
                    </a:cubicBezTo>
                    <a:cubicBezTo>
                      <a:pt x="333" y="330"/>
                      <a:pt x="333" y="330"/>
                      <a:pt x="333" y="330"/>
                    </a:cubicBezTo>
                    <a:cubicBezTo>
                      <a:pt x="333" y="330"/>
                      <a:pt x="334" y="330"/>
                      <a:pt x="334" y="330"/>
                    </a:cubicBezTo>
                    <a:cubicBezTo>
                      <a:pt x="334" y="330"/>
                      <a:pt x="334" y="330"/>
                      <a:pt x="334" y="330"/>
                    </a:cubicBezTo>
                    <a:cubicBezTo>
                      <a:pt x="334" y="316"/>
                      <a:pt x="334" y="316"/>
                      <a:pt x="334" y="316"/>
                    </a:cubicBezTo>
                    <a:cubicBezTo>
                      <a:pt x="369" y="316"/>
                      <a:pt x="369" y="316"/>
                      <a:pt x="369" y="316"/>
                    </a:cubicBezTo>
                    <a:cubicBezTo>
                      <a:pt x="369" y="330"/>
                      <a:pt x="369" y="330"/>
                      <a:pt x="369" y="330"/>
                    </a:cubicBezTo>
                    <a:cubicBezTo>
                      <a:pt x="370" y="330"/>
                      <a:pt x="370" y="330"/>
                      <a:pt x="370" y="330"/>
                    </a:cubicBezTo>
                    <a:cubicBezTo>
                      <a:pt x="370" y="330"/>
                      <a:pt x="370" y="330"/>
                      <a:pt x="371" y="330"/>
                    </a:cubicBezTo>
                    <a:cubicBezTo>
                      <a:pt x="371" y="330"/>
                      <a:pt x="371" y="330"/>
                      <a:pt x="371" y="330"/>
                    </a:cubicBezTo>
                    <a:cubicBezTo>
                      <a:pt x="371" y="316"/>
                      <a:pt x="371" y="316"/>
                      <a:pt x="371" y="316"/>
                    </a:cubicBezTo>
                    <a:cubicBezTo>
                      <a:pt x="406" y="316"/>
                      <a:pt x="406" y="316"/>
                      <a:pt x="406" y="316"/>
                    </a:cubicBezTo>
                    <a:cubicBezTo>
                      <a:pt x="406" y="320"/>
                      <a:pt x="406" y="320"/>
                      <a:pt x="406" y="320"/>
                    </a:cubicBezTo>
                    <a:cubicBezTo>
                      <a:pt x="408" y="319"/>
                      <a:pt x="408" y="319"/>
                      <a:pt x="408" y="319"/>
                    </a:cubicBezTo>
                    <a:cubicBezTo>
                      <a:pt x="408" y="316"/>
                      <a:pt x="408" y="316"/>
                      <a:pt x="408" y="316"/>
                    </a:cubicBezTo>
                    <a:cubicBezTo>
                      <a:pt x="415" y="316"/>
                      <a:pt x="415" y="316"/>
                      <a:pt x="415" y="316"/>
                    </a:cubicBezTo>
                    <a:cubicBezTo>
                      <a:pt x="415" y="316"/>
                      <a:pt x="415" y="316"/>
                      <a:pt x="415" y="316"/>
                    </a:cubicBezTo>
                    <a:cubicBezTo>
                      <a:pt x="417" y="315"/>
                      <a:pt x="420" y="315"/>
                      <a:pt x="422" y="315"/>
                    </a:cubicBezTo>
                    <a:cubicBezTo>
                      <a:pt x="423" y="315"/>
                      <a:pt x="424" y="316"/>
                      <a:pt x="425" y="316"/>
                    </a:cubicBezTo>
                    <a:cubicBezTo>
                      <a:pt x="445" y="316"/>
                      <a:pt x="445" y="316"/>
                      <a:pt x="445" y="316"/>
                    </a:cubicBezTo>
                    <a:cubicBezTo>
                      <a:pt x="445" y="327"/>
                      <a:pt x="445" y="327"/>
                      <a:pt x="445" y="327"/>
                    </a:cubicBezTo>
                    <a:cubicBezTo>
                      <a:pt x="446" y="326"/>
                      <a:pt x="446" y="326"/>
                      <a:pt x="446" y="326"/>
                    </a:cubicBezTo>
                    <a:cubicBezTo>
                      <a:pt x="446" y="326"/>
                      <a:pt x="447" y="326"/>
                      <a:pt x="447" y="326"/>
                    </a:cubicBezTo>
                    <a:cubicBezTo>
                      <a:pt x="447" y="326"/>
                      <a:pt x="447" y="326"/>
                      <a:pt x="447" y="326"/>
                    </a:cubicBezTo>
                    <a:cubicBezTo>
                      <a:pt x="447" y="316"/>
                      <a:pt x="447" y="316"/>
                      <a:pt x="447" y="316"/>
                    </a:cubicBezTo>
                    <a:cubicBezTo>
                      <a:pt x="485" y="316"/>
                      <a:pt x="485" y="316"/>
                      <a:pt x="485" y="316"/>
                    </a:cubicBezTo>
                    <a:cubicBezTo>
                      <a:pt x="485" y="320"/>
                      <a:pt x="485" y="320"/>
                      <a:pt x="485" y="320"/>
                    </a:cubicBezTo>
                    <a:cubicBezTo>
                      <a:pt x="485" y="321"/>
                      <a:pt x="485" y="321"/>
                      <a:pt x="485" y="321"/>
                    </a:cubicBezTo>
                    <a:cubicBezTo>
                      <a:pt x="485" y="320"/>
                      <a:pt x="485" y="320"/>
                      <a:pt x="485" y="320"/>
                    </a:cubicBezTo>
                    <a:cubicBezTo>
                      <a:pt x="486" y="320"/>
                      <a:pt x="486" y="320"/>
                      <a:pt x="486" y="320"/>
                    </a:cubicBezTo>
                    <a:cubicBezTo>
                      <a:pt x="487" y="320"/>
                      <a:pt x="487" y="320"/>
                      <a:pt x="487" y="320"/>
                    </a:cubicBezTo>
                    <a:cubicBezTo>
                      <a:pt x="487" y="316"/>
                      <a:pt x="487" y="316"/>
                      <a:pt x="487" y="316"/>
                    </a:cubicBezTo>
                    <a:cubicBezTo>
                      <a:pt x="514" y="316"/>
                      <a:pt x="514" y="316"/>
                      <a:pt x="514" y="316"/>
                    </a:cubicBezTo>
                    <a:cubicBezTo>
                      <a:pt x="514" y="316"/>
                      <a:pt x="514" y="316"/>
                      <a:pt x="514" y="316"/>
                    </a:cubicBezTo>
                    <a:cubicBezTo>
                      <a:pt x="514" y="316"/>
                      <a:pt x="514" y="315"/>
                      <a:pt x="515" y="315"/>
                    </a:cubicBezTo>
                    <a:cubicBezTo>
                      <a:pt x="515" y="314"/>
                      <a:pt x="515" y="314"/>
                      <a:pt x="515" y="314"/>
                    </a:cubicBezTo>
                    <a:cubicBezTo>
                      <a:pt x="487" y="314"/>
                      <a:pt x="487" y="314"/>
                      <a:pt x="487" y="314"/>
                    </a:cubicBezTo>
                    <a:cubicBezTo>
                      <a:pt x="487" y="279"/>
                      <a:pt x="487" y="279"/>
                      <a:pt x="487" y="279"/>
                    </a:cubicBezTo>
                    <a:cubicBezTo>
                      <a:pt x="525" y="279"/>
                      <a:pt x="525" y="279"/>
                      <a:pt x="525" y="279"/>
                    </a:cubicBezTo>
                    <a:cubicBezTo>
                      <a:pt x="525" y="307"/>
                      <a:pt x="525" y="307"/>
                      <a:pt x="525" y="307"/>
                    </a:cubicBezTo>
                    <a:cubicBezTo>
                      <a:pt x="525" y="306"/>
                      <a:pt x="525" y="306"/>
                      <a:pt x="525" y="306"/>
                    </a:cubicBezTo>
                    <a:cubicBezTo>
                      <a:pt x="526" y="306"/>
                      <a:pt x="526" y="306"/>
                      <a:pt x="526" y="306"/>
                    </a:cubicBezTo>
                    <a:cubicBezTo>
                      <a:pt x="527" y="306"/>
                      <a:pt x="527" y="306"/>
                      <a:pt x="527" y="306"/>
                    </a:cubicBezTo>
                    <a:cubicBezTo>
                      <a:pt x="527" y="279"/>
                      <a:pt x="527" y="279"/>
                      <a:pt x="527" y="279"/>
                    </a:cubicBezTo>
                    <a:cubicBezTo>
                      <a:pt x="565" y="279"/>
                      <a:pt x="565" y="279"/>
                      <a:pt x="565" y="279"/>
                    </a:cubicBezTo>
                    <a:cubicBezTo>
                      <a:pt x="565" y="299"/>
                      <a:pt x="565" y="299"/>
                      <a:pt x="565" y="299"/>
                    </a:cubicBezTo>
                    <a:cubicBezTo>
                      <a:pt x="565" y="299"/>
                      <a:pt x="565" y="299"/>
                      <a:pt x="565" y="299"/>
                    </a:cubicBezTo>
                    <a:cubicBezTo>
                      <a:pt x="565" y="299"/>
                      <a:pt x="566" y="299"/>
                      <a:pt x="566" y="299"/>
                    </a:cubicBezTo>
                    <a:cubicBezTo>
                      <a:pt x="567" y="299"/>
                      <a:pt x="567" y="299"/>
                      <a:pt x="567" y="299"/>
                    </a:cubicBezTo>
                    <a:cubicBezTo>
                      <a:pt x="567" y="279"/>
                      <a:pt x="567" y="279"/>
                      <a:pt x="567" y="279"/>
                    </a:cubicBezTo>
                    <a:cubicBezTo>
                      <a:pt x="605" y="279"/>
                      <a:pt x="605" y="279"/>
                      <a:pt x="605" y="279"/>
                    </a:cubicBezTo>
                    <a:cubicBezTo>
                      <a:pt x="605" y="305"/>
                      <a:pt x="605" y="305"/>
                      <a:pt x="605" y="305"/>
                    </a:cubicBezTo>
                    <a:cubicBezTo>
                      <a:pt x="605" y="305"/>
                      <a:pt x="605" y="305"/>
                      <a:pt x="605" y="305"/>
                    </a:cubicBezTo>
                    <a:cubicBezTo>
                      <a:pt x="605" y="305"/>
                      <a:pt x="606" y="305"/>
                      <a:pt x="606" y="305"/>
                    </a:cubicBezTo>
                    <a:cubicBezTo>
                      <a:pt x="607" y="305"/>
                      <a:pt x="607" y="305"/>
                      <a:pt x="607" y="305"/>
                    </a:cubicBezTo>
                    <a:cubicBezTo>
                      <a:pt x="607" y="279"/>
                      <a:pt x="607" y="279"/>
                      <a:pt x="607" y="279"/>
                    </a:cubicBezTo>
                    <a:cubicBezTo>
                      <a:pt x="645" y="279"/>
                      <a:pt x="645" y="279"/>
                      <a:pt x="645" y="279"/>
                    </a:cubicBezTo>
                    <a:cubicBezTo>
                      <a:pt x="645" y="314"/>
                      <a:pt x="645" y="314"/>
                      <a:pt x="645" y="314"/>
                    </a:cubicBezTo>
                    <a:cubicBezTo>
                      <a:pt x="641" y="314"/>
                      <a:pt x="641" y="314"/>
                      <a:pt x="641" y="314"/>
                    </a:cubicBezTo>
                    <a:cubicBezTo>
                      <a:pt x="642" y="315"/>
                      <a:pt x="642" y="315"/>
                      <a:pt x="642" y="315"/>
                    </a:cubicBezTo>
                    <a:cubicBezTo>
                      <a:pt x="643" y="315"/>
                      <a:pt x="643" y="316"/>
                      <a:pt x="644" y="316"/>
                    </a:cubicBezTo>
                    <a:cubicBezTo>
                      <a:pt x="645" y="316"/>
                      <a:pt x="645" y="316"/>
                      <a:pt x="645" y="316"/>
                    </a:cubicBezTo>
                    <a:cubicBezTo>
                      <a:pt x="645" y="317"/>
                      <a:pt x="645" y="317"/>
                      <a:pt x="645" y="317"/>
                    </a:cubicBezTo>
                    <a:cubicBezTo>
                      <a:pt x="645" y="317"/>
                      <a:pt x="645" y="317"/>
                      <a:pt x="645" y="317"/>
                    </a:cubicBezTo>
                    <a:cubicBezTo>
                      <a:pt x="645" y="317"/>
                      <a:pt x="645" y="317"/>
                      <a:pt x="645" y="317"/>
                    </a:cubicBezTo>
                    <a:cubicBezTo>
                      <a:pt x="646" y="317"/>
                      <a:pt x="646" y="317"/>
                      <a:pt x="646" y="317"/>
                    </a:cubicBezTo>
                    <a:cubicBezTo>
                      <a:pt x="647" y="317"/>
                      <a:pt x="647" y="317"/>
                      <a:pt x="647" y="317"/>
                    </a:cubicBezTo>
                    <a:cubicBezTo>
                      <a:pt x="647" y="316"/>
                      <a:pt x="647" y="316"/>
                      <a:pt x="647" y="316"/>
                    </a:cubicBezTo>
                    <a:cubicBezTo>
                      <a:pt x="685" y="316"/>
                      <a:pt x="685" y="316"/>
                      <a:pt x="685" y="316"/>
                    </a:cubicBezTo>
                    <a:cubicBezTo>
                      <a:pt x="685" y="325"/>
                      <a:pt x="685" y="325"/>
                      <a:pt x="685" y="325"/>
                    </a:cubicBezTo>
                    <a:cubicBezTo>
                      <a:pt x="685" y="325"/>
                      <a:pt x="685" y="325"/>
                      <a:pt x="685" y="325"/>
                    </a:cubicBezTo>
                    <a:cubicBezTo>
                      <a:pt x="686" y="325"/>
                      <a:pt x="686" y="325"/>
                      <a:pt x="686" y="325"/>
                    </a:cubicBezTo>
                    <a:cubicBezTo>
                      <a:pt x="687" y="325"/>
                      <a:pt x="687" y="325"/>
                      <a:pt x="687" y="325"/>
                    </a:cubicBezTo>
                    <a:cubicBezTo>
                      <a:pt x="687" y="316"/>
                      <a:pt x="687" y="316"/>
                      <a:pt x="687" y="316"/>
                    </a:cubicBezTo>
                    <a:cubicBezTo>
                      <a:pt x="722" y="316"/>
                      <a:pt x="722" y="316"/>
                      <a:pt x="722" y="316"/>
                    </a:cubicBezTo>
                    <a:cubicBezTo>
                      <a:pt x="723" y="316"/>
                      <a:pt x="723" y="316"/>
                      <a:pt x="723" y="315"/>
                    </a:cubicBezTo>
                    <a:cubicBezTo>
                      <a:pt x="723" y="315"/>
                      <a:pt x="723" y="314"/>
                      <a:pt x="722" y="314"/>
                    </a:cubicBezTo>
                    <a:cubicBezTo>
                      <a:pt x="687" y="314"/>
                      <a:pt x="687" y="314"/>
                      <a:pt x="687" y="314"/>
                    </a:cubicBezTo>
                    <a:cubicBezTo>
                      <a:pt x="687" y="279"/>
                      <a:pt x="687" y="279"/>
                      <a:pt x="687" y="279"/>
                    </a:cubicBezTo>
                    <a:cubicBezTo>
                      <a:pt x="722" y="279"/>
                      <a:pt x="722" y="279"/>
                      <a:pt x="722" y="279"/>
                    </a:cubicBezTo>
                    <a:cubicBezTo>
                      <a:pt x="723" y="279"/>
                      <a:pt x="723" y="279"/>
                      <a:pt x="723" y="278"/>
                    </a:cubicBezTo>
                    <a:cubicBezTo>
                      <a:pt x="723" y="278"/>
                      <a:pt x="723" y="277"/>
                      <a:pt x="722" y="277"/>
                    </a:cubicBezTo>
                    <a:cubicBezTo>
                      <a:pt x="687" y="277"/>
                      <a:pt x="687" y="277"/>
                      <a:pt x="687" y="277"/>
                    </a:cubicBezTo>
                    <a:cubicBezTo>
                      <a:pt x="687" y="240"/>
                      <a:pt x="687" y="240"/>
                      <a:pt x="687" y="240"/>
                    </a:cubicBezTo>
                    <a:cubicBezTo>
                      <a:pt x="722" y="240"/>
                      <a:pt x="722" y="240"/>
                      <a:pt x="722" y="240"/>
                    </a:cubicBezTo>
                    <a:cubicBezTo>
                      <a:pt x="723" y="240"/>
                      <a:pt x="723" y="240"/>
                      <a:pt x="723" y="239"/>
                    </a:cubicBezTo>
                    <a:cubicBezTo>
                      <a:pt x="723" y="239"/>
                      <a:pt x="723" y="238"/>
                      <a:pt x="722" y="238"/>
                    </a:cubicBezTo>
                    <a:cubicBezTo>
                      <a:pt x="687" y="238"/>
                      <a:pt x="687" y="238"/>
                      <a:pt x="687" y="238"/>
                    </a:cubicBezTo>
                    <a:cubicBezTo>
                      <a:pt x="687" y="203"/>
                      <a:pt x="687" y="203"/>
                      <a:pt x="687" y="203"/>
                    </a:cubicBezTo>
                    <a:cubicBezTo>
                      <a:pt x="722" y="203"/>
                      <a:pt x="722" y="203"/>
                      <a:pt x="722" y="203"/>
                    </a:cubicBezTo>
                    <a:cubicBezTo>
                      <a:pt x="723" y="203"/>
                      <a:pt x="723" y="203"/>
                      <a:pt x="723" y="202"/>
                    </a:cubicBezTo>
                    <a:cubicBezTo>
                      <a:pt x="723" y="202"/>
                      <a:pt x="723" y="201"/>
                      <a:pt x="722" y="201"/>
                    </a:cubicBezTo>
                    <a:cubicBezTo>
                      <a:pt x="687" y="201"/>
                      <a:pt x="687" y="201"/>
                      <a:pt x="687" y="201"/>
                    </a:cubicBezTo>
                    <a:cubicBezTo>
                      <a:pt x="687" y="166"/>
                      <a:pt x="687" y="166"/>
                      <a:pt x="687" y="166"/>
                    </a:cubicBezTo>
                    <a:cubicBezTo>
                      <a:pt x="722" y="166"/>
                      <a:pt x="722" y="166"/>
                      <a:pt x="722" y="166"/>
                    </a:cubicBezTo>
                    <a:cubicBezTo>
                      <a:pt x="723" y="166"/>
                      <a:pt x="723" y="166"/>
                      <a:pt x="723" y="165"/>
                    </a:cubicBezTo>
                    <a:cubicBezTo>
                      <a:pt x="723" y="165"/>
                      <a:pt x="723" y="164"/>
                      <a:pt x="722" y="164"/>
                    </a:cubicBezTo>
                    <a:cubicBezTo>
                      <a:pt x="687" y="164"/>
                      <a:pt x="687" y="164"/>
                      <a:pt x="687" y="164"/>
                    </a:cubicBezTo>
                    <a:cubicBezTo>
                      <a:pt x="687" y="129"/>
                      <a:pt x="687" y="129"/>
                      <a:pt x="687" y="129"/>
                    </a:cubicBezTo>
                    <a:cubicBezTo>
                      <a:pt x="722" y="129"/>
                      <a:pt x="722" y="129"/>
                      <a:pt x="722" y="129"/>
                    </a:cubicBezTo>
                    <a:cubicBezTo>
                      <a:pt x="723" y="129"/>
                      <a:pt x="723" y="129"/>
                      <a:pt x="723" y="128"/>
                    </a:cubicBezTo>
                    <a:cubicBezTo>
                      <a:pt x="723" y="128"/>
                      <a:pt x="723" y="127"/>
                      <a:pt x="722" y="127"/>
                    </a:cubicBezTo>
                    <a:cubicBezTo>
                      <a:pt x="687" y="127"/>
                      <a:pt x="687" y="127"/>
                      <a:pt x="687" y="127"/>
                    </a:cubicBezTo>
                    <a:cubicBezTo>
                      <a:pt x="687" y="93"/>
                      <a:pt x="687" y="93"/>
                      <a:pt x="687" y="93"/>
                    </a:cubicBezTo>
                    <a:lnTo>
                      <a:pt x="722" y="93"/>
                    </a:lnTo>
                    <a:close/>
                    <a:moveTo>
                      <a:pt x="685" y="314"/>
                    </a:moveTo>
                    <a:cubicBezTo>
                      <a:pt x="647" y="314"/>
                      <a:pt x="647" y="314"/>
                      <a:pt x="647" y="314"/>
                    </a:cubicBezTo>
                    <a:cubicBezTo>
                      <a:pt x="647" y="279"/>
                      <a:pt x="647" y="279"/>
                      <a:pt x="647" y="279"/>
                    </a:cubicBezTo>
                    <a:cubicBezTo>
                      <a:pt x="685" y="279"/>
                      <a:pt x="685" y="279"/>
                      <a:pt x="685" y="279"/>
                    </a:cubicBezTo>
                    <a:lnTo>
                      <a:pt x="685" y="314"/>
                    </a:lnTo>
                    <a:close/>
                    <a:moveTo>
                      <a:pt x="605" y="277"/>
                    </a:moveTo>
                    <a:cubicBezTo>
                      <a:pt x="567" y="277"/>
                      <a:pt x="567" y="277"/>
                      <a:pt x="567" y="277"/>
                    </a:cubicBezTo>
                    <a:cubicBezTo>
                      <a:pt x="567" y="240"/>
                      <a:pt x="567" y="240"/>
                      <a:pt x="567" y="240"/>
                    </a:cubicBezTo>
                    <a:cubicBezTo>
                      <a:pt x="605" y="240"/>
                      <a:pt x="605" y="240"/>
                      <a:pt x="605" y="240"/>
                    </a:cubicBezTo>
                    <a:lnTo>
                      <a:pt x="605" y="277"/>
                    </a:lnTo>
                    <a:close/>
                    <a:moveTo>
                      <a:pt x="565" y="277"/>
                    </a:moveTo>
                    <a:cubicBezTo>
                      <a:pt x="527" y="277"/>
                      <a:pt x="527" y="277"/>
                      <a:pt x="527" y="277"/>
                    </a:cubicBezTo>
                    <a:cubicBezTo>
                      <a:pt x="527" y="240"/>
                      <a:pt x="527" y="240"/>
                      <a:pt x="527" y="240"/>
                    </a:cubicBezTo>
                    <a:cubicBezTo>
                      <a:pt x="565" y="240"/>
                      <a:pt x="565" y="240"/>
                      <a:pt x="565" y="240"/>
                    </a:cubicBezTo>
                    <a:lnTo>
                      <a:pt x="565" y="277"/>
                    </a:lnTo>
                    <a:close/>
                    <a:moveTo>
                      <a:pt x="525" y="277"/>
                    </a:moveTo>
                    <a:cubicBezTo>
                      <a:pt x="487" y="277"/>
                      <a:pt x="487" y="277"/>
                      <a:pt x="487" y="277"/>
                    </a:cubicBezTo>
                    <a:cubicBezTo>
                      <a:pt x="487" y="240"/>
                      <a:pt x="487" y="240"/>
                      <a:pt x="487" y="240"/>
                    </a:cubicBezTo>
                    <a:cubicBezTo>
                      <a:pt x="525" y="240"/>
                      <a:pt x="525" y="240"/>
                      <a:pt x="525" y="240"/>
                    </a:cubicBezTo>
                    <a:lnTo>
                      <a:pt x="525" y="277"/>
                    </a:lnTo>
                    <a:close/>
                    <a:moveTo>
                      <a:pt x="485" y="314"/>
                    </a:moveTo>
                    <a:cubicBezTo>
                      <a:pt x="447" y="314"/>
                      <a:pt x="447" y="314"/>
                      <a:pt x="447" y="314"/>
                    </a:cubicBezTo>
                    <a:cubicBezTo>
                      <a:pt x="447" y="279"/>
                      <a:pt x="447" y="279"/>
                      <a:pt x="447" y="279"/>
                    </a:cubicBezTo>
                    <a:cubicBezTo>
                      <a:pt x="485" y="279"/>
                      <a:pt x="485" y="279"/>
                      <a:pt x="485" y="279"/>
                    </a:cubicBezTo>
                    <a:lnTo>
                      <a:pt x="485" y="314"/>
                    </a:lnTo>
                    <a:close/>
                    <a:moveTo>
                      <a:pt x="406" y="314"/>
                    </a:moveTo>
                    <a:cubicBezTo>
                      <a:pt x="371" y="314"/>
                      <a:pt x="371" y="314"/>
                      <a:pt x="371" y="314"/>
                    </a:cubicBezTo>
                    <a:cubicBezTo>
                      <a:pt x="371" y="279"/>
                      <a:pt x="371" y="279"/>
                      <a:pt x="371" y="279"/>
                    </a:cubicBezTo>
                    <a:cubicBezTo>
                      <a:pt x="406" y="279"/>
                      <a:pt x="406" y="279"/>
                      <a:pt x="406" y="279"/>
                    </a:cubicBezTo>
                    <a:lnTo>
                      <a:pt x="406" y="314"/>
                    </a:lnTo>
                    <a:close/>
                    <a:moveTo>
                      <a:pt x="369" y="314"/>
                    </a:moveTo>
                    <a:cubicBezTo>
                      <a:pt x="334" y="314"/>
                      <a:pt x="334" y="314"/>
                      <a:pt x="334" y="314"/>
                    </a:cubicBezTo>
                    <a:cubicBezTo>
                      <a:pt x="334" y="279"/>
                      <a:pt x="334" y="279"/>
                      <a:pt x="334" y="279"/>
                    </a:cubicBezTo>
                    <a:cubicBezTo>
                      <a:pt x="369" y="279"/>
                      <a:pt x="369" y="279"/>
                      <a:pt x="369" y="279"/>
                    </a:cubicBezTo>
                    <a:lnTo>
                      <a:pt x="369" y="314"/>
                    </a:lnTo>
                    <a:close/>
                    <a:moveTo>
                      <a:pt x="332" y="314"/>
                    </a:moveTo>
                    <a:cubicBezTo>
                      <a:pt x="297" y="314"/>
                      <a:pt x="297" y="314"/>
                      <a:pt x="297" y="314"/>
                    </a:cubicBezTo>
                    <a:cubicBezTo>
                      <a:pt x="297" y="279"/>
                      <a:pt x="297" y="279"/>
                      <a:pt x="297" y="279"/>
                    </a:cubicBezTo>
                    <a:cubicBezTo>
                      <a:pt x="332" y="279"/>
                      <a:pt x="332" y="279"/>
                      <a:pt x="332" y="279"/>
                    </a:cubicBezTo>
                    <a:lnTo>
                      <a:pt x="332" y="314"/>
                    </a:lnTo>
                    <a:close/>
                    <a:moveTo>
                      <a:pt x="258" y="277"/>
                    </a:moveTo>
                    <a:cubicBezTo>
                      <a:pt x="224" y="277"/>
                      <a:pt x="224" y="277"/>
                      <a:pt x="224" y="277"/>
                    </a:cubicBezTo>
                    <a:cubicBezTo>
                      <a:pt x="224" y="240"/>
                      <a:pt x="224" y="240"/>
                      <a:pt x="224" y="240"/>
                    </a:cubicBezTo>
                    <a:cubicBezTo>
                      <a:pt x="258" y="240"/>
                      <a:pt x="258" y="240"/>
                      <a:pt x="258" y="240"/>
                    </a:cubicBezTo>
                    <a:lnTo>
                      <a:pt x="258" y="277"/>
                    </a:lnTo>
                    <a:close/>
                    <a:moveTo>
                      <a:pt x="222" y="277"/>
                    </a:moveTo>
                    <a:cubicBezTo>
                      <a:pt x="187" y="277"/>
                      <a:pt x="187" y="277"/>
                      <a:pt x="187" y="277"/>
                    </a:cubicBezTo>
                    <a:cubicBezTo>
                      <a:pt x="187" y="240"/>
                      <a:pt x="187" y="240"/>
                      <a:pt x="187" y="240"/>
                    </a:cubicBezTo>
                    <a:cubicBezTo>
                      <a:pt x="222" y="240"/>
                      <a:pt x="222" y="240"/>
                      <a:pt x="222" y="240"/>
                    </a:cubicBezTo>
                    <a:lnTo>
                      <a:pt x="222" y="277"/>
                    </a:lnTo>
                    <a:close/>
                    <a:moveTo>
                      <a:pt x="185" y="314"/>
                    </a:moveTo>
                    <a:cubicBezTo>
                      <a:pt x="150" y="314"/>
                      <a:pt x="150" y="314"/>
                      <a:pt x="150" y="314"/>
                    </a:cubicBezTo>
                    <a:cubicBezTo>
                      <a:pt x="150" y="279"/>
                      <a:pt x="150" y="279"/>
                      <a:pt x="150" y="279"/>
                    </a:cubicBezTo>
                    <a:cubicBezTo>
                      <a:pt x="185" y="279"/>
                      <a:pt x="185" y="279"/>
                      <a:pt x="185" y="279"/>
                    </a:cubicBezTo>
                    <a:lnTo>
                      <a:pt x="185" y="314"/>
                    </a:lnTo>
                    <a:close/>
                    <a:moveTo>
                      <a:pt x="148" y="314"/>
                    </a:moveTo>
                    <a:cubicBezTo>
                      <a:pt x="113" y="314"/>
                      <a:pt x="113" y="314"/>
                      <a:pt x="113" y="314"/>
                    </a:cubicBezTo>
                    <a:cubicBezTo>
                      <a:pt x="113" y="279"/>
                      <a:pt x="113" y="279"/>
                      <a:pt x="113" y="279"/>
                    </a:cubicBezTo>
                    <a:cubicBezTo>
                      <a:pt x="148" y="279"/>
                      <a:pt x="148" y="279"/>
                      <a:pt x="148" y="279"/>
                    </a:cubicBezTo>
                    <a:lnTo>
                      <a:pt x="148" y="314"/>
                    </a:lnTo>
                    <a:close/>
                    <a:moveTo>
                      <a:pt x="74" y="314"/>
                    </a:moveTo>
                    <a:cubicBezTo>
                      <a:pt x="39" y="314"/>
                      <a:pt x="39" y="314"/>
                      <a:pt x="39" y="314"/>
                    </a:cubicBezTo>
                    <a:cubicBezTo>
                      <a:pt x="39" y="279"/>
                      <a:pt x="39" y="279"/>
                      <a:pt x="39" y="279"/>
                    </a:cubicBezTo>
                    <a:cubicBezTo>
                      <a:pt x="74" y="279"/>
                      <a:pt x="74" y="279"/>
                      <a:pt x="74" y="279"/>
                    </a:cubicBezTo>
                    <a:lnTo>
                      <a:pt x="74" y="314"/>
                    </a:lnTo>
                    <a:close/>
                    <a:moveTo>
                      <a:pt x="2" y="93"/>
                    </a:moveTo>
                    <a:cubicBezTo>
                      <a:pt x="37" y="93"/>
                      <a:pt x="37" y="93"/>
                      <a:pt x="37" y="93"/>
                    </a:cubicBezTo>
                    <a:cubicBezTo>
                      <a:pt x="37" y="127"/>
                      <a:pt x="37" y="127"/>
                      <a:pt x="37" y="127"/>
                    </a:cubicBezTo>
                    <a:cubicBezTo>
                      <a:pt x="2" y="127"/>
                      <a:pt x="2" y="127"/>
                      <a:pt x="2" y="127"/>
                    </a:cubicBezTo>
                    <a:lnTo>
                      <a:pt x="2" y="93"/>
                    </a:lnTo>
                    <a:close/>
                    <a:moveTo>
                      <a:pt x="113" y="56"/>
                    </a:moveTo>
                    <a:cubicBezTo>
                      <a:pt x="148" y="56"/>
                      <a:pt x="148" y="56"/>
                      <a:pt x="148" y="56"/>
                    </a:cubicBezTo>
                    <a:cubicBezTo>
                      <a:pt x="148" y="91"/>
                      <a:pt x="148" y="91"/>
                      <a:pt x="148" y="91"/>
                    </a:cubicBezTo>
                    <a:cubicBezTo>
                      <a:pt x="113" y="91"/>
                      <a:pt x="113" y="91"/>
                      <a:pt x="113" y="91"/>
                    </a:cubicBezTo>
                    <a:lnTo>
                      <a:pt x="113" y="56"/>
                    </a:lnTo>
                    <a:close/>
                    <a:moveTo>
                      <a:pt x="150" y="91"/>
                    </a:moveTo>
                    <a:cubicBezTo>
                      <a:pt x="150" y="56"/>
                      <a:pt x="150" y="56"/>
                      <a:pt x="150" y="56"/>
                    </a:cubicBezTo>
                    <a:cubicBezTo>
                      <a:pt x="185" y="56"/>
                      <a:pt x="185" y="56"/>
                      <a:pt x="185" y="56"/>
                    </a:cubicBezTo>
                    <a:cubicBezTo>
                      <a:pt x="185" y="91"/>
                      <a:pt x="185" y="91"/>
                      <a:pt x="185" y="91"/>
                    </a:cubicBezTo>
                    <a:lnTo>
                      <a:pt x="150" y="91"/>
                    </a:lnTo>
                    <a:close/>
                    <a:moveTo>
                      <a:pt x="187" y="93"/>
                    </a:moveTo>
                    <a:cubicBezTo>
                      <a:pt x="222" y="93"/>
                      <a:pt x="222" y="93"/>
                      <a:pt x="222" y="93"/>
                    </a:cubicBezTo>
                    <a:cubicBezTo>
                      <a:pt x="222" y="127"/>
                      <a:pt x="222" y="127"/>
                      <a:pt x="222" y="127"/>
                    </a:cubicBezTo>
                    <a:cubicBezTo>
                      <a:pt x="187" y="127"/>
                      <a:pt x="187" y="127"/>
                      <a:pt x="187" y="127"/>
                    </a:cubicBezTo>
                    <a:lnTo>
                      <a:pt x="187" y="93"/>
                    </a:lnTo>
                    <a:close/>
                    <a:moveTo>
                      <a:pt x="334" y="93"/>
                    </a:moveTo>
                    <a:cubicBezTo>
                      <a:pt x="369" y="93"/>
                      <a:pt x="369" y="93"/>
                      <a:pt x="369" y="93"/>
                    </a:cubicBezTo>
                    <a:cubicBezTo>
                      <a:pt x="369" y="127"/>
                      <a:pt x="369" y="127"/>
                      <a:pt x="369" y="127"/>
                    </a:cubicBezTo>
                    <a:cubicBezTo>
                      <a:pt x="334" y="127"/>
                      <a:pt x="334" y="127"/>
                      <a:pt x="334" y="127"/>
                    </a:cubicBezTo>
                    <a:lnTo>
                      <a:pt x="334" y="93"/>
                    </a:lnTo>
                    <a:close/>
                    <a:moveTo>
                      <a:pt x="447" y="93"/>
                    </a:moveTo>
                    <a:cubicBezTo>
                      <a:pt x="485" y="93"/>
                      <a:pt x="485" y="93"/>
                      <a:pt x="485" y="93"/>
                    </a:cubicBezTo>
                    <a:cubicBezTo>
                      <a:pt x="485" y="127"/>
                      <a:pt x="485" y="127"/>
                      <a:pt x="485" y="127"/>
                    </a:cubicBezTo>
                    <a:cubicBezTo>
                      <a:pt x="447" y="127"/>
                      <a:pt x="447" y="127"/>
                      <a:pt x="447" y="127"/>
                    </a:cubicBezTo>
                    <a:lnTo>
                      <a:pt x="447" y="93"/>
                    </a:lnTo>
                    <a:close/>
                    <a:moveTo>
                      <a:pt x="487" y="93"/>
                    </a:moveTo>
                    <a:cubicBezTo>
                      <a:pt x="525" y="93"/>
                      <a:pt x="525" y="93"/>
                      <a:pt x="525" y="93"/>
                    </a:cubicBezTo>
                    <a:cubicBezTo>
                      <a:pt x="525" y="127"/>
                      <a:pt x="525" y="127"/>
                      <a:pt x="525" y="127"/>
                    </a:cubicBezTo>
                    <a:cubicBezTo>
                      <a:pt x="487" y="127"/>
                      <a:pt x="487" y="127"/>
                      <a:pt x="487" y="127"/>
                    </a:cubicBezTo>
                    <a:lnTo>
                      <a:pt x="487" y="93"/>
                    </a:lnTo>
                    <a:close/>
                    <a:moveTo>
                      <a:pt x="527" y="93"/>
                    </a:moveTo>
                    <a:cubicBezTo>
                      <a:pt x="565" y="93"/>
                      <a:pt x="565" y="93"/>
                      <a:pt x="565" y="93"/>
                    </a:cubicBezTo>
                    <a:cubicBezTo>
                      <a:pt x="565" y="127"/>
                      <a:pt x="565" y="127"/>
                      <a:pt x="565" y="127"/>
                    </a:cubicBezTo>
                    <a:cubicBezTo>
                      <a:pt x="527" y="127"/>
                      <a:pt x="527" y="127"/>
                      <a:pt x="527" y="127"/>
                    </a:cubicBezTo>
                    <a:lnTo>
                      <a:pt x="527" y="93"/>
                    </a:lnTo>
                    <a:close/>
                    <a:moveTo>
                      <a:pt x="567" y="93"/>
                    </a:moveTo>
                    <a:cubicBezTo>
                      <a:pt x="605" y="93"/>
                      <a:pt x="605" y="93"/>
                      <a:pt x="605" y="93"/>
                    </a:cubicBezTo>
                    <a:cubicBezTo>
                      <a:pt x="605" y="127"/>
                      <a:pt x="605" y="127"/>
                      <a:pt x="605" y="127"/>
                    </a:cubicBezTo>
                    <a:cubicBezTo>
                      <a:pt x="567" y="127"/>
                      <a:pt x="567" y="127"/>
                      <a:pt x="567" y="127"/>
                    </a:cubicBezTo>
                    <a:lnTo>
                      <a:pt x="567" y="93"/>
                    </a:lnTo>
                    <a:close/>
                    <a:moveTo>
                      <a:pt x="607" y="93"/>
                    </a:moveTo>
                    <a:cubicBezTo>
                      <a:pt x="645" y="93"/>
                      <a:pt x="645" y="93"/>
                      <a:pt x="645" y="93"/>
                    </a:cubicBezTo>
                    <a:cubicBezTo>
                      <a:pt x="645" y="127"/>
                      <a:pt x="645" y="127"/>
                      <a:pt x="645" y="127"/>
                    </a:cubicBezTo>
                    <a:cubicBezTo>
                      <a:pt x="607" y="127"/>
                      <a:pt x="607" y="127"/>
                      <a:pt x="607" y="127"/>
                    </a:cubicBezTo>
                    <a:lnTo>
                      <a:pt x="607" y="93"/>
                    </a:lnTo>
                    <a:close/>
                    <a:moveTo>
                      <a:pt x="645" y="240"/>
                    </a:moveTo>
                    <a:cubicBezTo>
                      <a:pt x="645" y="277"/>
                      <a:pt x="645" y="277"/>
                      <a:pt x="645" y="277"/>
                    </a:cubicBezTo>
                    <a:cubicBezTo>
                      <a:pt x="607" y="277"/>
                      <a:pt x="607" y="277"/>
                      <a:pt x="607" y="277"/>
                    </a:cubicBezTo>
                    <a:cubicBezTo>
                      <a:pt x="607" y="240"/>
                      <a:pt x="607" y="240"/>
                      <a:pt x="607" y="240"/>
                    </a:cubicBezTo>
                    <a:lnTo>
                      <a:pt x="645" y="240"/>
                    </a:lnTo>
                    <a:close/>
                    <a:moveTo>
                      <a:pt x="645" y="238"/>
                    </a:moveTo>
                    <a:cubicBezTo>
                      <a:pt x="607" y="238"/>
                      <a:pt x="607" y="238"/>
                      <a:pt x="607" y="238"/>
                    </a:cubicBezTo>
                    <a:cubicBezTo>
                      <a:pt x="607" y="203"/>
                      <a:pt x="607" y="203"/>
                      <a:pt x="607" y="203"/>
                    </a:cubicBezTo>
                    <a:cubicBezTo>
                      <a:pt x="645" y="203"/>
                      <a:pt x="645" y="203"/>
                      <a:pt x="645" y="203"/>
                    </a:cubicBezTo>
                    <a:lnTo>
                      <a:pt x="645" y="238"/>
                    </a:lnTo>
                    <a:close/>
                    <a:moveTo>
                      <a:pt x="605" y="203"/>
                    </a:moveTo>
                    <a:cubicBezTo>
                      <a:pt x="605" y="238"/>
                      <a:pt x="605" y="238"/>
                      <a:pt x="605" y="238"/>
                    </a:cubicBezTo>
                    <a:cubicBezTo>
                      <a:pt x="567" y="238"/>
                      <a:pt x="567" y="238"/>
                      <a:pt x="567" y="238"/>
                    </a:cubicBezTo>
                    <a:cubicBezTo>
                      <a:pt x="567" y="203"/>
                      <a:pt x="567" y="203"/>
                      <a:pt x="567" y="203"/>
                    </a:cubicBezTo>
                    <a:lnTo>
                      <a:pt x="605" y="203"/>
                    </a:lnTo>
                    <a:close/>
                    <a:moveTo>
                      <a:pt x="565" y="203"/>
                    </a:moveTo>
                    <a:cubicBezTo>
                      <a:pt x="565" y="238"/>
                      <a:pt x="565" y="238"/>
                      <a:pt x="565" y="238"/>
                    </a:cubicBezTo>
                    <a:cubicBezTo>
                      <a:pt x="527" y="238"/>
                      <a:pt x="527" y="238"/>
                      <a:pt x="527" y="238"/>
                    </a:cubicBezTo>
                    <a:cubicBezTo>
                      <a:pt x="527" y="203"/>
                      <a:pt x="527" y="203"/>
                      <a:pt x="527" y="203"/>
                    </a:cubicBezTo>
                    <a:lnTo>
                      <a:pt x="565" y="203"/>
                    </a:lnTo>
                    <a:close/>
                    <a:moveTo>
                      <a:pt x="525" y="203"/>
                    </a:moveTo>
                    <a:cubicBezTo>
                      <a:pt x="525" y="238"/>
                      <a:pt x="525" y="238"/>
                      <a:pt x="525" y="238"/>
                    </a:cubicBezTo>
                    <a:cubicBezTo>
                      <a:pt x="487" y="238"/>
                      <a:pt x="487" y="238"/>
                      <a:pt x="487" y="238"/>
                    </a:cubicBezTo>
                    <a:cubicBezTo>
                      <a:pt x="487" y="203"/>
                      <a:pt x="487" y="203"/>
                      <a:pt x="487" y="203"/>
                    </a:cubicBezTo>
                    <a:lnTo>
                      <a:pt x="525" y="203"/>
                    </a:lnTo>
                    <a:close/>
                    <a:moveTo>
                      <a:pt x="485" y="203"/>
                    </a:moveTo>
                    <a:cubicBezTo>
                      <a:pt x="485" y="238"/>
                      <a:pt x="485" y="238"/>
                      <a:pt x="485" y="238"/>
                    </a:cubicBezTo>
                    <a:cubicBezTo>
                      <a:pt x="447" y="238"/>
                      <a:pt x="447" y="238"/>
                      <a:pt x="447" y="238"/>
                    </a:cubicBezTo>
                    <a:cubicBezTo>
                      <a:pt x="447" y="203"/>
                      <a:pt x="447" y="203"/>
                      <a:pt x="447" y="203"/>
                    </a:cubicBezTo>
                    <a:lnTo>
                      <a:pt x="485" y="203"/>
                    </a:lnTo>
                    <a:close/>
                    <a:moveTo>
                      <a:pt x="445" y="240"/>
                    </a:moveTo>
                    <a:cubicBezTo>
                      <a:pt x="445" y="277"/>
                      <a:pt x="445" y="277"/>
                      <a:pt x="445" y="277"/>
                    </a:cubicBezTo>
                    <a:cubicBezTo>
                      <a:pt x="408" y="277"/>
                      <a:pt x="408" y="277"/>
                      <a:pt x="408" y="277"/>
                    </a:cubicBezTo>
                    <a:cubicBezTo>
                      <a:pt x="408" y="240"/>
                      <a:pt x="408" y="240"/>
                      <a:pt x="408" y="240"/>
                    </a:cubicBezTo>
                    <a:lnTo>
                      <a:pt x="445" y="240"/>
                    </a:lnTo>
                    <a:close/>
                    <a:moveTo>
                      <a:pt x="406" y="240"/>
                    </a:moveTo>
                    <a:cubicBezTo>
                      <a:pt x="406" y="277"/>
                      <a:pt x="406" y="277"/>
                      <a:pt x="406" y="277"/>
                    </a:cubicBezTo>
                    <a:cubicBezTo>
                      <a:pt x="371" y="277"/>
                      <a:pt x="371" y="277"/>
                      <a:pt x="371" y="277"/>
                    </a:cubicBezTo>
                    <a:cubicBezTo>
                      <a:pt x="371" y="240"/>
                      <a:pt x="371" y="240"/>
                      <a:pt x="371" y="240"/>
                    </a:cubicBezTo>
                    <a:lnTo>
                      <a:pt x="406" y="240"/>
                    </a:lnTo>
                    <a:close/>
                    <a:moveTo>
                      <a:pt x="369" y="240"/>
                    </a:moveTo>
                    <a:cubicBezTo>
                      <a:pt x="369" y="277"/>
                      <a:pt x="369" y="277"/>
                      <a:pt x="369" y="277"/>
                    </a:cubicBezTo>
                    <a:cubicBezTo>
                      <a:pt x="334" y="277"/>
                      <a:pt x="334" y="277"/>
                      <a:pt x="334" y="277"/>
                    </a:cubicBezTo>
                    <a:cubicBezTo>
                      <a:pt x="334" y="240"/>
                      <a:pt x="334" y="240"/>
                      <a:pt x="334" y="240"/>
                    </a:cubicBezTo>
                    <a:lnTo>
                      <a:pt x="369" y="240"/>
                    </a:lnTo>
                    <a:close/>
                    <a:moveTo>
                      <a:pt x="332" y="240"/>
                    </a:moveTo>
                    <a:cubicBezTo>
                      <a:pt x="332" y="277"/>
                      <a:pt x="332" y="277"/>
                      <a:pt x="332" y="277"/>
                    </a:cubicBezTo>
                    <a:cubicBezTo>
                      <a:pt x="297" y="277"/>
                      <a:pt x="297" y="277"/>
                      <a:pt x="297" y="277"/>
                    </a:cubicBezTo>
                    <a:cubicBezTo>
                      <a:pt x="297" y="240"/>
                      <a:pt x="297" y="240"/>
                      <a:pt x="297" y="240"/>
                    </a:cubicBezTo>
                    <a:lnTo>
                      <a:pt x="332" y="240"/>
                    </a:lnTo>
                    <a:close/>
                    <a:moveTo>
                      <a:pt x="295" y="240"/>
                    </a:moveTo>
                    <a:cubicBezTo>
                      <a:pt x="295" y="277"/>
                      <a:pt x="295" y="277"/>
                      <a:pt x="295" y="277"/>
                    </a:cubicBezTo>
                    <a:cubicBezTo>
                      <a:pt x="260" y="277"/>
                      <a:pt x="260" y="277"/>
                      <a:pt x="260" y="277"/>
                    </a:cubicBezTo>
                    <a:cubicBezTo>
                      <a:pt x="260" y="240"/>
                      <a:pt x="260" y="240"/>
                      <a:pt x="260" y="240"/>
                    </a:cubicBezTo>
                    <a:lnTo>
                      <a:pt x="295" y="240"/>
                    </a:lnTo>
                    <a:close/>
                    <a:moveTo>
                      <a:pt x="258" y="203"/>
                    </a:moveTo>
                    <a:cubicBezTo>
                      <a:pt x="258" y="238"/>
                      <a:pt x="258" y="238"/>
                      <a:pt x="258" y="238"/>
                    </a:cubicBezTo>
                    <a:cubicBezTo>
                      <a:pt x="224" y="238"/>
                      <a:pt x="224" y="238"/>
                      <a:pt x="224" y="238"/>
                    </a:cubicBezTo>
                    <a:cubicBezTo>
                      <a:pt x="224" y="203"/>
                      <a:pt x="224" y="203"/>
                      <a:pt x="224" y="203"/>
                    </a:cubicBezTo>
                    <a:lnTo>
                      <a:pt x="258" y="203"/>
                    </a:lnTo>
                    <a:close/>
                    <a:moveTo>
                      <a:pt x="222" y="203"/>
                    </a:moveTo>
                    <a:cubicBezTo>
                      <a:pt x="222" y="238"/>
                      <a:pt x="222" y="238"/>
                      <a:pt x="222" y="238"/>
                    </a:cubicBezTo>
                    <a:cubicBezTo>
                      <a:pt x="187" y="238"/>
                      <a:pt x="187" y="238"/>
                      <a:pt x="187" y="238"/>
                    </a:cubicBezTo>
                    <a:cubicBezTo>
                      <a:pt x="187" y="203"/>
                      <a:pt x="187" y="203"/>
                      <a:pt x="187" y="203"/>
                    </a:cubicBezTo>
                    <a:lnTo>
                      <a:pt x="222" y="203"/>
                    </a:lnTo>
                    <a:close/>
                    <a:moveTo>
                      <a:pt x="185" y="203"/>
                    </a:moveTo>
                    <a:cubicBezTo>
                      <a:pt x="185" y="238"/>
                      <a:pt x="185" y="238"/>
                      <a:pt x="185" y="238"/>
                    </a:cubicBezTo>
                    <a:cubicBezTo>
                      <a:pt x="150" y="238"/>
                      <a:pt x="150" y="238"/>
                      <a:pt x="150" y="238"/>
                    </a:cubicBezTo>
                    <a:cubicBezTo>
                      <a:pt x="150" y="203"/>
                      <a:pt x="150" y="203"/>
                      <a:pt x="150" y="203"/>
                    </a:cubicBezTo>
                    <a:lnTo>
                      <a:pt x="185" y="203"/>
                    </a:lnTo>
                    <a:close/>
                    <a:moveTo>
                      <a:pt x="148" y="240"/>
                    </a:moveTo>
                    <a:cubicBezTo>
                      <a:pt x="148" y="277"/>
                      <a:pt x="148" y="277"/>
                      <a:pt x="148" y="277"/>
                    </a:cubicBezTo>
                    <a:cubicBezTo>
                      <a:pt x="113" y="277"/>
                      <a:pt x="113" y="277"/>
                      <a:pt x="113" y="277"/>
                    </a:cubicBezTo>
                    <a:cubicBezTo>
                      <a:pt x="113" y="240"/>
                      <a:pt x="113" y="240"/>
                      <a:pt x="113" y="240"/>
                    </a:cubicBezTo>
                    <a:lnTo>
                      <a:pt x="148" y="240"/>
                    </a:lnTo>
                    <a:close/>
                    <a:moveTo>
                      <a:pt x="111" y="240"/>
                    </a:moveTo>
                    <a:cubicBezTo>
                      <a:pt x="111" y="277"/>
                      <a:pt x="111" y="277"/>
                      <a:pt x="111" y="277"/>
                    </a:cubicBezTo>
                    <a:cubicBezTo>
                      <a:pt x="76" y="277"/>
                      <a:pt x="76" y="277"/>
                      <a:pt x="76" y="277"/>
                    </a:cubicBezTo>
                    <a:cubicBezTo>
                      <a:pt x="76" y="240"/>
                      <a:pt x="76" y="240"/>
                      <a:pt x="76" y="240"/>
                    </a:cubicBezTo>
                    <a:lnTo>
                      <a:pt x="111" y="240"/>
                    </a:lnTo>
                    <a:close/>
                    <a:moveTo>
                      <a:pt x="74" y="240"/>
                    </a:moveTo>
                    <a:cubicBezTo>
                      <a:pt x="74" y="277"/>
                      <a:pt x="74" y="277"/>
                      <a:pt x="74" y="277"/>
                    </a:cubicBezTo>
                    <a:cubicBezTo>
                      <a:pt x="39" y="277"/>
                      <a:pt x="39" y="277"/>
                      <a:pt x="39" y="277"/>
                    </a:cubicBezTo>
                    <a:cubicBezTo>
                      <a:pt x="39" y="240"/>
                      <a:pt x="39" y="240"/>
                      <a:pt x="39" y="240"/>
                    </a:cubicBezTo>
                    <a:lnTo>
                      <a:pt x="74" y="240"/>
                    </a:lnTo>
                    <a:close/>
                    <a:moveTo>
                      <a:pt x="39" y="164"/>
                    </a:moveTo>
                    <a:cubicBezTo>
                      <a:pt x="39" y="129"/>
                      <a:pt x="39" y="129"/>
                      <a:pt x="39" y="129"/>
                    </a:cubicBezTo>
                    <a:cubicBezTo>
                      <a:pt x="74" y="129"/>
                      <a:pt x="74" y="129"/>
                      <a:pt x="74" y="129"/>
                    </a:cubicBezTo>
                    <a:cubicBezTo>
                      <a:pt x="74" y="164"/>
                      <a:pt x="74" y="164"/>
                      <a:pt x="74" y="164"/>
                    </a:cubicBezTo>
                    <a:lnTo>
                      <a:pt x="39" y="164"/>
                    </a:lnTo>
                    <a:close/>
                    <a:moveTo>
                      <a:pt x="76" y="91"/>
                    </a:moveTo>
                    <a:cubicBezTo>
                      <a:pt x="76" y="56"/>
                      <a:pt x="76" y="56"/>
                      <a:pt x="76" y="56"/>
                    </a:cubicBezTo>
                    <a:cubicBezTo>
                      <a:pt x="111" y="56"/>
                      <a:pt x="111" y="56"/>
                      <a:pt x="111" y="56"/>
                    </a:cubicBezTo>
                    <a:cubicBezTo>
                      <a:pt x="111" y="91"/>
                      <a:pt x="111" y="91"/>
                      <a:pt x="111" y="91"/>
                    </a:cubicBezTo>
                    <a:lnTo>
                      <a:pt x="76" y="91"/>
                    </a:lnTo>
                    <a:close/>
                    <a:moveTo>
                      <a:pt x="76" y="93"/>
                    </a:moveTo>
                    <a:cubicBezTo>
                      <a:pt x="111" y="93"/>
                      <a:pt x="111" y="93"/>
                      <a:pt x="111" y="93"/>
                    </a:cubicBezTo>
                    <a:cubicBezTo>
                      <a:pt x="111" y="127"/>
                      <a:pt x="111" y="127"/>
                      <a:pt x="111" y="127"/>
                    </a:cubicBezTo>
                    <a:cubicBezTo>
                      <a:pt x="76" y="127"/>
                      <a:pt x="76" y="127"/>
                      <a:pt x="76" y="127"/>
                    </a:cubicBezTo>
                    <a:lnTo>
                      <a:pt x="76" y="93"/>
                    </a:lnTo>
                    <a:close/>
                    <a:moveTo>
                      <a:pt x="113" y="127"/>
                    </a:moveTo>
                    <a:cubicBezTo>
                      <a:pt x="113" y="93"/>
                      <a:pt x="113" y="93"/>
                      <a:pt x="113" y="93"/>
                    </a:cubicBezTo>
                    <a:cubicBezTo>
                      <a:pt x="148" y="93"/>
                      <a:pt x="148" y="93"/>
                      <a:pt x="148" y="93"/>
                    </a:cubicBezTo>
                    <a:cubicBezTo>
                      <a:pt x="148" y="127"/>
                      <a:pt x="148" y="127"/>
                      <a:pt x="148" y="127"/>
                    </a:cubicBezTo>
                    <a:lnTo>
                      <a:pt x="113" y="127"/>
                    </a:lnTo>
                    <a:close/>
                    <a:moveTo>
                      <a:pt x="150" y="127"/>
                    </a:moveTo>
                    <a:cubicBezTo>
                      <a:pt x="150" y="93"/>
                      <a:pt x="150" y="93"/>
                      <a:pt x="150" y="93"/>
                    </a:cubicBezTo>
                    <a:cubicBezTo>
                      <a:pt x="185" y="93"/>
                      <a:pt x="185" y="93"/>
                      <a:pt x="185" y="93"/>
                    </a:cubicBezTo>
                    <a:cubicBezTo>
                      <a:pt x="185" y="127"/>
                      <a:pt x="185" y="127"/>
                      <a:pt x="185" y="127"/>
                    </a:cubicBezTo>
                    <a:lnTo>
                      <a:pt x="150" y="127"/>
                    </a:lnTo>
                    <a:close/>
                    <a:moveTo>
                      <a:pt x="187" y="164"/>
                    </a:moveTo>
                    <a:cubicBezTo>
                      <a:pt x="187" y="129"/>
                      <a:pt x="187" y="129"/>
                      <a:pt x="187" y="129"/>
                    </a:cubicBezTo>
                    <a:cubicBezTo>
                      <a:pt x="222" y="129"/>
                      <a:pt x="222" y="129"/>
                      <a:pt x="222" y="129"/>
                    </a:cubicBezTo>
                    <a:cubicBezTo>
                      <a:pt x="222" y="164"/>
                      <a:pt x="222" y="164"/>
                      <a:pt x="222" y="164"/>
                    </a:cubicBezTo>
                    <a:lnTo>
                      <a:pt x="187" y="164"/>
                    </a:lnTo>
                    <a:close/>
                    <a:moveTo>
                      <a:pt x="224" y="164"/>
                    </a:moveTo>
                    <a:cubicBezTo>
                      <a:pt x="224" y="129"/>
                      <a:pt x="224" y="129"/>
                      <a:pt x="224" y="129"/>
                    </a:cubicBezTo>
                    <a:cubicBezTo>
                      <a:pt x="258" y="129"/>
                      <a:pt x="258" y="129"/>
                      <a:pt x="258" y="129"/>
                    </a:cubicBezTo>
                    <a:cubicBezTo>
                      <a:pt x="258" y="164"/>
                      <a:pt x="258" y="164"/>
                      <a:pt x="258" y="164"/>
                    </a:cubicBezTo>
                    <a:lnTo>
                      <a:pt x="224" y="164"/>
                    </a:lnTo>
                    <a:close/>
                    <a:moveTo>
                      <a:pt x="260" y="91"/>
                    </a:moveTo>
                    <a:cubicBezTo>
                      <a:pt x="260" y="56"/>
                      <a:pt x="260" y="56"/>
                      <a:pt x="260" y="56"/>
                    </a:cubicBezTo>
                    <a:cubicBezTo>
                      <a:pt x="295" y="56"/>
                      <a:pt x="295" y="56"/>
                      <a:pt x="295" y="56"/>
                    </a:cubicBezTo>
                    <a:cubicBezTo>
                      <a:pt x="295" y="91"/>
                      <a:pt x="295" y="91"/>
                      <a:pt x="295" y="91"/>
                    </a:cubicBezTo>
                    <a:lnTo>
                      <a:pt x="260" y="91"/>
                    </a:lnTo>
                    <a:close/>
                    <a:moveTo>
                      <a:pt x="260" y="93"/>
                    </a:moveTo>
                    <a:cubicBezTo>
                      <a:pt x="295" y="93"/>
                      <a:pt x="295" y="93"/>
                      <a:pt x="295" y="93"/>
                    </a:cubicBezTo>
                    <a:cubicBezTo>
                      <a:pt x="295" y="127"/>
                      <a:pt x="295" y="127"/>
                      <a:pt x="295" y="127"/>
                    </a:cubicBezTo>
                    <a:cubicBezTo>
                      <a:pt x="260" y="127"/>
                      <a:pt x="260" y="127"/>
                      <a:pt x="260" y="127"/>
                    </a:cubicBezTo>
                    <a:lnTo>
                      <a:pt x="260" y="93"/>
                    </a:lnTo>
                    <a:close/>
                    <a:moveTo>
                      <a:pt x="297" y="127"/>
                    </a:moveTo>
                    <a:cubicBezTo>
                      <a:pt x="297" y="93"/>
                      <a:pt x="297" y="93"/>
                      <a:pt x="297" y="93"/>
                    </a:cubicBezTo>
                    <a:cubicBezTo>
                      <a:pt x="332" y="93"/>
                      <a:pt x="332" y="93"/>
                      <a:pt x="332" y="93"/>
                    </a:cubicBezTo>
                    <a:cubicBezTo>
                      <a:pt x="332" y="127"/>
                      <a:pt x="332" y="127"/>
                      <a:pt x="332" y="127"/>
                    </a:cubicBezTo>
                    <a:lnTo>
                      <a:pt x="297" y="127"/>
                    </a:lnTo>
                    <a:close/>
                    <a:moveTo>
                      <a:pt x="334" y="164"/>
                    </a:moveTo>
                    <a:cubicBezTo>
                      <a:pt x="334" y="129"/>
                      <a:pt x="334" y="129"/>
                      <a:pt x="334" y="129"/>
                    </a:cubicBezTo>
                    <a:cubicBezTo>
                      <a:pt x="369" y="129"/>
                      <a:pt x="369" y="129"/>
                      <a:pt x="369" y="129"/>
                    </a:cubicBezTo>
                    <a:cubicBezTo>
                      <a:pt x="369" y="164"/>
                      <a:pt x="369" y="164"/>
                      <a:pt x="369" y="164"/>
                    </a:cubicBezTo>
                    <a:lnTo>
                      <a:pt x="334" y="164"/>
                    </a:lnTo>
                    <a:close/>
                    <a:moveTo>
                      <a:pt x="371" y="164"/>
                    </a:moveTo>
                    <a:cubicBezTo>
                      <a:pt x="371" y="129"/>
                      <a:pt x="371" y="129"/>
                      <a:pt x="371" y="129"/>
                    </a:cubicBezTo>
                    <a:cubicBezTo>
                      <a:pt x="406" y="129"/>
                      <a:pt x="406" y="129"/>
                      <a:pt x="406" y="129"/>
                    </a:cubicBezTo>
                    <a:cubicBezTo>
                      <a:pt x="406" y="164"/>
                      <a:pt x="406" y="164"/>
                      <a:pt x="406" y="164"/>
                    </a:cubicBezTo>
                    <a:lnTo>
                      <a:pt x="371" y="164"/>
                    </a:lnTo>
                    <a:close/>
                    <a:moveTo>
                      <a:pt x="408" y="127"/>
                    </a:moveTo>
                    <a:cubicBezTo>
                      <a:pt x="408" y="93"/>
                      <a:pt x="408" y="93"/>
                      <a:pt x="408" y="93"/>
                    </a:cubicBezTo>
                    <a:cubicBezTo>
                      <a:pt x="445" y="93"/>
                      <a:pt x="445" y="93"/>
                      <a:pt x="445" y="93"/>
                    </a:cubicBezTo>
                    <a:cubicBezTo>
                      <a:pt x="445" y="127"/>
                      <a:pt x="445" y="127"/>
                      <a:pt x="445" y="127"/>
                    </a:cubicBezTo>
                    <a:lnTo>
                      <a:pt x="408" y="127"/>
                    </a:lnTo>
                    <a:close/>
                    <a:moveTo>
                      <a:pt x="408" y="129"/>
                    </a:moveTo>
                    <a:cubicBezTo>
                      <a:pt x="445" y="129"/>
                      <a:pt x="445" y="129"/>
                      <a:pt x="445" y="129"/>
                    </a:cubicBezTo>
                    <a:cubicBezTo>
                      <a:pt x="445" y="164"/>
                      <a:pt x="445" y="164"/>
                      <a:pt x="445" y="164"/>
                    </a:cubicBezTo>
                    <a:cubicBezTo>
                      <a:pt x="408" y="164"/>
                      <a:pt x="408" y="164"/>
                      <a:pt x="408" y="164"/>
                    </a:cubicBezTo>
                    <a:lnTo>
                      <a:pt x="408" y="129"/>
                    </a:lnTo>
                    <a:close/>
                    <a:moveTo>
                      <a:pt x="447" y="164"/>
                    </a:moveTo>
                    <a:cubicBezTo>
                      <a:pt x="447" y="129"/>
                      <a:pt x="447" y="129"/>
                      <a:pt x="447" y="129"/>
                    </a:cubicBezTo>
                    <a:cubicBezTo>
                      <a:pt x="485" y="129"/>
                      <a:pt x="485" y="129"/>
                      <a:pt x="485" y="129"/>
                    </a:cubicBezTo>
                    <a:cubicBezTo>
                      <a:pt x="485" y="164"/>
                      <a:pt x="485" y="164"/>
                      <a:pt x="485" y="164"/>
                    </a:cubicBezTo>
                    <a:lnTo>
                      <a:pt x="447" y="164"/>
                    </a:lnTo>
                    <a:close/>
                    <a:moveTo>
                      <a:pt x="487" y="164"/>
                    </a:moveTo>
                    <a:cubicBezTo>
                      <a:pt x="487" y="129"/>
                      <a:pt x="487" y="129"/>
                      <a:pt x="487" y="129"/>
                    </a:cubicBezTo>
                    <a:cubicBezTo>
                      <a:pt x="525" y="129"/>
                      <a:pt x="525" y="129"/>
                      <a:pt x="525" y="129"/>
                    </a:cubicBezTo>
                    <a:cubicBezTo>
                      <a:pt x="525" y="164"/>
                      <a:pt x="525" y="164"/>
                      <a:pt x="525" y="164"/>
                    </a:cubicBezTo>
                    <a:lnTo>
                      <a:pt x="487" y="164"/>
                    </a:lnTo>
                    <a:close/>
                    <a:moveTo>
                      <a:pt x="527" y="164"/>
                    </a:moveTo>
                    <a:cubicBezTo>
                      <a:pt x="527" y="129"/>
                      <a:pt x="527" y="129"/>
                      <a:pt x="527" y="129"/>
                    </a:cubicBezTo>
                    <a:cubicBezTo>
                      <a:pt x="565" y="129"/>
                      <a:pt x="565" y="129"/>
                      <a:pt x="565" y="129"/>
                    </a:cubicBezTo>
                    <a:cubicBezTo>
                      <a:pt x="565" y="164"/>
                      <a:pt x="565" y="164"/>
                      <a:pt x="565" y="164"/>
                    </a:cubicBezTo>
                    <a:lnTo>
                      <a:pt x="527" y="164"/>
                    </a:lnTo>
                    <a:close/>
                    <a:moveTo>
                      <a:pt x="567" y="164"/>
                    </a:moveTo>
                    <a:cubicBezTo>
                      <a:pt x="567" y="129"/>
                      <a:pt x="567" y="129"/>
                      <a:pt x="567" y="129"/>
                    </a:cubicBezTo>
                    <a:cubicBezTo>
                      <a:pt x="605" y="129"/>
                      <a:pt x="605" y="129"/>
                      <a:pt x="605" y="129"/>
                    </a:cubicBezTo>
                    <a:cubicBezTo>
                      <a:pt x="605" y="164"/>
                      <a:pt x="605" y="164"/>
                      <a:pt x="605" y="164"/>
                    </a:cubicBezTo>
                    <a:lnTo>
                      <a:pt x="567" y="164"/>
                    </a:lnTo>
                    <a:close/>
                    <a:moveTo>
                      <a:pt x="605" y="166"/>
                    </a:moveTo>
                    <a:cubicBezTo>
                      <a:pt x="605" y="201"/>
                      <a:pt x="605" y="201"/>
                      <a:pt x="605" y="201"/>
                    </a:cubicBezTo>
                    <a:cubicBezTo>
                      <a:pt x="567" y="201"/>
                      <a:pt x="567" y="201"/>
                      <a:pt x="567" y="201"/>
                    </a:cubicBezTo>
                    <a:cubicBezTo>
                      <a:pt x="567" y="166"/>
                      <a:pt x="567" y="166"/>
                      <a:pt x="567" y="166"/>
                    </a:cubicBezTo>
                    <a:lnTo>
                      <a:pt x="605" y="166"/>
                    </a:lnTo>
                    <a:close/>
                    <a:moveTo>
                      <a:pt x="565" y="166"/>
                    </a:moveTo>
                    <a:cubicBezTo>
                      <a:pt x="565" y="201"/>
                      <a:pt x="565" y="201"/>
                      <a:pt x="565" y="201"/>
                    </a:cubicBezTo>
                    <a:cubicBezTo>
                      <a:pt x="527" y="201"/>
                      <a:pt x="527" y="201"/>
                      <a:pt x="527" y="201"/>
                    </a:cubicBezTo>
                    <a:cubicBezTo>
                      <a:pt x="527" y="166"/>
                      <a:pt x="527" y="166"/>
                      <a:pt x="527" y="166"/>
                    </a:cubicBezTo>
                    <a:lnTo>
                      <a:pt x="565" y="166"/>
                    </a:lnTo>
                    <a:close/>
                    <a:moveTo>
                      <a:pt x="525" y="166"/>
                    </a:moveTo>
                    <a:cubicBezTo>
                      <a:pt x="525" y="201"/>
                      <a:pt x="525" y="201"/>
                      <a:pt x="525" y="201"/>
                    </a:cubicBezTo>
                    <a:cubicBezTo>
                      <a:pt x="487" y="201"/>
                      <a:pt x="487" y="201"/>
                      <a:pt x="487" y="201"/>
                    </a:cubicBezTo>
                    <a:cubicBezTo>
                      <a:pt x="487" y="166"/>
                      <a:pt x="487" y="166"/>
                      <a:pt x="487" y="166"/>
                    </a:cubicBezTo>
                    <a:lnTo>
                      <a:pt x="525" y="166"/>
                    </a:lnTo>
                    <a:close/>
                    <a:moveTo>
                      <a:pt x="485" y="166"/>
                    </a:moveTo>
                    <a:cubicBezTo>
                      <a:pt x="485" y="201"/>
                      <a:pt x="485" y="201"/>
                      <a:pt x="485" y="201"/>
                    </a:cubicBezTo>
                    <a:cubicBezTo>
                      <a:pt x="447" y="201"/>
                      <a:pt x="447" y="201"/>
                      <a:pt x="447" y="201"/>
                    </a:cubicBezTo>
                    <a:cubicBezTo>
                      <a:pt x="447" y="166"/>
                      <a:pt x="447" y="166"/>
                      <a:pt x="447" y="166"/>
                    </a:cubicBezTo>
                    <a:lnTo>
                      <a:pt x="485" y="166"/>
                    </a:lnTo>
                    <a:close/>
                    <a:moveTo>
                      <a:pt x="445" y="166"/>
                    </a:moveTo>
                    <a:cubicBezTo>
                      <a:pt x="445" y="201"/>
                      <a:pt x="445" y="201"/>
                      <a:pt x="445" y="201"/>
                    </a:cubicBezTo>
                    <a:cubicBezTo>
                      <a:pt x="408" y="201"/>
                      <a:pt x="408" y="201"/>
                      <a:pt x="408" y="201"/>
                    </a:cubicBezTo>
                    <a:cubicBezTo>
                      <a:pt x="408" y="166"/>
                      <a:pt x="408" y="166"/>
                      <a:pt x="408" y="166"/>
                    </a:cubicBezTo>
                    <a:lnTo>
                      <a:pt x="445" y="166"/>
                    </a:lnTo>
                    <a:close/>
                    <a:moveTo>
                      <a:pt x="406" y="203"/>
                    </a:moveTo>
                    <a:cubicBezTo>
                      <a:pt x="406" y="238"/>
                      <a:pt x="406" y="238"/>
                      <a:pt x="406" y="238"/>
                    </a:cubicBezTo>
                    <a:cubicBezTo>
                      <a:pt x="371" y="238"/>
                      <a:pt x="371" y="238"/>
                      <a:pt x="371" y="238"/>
                    </a:cubicBezTo>
                    <a:cubicBezTo>
                      <a:pt x="371" y="203"/>
                      <a:pt x="371" y="203"/>
                      <a:pt x="371" y="203"/>
                    </a:cubicBezTo>
                    <a:lnTo>
                      <a:pt x="406" y="203"/>
                    </a:lnTo>
                    <a:close/>
                    <a:moveTo>
                      <a:pt x="369" y="203"/>
                    </a:moveTo>
                    <a:cubicBezTo>
                      <a:pt x="369" y="238"/>
                      <a:pt x="369" y="238"/>
                      <a:pt x="369" y="238"/>
                    </a:cubicBezTo>
                    <a:cubicBezTo>
                      <a:pt x="334" y="238"/>
                      <a:pt x="334" y="238"/>
                      <a:pt x="334" y="238"/>
                    </a:cubicBezTo>
                    <a:cubicBezTo>
                      <a:pt x="334" y="203"/>
                      <a:pt x="334" y="203"/>
                      <a:pt x="334" y="203"/>
                    </a:cubicBezTo>
                    <a:lnTo>
                      <a:pt x="369" y="203"/>
                    </a:lnTo>
                    <a:close/>
                    <a:moveTo>
                      <a:pt x="332" y="203"/>
                    </a:moveTo>
                    <a:cubicBezTo>
                      <a:pt x="332" y="238"/>
                      <a:pt x="332" y="238"/>
                      <a:pt x="332" y="238"/>
                    </a:cubicBezTo>
                    <a:cubicBezTo>
                      <a:pt x="297" y="238"/>
                      <a:pt x="297" y="238"/>
                      <a:pt x="297" y="238"/>
                    </a:cubicBezTo>
                    <a:cubicBezTo>
                      <a:pt x="297" y="203"/>
                      <a:pt x="297" y="203"/>
                      <a:pt x="297" y="203"/>
                    </a:cubicBezTo>
                    <a:lnTo>
                      <a:pt x="332" y="203"/>
                    </a:lnTo>
                    <a:close/>
                    <a:moveTo>
                      <a:pt x="295" y="203"/>
                    </a:moveTo>
                    <a:cubicBezTo>
                      <a:pt x="295" y="238"/>
                      <a:pt x="295" y="238"/>
                      <a:pt x="295" y="238"/>
                    </a:cubicBezTo>
                    <a:cubicBezTo>
                      <a:pt x="260" y="238"/>
                      <a:pt x="260" y="238"/>
                      <a:pt x="260" y="238"/>
                    </a:cubicBezTo>
                    <a:cubicBezTo>
                      <a:pt x="260" y="203"/>
                      <a:pt x="260" y="203"/>
                      <a:pt x="260" y="203"/>
                    </a:cubicBezTo>
                    <a:lnTo>
                      <a:pt x="295" y="203"/>
                    </a:lnTo>
                    <a:close/>
                    <a:moveTo>
                      <a:pt x="260" y="201"/>
                    </a:moveTo>
                    <a:cubicBezTo>
                      <a:pt x="260" y="166"/>
                      <a:pt x="260" y="166"/>
                      <a:pt x="260" y="166"/>
                    </a:cubicBezTo>
                    <a:cubicBezTo>
                      <a:pt x="295" y="166"/>
                      <a:pt x="295" y="166"/>
                      <a:pt x="295" y="166"/>
                    </a:cubicBezTo>
                    <a:cubicBezTo>
                      <a:pt x="295" y="201"/>
                      <a:pt x="295" y="201"/>
                      <a:pt x="295" y="201"/>
                    </a:cubicBezTo>
                    <a:lnTo>
                      <a:pt x="260" y="201"/>
                    </a:lnTo>
                    <a:close/>
                    <a:moveTo>
                      <a:pt x="297" y="164"/>
                    </a:moveTo>
                    <a:cubicBezTo>
                      <a:pt x="297" y="129"/>
                      <a:pt x="297" y="129"/>
                      <a:pt x="297" y="129"/>
                    </a:cubicBezTo>
                    <a:cubicBezTo>
                      <a:pt x="332" y="129"/>
                      <a:pt x="332" y="129"/>
                      <a:pt x="332" y="129"/>
                    </a:cubicBezTo>
                    <a:cubicBezTo>
                      <a:pt x="332" y="164"/>
                      <a:pt x="332" y="164"/>
                      <a:pt x="332" y="164"/>
                    </a:cubicBezTo>
                    <a:lnTo>
                      <a:pt x="297" y="164"/>
                    </a:lnTo>
                    <a:close/>
                    <a:moveTo>
                      <a:pt x="297" y="166"/>
                    </a:moveTo>
                    <a:cubicBezTo>
                      <a:pt x="332" y="166"/>
                      <a:pt x="332" y="166"/>
                      <a:pt x="332" y="166"/>
                    </a:cubicBezTo>
                    <a:cubicBezTo>
                      <a:pt x="332" y="201"/>
                      <a:pt x="332" y="201"/>
                      <a:pt x="332" y="201"/>
                    </a:cubicBezTo>
                    <a:cubicBezTo>
                      <a:pt x="297" y="201"/>
                      <a:pt x="297" y="201"/>
                      <a:pt x="297" y="201"/>
                    </a:cubicBezTo>
                    <a:lnTo>
                      <a:pt x="297" y="166"/>
                    </a:lnTo>
                    <a:close/>
                    <a:moveTo>
                      <a:pt x="334" y="201"/>
                    </a:moveTo>
                    <a:cubicBezTo>
                      <a:pt x="334" y="166"/>
                      <a:pt x="334" y="166"/>
                      <a:pt x="334" y="166"/>
                    </a:cubicBezTo>
                    <a:cubicBezTo>
                      <a:pt x="369" y="166"/>
                      <a:pt x="369" y="166"/>
                      <a:pt x="369" y="166"/>
                    </a:cubicBezTo>
                    <a:cubicBezTo>
                      <a:pt x="369" y="201"/>
                      <a:pt x="369" y="201"/>
                      <a:pt x="369" y="201"/>
                    </a:cubicBezTo>
                    <a:lnTo>
                      <a:pt x="334" y="201"/>
                    </a:lnTo>
                    <a:close/>
                    <a:moveTo>
                      <a:pt x="406" y="201"/>
                    </a:moveTo>
                    <a:cubicBezTo>
                      <a:pt x="371" y="201"/>
                      <a:pt x="371" y="201"/>
                      <a:pt x="371" y="201"/>
                    </a:cubicBezTo>
                    <a:cubicBezTo>
                      <a:pt x="371" y="166"/>
                      <a:pt x="371" y="166"/>
                      <a:pt x="371" y="166"/>
                    </a:cubicBezTo>
                    <a:cubicBezTo>
                      <a:pt x="406" y="166"/>
                      <a:pt x="406" y="166"/>
                      <a:pt x="406" y="166"/>
                    </a:cubicBezTo>
                    <a:lnTo>
                      <a:pt x="406" y="201"/>
                    </a:lnTo>
                    <a:close/>
                    <a:moveTo>
                      <a:pt x="260" y="129"/>
                    </a:moveTo>
                    <a:cubicBezTo>
                      <a:pt x="295" y="129"/>
                      <a:pt x="295" y="129"/>
                      <a:pt x="295" y="129"/>
                    </a:cubicBezTo>
                    <a:cubicBezTo>
                      <a:pt x="295" y="164"/>
                      <a:pt x="295" y="164"/>
                      <a:pt x="295" y="164"/>
                    </a:cubicBezTo>
                    <a:cubicBezTo>
                      <a:pt x="260" y="164"/>
                      <a:pt x="260" y="164"/>
                      <a:pt x="260" y="164"/>
                    </a:cubicBezTo>
                    <a:lnTo>
                      <a:pt x="260" y="129"/>
                    </a:lnTo>
                    <a:close/>
                    <a:moveTo>
                      <a:pt x="258" y="166"/>
                    </a:moveTo>
                    <a:cubicBezTo>
                      <a:pt x="258" y="201"/>
                      <a:pt x="258" y="201"/>
                      <a:pt x="258" y="201"/>
                    </a:cubicBezTo>
                    <a:cubicBezTo>
                      <a:pt x="224" y="201"/>
                      <a:pt x="224" y="201"/>
                      <a:pt x="224" y="201"/>
                    </a:cubicBezTo>
                    <a:cubicBezTo>
                      <a:pt x="224" y="166"/>
                      <a:pt x="224" y="166"/>
                      <a:pt x="224" y="166"/>
                    </a:cubicBezTo>
                    <a:lnTo>
                      <a:pt x="258" y="166"/>
                    </a:lnTo>
                    <a:close/>
                    <a:moveTo>
                      <a:pt x="222" y="166"/>
                    </a:moveTo>
                    <a:cubicBezTo>
                      <a:pt x="222" y="201"/>
                      <a:pt x="222" y="201"/>
                      <a:pt x="222" y="201"/>
                    </a:cubicBezTo>
                    <a:cubicBezTo>
                      <a:pt x="187" y="201"/>
                      <a:pt x="187" y="201"/>
                      <a:pt x="187" y="201"/>
                    </a:cubicBezTo>
                    <a:cubicBezTo>
                      <a:pt x="187" y="166"/>
                      <a:pt x="187" y="166"/>
                      <a:pt x="187" y="166"/>
                    </a:cubicBezTo>
                    <a:lnTo>
                      <a:pt x="222" y="166"/>
                    </a:lnTo>
                    <a:close/>
                    <a:moveTo>
                      <a:pt x="185" y="166"/>
                    </a:moveTo>
                    <a:cubicBezTo>
                      <a:pt x="185" y="201"/>
                      <a:pt x="185" y="201"/>
                      <a:pt x="185" y="201"/>
                    </a:cubicBezTo>
                    <a:cubicBezTo>
                      <a:pt x="150" y="201"/>
                      <a:pt x="150" y="201"/>
                      <a:pt x="150" y="201"/>
                    </a:cubicBezTo>
                    <a:cubicBezTo>
                      <a:pt x="150" y="166"/>
                      <a:pt x="150" y="166"/>
                      <a:pt x="150" y="166"/>
                    </a:cubicBezTo>
                    <a:lnTo>
                      <a:pt x="185" y="166"/>
                    </a:lnTo>
                    <a:close/>
                    <a:moveTo>
                      <a:pt x="148" y="166"/>
                    </a:moveTo>
                    <a:cubicBezTo>
                      <a:pt x="148" y="201"/>
                      <a:pt x="148" y="201"/>
                      <a:pt x="148" y="201"/>
                    </a:cubicBezTo>
                    <a:cubicBezTo>
                      <a:pt x="113" y="201"/>
                      <a:pt x="113" y="201"/>
                      <a:pt x="113" y="201"/>
                    </a:cubicBezTo>
                    <a:cubicBezTo>
                      <a:pt x="113" y="166"/>
                      <a:pt x="113" y="166"/>
                      <a:pt x="113" y="166"/>
                    </a:cubicBezTo>
                    <a:lnTo>
                      <a:pt x="148" y="166"/>
                    </a:lnTo>
                    <a:close/>
                    <a:moveTo>
                      <a:pt x="113" y="164"/>
                    </a:moveTo>
                    <a:cubicBezTo>
                      <a:pt x="113" y="129"/>
                      <a:pt x="113" y="129"/>
                      <a:pt x="113" y="129"/>
                    </a:cubicBezTo>
                    <a:cubicBezTo>
                      <a:pt x="148" y="129"/>
                      <a:pt x="148" y="129"/>
                      <a:pt x="148" y="129"/>
                    </a:cubicBezTo>
                    <a:cubicBezTo>
                      <a:pt x="148" y="164"/>
                      <a:pt x="148" y="164"/>
                      <a:pt x="148" y="164"/>
                    </a:cubicBezTo>
                    <a:lnTo>
                      <a:pt x="113" y="164"/>
                    </a:lnTo>
                    <a:close/>
                    <a:moveTo>
                      <a:pt x="150" y="164"/>
                    </a:moveTo>
                    <a:cubicBezTo>
                      <a:pt x="150" y="129"/>
                      <a:pt x="150" y="129"/>
                      <a:pt x="150" y="129"/>
                    </a:cubicBezTo>
                    <a:cubicBezTo>
                      <a:pt x="185" y="129"/>
                      <a:pt x="185" y="129"/>
                      <a:pt x="185" y="129"/>
                    </a:cubicBezTo>
                    <a:cubicBezTo>
                      <a:pt x="185" y="164"/>
                      <a:pt x="185" y="164"/>
                      <a:pt x="185" y="164"/>
                    </a:cubicBezTo>
                    <a:lnTo>
                      <a:pt x="150" y="164"/>
                    </a:lnTo>
                    <a:close/>
                    <a:moveTo>
                      <a:pt x="76" y="129"/>
                    </a:moveTo>
                    <a:cubicBezTo>
                      <a:pt x="111" y="129"/>
                      <a:pt x="111" y="129"/>
                      <a:pt x="111" y="129"/>
                    </a:cubicBezTo>
                    <a:cubicBezTo>
                      <a:pt x="111" y="164"/>
                      <a:pt x="111" y="164"/>
                      <a:pt x="111" y="164"/>
                    </a:cubicBezTo>
                    <a:cubicBezTo>
                      <a:pt x="76" y="164"/>
                      <a:pt x="76" y="164"/>
                      <a:pt x="76" y="164"/>
                    </a:cubicBezTo>
                    <a:lnTo>
                      <a:pt x="76" y="129"/>
                    </a:lnTo>
                    <a:close/>
                    <a:moveTo>
                      <a:pt x="111" y="203"/>
                    </a:moveTo>
                    <a:cubicBezTo>
                      <a:pt x="111" y="238"/>
                      <a:pt x="111" y="238"/>
                      <a:pt x="111" y="238"/>
                    </a:cubicBezTo>
                    <a:cubicBezTo>
                      <a:pt x="76" y="238"/>
                      <a:pt x="76" y="238"/>
                      <a:pt x="76" y="238"/>
                    </a:cubicBezTo>
                    <a:cubicBezTo>
                      <a:pt x="76" y="203"/>
                      <a:pt x="76" y="203"/>
                      <a:pt x="76" y="203"/>
                    </a:cubicBezTo>
                    <a:lnTo>
                      <a:pt x="111" y="203"/>
                    </a:lnTo>
                    <a:close/>
                    <a:moveTo>
                      <a:pt x="111" y="201"/>
                    </a:moveTo>
                    <a:cubicBezTo>
                      <a:pt x="76" y="201"/>
                      <a:pt x="76" y="201"/>
                      <a:pt x="76" y="201"/>
                    </a:cubicBezTo>
                    <a:cubicBezTo>
                      <a:pt x="76" y="166"/>
                      <a:pt x="76" y="166"/>
                      <a:pt x="76" y="166"/>
                    </a:cubicBezTo>
                    <a:cubicBezTo>
                      <a:pt x="111" y="166"/>
                      <a:pt x="111" y="166"/>
                      <a:pt x="111" y="166"/>
                    </a:cubicBezTo>
                    <a:lnTo>
                      <a:pt x="111" y="201"/>
                    </a:lnTo>
                    <a:close/>
                    <a:moveTo>
                      <a:pt x="39" y="166"/>
                    </a:moveTo>
                    <a:cubicBezTo>
                      <a:pt x="74" y="166"/>
                      <a:pt x="74" y="166"/>
                      <a:pt x="74" y="166"/>
                    </a:cubicBezTo>
                    <a:cubicBezTo>
                      <a:pt x="74" y="201"/>
                      <a:pt x="74" y="201"/>
                      <a:pt x="74" y="201"/>
                    </a:cubicBezTo>
                    <a:cubicBezTo>
                      <a:pt x="39" y="201"/>
                      <a:pt x="39" y="201"/>
                      <a:pt x="39" y="201"/>
                    </a:cubicBezTo>
                    <a:lnTo>
                      <a:pt x="39" y="166"/>
                    </a:lnTo>
                    <a:close/>
                    <a:moveTo>
                      <a:pt x="39" y="203"/>
                    </a:moveTo>
                    <a:cubicBezTo>
                      <a:pt x="74" y="203"/>
                      <a:pt x="74" y="203"/>
                      <a:pt x="74" y="203"/>
                    </a:cubicBezTo>
                    <a:cubicBezTo>
                      <a:pt x="74" y="238"/>
                      <a:pt x="74" y="238"/>
                      <a:pt x="74" y="238"/>
                    </a:cubicBezTo>
                    <a:cubicBezTo>
                      <a:pt x="39" y="238"/>
                      <a:pt x="39" y="238"/>
                      <a:pt x="39" y="238"/>
                    </a:cubicBezTo>
                    <a:lnTo>
                      <a:pt x="39" y="203"/>
                    </a:lnTo>
                    <a:close/>
                    <a:moveTo>
                      <a:pt x="148" y="238"/>
                    </a:moveTo>
                    <a:cubicBezTo>
                      <a:pt x="113" y="238"/>
                      <a:pt x="113" y="238"/>
                      <a:pt x="113" y="238"/>
                    </a:cubicBezTo>
                    <a:cubicBezTo>
                      <a:pt x="113" y="203"/>
                      <a:pt x="113" y="203"/>
                      <a:pt x="113" y="203"/>
                    </a:cubicBezTo>
                    <a:cubicBezTo>
                      <a:pt x="148" y="203"/>
                      <a:pt x="148" y="203"/>
                      <a:pt x="148" y="203"/>
                    </a:cubicBezTo>
                    <a:lnTo>
                      <a:pt x="148" y="238"/>
                    </a:lnTo>
                    <a:close/>
                    <a:moveTo>
                      <a:pt x="445" y="238"/>
                    </a:moveTo>
                    <a:cubicBezTo>
                      <a:pt x="408" y="238"/>
                      <a:pt x="408" y="238"/>
                      <a:pt x="408" y="238"/>
                    </a:cubicBezTo>
                    <a:cubicBezTo>
                      <a:pt x="408" y="203"/>
                      <a:pt x="408" y="203"/>
                      <a:pt x="408" y="203"/>
                    </a:cubicBezTo>
                    <a:cubicBezTo>
                      <a:pt x="445" y="203"/>
                      <a:pt x="445" y="203"/>
                      <a:pt x="445" y="203"/>
                    </a:cubicBezTo>
                    <a:lnTo>
                      <a:pt x="445" y="238"/>
                    </a:lnTo>
                    <a:close/>
                    <a:moveTo>
                      <a:pt x="645" y="201"/>
                    </a:moveTo>
                    <a:cubicBezTo>
                      <a:pt x="607" y="201"/>
                      <a:pt x="607" y="201"/>
                      <a:pt x="607" y="201"/>
                    </a:cubicBezTo>
                    <a:cubicBezTo>
                      <a:pt x="607" y="166"/>
                      <a:pt x="607" y="166"/>
                      <a:pt x="607" y="166"/>
                    </a:cubicBezTo>
                    <a:cubicBezTo>
                      <a:pt x="645" y="166"/>
                      <a:pt x="645" y="166"/>
                      <a:pt x="645" y="166"/>
                    </a:cubicBezTo>
                    <a:lnTo>
                      <a:pt x="645" y="201"/>
                    </a:lnTo>
                    <a:close/>
                    <a:moveTo>
                      <a:pt x="645" y="164"/>
                    </a:moveTo>
                    <a:cubicBezTo>
                      <a:pt x="607" y="164"/>
                      <a:pt x="607" y="164"/>
                      <a:pt x="607" y="164"/>
                    </a:cubicBezTo>
                    <a:cubicBezTo>
                      <a:pt x="607" y="129"/>
                      <a:pt x="607" y="129"/>
                      <a:pt x="607" y="129"/>
                    </a:cubicBezTo>
                    <a:cubicBezTo>
                      <a:pt x="645" y="129"/>
                      <a:pt x="645" y="129"/>
                      <a:pt x="645" y="129"/>
                    </a:cubicBezTo>
                    <a:lnTo>
                      <a:pt x="645" y="164"/>
                    </a:lnTo>
                    <a:close/>
                    <a:moveTo>
                      <a:pt x="371" y="93"/>
                    </a:moveTo>
                    <a:cubicBezTo>
                      <a:pt x="406" y="93"/>
                      <a:pt x="406" y="93"/>
                      <a:pt x="406" y="93"/>
                    </a:cubicBezTo>
                    <a:cubicBezTo>
                      <a:pt x="406" y="127"/>
                      <a:pt x="406" y="127"/>
                      <a:pt x="406" y="127"/>
                    </a:cubicBezTo>
                    <a:cubicBezTo>
                      <a:pt x="371" y="127"/>
                      <a:pt x="371" y="127"/>
                      <a:pt x="371" y="127"/>
                    </a:cubicBezTo>
                    <a:lnTo>
                      <a:pt x="371" y="93"/>
                    </a:lnTo>
                    <a:close/>
                    <a:moveTo>
                      <a:pt x="224" y="93"/>
                    </a:moveTo>
                    <a:cubicBezTo>
                      <a:pt x="258" y="93"/>
                      <a:pt x="258" y="93"/>
                      <a:pt x="258" y="93"/>
                    </a:cubicBezTo>
                    <a:cubicBezTo>
                      <a:pt x="258" y="127"/>
                      <a:pt x="258" y="127"/>
                      <a:pt x="258" y="127"/>
                    </a:cubicBezTo>
                    <a:cubicBezTo>
                      <a:pt x="224" y="127"/>
                      <a:pt x="224" y="127"/>
                      <a:pt x="224" y="127"/>
                    </a:cubicBezTo>
                    <a:lnTo>
                      <a:pt x="224" y="93"/>
                    </a:lnTo>
                    <a:close/>
                    <a:moveTo>
                      <a:pt x="39" y="93"/>
                    </a:moveTo>
                    <a:cubicBezTo>
                      <a:pt x="74" y="93"/>
                      <a:pt x="74" y="93"/>
                      <a:pt x="74" y="93"/>
                    </a:cubicBezTo>
                    <a:cubicBezTo>
                      <a:pt x="74" y="127"/>
                      <a:pt x="74" y="127"/>
                      <a:pt x="74" y="127"/>
                    </a:cubicBezTo>
                    <a:cubicBezTo>
                      <a:pt x="39" y="127"/>
                      <a:pt x="39" y="127"/>
                      <a:pt x="39" y="127"/>
                    </a:cubicBezTo>
                    <a:lnTo>
                      <a:pt x="39" y="93"/>
                    </a:lnTo>
                    <a:close/>
                    <a:moveTo>
                      <a:pt x="2" y="129"/>
                    </a:moveTo>
                    <a:cubicBezTo>
                      <a:pt x="37" y="129"/>
                      <a:pt x="37" y="129"/>
                      <a:pt x="37" y="129"/>
                    </a:cubicBezTo>
                    <a:cubicBezTo>
                      <a:pt x="37" y="164"/>
                      <a:pt x="37" y="164"/>
                      <a:pt x="37" y="164"/>
                    </a:cubicBezTo>
                    <a:cubicBezTo>
                      <a:pt x="2" y="164"/>
                      <a:pt x="2" y="164"/>
                      <a:pt x="2" y="164"/>
                    </a:cubicBezTo>
                    <a:lnTo>
                      <a:pt x="2" y="129"/>
                    </a:lnTo>
                    <a:close/>
                    <a:moveTo>
                      <a:pt x="2" y="166"/>
                    </a:moveTo>
                    <a:cubicBezTo>
                      <a:pt x="37" y="166"/>
                      <a:pt x="37" y="166"/>
                      <a:pt x="37" y="166"/>
                    </a:cubicBezTo>
                    <a:cubicBezTo>
                      <a:pt x="37" y="201"/>
                      <a:pt x="37" y="201"/>
                      <a:pt x="37" y="201"/>
                    </a:cubicBezTo>
                    <a:cubicBezTo>
                      <a:pt x="2" y="201"/>
                      <a:pt x="2" y="201"/>
                      <a:pt x="2" y="201"/>
                    </a:cubicBezTo>
                    <a:lnTo>
                      <a:pt x="2" y="166"/>
                    </a:lnTo>
                    <a:close/>
                    <a:moveTo>
                      <a:pt x="2" y="203"/>
                    </a:moveTo>
                    <a:cubicBezTo>
                      <a:pt x="37" y="203"/>
                      <a:pt x="37" y="203"/>
                      <a:pt x="37" y="203"/>
                    </a:cubicBezTo>
                    <a:cubicBezTo>
                      <a:pt x="37" y="238"/>
                      <a:pt x="37" y="238"/>
                      <a:pt x="37" y="238"/>
                    </a:cubicBezTo>
                    <a:cubicBezTo>
                      <a:pt x="2" y="238"/>
                      <a:pt x="2" y="238"/>
                      <a:pt x="2" y="238"/>
                    </a:cubicBezTo>
                    <a:lnTo>
                      <a:pt x="2" y="203"/>
                    </a:lnTo>
                    <a:close/>
                    <a:moveTo>
                      <a:pt x="2" y="240"/>
                    </a:moveTo>
                    <a:cubicBezTo>
                      <a:pt x="37" y="240"/>
                      <a:pt x="37" y="240"/>
                      <a:pt x="37" y="240"/>
                    </a:cubicBezTo>
                    <a:cubicBezTo>
                      <a:pt x="37" y="277"/>
                      <a:pt x="37" y="277"/>
                      <a:pt x="37" y="277"/>
                    </a:cubicBezTo>
                    <a:cubicBezTo>
                      <a:pt x="2" y="277"/>
                      <a:pt x="2" y="277"/>
                      <a:pt x="2" y="277"/>
                    </a:cubicBezTo>
                    <a:lnTo>
                      <a:pt x="2" y="240"/>
                    </a:lnTo>
                    <a:close/>
                    <a:moveTo>
                      <a:pt x="185" y="277"/>
                    </a:moveTo>
                    <a:cubicBezTo>
                      <a:pt x="150" y="277"/>
                      <a:pt x="150" y="277"/>
                      <a:pt x="150" y="277"/>
                    </a:cubicBezTo>
                    <a:cubicBezTo>
                      <a:pt x="150" y="240"/>
                      <a:pt x="150" y="240"/>
                      <a:pt x="150" y="240"/>
                    </a:cubicBezTo>
                    <a:cubicBezTo>
                      <a:pt x="185" y="240"/>
                      <a:pt x="185" y="240"/>
                      <a:pt x="185" y="240"/>
                    </a:cubicBezTo>
                    <a:lnTo>
                      <a:pt x="185" y="277"/>
                    </a:lnTo>
                    <a:close/>
                    <a:moveTo>
                      <a:pt x="485" y="277"/>
                    </a:moveTo>
                    <a:cubicBezTo>
                      <a:pt x="447" y="277"/>
                      <a:pt x="447" y="277"/>
                      <a:pt x="447" y="277"/>
                    </a:cubicBezTo>
                    <a:cubicBezTo>
                      <a:pt x="447" y="240"/>
                      <a:pt x="447" y="240"/>
                      <a:pt x="447" y="240"/>
                    </a:cubicBezTo>
                    <a:cubicBezTo>
                      <a:pt x="485" y="240"/>
                      <a:pt x="485" y="240"/>
                      <a:pt x="485" y="240"/>
                    </a:cubicBezTo>
                    <a:lnTo>
                      <a:pt x="485" y="277"/>
                    </a:lnTo>
                    <a:close/>
                    <a:moveTo>
                      <a:pt x="685" y="277"/>
                    </a:moveTo>
                    <a:cubicBezTo>
                      <a:pt x="647" y="277"/>
                      <a:pt x="647" y="277"/>
                      <a:pt x="647" y="277"/>
                    </a:cubicBezTo>
                    <a:cubicBezTo>
                      <a:pt x="647" y="240"/>
                      <a:pt x="647" y="240"/>
                      <a:pt x="647" y="240"/>
                    </a:cubicBezTo>
                    <a:cubicBezTo>
                      <a:pt x="685" y="240"/>
                      <a:pt x="685" y="240"/>
                      <a:pt x="685" y="240"/>
                    </a:cubicBezTo>
                    <a:lnTo>
                      <a:pt x="685" y="277"/>
                    </a:lnTo>
                    <a:close/>
                    <a:moveTo>
                      <a:pt x="685" y="238"/>
                    </a:moveTo>
                    <a:cubicBezTo>
                      <a:pt x="647" y="238"/>
                      <a:pt x="647" y="238"/>
                      <a:pt x="647" y="238"/>
                    </a:cubicBezTo>
                    <a:cubicBezTo>
                      <a:pt x="647" y="203"/>
                      <a:pt x="647" y="203"/>
                      <a:pt x="647" y="203"/>
                    </a:cubicBezTo>
                    <a:cubicBezTo>
                      <a:pt x="685" y="203"/>
                      <a:pt x="685" y="203"/>
                      <a:pt x="685" y="203"/>
                    </a:cubicBezTo>
                    <a:lnTo>
                      <a:pt x="685" y="238"/>
                    </a:lnTo>
                    <a:close/>
                    <a:moveTo>
                      <a:pt x="685" y="201"/>
                    </a:moveTo>
                    <a:cubicBezTo>
                      <a:pt x="647" y="201"/>
                      <a:pt x="647" y="201"/>
                      <a:pt x="647" y="201"/>
                    </a:cubicBezTo>
                    <a:cubicBezTo>
                      <a:pt x="647" y="166"/>
                      <a:pt x="647" y="166"/>
                      <a:pt x="647" y="166"/>
                    </a:cubicBezTo>
                    <a:cubicBezTo>
                      <a:pt x="685" y="166"/>
                      <a:pt x="685" y="166"/>
                      <a:pt x="685" y="166"/>
                    </a:cubicBezTo>
                    <a:lnTo>
                      <a:pt x="685" y="201"/>
                    </a:lnTo>
                    <a:close/>
                    <a:moveTo>
                      <a:pt x="685" y="164"/>
                    </a:moveTo>
                    <a:cubicBezTo>
                      <a:pt x="647" y="164"/>
                      <a:pt x="647" y="164"/>
                      <a:pt x="647" y="164"/>
                    </a:cubicBezTo>
                    <a:cubicBezTo>
                      <a:pt x="647" y="129"/>
                      <a:pt x="647" y="129"/>
                      <a:pt x="647" y="129"/>
                    </a:cubicBezTo>
                    <a:cubicBezTo>
                      <a:pt x="685" y="129"/>
                      <a:pt x="685" y="129"/>
                      <a:pt x="685" y="129"/>
                    </a:cubicBezTo>
                    <a:lnTo>
                      <a:pt x="685" y="164"/>
                    </a:lnTo>
                    <a:close/>
                    <a:moveTo>
                      <a:pt x="685" y="127"/>
                    </a:moveTo>
                    <a:cubicBezTo>
                      <a:pt x="647" y="127"/>
                      <a:pt x="647" y="127"/>
                      <a:pt x="647" y="127"/>
                    </a:cubicBezTo>
                    <a:cubicBezTo>
                      <a:pt x="647" y="93"/>
                      <a:pt x="647" y="93"/>
                      <a:pt x="647" y="93"/>
                    </a:cubicBezTo>
                    <a:cubicBezTo>
                      <a:pt x="685" y="93"/>
                      <a:pt x="685" y="93"/>
                      <a:pt x="685" y="93"/>
                    </a:cubicBezTo>
                    <a:lnTo>
                      <a:pt x="685" y="127"/>
                    </a:lnTo>
                    <a:close/>
                    <a:moveTo>
                      <a:pt x="647" y="56"/>
                    </a:moveTo>
                    <a:cubicBezTo>
                      <a:pt x="685" y="56"/>
                      <a:pt x="685" y="56"/>
                      <a:pt x="685" y="56"/>
                    </a:cubicBezTo>
                    <a:cubicBezTo>
                      <a:pt x="685" y="91"/>
                      <a:pt x="685" y="91"/>
                      <a:pt x="685" y="91"/>
                    </a:cubicBezTo>
                    <a:cubicBezTo>
                      <a:pt x="647" y="91"/>
                      <a:pt x="647" y="91"/>
                      <a:pt x="647" y="91"/>
                    </a:cubicBezTo>
                    <a:lnTo>
                      <a:pt x="647" y="56"/>
                    </a:lnTo>
                    <a:close/>
                    <a:moveTo>
                      <a:pt x="607" y="56"/>
                    </a:moveTo>
                    <a:cubicBezTo>
                      <a:pt x="645" y="56"/>
                      <a:pt x="645" y="56"/>
                      <a:pt x="645" y="56"/>
                    </a:cubicBezTo>
                    <a:cubicBezTo>
                      <a:pt x="645" y="91"/>
                      <a:pt x="645" y="91"/>
                      <a:pt x="645" y="91"/>
                    </a:cubicBezTo>
                    <a:cubicBezTo>
                      <a:pt x="607" y="91"/>
                      <a:pt x="607" y="91"/>
                      <a:pt x="607" y="91"/>
                    </a:cubicBezTo>
                    <a:lnTo>
                      <a:pt x="607" y="56"/>
                    </a:lnTo>
                    <a:close/>
                    <a:moveTo>
                      <a:pt x="567" y="56"/>
                    </a:moveTo>
                    <a:cubicBezTo>
                      <a:pt x="605" y="56"/>
                      <a:pt x="605" y="56"/>
                      <a:pt x="605" y="56"/>
                    </a:cubicBezTo>
                    <a:cubicBezTo>
                      <a:pt x="605" y="91"/>
                      <a:pt x="605" y="91"/>
                      <a:pt x="605" y="91"/>
                    </a:cubicBezTo>
                    <a:cubicBezTo>
                      <a:pt x="567" y="91"/>
                      <a:pt x="567" y="91"/>
                      <a:pt x="567" y="91"/>
                    </a:cubicBezTo>
                    <a:lnTo>
                      <a:pt x="567" y="56"/>
                    </a:lnTo>
                    <a:close/>
                    <a:moveTo>
                      <a:pt x="527" y="56"/>
                    </a:moveTo>
                    <a:cubicBezTo>
                      <a:pt x="565" y="56"/>
                      <a:pt x="565" y="56"/>
                      <a:pt x="565" y="56"/>
                    </a:cubicBezTo>
                    <a:cubicBezTo>
                      <a:pt x="565" y="91"/>
                      <a:pt x="565" y="91"/>
                      <a:pt x="565" y="91"/>
                    </a:cubicBezTo>
                    <a:cubicBezTo>
                      <a:pt x="527" y="91"/>
                      <a:pt x="527" y="91"/>
                      <a:pt x="527" y="91"/>
                    </a:cubicBezTo>
                    <a:lnTo>
                      <a:pt x="527" y="56"/>
                    </a:lnTo>
                    <a:close/>
                    <a:moveTo>
                      <a:pt x="487" y="56"/>
                    </a:moveTo>
                    <a:cubicBezTo>
                      <a:pt x="525" y="56"/>
                      <a:pt x="525" y="56"/>
                      <a:pt x="525" y="56"/>
                    </a:cubicBezTo>
                    <a:cubicBezTo>
                      <a:pt x="525" y="91"/>
                      <a:pt x="525" y="91"/>
                      <a:pt x="525" y="91"/>
                    </a:cubicBezTo>
                    <a:cubicBezTo>
                      <a:pt x="487" y="91"/>
                      <a:pt x="487" y="91"/>
                      <a:pt x="487" y="91"/>
                    </a:cubicBezTo>
                    <a:lnTo>
                      <a:pt x="487" y="56"/>
                    </a:lnTo>
                    <a:close/>
                    <a:moveTo>
                      <a:pt x="447" y="56"/>
                    </a:moveTo>
                    <a:cubicBezTo>
                      <a:pt x="485" y="56"/>
                      <a:pt x="485" y="56"/>
                      <a:pt x="485" y="56"/>
                    </a:cubicBezTo>
                    <a:cubicBezTo>
                      <a:pt x="485" y="91"/>
                      <a:pt x="485" y="91"/>
                      <a:pt x="485" y="91"/>
                    </a:cubicBezTo>
                    <a:cubicBezTo>
                      <a:pt x="447" y="91"/>
                      <a:pt x="447" y="91"/>
                      <a:pt x="447" y="91"/>
                    </a:cubicBezTo>
                    <a:lnTo>
                      <a:pt x="447" y="56"/>
                    </a:lnTo>
                    <a:close/>
                    <a:moveTo>
                      <a:pt x="408" y="56"/>
                    </a:moveTo>
                    <a:cubicBezTo>
                      <a:pt x="445" y="56"/>
                      <a:pt x="445" y="56"/>
                      <a:pt x="445" y="56"/>
                    </a:cubicBezTo>
                    <a:cubicBezTo>
                      <a:pt x="445" y="91"/>
                      <a:pt x="445" y="91"/>
                      <a:pt x="445" y="91"/>
                    </a:cubicBezTo>
                    <a:cubicBezTo>
                      <a:pt x="408" y="91"/>
                      <a:pt x="408" y="91"/>
                      <a:pt x="408" y="91"/>
                    </a:cubicBezTo>
                    <a:lnTo>
                      <a:pt x="408" y="56"/>
                    </a:lnTo>
                    <a:close/>
                    <a:moveTo>
                      <a:pt x="371" y="56"/>
                    </a:moveTo>
                    <a:cubicBezTo>
                      <a:pt x="406" y="56"/>
                      <a:pt x="406" y="56"/>
                      <a:pt x="406" y="56"/>
                    </a:cubicBezTo>
                    <a:cubicBezTo>
                      <a:pt x="406" y="91"/>
                      <a:pt x="406" y="91"/>
                      <a:pt x="406" y="91"/>
                    </a:cubicBezTo>
                    <a:cubicBezTo>
                      <a:pt x="371" y="91"/>
                      <a:pt x="371" y="91"/>
                      <a:pt x="371" y="91"/>
                    </a:cubicBezTo>
                    <a:lnTo>
                      <a:pt x="371" y="56"/>
                    </a:lnTo>
                    <a:close/>
                    <a:moveTo>
                      <a:pt x="334" y="56"/>
                    </a:moveTo>
                    <a:cubicBezTo>
                      <a:pt x="369" y="56"/>
                      <a:pt x="369" y="56"/>
                      <a:pt x="369" y="56"/>
                    </a:cubicBezTo>
                    <a:cubicBezTo>
                      <a:pt x="369" y="91"/>
                      <a:pt x="369" y="91"/>
                      <a:pt x="369" y="91"/>
                    </a:cubicBezTo>
                    <a:cubicBezTo>
                      <a:pt x="334" y="91"/>
                      <a:pt x="334" y="91"/>
                      <a:pt x="334" y="91"/>
                    </a:cubicBezTo>
                    <a:lnTo>
                      <a:pt x="334" y="56"/>
                    </a:lnTo>
                    <a:close/>
                    <a:moveTo>
                      <a:pt x="297" y="56"/>
                    </a:moveTo>
                    <a:cubicBezTo>
                      <a:pt x="332" y="56"/>
                      <a:pt x="332" y="56"/>
                      <a:pt x="332" y="56"/>
                    </a:cubicBezTo>
                    <a:cubicBezTo>
                      <a:pt x="332" y="91"/>
                      <a:pt x="332" y="91"/>
                      <a:pt x="332" y="91"/>
                    </a:cubicBezTo>
                    <a:cubicBezTo>
                      <a:pt x="297" y="91"/>
                      <a:pt x="297" y="91"/>
                      <a:pt x="297" y="91"/>
                    </a:cubicBezTo>
                    <a:lnTo>
                      <a:pt x="297" y="56"/>
                    </a:lnTo>
                    <a:close/>
                    <a:moveTo>
                      <a:pt x="260" y="19"/>
                    </a:moveTo>
                    <a:cubicBezTo>
                      <a:pt x="295" y="19"/>
                      <a:pt x="295" y="19"/>
                      <a:pt x="295" y="19"/>
                    </a:cubicBezTo>
                    <a:cubicBezTo>
                      <a:pt x="295" y="54"/>
                      <a:pt x="295" y="54"/>
                      <a:pt x="295" y="54"/>
                    </a:cubicBezTo>
                    <a:cubicBezTo>
                      <a:pt x="260" y="54"/>
                      <a:pt x="260" y="54"/>
                      <a:pt x="260" y="54"/>
                    </a:cubicBezTo>
                    <a:lnTo>
                      <a:pt x="260" y="19"/>
                    </a:lnTo>
                    <a:close/>
                    <a:moveTo>
                      <a:pt x="224" y="56"/>
                    </a:moveTo>
                    <a:cubicBezTo>
                      <a:pt x="258" y="56"/>
                      <a:pt x="258" y="56"/>
                      <a:pt x="258" y="56"/>
                    </a:cubicBezTo>
                    <a:cubicBezTo>
                      <a:pt x="258" y="91"/>
                      <a:pt x="258" y="91"/>
                      <a:pt x="258" y="91"/>
                    </a:cubicBezTo>
                    <a:cubicBezTo>
                      <a:pt x="224" y="91"/>
                      <a:pt x="224" y="91"/>
                      <a:pt x="224" y="91"/>
                    </a:cubicBezTo>
                    <a:lnTo>
                      <a:pt x="224" y="56"/>
                    </a:lnTo>
                    <a:close/>
                    <a:moveTo>
                      <a:pt x="187" y="56"/>
                    </a:moveTo>
                    <a:cubicBezTo>
                      <a:pt x="222" y="56"/>
                      <a:pt x="222" y="56"/>
                      <a:pt x="222" y="56"/>
                    </a:cubicBezTo>
                    <a:cubicBezTo>
                      <a:pt x="222" y="91"/>
                      <a:pt x="222" y="91"/>
                      <a:pt x="222" y="91"/>
                    </a:cubicBezTo>
                    <a:cubicBezTo>
                      <a:pt x="187" y="91"/>
                      <a:pt x="187" y="91"/>
                      <a:pt x="187" y="91"/>
                    </a:cubicBezTo>
                    <a:lnTo>
                      <a:pt x="187" y="56"/>
                    </a:lnTo>
                    <a:close/>
                    <a:moveTo>
                      <a:pt x="185" y="19"/>
                    </a:moveTo>
                    <a:cubicBezTo>
                      <a:pt x="185" y="54"/>
                      <a:pt x="185" y="54"/>
                      <a:pt x="185" y="54"/>
                    </a:cubicBezTo>
                    <a:cubicBezTo>
                      <a:pt x="150" y="54"/>
                      <a:pt x="150" y="54"/>
                      <a:pt x="150" y="54"/>
                    </a:cubicBezTo>
                    <a:cubicBezTo>
                      <a:pt x="150" y="19"/>
                      <a:pt x="150" y="19"/>
                      <a:pt x="150" y="19"/>
                    </a:cubicBezTo>
                    <a:lnTo>
                      <a:pt x="185" y="19"/>
                    </a:lnTo>
                    <a:close/>
                    <a:moveTo>
                      <a:pt x="177" y="18"/>
                    </a:moveTo>
                    <a:cubicBezTo>
                      <a:pt x="177" y="18"/>
                      <a:pt x="177" y="18"/>
                      <a:pt x="177" y="18"/>
                    </a:cubicBezTo>
                    <a:cubicBezTo>
                      <a:pt x="149" y="18"/>
                      <a:pt x="149" y="18"/>
                      <a:pt x="149" y="18"/>
                    </a:cubicBezTo>
                    <a:lnTo>
                      <a:pt x="177" y="18"/>
                    </a:lnTo>
                    <a:close/>
                    <a:moveTo>
                      <a:pt x="113" y="19"/>
                    </a:moveTo>
                    <a:cubicBezTo>
                      <a:pt x="148" y="19"/>
                      <a:pt x="148" y="19"/>
                      <a:pt x="148" y="19"/>
                    </a:cubicBezTo>
                    <a:cubicBezTo>
                      <a:pt x="148" y="54"/>
                      <a:pt x="148" y="54"/>
                      <a:pt x="148" y="54"/>
                    </a:cubicBezTo>
                    <a:cubicBezTo>
                      <a:pt x="113" y="54"/>
                      <a:pt x="113" y="54"/>
                      <a:pt x="113" y="54"/>
                    </a:cubicBezTo>
                    <a:lnTo>
                      <a:pt x="113" y="19"/>
                    </a:lnTo>
                    <a:close/>
                    <a:moveTo>
                      <a:pt x="76" y="19"/>
                    </a:moveTo>
                    <a:cubicBezTo>
                      <a:pt x="111" y="19"/>
                      <a:pt x="111" y="19"/>
                      <a:pt x="111" y="19"/>
                    </a:cubicBezTo>
                    <a:cubicBezTo>
                      <a:pt x="111" y="54"/>
                      <a:pt x="111" y="54"/>
                      <a:pt x="111" y="54"/>
                    </a:cubicBezTo>
                    <a:cubicBezTo>
                      <a:pt x="76" y="54"/>
                      <a:pt x="76" y="54"/>
                      <a:pt x="76" y="54"/>
                    </a:cubicBezTo>
                    <a:lnTo>
                      <a:pt x="76" y="19"/>
                    </a:lnTo>
                    <a:close/>
                    <a:moveTo>
                      <a:pt x="39" y="56"/>
                    </a:moveTo>
                    <a:cubicBezTo>
                      <a:pt x="74" y="56"/>
                      <a:pt x="74" y="56"/>
                      <a:pt x="74" y="56"/>
                    </a:cubicBezTo>
                    <a:cubicBezTo>
                      <a:pt x="74" y="91"/>
                      <a:pt x="74" y="91"/>
                      <a:pt x="74" y="91"/>
                    </a:cubicBezTo>
                    <a:cubicBezTo>
                      <a:pt x="39" y="91"/>
                      <a:pt x="39" y="91"/>
                      <a:pt x="39" y="91"/>
                    </a:cubicBezTo>
                    <a:lnTo>
                      <a:pt x="39" y="56"/>
                    </a:lnTo>
                    <a:close/>
                    <a:moveTo>
                      <a:pt x="2" y="56"/>
                    </a:moveTo>
                    <a:cubicBezTo>
                      <a:pt x="37" y="56"/>
                      <a:pt x="37" y="56"/>
                      <a:pt x="37" y="56"/>
                    </a:cubicBezTo>
                    <a:cubicBezTo>
                      <a:pt x="37" y="91"/>
                      <a:pt x="37" y="91"/>
                      <a:pt x="37" y="91"/>
                    </a:cubicBezTo>
                    <a:cubicBezTo>
                      <a:pt x="2" y="91"/>
                      <a:pt x="2" y="91"/>
                      <a:pt x="2" y="91"/>
                    </a:cubicBezTo>
                    <a:lnTo>
                      <a:pt x="2" y="56"/>
                    </a:lnTo>
                    <a:close/>
                    <a:moveTo>
                      <a:pt x="76" y="314"/>
                    </a:moveTo>
                    <a:cubicBezTo>
                      <a:pt x="76" y="279"/>
                      <a:pt x="76" y="279"/>
                      <a:pt x="76" y="279"/>
                    </a:cubicBezTo>
                    <a:cubicBezTo>
                      <a:pt x="111" y="279"/>
                      <a:pt x="111" y="279"/>
                      <a:pt x="111" y="279"/>
                    </a:cubicBezTo>
                    <a:cubicBezTo>
                      <a:pt x="111" y="314"/>
                      <a:pt x="111" y="314"/>
                      <a:pt x="111" y="314"/>
                    </a:cubicBezTo>
                    <a:lnTo>
                      <a:pt x="76" y="314"/>
                    </a:lnTo>
                    <a:close/>
                    <a:moveTo>
                      <a:pt x="260" y="314"/>
                    </a:moveTo>
                    <a:cubicBezTo>
                      <a:pt x="260" y="279"/>
                      <a:pt x="260" y="279"/>
                      <a:pt x="260" y="279"/>
                    </a:cubicBezTo>
                    <a:cubicBezTo>
                      <a:pt x="295" y="279"/>
                      <a:pt x="295" y="279"/>
                      <a:pt x="295" y="279"/>
                    </a:cubicBezTo>
                    <a:cubicBezTo>
                      <a:pt x="295" y="314"/>
                      <a:pt x="295" y="314"/>
                      <a:pt x="295" y="314"/>
                    </a:cubicBezTo>
                    <a:lnTo>
                      <a:pt x="260" y="314"/>
                    </a:lnTo>
                    <a:close/>
                    <a:moveTo>
                      <a:pt x="408" y="314"/>
                    </a:moveTo>
                    <a:cubicBezTo>
                      <a:pt x="408" y="279"/>
                      <a:pt x="408" y="279"/>
                      <a:pt x="408" y="279"/>
                    </a:cubicBezTo>
                    <a:cubicBezTo>
                      <a:pt x="445" y="279"/>
                      <a:pt x="445" y="279"/>
                      <a:pt x="445" y="279"/>
                    </a:cubicBezTo>
                    <a:cubicBezTo>
                      <a:pt x="445" y="314"/>
                      <a:pt x="445" y="314"/>
                      <a:pt x="445" y="314"/>
                    </a:cubicBezTo>
                    <a:lnTo>
                      <a:pt x="408" y="314"/>
                    </a:ln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20" name="Google Shape;420;p9"/>
            <p:cNvSpPr/>
            <p:nvPr/>
          </p:nvSpPr>
          <p:spPr>
            <a:xfrm rot="5548823">
              <a:off x="8474127" y="4626831"/>
              <a:ext cx="564555" cy="396683"/>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1" name="Google Shape;421;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2" name="Shape 422"/>
        <p:cNvGrpSpPr/>
        <p:nvPr/>
      </p:nvGrpSpPr>
      <p:grpSpPr>
        <a:xfrm>
          <a:off x="0" y="0"/>
          <a:ext cx="0" cy="0"/>
          <a:chOff x="0" y="0"/>
          <a:chExt cx="0" cy="0"/>
        </a:xfrm>
      </p:grpSpPr>
      <p:sp>
        <p:nvSpPr>
          <p:cNvPr id="423" name="Google Shape;423;p10"/>
          <p:cNvSpPr/>
          <p:nvPr>
            <p:ph idx="2" type="pic"/>
          </p:nvPr>
        </p:nvSpPr>
        <p:spPr>
          <a:xfrm>
            <a:off x="0" y="0"/>
            <a:ext cx="9144000" cy="5143500"/>
          </a:xfrm>
          <a:prstGeom prst="rect">
            <a:avLst/>
          </a:prstGeom>
          <a:noFill/>
          <a:ln>
            <a:noFill/>
          </a:ln>
        </p:spPr>
      </p:sp>
      <p:sp>
        <p:nvSpPr>
          <p:cNvPr id="424" name="Google Shape;424;p10"/>
          <p:cNvSpPr txBox="1"/>
          <p:nvPr>
            <p:ph type="title"/>
          </p:nvPr>
        </p:nvSpPr>
        <p:spPr>
          <a:xfrm>
            <a:off x="1948800" y="4014450"/>
            <a:ext cx="5246400" cy="4416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1800"/>
              <a:buNone/>
              <a:defRPr sz="18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425" name="Google Shape;425;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6" name="Shape 426"/>
        <p:cNvGrpSpPr/>
        <p:nvPr/>
      </p:nvGrpSpPr>
      <p:grpSpPr>
        <a:xfrm>
          <a:off x="0" y="0"/>
          <a:ext cx="0" cy="0"/>
          <a:chOff x="0" y="0"/>
          <a:chExt cx="0" cy="0"/>
        </a:xfrm>
      </p:grpSpPr>
      <p:pic>
        <p:nvPicPr>
          <p:cNvPr id="427" name="Google Shape;427;p1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28" name="Google Shape;428;p11"/>
          <p:cNvSpPr txBox="1"/>
          <p:nvPr>
            <p:ph hasCustomPrompt="1" type="title"/>
          </p:nvPr>
        </p:nvSpPr>
        <p:spPr>
          <a:xfrm>
            <a:off x="2038350" y="1750900"/>
            <a:ext cx="5067300" cy="10119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29" name="Google Shape;429;p11"/>
          <p:cNvSpPr txBox="1"/>
          <p:nvPr>
            <p:ph idx="1" type="subTitle"/>
          </p:nvPr>
        </p:nvSpPr>
        <p:spPr>
          <a:xfrm>
            <a:off x="2038350" y="3008825"/>
            <a:ext cx="5067300" cy="445800"/>
          </a:xfrm>
          <a:prstGeom prst="rect">
            <a:avLst/>
          </a:prstGeom>
          <a:solidFill>
            <a:schemeClr val="dk2"/>
          </a:solidFill>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30" name="Google Shape;430;p11"/>
          <p:cNvGrpSpPr/>
          <p:nvPr/>
        </p:nvGrpSpPr>
        <p:grpSpPr>
          <a:xfrm>
            <a:off x="-1323160" y="-490454"/>
            <a:ext cx="12174538" cy="7657030"/>
            <a:chOff x="-1323160" y="-490454"/>
            <a:chExt cx="12174538" cy="7657030"/>
          </a:xfrm>
        </p:grpSpPr>
        <p:grpSp>
          <p:nvGrpSpPr>
            <p:cNvPr id="431" name="Google Shape;431;p11"/>
            <p:cNvGrpSpPr/>
            <p:nvPr/>
          </p:nvGrpSpPr>
          <p:grpSpPr>
            <a:xfrm>
              <a:off x="-273819" y="-490413"/>
              <a:ext cx="1744622" cy="2037459"/>
              <a:chOff x="-273819" y="-490413"/>
              <a:chExt cx="1744622" cy="2037459"/>
            </a:xfrm>
          </p:grpSpPr>
          <p:sp>
            <p:nvSpPr>
              <p:cNvPr id="432" name="Google Shape;432;p11"/>
              <p:cNvSpPr/>
              <p:nvPr/>
            </p:nvSpPr>
            <p:spPr>
              <a:xfrm flipH="1" rot="5400000">
                <a:off x="-395878" y="-319635"/>
                <a:ext cx="1988740" cy="1744622"/>
              </a:xfrm>
              <a:custGeom>
                <a:rect b="b" l="l" r="r" t="t"/>
                <a:pathLst>
                  <a:path extrusionOk="0" h="58786" w="67023">
                    <a:moveTo>
                      <a:pt x="55047" y="0"/>
                    </a:moveTo>
                    <a:cubicBezTo>
                      <a:pt x="54712" y="61"/>
                      <a:pt x="54408" y="182"/>
                      <a:pt x="54135" y="365"/>
                    </a:cubicBezTo>
                    <a:cubicBezTo>
                      <a:pt x="53649" y="790"/>
                      <a:pt x="53557" y="1641"/>
                      <a:pt x="53253" y="2189"/>
                    </a:cubicBezTo>
                    <a:cubicBezTo>
                      <a:pt x="52980" y="2675"/>
                      <a:pt x="52554" y="3100"/>
                      <a:pt x="52038" y="3313"/>
                    </a:cubicBezTo>
                    <a:cubicBezTo>
                      <a:pt x="51946" y="3374"/>
                      <a:pt x="51825" y="3404"/>
                      <a:pt x="51703" y="3404"/>
                    </a:cubicBezTo>
                    <a:cubicBezTo>
                      <a:pt x="51673" y="3465"/>
                      <a:pt x="51612" y="3526"/>
                      <a:pt x="51582" y="3556"/>
                    </a:cubicBezTo>
                    <a:cubicBezTo>
                      <a:pt x="51490" y="4012"/>
                      <a:pt x="51247" y="4438"/>
                      <a:pt x="50852" y="4711"/>
                    </a:cubicBezTo>
                    <a:cubicBezTo>
                      <a:pt x="50700" y="4985"/>
                      <a:pt x="50548" y="5259"/>
                      <a:pt x="50427" y="5562"/>
                    </a:cubicBezTo>
                    <a:cubicBezTo>
                      <a:pt x="50335" y="5866"/>
                      <a:pt x="50123" y="6110"/>
                      <a:pt x="49880" y="6322"/>
                    </a:cubicBezTo>
                    <a:cubicBezTo>
                      <a:pt x="49880" y="6292"/>
                      <a:pt x="49880" y="6292"/>
                      <a:pt x="49880" y="6262"/>
                    </a:cubicBezTo>
                    <a:cubicBezTo>
                      <a:pt x="49846" y="6183"/>
                      <a:pt x="49774" y="6146"/>
                      <a:pt x="49673" y="6146"/>
                    </a:cubicBezTo>
                    <a:cubicBezTo>
                      <a:pt x="49501" y="6146"/>
                      <a:pt x="49243" y="6253"/>
                      <a:pt x="48937" y="6444"/>
                    </a:cubicBezTo>
                    <a:cubicBezTo>
                      <a:pt x="48694" y="6930"/>
                      <a:pt x="48421" y="7386"/>
                      <a:pt x="48117" y="7842"/>
                    </a:cubicBezTo>
                    <a:cubicBezTo>
                      <a:pt x="48238" y="8237"/>
                      <a:pt x="47904" y="8815"/>
                      <a:pt x="47752" y="9301"/>
                    </a:cubicBezTo>
                    <a:cubicBezTo>
                      <a:pt x="47661" y="9332"/>
                      <a:pt x="47600" y="9362"/>
                      <a:pt x="47509" y="9392"/>
                    </a:cubicBezTo>
                    <a:cubicBezTo>
                      <a:pt x="47357" y="9423"/>
                      <a:pt x="47144" y="9423"/>
                      <a:pt x="46962" y="9453"/>
                    </a:cubicBezTo>
                    <a:cubicBezTo>
                      <a:pt x="45776" y="10882"/>
                      <a:pt x="44348" y="12310"/>
                      <a:pt x="42980" y="13739"/>
                    </a:cubicBezTo>
                    <a:cubicBezTo>
                      <a:pt x="41308" y="15471"/>
                      <a:pt x="39849" y="16991"/>
                      <a:pt x="38420" y="18359"/>
                    </a:cubicBezTo>
                    <a:cubicBezTo>
                      <a:pt x="38086" y="19058"/>
                      <a:pt x="37569" y="19605"/>
                      <a:pt x="36901" y="19970"/>
                    </a:cubicBezTo>
                    <a:cubicBezTo>
                      <a:pt x="36779" y="20031"/>
                      <a:pt x="36627" y="20092"/>
                      <a:pt x="36475" y="20092"/>
                    </a:cubicBezTo>
                    <a:cubicBezTo>
                      <a:pt x="35320" y="21064"/>
                      <a:pt x="34135" y="21976"/>
                      <a:pt x="32888" y="22797"/>
                    </a:cubicBezTo>
                    <a:cubicBezTo>
                      <a:pt x="32645" y="22949"/>
                      <a:pt x="32372" y="23101"/>
                      <a:pt x="32098" y="23192"/>
                    </a:cubicBezTo>
                    <a:cubicBezTo>
                      <a:pt x="32037" y="23283"/>
                      <a:pt x="31976" y="23374"/>
                      <a:pt x="31916" y="23465"/>
                    </a:cubicBezTo>
                    <a:cubicBezTo>
                      <a:pt x="31217" y="24377"/>
                      <a:pt x="30609" y="25320"/>
                      <a:pt x="30001" y="26262"/>
                    </a:cubicBezTo>
                    <a:lnTo>
                      <a:pt x="29150" y="26687"/>
                    </a:lnTo>
                    <a:cubicBezTo>
                      <a:pt x="28137" y="27760"/>
                      <a:pt x="26803" y="28482"/>
                      <a:pt x="25806" y="28482"/>
                    </a:cubicBezTo>
                    <a:cubicBezTo>
                      <a:pt x="25786" y="28482"/>
                      <a:pt x="25766" y="28481"/>
                      <a:pt x="25745" y="28481"/>
                    </a:cubicBezTo>
                    <a:cubicBezTo>
                      <a:pt x="23982" y="30274"/>
                      <a:pt x="22554" y="31156"/>
                      <a:pt x="20244" y="32797"/>
                    </a:cubicBezTo>
                    <a:cubicBezTo>
                      <a:pt x="19727" y="33162"/>
                      <a:pt x="19149" y="33466"/>
                      <a:pt x="18542" y="33618"/>
                    </a:cubicBezTo>
                    <a:cubicBezTo>
                      <a:pt x="18146" y="33891"/>
                      <a:pt x="17812" y="34226"/>
                      <a:pt x="17538" y="34621"/>
                    </a:cubicBezTo>
                    <a:cubicBezTo>
                      <a:pt x="17569" y="34712"/>
                      <a:pt x="17599" y="34803"/>
                      <a:pt x="17630" y="34894"/>
                    </a:cubicBezTo>
                    <a:cubicBezTo>
                      <a:pt x="17417" y="34985"/>
                      <a:pt x="17204" y="35046"/>
                      <a:pt x="16991" y="35168"/>
                    </a:cubicBezTo>
                    <a:cubicBezTo>
                      <a:pt x="16657" y="35350"/>
                      <a:pt x="16323" y="35593"/>
                      <a:pt x="15988" y="35836"/>
                    </a:cubicBezTo>
                    <a:cubicBezTo>
                      <a:pt x="15745" y="36140"/>
                      <a:pt x="15502" y="36475"/>
                      <a:pt x="15228" y="36779"/>
                    </a:cubicBezTo>
                    <a:cubicBezTo>
                      <a:pt x="14803" y="36900"/>
                      <a:pt x="14438" y="37265"/>
                      <a:pt x="14286" y="37691"/>
                    </a:cubicBezTo>
                    <a:cubicBezTo>
                      <a:pt x="14195" y="37782"/>
                      <a:pt x="14104" y="37873"/>
                      <a:pt x="14043" y="37934"/>
                    </a:cubicBezTo>
                    <a:cubicBezTo>
                      <a:pt x="13405" y="38815"/>
                      <a:pt x="12858" y="39666"/>
                      <a:pt x="12250" y="40517"/>
                    </a:cubicBezTo>
                    <a:cubicBezTo>
                      <a:pt x="12858" y="40943"/>
                      <a:pt x="11490" y="41824"/>
                      <a:pt x="11125" y="42463"/>
                    </a:cubicBezTo>
                    <a:cubicBezTo>
                      <a:pt x="10608" y="42706"/>
                      <a:pt x="10183" y="43071"/>
                      <a:pt x="9909" y="43557"/>
                    </a:cubicBezTo>
                    <a:cubicBezTo>
                      <a:pt x="9575" y="44165"/>
                      <a:pt x="9240" y="44742"/>
                      <a:pt x="9362" y="45198"/>
                    </a:cubicBezTo>
                    <a:cubicBezTo>
                      <a:pt x="9757" y="46597"/>
                      <a:pt x="9696" y="46627"/>
                      <a:pt x="7326" y="47843"/>
                    </a:cubicBezTo>
                    <a:cubicBezTo>
                      <a:pt x="7204" y="47904"/>
                      <a:pt x="7082" y="47964"/>
                      <a:pt x="6961" y="48025"/>
                    </a:cubicBezTo>
                    <a:cubicBezTo>
                      <a:pt x="6809" y="48207"/>
                      <a:pt x="6505" y="48511"/>
                      <a:pt x="6535" y="48572"/>
                    </a:cubicBezTo>
                    <a:cubicBezTo>
                      <a:pt x="6657" y="48785"/>
                      <a:pt x="6535" y="49089"/>
                      <a:pt x="6322" y="49393"/>
                    </a:cubicBezTo>
                    <a:cubicBezTo>
                      <a:pt x="6292" y="49545"/>
                      <a:pt x="6231" y="49666"/>
                      <a:pt x="6140" y="49758"/>
                    </a:cubicBezTo>
                    <a:cubicBezTo>
                      <a:pt x="5867" y="49970"/>
                      <a:pt x="5593" y="50153"/>
                      <a:pt x="5289" y="50274"/>
                    </a:cubicBezTo>
                    <a:cubicBezTo>
                      <a:pt x="5198" y="50518"/>
                      <a:pt x="5046" y="50730"/>
                      <a:pt x="4863" y="50943"/>
                    </a:cubicBezTo>
                    <a:cubicBezTo>
                      <a:pt x="4316" y="51733"/>
                      <a:pt x="3708" y="52493"/>
                      <a:pt x="3009" y="53162"/>
                    </a:cubicBezTo>
                    <a:cubicBezTo>
                      <a:pt x="2888" y="53253"/>
                      <a:pt x="2736" y="53314"/>
                      <a:pt x="2553" y="53344"/>
                    </a:cubicBezTo>
                    <a:cubicBezTo>
                      <a:pt x="2401" y="53527"/>
                      <a:pt x="2189" y="53679"/>
                      <a:pt x="2006" y="53861"/>
                    </a:cubicBezTo>
                    <a:cubicBezTo>
                      <a:pt x="1702" y="54165"/>
                      <a:pt x="1459" y="54530"/>
                      <a:pt x="1398" y="54955"/>
                    </a:cubicBezTo>
                    <a:cubicBezTo>
                      <a:pt x="1338" y="55411"/>
                      <a:pt x="1094" y="55776"/>
                      <a:pt x="760" y="56050"/>
                    </a:cubicBezTo>
                    <a:cubicBezTo>
                      <a:pt x="517" y="56293"/>
                      <a:pt x="243" y="56536"/>
                      <a:pt x="0" y="56779"/>
                    </a:cubicBezTo>
                    <a:lnTo>
                      <a:pt x="0" y="58785"/>
                    </a:lnTo>
                    <a:lnTo>
                      <a:pt x="65169" y="58785"/>
                    </a:lnTo>
                    <a:lnTo>
                      <a:pt x="67023"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flipH="1" rot="5400000">
                <a:off x="-368831" y="-395401"/>
                <a:ext cx="1934647" cy="1744622"/>
              </a:xfrm>
              <a:custGeom>
                <a:rect b="b" l="l" r="r" t="t"/>
                <a:pathLst>
                  <a:path extrusionOk="0" h="58786" w="65200">
                    <a:moveTo>
                      <a:pt x="52767" y="0"/>
                    </a:moveTo>
                    <a:cubicBezTo>
                      <a:pt x="52342" y="486"/>
                      <a:pt x="51886" y="973"/>
                      <a:pt x="51399" y="1489"/>
                    </a:cubicBezTo>
                    <a:cubicBezTo>
                      <a:pt x="51308" y="1763"/>
                      <a:pt x="51156" y="2037"/>
                      <a:pt x="50943" y="2249"/>
                    </a:cubicBezTo>
                    <a:lnTo>
                      <a:pt x="51095" y="2280"/>
                    </a:lnTo>
                    <a:lnTo>
                      <a:pt x="50244" y="3496"/>
                    </a:lnTo>
                    <a:cubicBezTo>
                      <a:pt x="50184" y="3952"/>
                      <a:pt x="49940" y="4347"/>
                      <a:pt x="49576" y="4620"/>
                    </a:cubicBezTo>
                    <a:cubicBezTo>
                      <a:pt x="49454" y="4894"/>
                      <a:pt x="49302" y="5167"/>
                      <a:pt x="49211" y="5441"/>
                    </a:cubicBezTo>
                    <a:cubicBezTo>
                      <a:pt x="49120" y="5714"/>
                      <a:pt x="48937" y="5988"/>
                      <a:pt x="48694" y="6170"/>
                    </a:cubicBezTo>
                    <a:lnTo>
                      <a:pt x="48694" y="6140"/>
                    </a:lnTo>
                    <a:cubicBezTo>
                      <a:pt x="48658" y="6055"/>
                      <a:pt x="48588" y="6014"/>
                      <a:pt x="48486" y="6014"/>
                    </a:cubicBezTo>
                    <a:cubicBezTo>
                      <a:pt x="48332" y="6014"/>
                      <a:pt x="48106" y="6109"/>
                      <a:pt x="47813" y="6292"/>
                    </a:cubicBezTo>
                    <a:cubicBezTo>
                      <a:pt x="47600" y="6778"/>
                      <a:pt x="47357" y="7234"/>
                      <a:pt x="47083" y="7690"/>
                    </a:cubicBezTo>
                    <a:cubicBezTo>
                      <a:pt x="47205" y="8055"/>
                      <a:pt x="46901" y="8602"/>
                      <a:pt x="46779" y="9088"/>
                    </a:cubicBezTo>
                    <a:cubicBezTo>
                      <a:pt x="46718" y="9119"/>
                      <a:pt x="46658" y="9180"/>
                      <a:pt x="46567" y="9180"/>
                    </a:cubicBezTo>
                    <a:cubicBezTo>
                      <a:pt x="46415" y="9210"/>
                      <a:pt x="46202" y="9240"/>
                      <a:pt x="46019" y="9240"/>
                    </a:cubicBezTo>
                    <a:cubicBezTo>
                      <a:pt x="44956" y="10669"/>
                      <a:pt x="43679" y="12098"/>
                      <a:pt x="42433" y="13496"/>
                    </a:cubicBezTo>
                    <a:cubicBezTo>
                      <a:pt x="40913" y="15228"/>
                      <a:pt x="39575" y="16778"/>
                      <a:pt x="38208" y="18237"/>
                    </a:cubicBezTo>
                    <a:cubicBezTo>
                      <a:pt x="37904" y="18937"/>
                      <a:pt x="37387" y="19544"/>
                      <a:pt x="36749" y="19970"/>
                    </a:cubicBezTo>
                    <a:cubicBezTo>
                      <a:pt x="36627" y="20061"/>
                      <a:pt x="36475" y="20122"/>
                      <a:pt x="36323" y="20122"/>
                    </a:cubicBezTo>
                    <a:cubicBezTo>
                      <a:pt x="35199" y="21216"/>
                      <a:pt x="34013" y="22250"/>
                      <a:pt x="32767" y="23222"/>
                    </a:cubicBezTo>
                    <a:cubicBezTo>
                      <a:pt x="32524" y="23405"/>
                      <a:pt x="32281" y="23557"/>
                      <a:pt x="31977" y="23678"/>
                    </a:cubicBezTo>
                    <a:cubicBezTo>
                      <a:pt x="31946" y="23800"/>
                      <a:pt x="31885" y="23891"/>
                      <a:pt x="31825" y="23982"/>
                    </a:cubicBezTo>
                    <a:cubicBezTo>
                      <a:pt x="31095" y="25016"/>
                      <a:pt x="30487" y="26049"/>
                      <a:pt x="29818" y="27083"/>
                    </a:cubicBezTo>
                    <a:lnTo>
                      <a:pt x="28967" y="27630"/>
                    </a:lnTo>
                    <a:cubicBezTo>
                      <a:pt x="27873" y="28846"/>
                      <a:pt x="26384" y="29697"/>
                      <a:pt x="25320" y="29727"/>
                    </a:cubicBezTo>
                    <a:cubicBezTo>
                      <a:pt x="23435" y="31612"/>
                      <a:pt x="21916" y="32554"/>
                      <a:pt x="19423" y="34165"/>
                    </a:cubicBezTo>
                    <a:cubicBezTo>
                      <a:pt x="18876" y="34529"/>
                      <a:pt x="18268" y="34803"/>
                      <a:pt x="17630" y="34925"/>
                    </a:cubicBezTo>
                    <a:cubicBezTo>
                      <a:pt x="17235" y="35168"/>
                      <a:pt x="16870" y="35472"/>
                      <a:pt x="16596" y="35836"/>
                    </a:cubicBezTo>
                    <a:cubicBezTo>
                      <a:pt x="16627" y="35928"/>
                      <a:pt x="16657" y="36019"/>
                      <a:pt x="16688" y="36110"/>
                    </a:cubicBezTo>
                    <a:cubicBezTo>
                      <a:pt x="16475" y="36201"/>
                      <a:pt x="16262" y="36232"/>
                      <a:pt x="16049" y="36353"/>
                    </a:cubicBezTo>
                    <a:cubicBezTo>
                      <a:pt x="15684" y="36536"/>
                      <a:pt x="15350" y="36718"/>
                      <a:pt x="15046" y="36961"/>
                    </a:cubicBezTo>
                    <a:cubicBezTo>
                      <a:pt x="14803" y="37235"/>
                      <a:pt x="14560" y="37508"/>
                      <a:pt x="14317" y="37782"/>
                    </a:cubicBezTo>
                    <a:cubicBezTo>
                      <a:pt x="13861" y="37873"/>
                      <a:pt x="13496" y="38207"/>
                      <a:pt x="13374" y="38633"/>
                    </a:cubicBezTo>
                    <a:cubicBezTo>
                      <a:pt x="13283" y="38694"/>
                      <a:pt x="13192" y="38754"/>
                      <a:pt x="13131" y="38846"/>
                    </a:cubicBezTo>
                    <a:cubicBezTo>
                      <a:pt x="12523" y="39606"/>
                      <a:pt x="12007" y="40396"/>
                      <a:pt x="11459" y="41156"/>
                    </a:cubicBezTo>
                    <a:cubicBezTo>
                      <a:pt x="12098" y="41581"/>
                      <a:pt x="10791" y="42311"/>
                      <a:pt x="10426" y="42888"/>
                    </a:cubicBezTo>
                    <a:cubicBezTo>
                      <a:pt x="9970" y="43071"/>
                      <a:pt x="9545" y="43405"/>
                      <a:pt x="9301" y="43861"/>
                    </a:cubicBezTo>
                    <a:cubicBezTo>
                      <a:pt x="9028" y="44408"/>
                      <a:pt x="8724" y="44955"/>
                      <a:pt x="8876" y="45381"/>
                    </a:cubicBezTo>
                    <a:cubicBezTo>
                      <a:pt x="9332" y="46688"/>
                      <a:pt x="9301" y="46718"/>
                      <a:pt x="7022" y="47843"/>
                    </a:cubicBezTo>
                    <a:cubicBezTo>
                      <a:pt x="6900" y="47873"/>
                      <a:pt x="6779" y="47934"/>
                      <a:pt x="6687" y="47995"/>
                    </a:cubicBezTo>
                    <a:cubicBezTo>
                      <a:pt x="6505" y="48177"/>
                      <a:pt x="6231" y="48451"/>
                      <a:pt x="6262" y="48511"/>
                    </a:cubicBezTo>
                    <a:cubicBezTo>
                      <a:pt x="6444" y="48815"/>
                      <a:pt x="6231" y="49180"/>
                      <a:pt x="5897" y="49636"/>
                    </a:cubicBezTo>
                    <a:cubicBezTo>
                      <a:pt x="5836" y="49545"/>
                      <a:pt x="5836" y="49484"/>
                      <a:pt x="5836" y="49393"/>
                    </a:cubicBezTo>
                    <a:cubicBezTo>
                      <a:pt x="5502" y="49879"/>
                      <a:pt x="5016" y="50092"/>
                      <a:pt x="4803" y="50670"/>
                    </a:cubicBezTo>
                    <a:cubicBezTo>
                      <a:pt x="4590" y="51217"/>
                      <a:pt x="4225" y="51429"/>
                      <a:pt x="3921" y="51885"/>
                    </a:cubicBezTo>
                    <a:cubicBezTo>
                      <a:pt x="3374" y="52676"/>
                      <a:pt x="2706" y="53344"/>
                      <a:pt x="1915" y="53861"/>
                    </a:cubicBezTo>
                    <a:cubicBezTo>
                      <a:pt x="1611" y="54135"/>
                      <a:pt x="1459" y="54499"/>
                      <a:pt x="1398" y="54864"/>
                    </a:cubicBezTo>
                    <a:cubicBezTo>
                      <a:pt x="1338" y="55320"/>
                      <a:pt x="1095" y="55715"/>
                      <a:pt x="760" y="55989"/>
                    </a:cubicBezTo>
                    <a:cubicBezTo>
                      <a:pt x="517" y="56232"/>
                      <a:pt x="243" y="56475"/>
                      <a:pt x="0" y="56749"/>
                    </a:cubicBezTo>
                    <a:lnTo>
                      <a:pt x="0" y="58785"/>
                    </a:lnTo>
                    <a:lnTo>
                      <a:pt x="65199" y="58785"/>
                    </a:lnTo>
                    <a:lnTo>
                      <a:pt x="651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11"/>
              <p:cNvGrpSpPr/>
              <p:nvPr/>
            </p:nvGrpSpPr>
            <p:grpSpPr>
              <a:xfrm>
                <a:off x="-273803" y="-375799"/>
                <a:ext cx="1744606" cy="1670339"/>
                <a:chOff x="2672083" y="1237279"/>
                <a:chExt cx="2047660" cy="1960492"/>
              </a:xfrm>
            </p:grpSpPr>
            <p:sp>
              <p:nvSpPr>
                <p:cNvPr id="435" name="Google Shape;435;p11"/>
                <p:cNvSpPr/>
                <p:nvPr/>
              </p:nvSpPr>
              <p:spPr>
                <a:xfrm flipH="1" rot="5400000">
                  <a:off x="3079729" y="2340190"/>
                  <a:ext cx="18041" cy="833298"/>
                </a:xfrm>
                <a:custGeom>
                  <a:rect b="b" l="l" r="r" t="t"/>
                  <a:pathLst>
                    <a:path extrusionOk="0" h="23923" w="518">
                      <a:moveTo>
                        <a:pt x="517" y="1"/>
                      </a:moveTo>
                      <a:cubicBezTo>
                        <a:pt x="396" y="31"/>
                        <a:pt x="274" y="62"/>
                        <a:pt x="152" y="62"/>
                      </a:cubicBezTo>
                      <a:lnTo>
                        <a:pt x="0" y="183"/>
                      </a:lnTo>
                      <a:lnTo>
                        <a:pt x="0" y="23922"/>
                      </a:lnTo>
                      <a:lnTo>
                        <a:pt x="517" y="23922"/>
                      </a:lnTo>
                      <a:lnTo>
                        <a:pt x="517"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flipH="1" rot="5400000">
                  <a:off x="3150680" y="2053316"/>
                  <a:ext cx="18006" cy="975171"/>
                </a:xfrm>
                <a:custGeom>
                  <a:rect b="b" l="l" r="r" t="t"/>
                  <a:pathLst>
                    <a:path extrusionOk="0" h="27996" w="517">
                      <a:moveTo>
                        <a:pt x="517" y="1"/>
                      </a:moveTo>
                      <a:cubicBezTo>
                        <a:pt x="334" y="153"/>
                        <a:pt x="183" y="305"/>
                        <a:pt x="0" y="426"/>
                      </a:cubicBezTo>
                      <a:lnTo>
                        <a:pt x="0" y="27995"/>
                      </a:lnTo>
                      <a:lnTo>
                        <a:pt x="517" y="27995"/>
                      </a:lnTo>
                      <a:lnTo>
                        <a:pt x="517"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flipH="1" rot="5400000">
                  <a:off x="2820863" y="3030977"/>
                  <a:ext cx="18041" cy="315548"/>
                </a:xfrm>
                <a:custGeom>
                  <a:rect b="b" l="l" r="r" t="t"/>
                  <a:pathLst>
                    <a:path extrusionOk="0" h="9059" w="518">
                      <a:moveTo>
                        <a:pt x="518" y="0"/>
                      </a:moveTo>
                      <a:cubicBezTo>
                        <a:pt x="366" y="152"/>
                        <a:pt x="153" y="304"/>
                        <a:pt x="1" y="517"/>
                      </a:cubicBezTo>
                      <a:lnTo>
                        <a:pt x="1" y="9058"/>
                      </a:lnTo>
                      <a:lnTo>
                        <a:pt x="518" y="9058"/>
                      </a:lnTo>
                      <a:lnTo>
                        <a:pt x="518"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flipH="1" rot="5400000">
                  <a:off x="3230061" y="1757977"/>
                  <a:ext cx="18041" cy="1133972"/>
                </a:xfrm>
                <a:custGeom>
                  <a:rect b="b" l="l" r="r" t="t"/>
                  <a:pathLst>
                    <a:path extrusionOk="0" h="32555" w="518">
                      <a:moveTo>
                        <a:pt x="518" y="0"/>
                      </a:moveTo>
                      <a:lnTo>
                        <a:pt x="1" y="791"/>
                      </a:lnTo>
                      <a:lnTo>
                        <a:pt x="1" y="32554"/>
                      </a:lnTo>
                      <a:lnTo>
                        <a:pt x="518" y="32554"/>
                      </a:lnTo>
                      <a:lnTo>
                        <a:pt x="518"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flipH="1" rot="5400000">
                  <a:off x="2976489" y="2657265"/>
                  <a:ext cx="20165" cy="628936"/>
                </a:xfrm>
                <a:custGeom>
                  <a:rect b="b" l="l" r="r" t="t"/>
                  <a:pathLst>
                    <a:path extrusionOk="0" h="18056" w="579">
                      <a:moveTo>
                        <a:pt x="517" y="0"/>
                      </a:moveTo>
                      <a:cubicBezTo>
                        <a:pt x="426" y="152"/>
                        <a:pt x="305" y="304"/>
                        <a:pt x="213" y="426"/>
                      </a:cubicBezTo>
                      <a:cubicBezTo>
                        <a:pt x="578" y="669"/>
                        <a:pt x="335" y="973"/>
                        <a:pt x="1" y="1338"/>
                      </a:cubicBezTo>
                      <a:lnTo>
                        <a:pt x="1" y="18055"/>
                      </a:lnTo>
                      <a:lnTo>
                        <a:pt x="517" y="18055"/>
                      </a:lnTo>
                      <a:lnTo>
                        <a:pt x="51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flipH="1" rot="5400000">
                  <a:off x="3584208" y="755986"/>
                  <a:ext cx="16961" cy="1841211"/>
                </a:xfrm>
                <a:custGeom>
                  <a:rect b="b" l="l" r="r" t="t"/>
                  <a:pathLst>
                    <a:path extrusionOk="0" h="52859" w="487">
                      <a:moveTo>
                        <a:pt x="487" y="0"/>
                      </a:moveTo>
                      <a:cubicBezTo>
                        <a:pt x="426" y="91"/>
                        <a:pt x="335" y="152"/>
                        <a:pt x="244" y="243"/>
                      </a:cubicBezTo>
                      <a:cubicBezTo>
                        <a:pt x="244" y="243"/>
                        <a:pt x="244" y="213"/>
                        <a:pt x="244" y="213"/>
                      </a:cubicBezTo>
                      <a:cubicBezTo>
                        <a:pt x="183" y="122"/>
                        <a:pt x="92" y="91"/>
                        <a:pt x="0" y="91"/>
                      </a:cubicBezTo>
                      <a:lnTo>
                        <a:pt x="0" y="52858"/>
                      </a:lnTo>
                      <a:lnTo>
                        <a:pt x="487" y="52858"/>
                      </a:lnTo>
                      <a:lnTo>
                        <a:pt x="48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flipH="1" rot="5400000">
                  <a:off x="3337515" y="1434563"/>
                  <a:ext cx="18041" cy="1348889"/>
                </a:xfrm>
                <a:custGeom>
                  <a:rect b="b" l="l" r="r" t="t"/>
                  <a:pathLst>
                    <a:path extrusionOk="0" h="38725" w="518">
                      <a:moveTo>
                        <a:pt x="517" y="0"/>
                      </a:moveTo>
                      <a:cubicBezTo>
                        <a:pt x="426" y="31"/>
                        <a:pt x="365" y="61"/>
                        <a:pt x="274" y="61"/>
                      </a:cubicBezTo>
                      <a:lnTo>
                        <a:pt x="1" y="335"/>
                      </a:lnTo>
                      <a:lnTo>
                        <a:pt x="1" y="38724"/>
                      </a:lnTo>
                      <a:lnTo>
                        <a:pt x="517" y="38724"/>
                      </a:lnTo>
                      <a:lnTo>
                        <a:pt x="51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flipH="1" rot="5400000">
                  <a:off x="3687970" y="222468"/>
                  <a:ext cx="16961" cy="2046584"/>
                </a:xfrm>
                <a:custGeom>
                  <a:rect b="b" l="l" r="r" t="t"/>
                  <a:pathLst>
                    <a:path extrusionOk="0" h="58755" w="487">
                      <a:moveTo>
                        <a:pt x="0" y="0"/>
                      </a:moveTo>
                      <a:lnTo>
                        <a:pt x="0" y="58755"/>
                      </a:lnTo>
                      <a:lnTo>
                        <a:pt x="487" y="58755"/>
                      </a:lnTo>
                      <a:lnTo>
                        <a:pt x="48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1"/>
                <p:cNvSpPr/>
                <p:nvPr/>
              </p:nvSpPr>
              <p:spPr>
                <a:xfrm flipH="1" rot="5400000">
                  <a:off x="3687430" y="437884"/>
                  <a:ext cx="18041" cy="2046584"/>
                </a:xfrm>
                <a:custGeom>
                  <a:rect b="b" l="l" r="r" t="t"/>
                  <a:pathLst>
                    <a:path extrusionOk="0" h="58755" w="518">
                      <a:moveTo>
                        <a:pt x="1" y="0"/>
                      </a:moveTo>
                      <a:lnTo>
                        <a:pt x="1" y="58755"/>
                      </a:lnTo>
                      <a:lnTo>
                        <a:pt x="517" y="58755"/>
                      </a:lnTo>
                      <a:lnTo>
                        <a:pt x="51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flipH="1" rot="5400000">
                  <a:off x="3458223" y="1097895"/>
                  <a:ext cx="18041" cy="1590313"/>
                </a:xfrm>
                <a:custGeom>
                  <a:rect b="b" l="l" r="r" t="t"/>
                  <a:pathLst>
                    <a:path extrusionOk="0" h="45656" w="518">
                      <a:moveTo>
                        <a:pt x="517" y="1"/>
                      </a:moveTo>
                      <a:cubicBezTo>
                        <a:pt x="395" y="123"/>
                        <a:pt x="274" y="244"/>
                        <a:pt x="183" y="366"/>
                      </a:cubicBezTo>
                      <a:lnTo>
                        <a:pt x="0" y="548"/>
                      </a:lnTo>
                      <a:lnTo>
                        <a:pt x="0" y="45655"/>
                      </a:lnTo>
                      <a:lnTo>
                        <a:pt x="517" y="45655"/>
                      </a:lnTo>
                      <a:lnTo>
                        <a:pt x="517"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 name="Google Shape;445;p11"/>
              <p:cNvSpPr/>
              <p:nvPr/>
            </p:nvSpPr>
            <p:spPr>
              <a:xfrm flipH="1" rot="5400000">
                <a:off x="237696" y="805571"/>
                <a:ext cx="331946" cy="447263"/>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 name="Google Shape;446;p11"/>
            <p:cNvGrpSpPr/>
            <p:nvPr/>
          </p:nvGrpSpPr>
          <p:grpSpPr>
            <a:xfrm flipH="1" rot="-3985741">
              <a:off x="7800749" y="2953635"/>
              <a:ext cx="3085301" cy="1944424"/>
              <a:chOff x="-1887271" y="3488301"/>
              <a:chExt cx="3085184" cy="1944350"/>
            </a:xfrm>
          </p:grpSpPr>
          <p:sp>
            <p:nvSpPr>
              <p:cNvPr id="447" name="Google Shape;447;p11"/>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11"/>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49" name="Google Shape;449;p11"/>
            <p:cNvSpPr/>
            <p:nvPr/>
          </p:nvSpPr>
          <p:spPr>
            <a:xfrm flipH="1" rot="2684652">
              <a:off x="7675125" y="4208619"/>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11"/>
            <p:cNvGrpSpPr/>
            <p:nvPr/>
          </p:nvGrpSpPr>
          <p:grpSpPr>
            <a:xfrm flipH="1" rot="-9748587">
              <a:off x="-1028704" y="4276184"/>
              <a:ext cx="3254398" cy="2457467"/>
              <a:chOff x="2257425" y="-2154812"/>
              <a:chExt cx="3254375" cy="2457450"/>
            </a:xfrm>
          </p:grpSpPr>
          <p:sp>
            <p:nvSpPr>
              <p:cNvPr id="451" name="Google Shape;451;p11"/>
              <p:cNvSpPr/>
              <p:nvPr/>
            </p:nvSpPr>
            <p:spPr>
              <a:xfrm>
                <a:off x="2257425" y="-2154812"/>
                <a:ext cx="3254375" cy="2457450"/>
              </a:xfrm>
              <a:custGeom>
                <a:rect b="b" l="l" r="r" t="t"/>
                <a:pathLst>
                  <a:path extrusionOk="0" h="652" w="862">
                    <a:moveTo>
                      <a:pt x="862" y="0"/>
                    </a:moveTo>
                    <a:cubicBezTo>
                      <a:pt x="862" y="650"/>
                      <a:pt x="862" y="650"/>
                      <a:pt x="862" y="650"/>
                    </a:cubicBezTo>
                    <a:cubicBezTo>
                      <a:pt x="850" y="650"/>
                      <a:pt x="850" y="650"/>
                      <a:pt x="850" y="650"/>
                    </a:cubicBezTo>
                    <a:cubicBezTo>
                      <a:pt x="846" y="648"/>
                      <a:pt x="842" y="647"/>
                      <a:pt x="838" y="647"/>
                    </a:cubicBezTo>
                    <a:cubicBezTo>
                      <a:pt x="831" y="647"/>
                      <a:pt x="826" y="652"/>
                      <a:pt x="820" y="647"/>
                    </a:cubicBezTo>
                    <a:cubicBezTo>
                      <a:pt x="813" y="642"/>
                      <a:pt x="806" y="634"/>
                      <a:pt x="797" y="635"/>
                    </a:cubicBezTo>
                    <a:cubicBezTo>
                      <a:pt x="795" y="635"/>
                      <a:pt x="792" y="637"/>
                      <a:pt x="791" y="637"/>
                    </a:cubicBezTo>
                    <a:cubicBezTo>
                      <a:pt x="787" y="638"/>
                      <a:pt x="787" y="636"/>
                      <a:pt x="784" y="634"/>
                    </a:cubicBezTo>
                    <a:cubicBezTo>
                      <a:pt x="781" y="632"/>
                      <a:pt x="777" y="631"/>
                      <a:pt x="774" y="632"/>
                    </a:cubicBezTo>
                    <a:cubicBezTo>
                      <a:pt x="771" y="632"/>
                      <a:pt x="771" y="634"/>
                      <a:pt x="768" y="633"/>
                    </a:cubicBezTo>
                    <a:cubicBezTo>
                      <a:pt x="765" y="633"/>
                      <a:pt x="762" y="628"/>
                      <a:pt x="758" y="628"/>
                    </a:cubicBezTo>
                    <a:cubicBezTo>
                      <a:pt x="755" y="628"/>
                      <a:pt x="753" y="630"/>
                      <a:pt x="749" y="630"/>
                    </a:cubicBezTo>
                    <a:cubicBezTo>
                      <a:pt x="744" y="630"/>
                      <a:pt x="743" y="627"/>
                      <a:pt x="739" y="630"/>
                    </a:cubicBezTo>
                    <a:cubicBezTo>
                      <a:pt x="737" y="631"/>
                      <a:pt x="735" y="634"/>
                      <a:pt x="733" y="635"/>
                    </a:cubicBezTo>
                    <a:cubicBezTo>
                      <a:pt x="725" y="632"/>
                      <a:pt x="717" y="636"/>
                      <a:pt x="708" y="634"/>
                    </a:cubicBezTo>
                    <a:cubicBezTo>
                      <a:pt x="707" y="633"/>
                      <a:pt x="704" y="632"/>
                      <a:pt x="703" y="631"/>
                    </a:cubicBezTo>
                    <a:cubicBezTo>
                      <a:pt x="701" y="630"/>
                      <a:pt x="699" y="631"/>
                      <a:pt x="697" y="630"/>
                    </a:cubicBezTo>
                    <a:cubicBezTo>
                      <a:pt x="694" y="629"/>
                      <a:pt x="694" y="628"/>
                      <a:pt x="691" y="628"/>
                    </a:cubicBezTo>
                    <a:cubicBezTo>
                      <a:pt x="689" y="628"/>
                      <a:pt x="687" y="628"/>
                      <a:pt x="685" y="628"/>
                    </a:cubicBezTo>
                    <a:cubicBezTo>
                      <a:pt x="683" y="628"/>
                      <a:pt x="681" y="628"/>
                      <a:pt x="679" y="628"/>
                    </a:cubicBezTo>
                    <a:cubicBezTo>
                      <a:pt x="678" y="628"/>
                      <a:pt x="677" y="630"/>
                      <a:pt x="676" y="630"/>
                    </a:cubicBezTo>
                    <a:cubicBezTo>
                      <a:pt x="671" y="631"/>
                      <a:pt x="667" y="629"/>
                      <a:pt x="662" y="628"/>
                    </a:cubicBezTo>
                    <a:cubicBezTo>
                      <a:pt x="660" y="627"/>
                      <a:pt x="659" y="628"/>
                      <a:pt x="656" y="627"/>
                    </a:cubicBezTo>
                    <a:cubicBezTo>
                      <a:pt x="654" y="626"/>
                      <a:pt x="653" y="624"/>
                      <a:pt x="651" y="624"/>
                    </a:cubicBezTo>
                    <a:cubicBezTo>
                      <a:pt x="647" y="623"/>
                      <a:pt x="642" y="624"/>
                      <a:pt x="638" y="624"/>
                    </a:cubicBezTo>
                    <a:cubicBezTo>
                      <a:pt x="633" y="624"/>
                      <a:pt x="628" y="625"/>
                      <a:pt x="624" y="624"/>
                    </a:cubicBezTo>
                    <a:cubicBezTo>
                      <a:pt x="621" y="623"/>
                      <a:pt x="618" y="620"/>
                      <a:pt x="614" y="620"/>
                    </a:cubicBezTo>
                    <a:cubicBezTo>
                      <a:pt x="609" y="620"/>
                      <a:pt x="606" y="620"/>
                      <a:pt x="601" y="618"/>
                    </a:cubicBezTo>
                    <a:cubicBezTo>
                      <a:pt x="599" y="617"/>
                      <a:pt x="600" y="617"/>
                      <a:pt x="597" y="617"/>
                    </a:cubicBezTo>
                    <a:cubicBezTo>
                      <a:pt x="595" y="616"/>
                      <a:pt x="592" y="614"/>
                      <a:pt x="590" y="614"/>
                    </a:cubicBezTo>
                    <a:cubicBezTo>
                      <a:pt x="585" y="614"/>
                      <a:pt x="583" y="618"/>
                      <a:pt x="580" y="620"/>
                    </a:cubicBezTo>
                    <a:cubicBezTo>
                      <a:pt x="578" y="621"/>
                      <a:pt x="576" y="620"/>
                      <a:pt x="574" y="620"/>
                    </a:cubicBezTo>
                    <a:cubicBezTo>
                      <a:pt x="572" y="621"/>
                      <a:pt x="571" y="622"/>
                      <a:pt x="569" y="622"/>
                    </a:cubicBezTo>
                    <a:cubicBezTo>
                      <a:pt x="564" y="622"/>
                      <a:pt x="560" y="615"/>
                      <a:pt x="555" y="614"/>
                    </a:cubicBezTo>
                    <a:cubicBezTo>
                      <a:pt x="553" y="614"/>
                      <a:pt x="551" y="615"/>
                      <a:pt x="549" y="614"/>
                    </a:cubicBezTo>
                    <a:cubicBezTo>
                      <a:pt x="546" y="613"/>
                      <a:pt x="544" y="610"/>
                      <a:pt x="541" y="609"/>
                    </a:cubicBezTo>
                    <a:cubicBezTo>
                      <a:pt x="536" y="608"/>
                      <a:pt x="527" y="608"/>
                      <a:pt x="522" y="610"/>
                    </a:cubicBezTo>
                    <a:cubicBezTo>
                      <a:pt x="519" y="611"/>
                      <a:pt x="515" y="615"/>
                      <a:pt x="512" y="615"/>
                    </a:cubicBezTo>
                    <a:cubicBezTo>
                      <a:pt x="508" y="615"/>
                      <a:pt x="506" y="611"/>
                      <a:pt x="503" y="609"/>
                    </a:cubicBezTo>
                    <a:cubicBezTo>
                      <a:pt x="499" y="604"/>
                      <a:pt x="498" y="605"/>
                      <a:pt x="493" y="606"/>
                    </a:cubicBezTo>
                    <a:cubicBezTo>
                      <a:pt x="491" y="607"/>
                      <a:pt x="490" y="608"/>
                      <a:pt x="488" y="607"/>
                    </a:cubicBezTo>
                    <a:cubicBezTo>
                      <a:pt x="487" y="606"/>
                      <a:pt x="487" y="604"/>
                      <a:pt x="484" y="603"/>
                    </a:cubicBezTo>
                    <a:cubicBezTo>
                      <a:pt x="481" y="602"/>
                      <a:pt x="481" y="604"/>
                      <a:pt x="478" y="605"/>
                    </a:cubicBezTo>
                    <a:cubicBezTo>
                      <a:pt x="477" y="606"/>
                      <a:pt x="476" y="607"/>
                      <a:pt x="474" y="607"/>
                    </a:cubicBezTo>
                    <a:cubicBezTo>
                      <a:pt x="473" y="607"/>
                      <a:pt x="472" y="606"/>
                      <a:pt x="471" y="605"/>
                    </a:cubicBezTo>
                    <a:cubicBezTo>
                      <a:pt x="467" y="605"/>
                      <a:pt x="467" y="608"/>
                      <a:pt x="465" y="609"/>
                    </a:cubicBezTo>
                    <a:cubicBezTo>
                      <a:pt x="462" y="609"/>
                      <a:pt x="460" y="606"/>
                      <a:pt x="458" y="605"/>
                    </a:cubicBezTo>
                    <a:cubicBezTo>
                      <a:pt x="455" y="603"/>
                      <a:pt x="452" y="602"/>
                      <a:pt x="449" y="601"/>
                    </a:cubicBezTo>
                    <a:cubicBezTo>
                      <a:pt x="449" y="601"/>
                      <a:pt x="443" y="598"/>
                      <a:pt x="443" y="598"/>
                    </a:cubicBezTo>
                    <a:cubicBezTo>
                      <a:pt x="441" y="598"/>
                      <a:pt x="441" y="599"/>
                      <a:pt x="439" y="599"/>
                    </a:cubicBezTo>
                    <a:cubicBezTo>
                      <a:pt x="435" y="599"/>
                      <a:pt x="431" y="596"/>
                      <a:pt x="427" y="596"/>
                    </a:cubicBezTo>
                    <a:cubicBezTo>
                      <a:pt x="426" y="597"/>
                      <a:pt x="426" y="597"/>
                      <a:pt x="425" y="597"/>
                    </a:cubicBezTo>
                    <a:cubicBezTo>
                      <a:pt x="423" y="597"/>
                      <a:pt x="421" y="597"/>
                      <a:pt x="419" y="597"/>
                    </a:cubicBezTo>
                    <a:cubicBezTo>
                      <a:pt x="418" y="597"/>
                      <a:pt x="416" y="597"/>
                      <a:pt x="415" y="597"/>
                    </a:cubicBezTo>
                    <a:cubicBezTo>
                      <a:pt x="411" y="597"/>
                      <a:pt x="409" y="597"/>
                      <a:pt x="405" y="595"/>
                    </a:cubicBezTo>
                    <a:cubicBezTo>
                      <a:pt x="402" y="594"/>
                      <a:pt x="400" y="595"/>
                      <a:pt x="398" y="593"/>
                    </a:cubicBezTo>
                    <a:cubicBezTo>
                      <a:pt x="396" y="592"/>
                      <a:pt x="394" y="589"/>
                      <a:pt x="392" y="588"/>
                    </a:cubicBezTo>
                    <a:cubicBezTo>
                      <a:pt x="389" y="588"/>
                      <a:pt x="389" y="591"/>
                      <a:pt x="387" y="592"/>
                    </a:cubicBezTo>
                    <a:cubicBezTo>
                      <a:pt x="386" y="593"/>
                      <a:pt x="384" y="594"/>
                      <a:pt x="383" y="593"/>
                    </a:cubicBezTo>
                    <a:cubicBezTo>
                      <a:pt x="382" y="593"/>
                      <a:pt x="382" y="592"/>
                      <a:pt x="382" y="592"/>
                    </a:cubicBezTo>
                    <a:cubicBezTo>
                      <a:pt x="376" y="592"/>
                      <a:pt x="371" y="594"/>
                      <a:pt x="365" y="594"/>
                    </a:cubicBezTo>
                    <a:cubicBezTo>
                      <a:pt x="362" y="594"/>
                      <a:pt x="357" y="594"/>
                      <a:pt x="354" y="593"/>
                    </a:cubicBezTo>
                    <a:cubicBezTo>
                      <a:pt x="353" y="592"/>
                      <a:pt x="353" y="591"/>
                      <a:pt x="351" y="590"/>
                    </a:cubicBezTo>
                    <a:cubicBezTo>
                      <a:pt x="349" y="589"/>
                      <a:pt x="348" y="590"/>
                      <a:pt x="346" y="590"/>
                    </a:cubicBezTo>
                    <a:cubicBezTo>
                      <a:pt x="342" y="589"/>
                      <a:pt x="338" y="585"/>
                      <a:pt x="334" y="584"/>
                    </a:cubicBezTo>
                    <a:cubicBezTo>
                      <a:pt x="330" y="582"/>
                      <a:pt x="326" y="580"/>
                      <a:pt x="321" y="580"/>
                    </a:cubicBezTo>
                    <a:cubicBezTo>
                      <a:pt x="319" y="580"/>
                      <a:pt x="317" y="580"/>
                      <a:pt x="315" y="580"/>
                    </a:cubicBezTo>
                    <a:cubicBezTo>
                      <a:pt x="311" y="579"/>
                      <a:pt x="313" y="579"/>
                      <a:pt x="309" y="580"/>
                    </a:cubicBezTo>
                    <a:cubicBezTo>
                      <a:pt x="301" y="581"/>
                      <a:pt x="300" y="574"/>
                      <a:pt x="293" y="572"/>
                    </a:cubicBezTo>
                    <a:cubicBezTo>
                      <a:pt x="285" y="571"/>
                      <a:pt x="285" y="576"/>
                      <a:pt x="281" y="578"/>
                    </a:cubicBezTo>
                    <a:cubicBezTo>
                      <a:pt x="279" y="578"/>
                      <a:pt x="277" y="578"/>
                      <a:pt x="276" y="579"/>
                    </a:cubicBezTo>
                    <a:cubicBezTo>
                      <a:pt x="274" y="580"/>
                      <a:pt x="272" y="582"/>
                      <a:pt x="270" y="584"/>
                    </a:cubicBezTo>
                    <a:cubicBezTo>
                      <a:pt x="269" y="584"/>
                      <a:pt x="267" y="584"/>
                      <a:pt x="265" y="584"/>
                    </a:cubicBezTo>
                    <a:cubicBezTo>
                      <a:pt x="261" y="584"/>
                      <a:pt x="256" y="584"/>
                      <a:pt x="252" y="584"/>
                    </a:cubicBezTo>
                    <a:cubicBezTo>
                      <a:pt x="246" y="584"/>
                      <a:pt x="242" y="587"/>
                      <a:pt x="237" y="588"/>
                    </a:cubicBezTo>
                    <a:cubicBezTo>
                      <a:pt x="234" y="588"/>
                      <a:pt x="230" y="585"/>
                      <a:pt x="227" y="587"/>
                    </a:cubicBezTo>
                    <a:cubicBezTo>
                      <a:pt x="224" y="589"/>
                      <a:pt x="225" y="591"/>
                      <a:pt x="223" y="593"/>
                    </a:cubicBezTo>
                    <a:cubicBezTo>
                      <a:pt x="219" y="594"/>
                      <a:pt x="215" y="589"/>
                      <a:pt x="210" y="589"/>
                    </a:cubicBezTo>
                    <a:cubicBezTo>
                      <a:pt x="204" y="590"/>
                      <a:pt x="204" y="594"/>
                      <a:pt x="198" y="592"/>
                    </a:cubicBezTo>
                    <a:cubicBezTo>
                      <a:pt x="194" y="590"/>
                      <a:pt x="193" y="589"/>
                      <a:pt x="190" y="591"/>
                    </a:cubicBezTo>
                    <a:cubicBezTo>
                      <a:pt x="187" y="594"/>
                      <a:pt x="187" y="597"/>
                      <a:pt x="183" y="599"/>
                    </a:cubicBezTo>
                    <a:cubicBezTo>
                      <a:pt x="181" y="599"/>
                      <a:pt x="179" y="600"/>
                      <a:pt x="178" y="601"/>
                    </a:cubicBezTo>
                    <a:cubicBezTo>
                      <a:pt x="177" y="602"/>
                      <a:pt x="176" y="603"/>
                      <a:pt x="175" y="603"/>
                    </a:cubicBezTo>
                    <a:cubicBezTo>
                      <a:pt x="173" y="603"/>
                      <a:pt x="169" y="599"/>
                      <a:pt x="167" y="598"/>
                    </a:cubicBezTo>
                    <a:cubicBezTo>
                      <a:pt x="159" y="593"/>
                      <a:pt x="156" y="599"/>
                      <a:pt x="149" y="597"/>
                    </a:cubicBezTo>
                    <a:cubicBezTo>
                      <a:pt x="145" y="596"/>
                      <a:pt x="142" y="592"/>
                      <a:pt x="137" y="593"/>
                    </a:cubicBezTo>
                    <a:cubicBezTo>
                      <a:pt x="135" y="593"/>
                      <a:pt x="134" y="594"/>
                      <a:pt x="133" y="595"/>
                    </a:cubicBezTo>
                    <a:cubicBezTo>
                      <a:pt x="132" y="595"/>
                      <a:pt x="131" y="595"/>
                      <a:pt x="131" y="594"/>
                    </a:cubicBezTo>
                    <a:cubicBezTo>
                      <a:pt x="126" y="594"/>
                      <a:pt x="124" y="594"/>
                      <a:pt x="120" y="598"/>
                    </a:cubicBezTo>
                    <a:cubicBezTo>
                      <a:pt x="116" y="601"/>
                      <a:pt x="115" y="603"/>
                      <a:pt x="110" y="603"/>
                    </a:cubicBezTo>
                    <a:cubicBezTo>
                      <a:pt x="108" y="603"/>
                      <a:pt x="104" y="602"/>
                      <a:pt x="103" y="603"/>
                    </a:cubicBezTo>
                    <a:cubicBezTo>
                      <a:pt x="100" y="605"/>
                      <a:pt x="99" y="612"/>
                      <a:pt x="98" y="614"/>
                    </a:cubicBezTo>
                    <a:cubicBezTo>
                      <a:pt x="92" y="613"/>
                      <a:pt x="89" y="608"/>
                      <a:pt x="83" y="606"/>
                    </a:cubicBezTo>
                    <a:cubicBezTo>
                      <a:pt x="80" y="606"/>
                      <a:pt x="78" y="604"/>
                      <a:pt x="75" y="605"/>
                    </a:cubicBezTo>
                    <a:cubicBezTo>
                      <a:pt x="73" y="605"/>
                      <a:pt x="72" y="606"/>
                      <a:pt x="70" y="607"/>
                    </a:cubicBezTo>
                    <a:cubicBezTo>
                      <a:pt x="64" y="609"/>
                      <a:pt x="57" y="606"/>
                      <a:pt x="50" y="607"/>
                    </a:cubicBezTo>
                    <a:cubicBezTo>
                      <a:pt x="46" y="609"/>
                      <a:pt x="40" y="608"/>
                      <a:pt x="37" y="611"/>
                    </a:cubicBezTo>
                    <a:cubicBezTo>
                      <a:pt x="35" y="613"/>
                      <a:pt x="35" y="616"/>
                      <a:pt x="33" y="618"/>
                    </a:cubicBezTo>
                    <a:cubicBezTo>
                      <a:pt x="31" y="619"/>
                      <a:pt x="28" y="618"/>
                      <a:pt x="26" y="619"/>
                    </a:cubicBezTo>
                    <a:cubicBezTo>
                      <a:pt x="24" y="619"/>
                      <a:pt x="22" y="620"/>
                      <a:pt x="20" y="620"/>
                    </a:cubicBezTo>
                    <a:cubicBezTo>
                      <a:pt x="17" y="620"/>
                      <a:pt x="14" y="621"/>
                      <a:pt x="12" y="623"/>
                    </a:cubicBezTo>
                    <a:cubicBezTo>
                      <a:pt x="9" y="625"/>
                      <a:pt x="10" y="627"/>
                      <a:pt x="6" y="628"/>
                    </a:cubicBezTo>
                    <a:cubicBezTo>
                      <a:pt x="4" y="629"/>
                      <a:pt x="2" y="628"/>
                      <a:pt x="0" y="628"/>
                    </a:cubicBezTo>
                    <a:cubicBezTo>
                      <a:pt x="0" y="0"/>
                      <a:pt x="0" y="0"/>
                      <a:pt x="0" y="0"/>
                    </a:cubicBezTo>
                    <a:cubicBezTo>
                      <a:pt x="32" y="0"/>
                      <a:pt x="32" y="0"/>
                      <a:pt x="32" y="0"/>
                    </a:cubicBezTo>
                    <a:cubicBezTo>
                      <a:pt x="29" y="8"/>
                      <a:pt x="26" y="16"/>
                      <a:pt x="28" y="24"/>
                    </a:cubicBezTo>
                    <a:cubicBezTo>
                      <a:pt x="24" y="26"/>
                      <a:pt x="21" y="29"/>
                      <a:pt x="21" y="34"/>
                    </a:cubicBezTo>
                    <a:cubicBezTo>
                      <a:pt x="21" y="40"/>
                      <a:pt x="26" y="45"/>
                      <a:pt x="32" y="45"/>
                    </a:cubicBezTo>
                    <a:cubicBezTo>
                      <a:pt x="38" y="45"/>
                      <a:pt x="43" y="40"/>
                      <a:pt x="43" y="34"/>
                    </a:cubicBezTo>
                    <a:cubicBezTo>
                      <a:pt x="43" y="29"/>
                      <a:pt x="40" y="25"/>
                      <a:pt x="35" y="23"/>
                    </a:cubicBezTo>
                    <a:cubicBezTo>
                      <a:pt x="34" y="16"/>
                      <a:pt x="37" y="8"/>
                      <a:pt x="40" y="0"/>
                    </a:cubicBezTo>
                    <a:cubicBezTo>
                      <a:pt x="96" y="0"/>
                      <a:pt x="96" y="0"/>
                      <a:pt x="96" y="0"/>
                    </a:cubicBezTo>
                    <a:cubicBezTo>
                      <a:pt x="93" y="2"/>
                      <a:pt x="89" y="5"/>
                      <a:pt x="87" y="8"/>
                    </a:cubicBezTo>
                    <a:cubicBezTo>
                      <a:pt x="84" y="13"/>
                      <a:pt x="83" y="19"/>
                      <a:pt x="84" y="24"/>
                    </a:cubicBezTo>
                    <a:cubicBezTo>
                      <a:pt x="81" y="26"/>
                      <a:pt x="78" y="30"/>
                      <a:pt x="78" y="34"/>
                    </a:cubicBezTo>
                    <a:cubicBezTo>
                      <a:pt x="78" y="40"/>
                      <a:pt x="83" y="45"/>
                      <a:pt x="89" y="45"/>
                    </a:cubicBezTo>
                    <a:cubicBezTo>
                      <a:pt x="95" y="45"/>
                      <a:pt x="100" y="40"/>
                      <a:pt x="100" y="34"/>
                    </a:cubicBezTo>
                    <a:cubicBezTo>
                      <a:pt x="100" y="29"/>
                      <a:pt x="96" y="24"/>
                      <a:pt x="92" y="23"/>
                    </a:cubicBezTo>
                    <a:cubicBezTo>
                      <a:pt x="91" y="22"/>
                      <a:pt x="91" y="20"/>
                      <a:pt x="91" y="18"/>
                    </a:cubicBezTo>
                    <a:cubicBezTo>
                      <a:pt x="91" y="18"/>
                      <a:pt x="91" y="18"/>
                      <a:pt x="91" y="18"/>
                    </a:cubicBezTo>
                    <a:cubicBezTo>
                      <a:pt x="91" y="18"/>
                      <a:pt x="91" y="18"/>
                      <a:pt x="92" y="18"/>
                    </a:cubicBezTo>
                    <a:cubicBezTo>
                      <a:pt x="92" y="18"/>
                      <a:pt x="92" y="17"/>
                      <a:pt x="92" y="17"/>
                    </a:cubicBezTo>
                    <a:cubicBezTo>
                      <a:pt x="92" y="16"/>
                      <a:pt x="92" y="16"/>
                      <a:pt x="92" y="15"/>
                    </a:cubicBezTo>
                    <a:cubicBezTo>
                      <a:pt x="92" y="15"/>
                      <a:pt x="92" y="15"/>
                      <a:pt x="92" y="15"/>
                    </a:cubicBezTo>
                    <a:cubicBezTo>
                      <a:pt x="93" y="14"/>
                      <a:pt x="93" y="14"/>
                      <a:pt x="93" y="14"/>
                    </a:cubicBezTo>
                    <a:cubicBezTo>
                      <a:pt x="93" y="13"/>
                      <a:pt x="94" y="13"/>
                      <a:pt x="94" y="12"/>
                    </a:cubicBezTo>
                    <a:cubicBezTo>
                      <a:pt x="94" y="12"/>
                      <a:pt x="94" y="12"/>
                      <a:pt x="94" y="12"/>
                    </a:cubicBezTo>
                    <a:cubicBezTo>
                      <a:pt x="94" y="12"/>
                      <a:pt x="94" y="12"/>
                      <a:pt x="94" y="12"/>
                    </a:cubicBezTo>
                    <a:cubicBezTo>
                      <a:pt x="94" y="12"/>
                      <a:pt x="95" y="11"/>
                      <a:pt x="95" y="11"/>
                    </a:cubicBezTo>
                    <a:cubicBezTo>
                      <a:pt x="95" y="11"/>
                      <a:pt x="96" y="10"/>
                      <a:pt x="96" y="10"/>
                    </a:cubicBezTo>
                    <a:cubicBezTo>
                      <a:pt x="97" y="9"/>
                      <a:pt x="97" y="9"/>
                      <a:pt x="98" y="8"/>
                    </a:cubicBezTo>
                    <a:cubicBezTo>
                      <a:pt x="98" y="8"/>
                      <a:pt x="98" y="8"/>
                      <a:pt x="98" y="8"/>
                    </a:cubicBezTo>
                    <a:cubicBezTo>
                      <a:pt x="99" y="8"/>
                      <a:pt x="99" y="7"/>
                      <a:pt x="99" y="7"/>
                    </a:cubicBezTo>
                    <a:cubicBezTo>
                      <a:pt x="102" y="5"/>
                      <a:pt x="105" y="4"/>
                      <a:pt x="108" y="2"/>
                    </a:cubicBezTo>
                    <a:cubicBezTo>
                      <a:pt x="109" y="1"/>
                      <a:pt x="109" y="1"/>
                      <a:pt x="109" y="0"/>
                    </a:cubicBezTo>
                    <a:cubicBezTo>
                      <a:pt x="144" y="0"/>
                      <a:pt x="144" y="0"/>
                      <a:pt x="144" y="0"/>
                    </a:cubicBezTo>
                    <a:cubicBezTo>
                      <a:pt x="143" y="3"/>
                      <a:pt x="142" y="5"/>
                      <a:pt x="142" y="8"/>
                    </a:cubicBezTo>
                    <a:cubicBezTo>
                      <a:pt x="141" y="13"/>
                      <a:pt x="141" y="19"/>
                      <a:pt x="142" y="24"/>
                    </a:cubicBezTo>
                    <a:cubicBezTo>
                      <a:pt x="138" y="26"/>
                      <a:pt x="135" y="29"/>
                      <a:pt x="135" y="34"/>
                    </a:cubicBezTo>
                    <a:cubicBezTo>
                      <a:pt x="135" y="40"/>
                      <a:pt x="140" y="45"/>
                      <a:pt x="146" y="45"/>
                    </a:cubicBezTo>
                    <a:cubicBezTo>
                      <a:pt x="152" y="45"/>
                      <a:pt x="157" y="40"/>
                      <a:pt x="157" y="34"/>
                    </a:cubicBezTo>
                    <a:cubicBezTo>
                      <a:pt x="157" y="29"/>
                      <a:pt x="154" y="25"/>
                      <a:pt x="149" y="23"/>
                    </a:cubicBezTo>
                    <a:cubicBezTo>
                      <a:pt x="149" y="15"/>
                      <a:pt x="149" y="7"/>
                      <a:pt x="152" y="0"/>
                    </a:cubicBezTo>
                    <a:cubicBezTo>
                      <a:pt x="204" y="0"/>
                      <a:pt x="204" y="0"/>
                      <a:pt x="204" y="0"/>
                    </a:cubicBezTo>
                    <a:cubicBezTo>
                      <a:pt x="202" y="4"/>
                      <a:pt x="200" y="8"/>
                      <a:pt x="199" y="12"/>
                    </a:cubicBezTo>
                    <a:cubicBezTo>
                      <a:pt x="198" y="16"/>
                      <a:pt x="198" y="20"/>
                      <a:pt x="198" y="24"/>
                    </a:cubicBezTo>
                    <a:cubicBezTo>
                      <a:pt x="195" y="26"/>
                      <a:pt x="192" y="30"/>
                      <a:pt x="192" y="34"/>
                    </a:cubicBezTo>
                    <a:cubicBezTo>
                      <a:pt x="192" y="40"/>
                      <a:pt x="197" y="45"/>
                      <a:pt x="203" y="45"/>
                    </a:cubicBezTo>
                    <a:cubicBezTo>
                      <a:pt x="209" y="45"/>
                      <a:pt x="214" y="40"/>
                      <a:pt x="214" y="34"/>
                    </a:cubicBezTo>
                    <a:cubicBezTo>
                      <a:pt x="214" y="29"/>
                      <a:pt x="211" y="25"/>
                      <a:pt x="206" y="23"/>
                    </a:cubicBezTo>
                    <a:cubicBezTo>
                      <a:pt x="206" y="22"/>
                      <a:pt x="206" y="21"/>
                      <a:pt x="206" y="20"/>
                    </a:cubicBezTo>
                    <a:cubicBezTo>
                      <a:pt x="206" y="19"/>
                      <a:pt x="206" y="18"/>
                      <a:pt x="206" y="17"/>
                    </a:cubicBezTo>
                    <a:cubicBezTo>
                      <a:pt x="206" y="16"/>
                      <a:pt x="206" y="16"/>
                      <a:pt x="206" y="16"/>
                    </a:cubicBezTo>
                    <a:cubicBezTo>
                      <a:pt x="206" y="16"/>
                      <a:pt x="206" y="16"/>
                      <a:pt x="206" y="16"/>
                    </a:cubicBezTo>
                    <a:cubicBezTo>
                      <a:pt x="206" y="16"/>
                      <a:pt x="206" y="16"/>
                      <a:pt x="206" y="16"/>
                    </a:cubicBezTo>
                    <a:cubicBezTo>
                      <a:pt x="206" y="15"/>
                      <a:pt x="207" y="14"/>
                      <a:pt x="207" y="14"/>
                    </a:cubicBezTo>
                    <a:cubicBezTo>
                      <a:pt x="208" y="9"/>
                      <a:pt x="210" y="5"/>
                      <a:pt x="213" y="1"/>
                    </a:cubicBezTo>
                    <a:cubicBezTo>
                      <a:pt x="213" y="0"/>
                      <a:pt x="213" y="0"/>
                      <a:pt x="213" y="0"/>
                    </a:cubicBezTo>
                    <a:cubicBezTo>
                      <a:pt x="257" y="0"/>
                      <a:pt x="257" y="0"/>
                      <a:pt x="257" y="0"/>
                    </a:cubicBezTo>
                    <a:cubicBezTo>
                      <a:pt x="256" y="2"/>
                      <a:pt x="255" y="5"/>
                      <a:pt x="255" y="7"/>
                    </a:cubicBezTo>
                    <a:cubicBezTo>
                      <a:pt x="254" y="13"/>
                      <a:pt x="255" y="18"/>
                      <a:pt x="255" y="24"/>
                    </a:cubicBezTo>
                    <a:cubicBezTo>
                      <a:pt x="252" y="26"/>
                      <a:pt x="249" y="29"/>
                      <a:pt x="249" y="34"/>
                    </a:cubicBezTo>
                    <a:cubicBezTo>
                      <a:pt x="249" y="40"/>
                      <a:pt x="254" y="45"/>
                      <a:pt x="260" y="45"/>
                    </a:cubicBezTo>
                    <a:cubicBezTo>
                      <a:pt x="266" y="45"/>
                      <a:pt x="271" y="40"/>
                      <a:pt x="271" y="34"/>
                    </a:cubicBezTo>
                    <a:cubicBezTo>
                      <a:pt x="271" y="29"/>
                      <a:pt x="268" y="25"/>
                      <a:pt x="263" y="23"/>
                    </a:cubicBezTo>
                    <a:cubicBezTo>
                      <a:pt x="262" y="18"/>
                      <a:pt x="261" y="13"/>
                      <a:pt x="262" y="8"/>
                    </a:cubicBezTo>
                    <a:cubicBezTo>
                      <a:pt x="263" y="5"/>
                      <a:pt x="264" y="3"/>
                      <a:pt x="265" y="0"/>
                    </a:cubicBezTo>
                    <a:cubicBezTo>
                      <a:pt x="313" y="0"/>
                      <a:pt x="313" y="0"/>
                      <a:pt x="313" y="0"/>
                    </a:cubicBezTo>
                    <a:cubicBezTo>
                      <a:pt x="313" y="3"/>
                      <a:pt x="313" y="6"/>
                      <a:pt x="313" y="9"/>
                    </a:cubicBezTo>
                    <a:cubicBezTo>
                      <a:pt x="313" y="14"/>
                      <a:pt x="313" y="19"/>
                      <a:pt x="313" y="24"/>
                    </a:cubicBezTo>
                    <a:cubicBezTo>
                      <a:pt x="309" y="25"/>
                      <a:pt x="306" y="29"/>
                      <a:pt x="306" y="34"/>
                    </a:cubicBezTo>
                    <a:cubicBezTo>
                      <a:pt x="306" y="40"/>
                      <a:pt x="311" y="45"/>
                      <a:pt x="317" y="45"/>
                    </a:cubicBezTo>
                    <a:cubicBezTo>
                      <a:pt x="323" y="45"/>
                      <a:pt x="328" y="40"/>
                      <a:pt x="328" y="34"/>
                    </a:cubicBezTo>
                    <a:cubicBezTo>
                      <a:pt x="328" y="29"/>
                      <a:pt x="325" y="25"/>
                      <a:pt x="321" y="24"/>
                    </a:cubicBezTo>
                    <a:cubicBezTo>
                      <a:pt x="321" y="18"/>
                      <a:pt x="321" y="13"/>
                      <a:pt x="321" y="8"/>
                    </a:cubicBezTo>
                    <a:cubicBezTo>
                      <a:pt x="321" y="5"/>
                      <a:pt x="321" y="3"/>
                      <a:pt x="320" y="0"/>
                    </a:cubicBezTo>
                    <a:cubicBezTo>
                      <a:pt x="371" y="0"/>
                      <a:pt x="371" y="0"/>
                      <a:pt x="371" y="0"/>
                    </a:cubicBezTo>
                    <a:cubicBezTo>
                      <a:pt x="368" y="7"/>
                      <a:pt x="370" y="15"/>
                      <a:pt x="372" y="23"/>
                    </a:cubicBezTo>
                    <a:cubicBezTo>
                      <a:pt x="367" y="24"/>
                      <a:pt x="363" y="29"/>
                      <a:pt x="363" y="34"/>
                    </a:cubicBezTo>
                    <a:cubicBezTo>
                      <a:pt x="363" y="40"/>
                      <a:pt x="368" y="45"/>
                      <a:pt x="374" y="45"/>
                    </a:cubicBezTo>
                    <a:cubicBezTo>
                      <a:pt x="380" y="45"/>
                      <a:pt x="385" y="40"/>
                      <a:pt x="385" y="34"/>
                    </a:cubicBezTo>
                    <a:cubicBezTo>
                      <a:pt x="385" y="30"/>
                      <a:pt x="383" y="27"/>
                      <a:pt x="380" y="25"/>
                    </a:cubicBezTo>
                    <a:cubicBezTo>
                      <a:pt x="380" y="23"/>
                      <a:pt x="379" y="22"/>
                      <a:pt x="379" y="20"/>
                    </a:cubicBezTo>
                    <a:cubicBezTo>
                      <a:pt x="378" y="17"/>
                      <a:pt x="378" y="14"/>
                      <a:pt x="377" y="11"/>
                    </a:cubicBezTo>
                    <a:cubicBezTo>
                      <a:pt x="377" y="7"/>
                      <a:pt x="377" y="5"/>
                      <a:pt x="378" y="2"/>
                    </a:cubicBezTo>
                    <a:cubicBezTo>
                      <a:pt x="378" y="2"/>
                      <a:pt x="378" y="2"/>
                      <a:pt x="378" y="2"/>
                    </a:cubicBezTo>
                    <a:cubicBezTo>
                      <a:pt x="378" y="2"/>
                      <a:pt x="378" y="2"/>
                      <a:pt x="378" y="2"/>
                    </a:cubicBezTo>
                    <a:cubicBezTo>
                      <a:pt x="378" y="1"/>
                      <a:pt x="379" y="1"/>
                      <a:pt x="379" y="1"/>
                    </a:cubicBezTo>
                    <a:cubicBezTo>
                      <a:pt x="379" y="0"/>
                      <a:pt x="379" y="0"/>
                      <a:pt x="379" y="0"/>
                    </a:cubicBezTo>
                    <a:cubicBezTo>
                      <a:pt x="424" y="0"/>
                      <a:pt x="424" y="0"/>
                      <a:pt x="424" y="0"/>
                    </a:cubicBezTo>
                    <a:cubicBezTo>
                      <a:pt x="423" y="8"/>
                      <a:pt x="423" y="16"/>
                      <a:pt x="426" y="24"/>
                    </a:cubicBezTo>
                    <a:cubicBezTo>
                      <a:pt x="422" y="26"/>
                      <a:pt x="420" y="30"/>
                      <a:pt x="420" y="34"/>
                    </a:cubicBezTo>
                    <a:cubicBezTo>
                      <a:pt x="420" y="40"/>
                      <a:pt x="425" y="45"/>
                      <a:pt x="431" y="45"/>
                    </a:cubicBezTo>
                    <a:cubicBezTo>
                      <a:pt x="437" y="45"/>
                      <a:pt x="442" y="40"/>
                      <a:pt x="442" y="34"/>
                    </a:cubicBezTo>
                    <a:cubicBezTo>
                      <a:pt x="442" y="29"/>
                      <a:pt x="438" y="24"/>
                      <a:pt x="433" y="23"/>
                    </a:cubicBezTo>
                    <a:cubicBezTo>
                      <a:pt x="431" y="16"/>
                      <a:pt x="431" y="8"/>
                      <a:pt x="432" y="0"/>
                    </a:cubicBezTo>
                    <a:cubicBezTo>
                      <a:pt x="486" y="0"/>
                      <a:pt x="486" y="0"/>
                      <a:pt x="486" y="0"/>
                    </a:cubicBezTo>
                    <a:cubicBezTo>
                      <a:pt x="484" y="6"/>
                      <a:pt x="482" y="12"/>
                      <a:pt x="485" y="18"/>
                    </a:cubicBezTo>
                    <a:cubicBezTo>
                      <a:pt x="484" y="20"/>
                      <a:pt x="483" y="22"/>
                      <a:pt x="482" y="25"/>
                    </a:cubicBezTo>
                    <a:cubicBezTo>
                      <a:pt x="480" y="26"/>
                      <a:pt x="479" y="28"/>
                      <a:pt x="478" y="30"/>
                    </a:cubicBezTo>
                    <a:cubicBezTo>
                      <a:pt x="477" y="31"/>
                      <a:pt x="477" y="32"/>
                      <a:pt x="477" y="33"/>
                    </a:cubicBezTo>
                    <a:cubicBezTo>
                      <a:pt x="477" y="33"/>
                      <a:pt x="477" y="33"/>
                      <a:pt x="477" y="34"/>
                    </a:cubicBezTo>
                    <a:cubicBezTo>
                      <a:pt x="477" y="40"/>
                      <a:pt x="482" y="45"/>
                      <a:pt x="488" y="45"/>
                    </a:cubicBezTo>
                    <a:cubicBezTo>
                      <a:pt x="494" y="45"/>
                      <a:pt x="499" y="40"/>
                      <a:pt x="499" y="34"/>
                    </a:cubicBezTo>
                    <a:cubicBezTo>
                      <a:pt x="499" y="29"/>
                      <a:pt x="495" y="25"/>
                      <a:pt x="491" y="23"/>
                    </a:cubicBezTo>
                    <a:cubicBezTo>
                      <a:pt x="492" y="22"/>
                      <a:pt x="492" y="20"/>
                      <a:pt x="493" y="19"/>
                    </a:cubicBezTo>
                    <a:cubicBezTo>
                      <a:pt x="494" y="17"/>
                      <a:pt x="493" y="16"/>
                      <a:pt x="492" y="15"/>
                    </a:cubicBezTo>
                    <a:cubicBezTo>
                      <a:pt x="489" y="12"/>
                      <a:pt x="492" y="7"/>
                      <a:pt x="493" y="4"/>
                    </a:cubicBezTo>
                    <a:cubicBezTo>
                      <a:pt x="494" y="2"/>
                      <a:pt x="494" y="1"/>
                      <a:pt x="495" y="0"/>
                    </a:cubicBezTo>
                    <a:cubicBezTo>
                      <a:pt x="540" y="0"/>
                      <a:pt x="540" y="0"/>
                      <a:pt x="540" y="0"/>
                    </a:cubicBezTo>
                    <a:cubicBezTo>
                      <a:pt x="539" y="5"/>
                      <a:pt x="539" y="9"/>
                      <a:pt x="540" y="14"/>
                    </a:cubicBezTo>
                    <a:cubicBezTo>
                      <a:pt x="541" y="17"/>
                      <a:pt x="542" y="20"/>
                      <a:pt x="543" y="23"/>
                    </a:cubicBezTo>
                    <a:cubicBezTo>
                      <a:pt x="538" y="24"/>
                      <a:pt x="534" y="28"/>
                      <a:pt x="534" y="34"/>
                    </a:cubicBezTo>
                    <a:cubicBezTo>
                      <a:pt x="534" y="40"/>
                      <a:pt x="539" y="45"/>
                      <a:pt x="545" y="45"/>
                    </a:cubicBezTo>
                    <a:cubicBezTo>
                      <a:pt x="551" y="45"/>
                      <a:pt x="556" y="40"/>
                      <a:pt x="556" y="34"/>
                    </a:cubicBezTo>
                    <a:cubicBezTo>
                      <a:pt x="556" y="31"/>
                      <a:pt x="555" y="29"/>
                      <a:pt x="554" y="27"/>
                    </a:cubicBezTo>
                    <a:cubicBezTo>
                      <a:pt x="554" y="26"/>
                      <a:pt x="554" y="24"/>
                      <a:pt x="553" y="23"/>
                    </a:cubicBezTo>
                    <a:cubicBezTo>
                      <a:pt x="552" y="22"/>
                      <a:pt x="551" y="21"/>
                      <a:pt x="550" y="19"/>
                    </a:cubicBezTo>
                    <a:cubicBezTo>
                      <a:pt x="550" y="19"/>
                      <a:pt x="550" y="19"/>
                      <a:pt x="549" y="18"/>
                    </a:cubicBezTo>
                    <a:cubicBezTo>
                      <a:pt x="549" y="18"/>
                      <a:pt x="549" y="16"/>
                      <a:pt x="549" y="16"/>
                    </a:cubicBezTo>
                    <a:cubicBezTo>
                      <a:pt x="547" y="10"/>
                      <a:pt x="547" y="5"/>
                      <a:pt x="548" y="0"/>
                    </a:cubicBezTo>
                    <a:cubicBezTo>
                      <a:pt x="600" y="0"/>
                      <a:pt x="600" y="0"/>
                      <a:pt x="600" y="0"/>
                    </a:cubicBezTo>
                    <a:cubicBezTo>
                      <a:pt x="597" y="8"/>
                      <a:pt x="594" y="17"/>
                      <a:pt x="595" y="25"/>
                    </a:cubicBezTo>
                    <a:cubicBezTo>
                      <a:pt x="593" y="27"/>
                      <a:pt x="591" y="30"/>
                      <a:pt x="591" y="34"/>
                    </a:cubicBezTo>
                    <a:cubicBezTo>
                      <a:pt x="591" y="40"/>
                      <a:pt x="596" y="45"/>
                      <a:pt x="602" y="45"/>
                    </a:cubicBezTo>
                    <a:cubicBezTo>
                      <a:pt x="608" y="45"/>
                      <a:pt x="613" y="40"/>
                      <a:pt x="613" y="34"/>
                    </a:cubicBezTo>
                    <a:cubicBezTo>
                      <a:pt x="613" y="28"/>
                      <a:pt x="608" y="24"/>
                      <a:pt x="603" y="23"/>
                    </a:cubicBezTo>
                    <a:cubicBezTo>
                      <a:pt x="602" y="15"/>
                      <a:pt x="605" y="7"/>
                      <a:pt x="608" y="0"/>
                    </a:cubicBezTo>
                    <a:cubicBezTo>
                      <a:pt x="657" y="0"/>
                      <a:pt x="657" y="0"/>
                      <a:pt x="657" y="0"/>
                    </a:cubicBezTo>
                    <a:cubicBezTo>
                      <a:pt x="657" y="5"/>
                      <a:pt x="654" y="10"/>
                      <a:pt x="651" y="14"/>
                    </a:cubicBezTo>
                    <a:cubicBezTo>
                      <a:pt x="650" y="16"/>
                      <a:pt x="655" y="22"/>
                      <a:pt x="656" y="23"/>
                    </a:cubicBezTo>
                    <a:cubicBezTo>
                      <a:pt x="651" y="25"/>
                      <a:pt x="648" y="29"/>
                      <a:pt x="648" y="34"/>
                    </a:cubicBezTo>
                    <a:cubicBezTo>
                      <a:pt x="648" y="40"/>
                      <a:pt x="653" y="45"/>
                      <a:pt x="659" y="45"/>
                    </a:cubicBezTo>
                    <a:cubicBezTo>
                      <a:pt x="665" y="45"/>
                      <a:pt x="669" y="40"/>
                      <a:pt x="669" y="34"/>
                    </a:cubicBezTo>
                    <a:cubicBezTo>
                      <a:pt x="669" y="30"/>
                      <a:pt x="667" y="26"/>
                      <a:pt x="664" y="24"/>
                    </a:cubicBezTo>
                    <a:cubicBezTo>
                      <a:pt x="663" y="21"/>
                      <a:pt x="665" y="5"/>
                      <a:pt x="665" y="0"/>
                    </a:cubicBezTo>
                    <a:cubicBezTo>
                      <a:pt x="705" y="0"/>
                      <a:pt x="705" y="0"/>
                      <a:pt x="705" y="0"/>
                    </a:cubicBezTo>
                    <a:cubicBezTo>
                      <a:pt x="704" y="4"/>
                      <a:pt x="704" y="9"/>
                      <a:pt x="705" y="13"/>
                    </a:cubicBezTo>
                    <a:cubicBezTo>
                      <a:pt x="706" y="17"/>
                      <a:pt x="708" y="21"/>
                      <a:pt x="710" y="25"/>
                    </a:cubicBezTo>
                    <a:cubicBezTo>
                      <a:pt x="707" y="27"/>
                      <a:pt x="705" y="30"/>
                      <a:pt x="705" y="34"/>
                    </a:cubicBezTo>
                    <a:cubicBezTo>
                      <a:pt x="705" y="40"/>
                      <a:pt x="710" y="45"/>
                      <a:pt x="716" y="45"/>
                    </a:cubicBezTo>
                    <a:cubicBezTo>
                      <a:pt x="722" y="45"/>
                      <a:pt x="726" y="40"/>
                      <a:pt x="726" y="34"/>
                    </a:cubicBezTo>
                    <a:cubicBezTo>
                      <a:pt x="726" y="29"/>
                      <a:pt x="723" y="24"/>
                      <a:pt x="718" y="23"/>
                    </a:cubicBezTo>
                    <a:cubicBezTo>
                      <a:pt x="718" y="15"/>
                      <a:pt x="717" y="8"/>
                      <a:pt x="716" y="0"/>
                    </a:cubicBezTo>
                    <a:cubicBezTo>
                      <a:pt x="761" y="0"/>
                      <a:pt x="761" y="0"/>
                      <a:pt x="761" y="0"/>
                    </a:cubicBezTo>
                    <a:cubicBezTo>
                      <a:pt x="760" y="5"/>
                      <a:pt x="762" y="10"/>
                      <a:pt x="763" y="15"/>
                    </a:cubicBezTo>
                    <a:cubicBezTo>
                      <a:pt x="764" y="18"/>
                      <a:pt x="765" y="22"/>
                      <a:pt x="766" y="25"/>
                    </a:cubicBezTo>
                    <a:cubicBezTo>
                      <a:pt x="763" y="27"/>
                      <a:pt x="762" y="30"/>
                      <a:pt x="762" y="34"/>
                    </a:cubicBezTo>
                    <a:cubicBezTo>
                      <a:pt x="762" y="40"/>
                      <a:pt x="767" y="45"/>
                      <a:pt x="773" y="45"/>
                    </a:cubicBezTo>
                    <a:cubicBezTo>
                      <a:pt x="778" y="45"/>
                      <a:pt x="783" y="40"/>
                      <a:pt x="783" y="34"/>
                    </a:cubicBezTo>
                    <a:cubicBezTo>
                      <a:pt x="783" y="30"/>
                      <a:pt x="782" y="27"/>
                      <a:pt x="779" y="25"/>
                    </a:cubicBezTo>
                    <a:cubicBezTo>
                      <a:pt x="780" y="20"/>
                      <a:pt x="780" y="15"/>
                      <a:pt x="780" y="10"/>
                    </a:cubicBezTo>
                    <a:cubicBezTo>
                      <a:pt x="780" y="7"/>
                      <a:pt x="780" y="3"/>
                      <a:pt x="779" y="0"/>
                    </a:cubicBezTo>
                    <a:cubicBezTo>
                      <a:pt x="830" y="0"/>
                      <a:pt x="830" y="0"/>
                      <a:pt x="830" y="0"/>
                    </a:cubicBezTo>
                    <a:cubicBezTo>
                      <a:pt x="829" y="1"/>
                      <a:pt x="829" y="1"/>
                      <a:pt x="829" y="2"/>
                    </a:cubicBezTo>
                    <a:cubicBezTo>
                      <a:pt x="826" y="9"/>
                      <a:pt x="824" y="17"/>
                      <a:pt x="823" y="25"/>
                    </a:cubicBezTo>
                    <a:cubicBezTo>
                      <a:pt x="821" y="27"/>
                      <a:pt x="819" y="30"/>
                      <a:pt x="819" y="34"/>
                    </a:cubicBezTo>
                    <a:cubicBezTo>
                      <a:pt x="819" y="40"/>
                      <a:pt x="823" y="45"/>
                      <a:pt x="829" y="45"/>
                    </a:cubicBezTo>
                    <a:cubicBezTo>
                      <a:pt x="835" y="45"/>
                      <a:pt x="840" y="40"/>
                      <a:pt x="840" y="34"/>
                    </a:cubicBezTo>
                    <a:cubicBezTo>
                      <a:pt x="840" y="28"/>
                      <a:pt x="836" y="24"/>
                      <a:pt x="831" y="23"/>
                    </a:cubicBezTo>
                    <a:cubicBezTo>
                      <a:pt x="832" y="17"/>
                      <a:pt x="834" y="10"/>
                      <a:pt x="836" y="4"/>
                    </a:cubicBezTo>
                    <a:cubicBezTo>
                      <a:pt x="837" y="3"/>
                      <a:pt x="837" y="1"/>
                      <a:pt x="838" y="0"/>
                    </a:cubicBezTo>
                    <a:lnTo>
                      <a:pt x="862" y="0"/>
                    </a:lnTo>
                    <a:close/>
                  </a:path>
                </a:pathLst>
              </a:custGeom>
              <a:solidFill>
                <a:schemeClr val="accent1"/>
              </a:solidFill>
              <a:ln>
                <a:noFill/>
              </a:ln>
              <a:effectLst>
                <a:outerShdw blurRad="57150" rotWithShape="0" algn="bl" dir="1206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2" name="Google Shape;452;p11"/>
              <p:cNvGrpSpPr/>
              <p:nvPr/>
            </p:nvGrpSpPr>
            <p:grpSpPr>
              <a:xfrm>
                <a:off x="2257425" y="-1661099"/>
                <a:ext cx="3254375" cy="1952626"/>
                <a:chOff x="2257425" y="-1661099"/>
                <a:chExt cx="3254375" cy="1952626"/>
              </a:xfrm>
            </p:grpSpPr>
            <p:sp>
              <p:nvSpPr>
                <p:cNvPr id="453" name="Google Shape;453;p11"/>
                <p:cNvSpPr/>
                <p:nvPr/>
              </p:nvSpPr>
              <p:spPr>
                <a:xfrm>
                  <a:off x="2257425" y="166113"/>
                  <a:ext cx="127000" cy="7938"/>
                </a:xfrm>
                <a:custGeom>
                  <a:rect b="b" l="l" r="r" t="t"/>
                  <a:pathLst>
                    <a:path extrusionOk="0" h="2" w="34">
                      <a:moveTo>
                        <a:pt x="0" y="0"/>
                      </a:moveTo>
                      <a:cubicBezTo>
                        <a:pt x="0" y="2"/>
                        <a:pt x="0" y="2"/>
                        <a:pt x="0" y="2"/>
                      </a:cubicBezTo>
                      <a:cubicBezTo>
                        <a:pt x="0" y="2"/>
                        <a:pt x="0" y="2"/>
                        <a:pt x="0" y="2"/>
                      </a:cubicBezTo>
                      <a:cubicBezTo>
                        <a:pt x="32" y="2"/>
                        <a:pt x="32" y="2"/>
                        <a:pt x="32" y="2"/>
                      </a:cubicBezTo>
                      <a:cubicBezTo>
                        <a:pt x="33" y="2"/>
                        <a:pt x="33" y="2"/>
                        <a:pt x="33" y="2"/>
                      </a:cubicBezTo>
                      <a:cubicBezTo>
                        <a:pt x="34" y="1"/>
                        <a:pt x="34" y="1"/>
                        <a:pt x="34" y="0"/>
                      </a:cubicBezTo>
                      <a:cubicBezTo>
                        <a:pt x="0" y="0"/>
                        <a:pt x="0" y="0"/>
                        <a:pt x="0" y="0"/>
                      </a:cubicBezTo>
                      <a:cubicBezTo>
                        <a:pt x="0" y="0"/>
                        <a:pt x="0" y="0"/>
                        <a:pt x="0" y="0"/>
                      </a:cubicBez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4" name="Google Shape;454;p11"/>
                <p:cNvSpPr/>
                <p:nvPr/>
              </p:nvSpPr>
              <p:spPr>
                <a:xfrm>
                  <a:off x="2257425" y="-1661099"/>
                  <a:ext cx="3254375" cy="1952626"/>
                </a:xfrm>
                <a:custGeom>
                  <a:rect b="b" l="l" r="r" t="t"/>
                  <a:pathLst>
                    <a:path extrusionOk="0" h="518" w="862">
                      <a:moveTo>
                        <a:pt x="862" y="2"/>
                      </a:moveTo>
                      <a:cubicBezTo>
                        <a:pt x="862" y="2"/>
                        <a:pt x="862" y="2"/>
                        <a:pt x="862" y="2"/>
                      </a:cubicBezTo>
                      <a:cubicBezTo>
                        <a:pt x="862" y="1"/>
                        <a:pt x="862" y="1"/>
                        <a:pt x="862" y="1"/>
                      </a:cubicBezTo>
                      <a:cubicBezTo>
                        <a:pt x="862" y="1"/>
                        <a:pt x="862" y="0"/>
                        <a:pt x="862" y="0"/>
                      </a:cubicBezTo>
                      <a:cubicBezTo>
                        <a:pt x="0" y="0"/>
                        <a:pt x="0" y="0"/>
                        <a:pt x="0" y="0"/>
                      </a:cubicBezTo>
                      <a:cubicBezTo>
                        <a:pt x="0" y="0"/>
                        <a:pt x="0" y="1"/>
                        <a:pt x="0" y="1"/>
                      </a:cubicBezTo>
                      <a:cubicBezTo>
                        <a:pt x="0" y="2"/>
                        <a:pt x="0" y="2"/>
                        <a:pt x="0" y="2"/>
                      </a:cubicBezTo>
                      <a:cubicBezTo>
                        <a:pt x="0" y="2"/>
                        <a:pt x="0" y="2"/>
                        <a:pt x="0" y="2"/>
                      </a:cubicBezTo>
                      <a:cubicBezTo>
                        <a:pt x="39" y="2"/>
                        <a:pt x="39" y="2"/>
                        <a:pt x="39" y="2"/>
                      </a:cubicBezTo>
                      <a:cubicBezTo>
                        <a:pt x="39" y="37"/>
                        <a:pt x="39" y="37"/>
                        <a:pt x="39" y="37"/>
                      </a:cubicBezTo>
                      <a:cubicBezTo>
                        <a:pt x="0" y="37"/>
                        <a:pt x="0" y="37"/>
                        <a:pt x="0" y="37"/>
                      </a:cubicBezTo>
                      <a:cubicBezTo>
                        <a:pt x="0" y="37"/>
                        <a:pt x="0" y="38"/>
                        <a:pt x="0" y="38"/>
                      </a:cubicBezTo>
                      <a:cubicBezTo>
                        <a:pt x="0" y="39"/>
                        <a:pt x="0" y="39"/>
                        <a:pt x="0" y="39"/>
                      </a:cubicBezTo>
                      <a:cubicBezTo>
                        <a:pt x="0" y="39"/>
                        <a:pt x="0" y="39"/>
                        <a:pt x="0" y="39"/>
                      </a:cubicBezTo>
                      <a:cubicBezTo>
                        <a:pt x="39" y="39"/>
                        <a:pt x="39" y="39"/>
                        <a:pt x="39" y="39"/>
                      </a:cubicBezTo>
                      <a:cubicBezTo>
                        <a:pt x="39" y="74"/>
                        <a:pt x="39" y="74"/>
                        <a:pt x="39" y="74"/>
                      </a:cubicBezTo>
                      <a:cubicBezTo>
                        <a:pt x="0" y="74"/>
                        <a:pt x="0" y="74"/>
                        <a:pt x="0" y="74"/>
                      </a:cubicBezTo>
                      <a:cubicBezTo>
                        <a:pt x="0" y="74"/>
                        <a:pt x="0" y="74"/>
                        <a:pt x="0" y="74"/>
                      </a:cubicBezTo>
                      <a:cubicBezTo>
                        <a:pt x="0" y="76"/>
                        <a:pt x="0" y="76"/>
                        <a:pt x="0" y="76"/>
                      </a:cubicBezTo>
                      <a:cubicBezTo>
                        <a:pt x="0" y="76"/>
                        <a:pt x="0" y="76"/>
                        <a:pt x="0" y="76"/>
                      </a:cubicBezTo>
                      <a:cubicBezTo>
                        <a:pt x="39" y="76"/>
                        <a:pt x="39" y="76"/>
                        <a:pt x="39" y="76"/>
                      </a:cubicBezTo>
                      <a:cubicBezTo>
                        <a:pt x="39" y="111"/>
                        <a:pt x="39" y="111"/>
                        <a:pt x="39" y="111"/>
                      </a:cubicBezTo>
                      <a:cubicBezTo>
                        <a:pt x="0" y="111"/>
                        <a:pt x="0" y="111"/>
                        <a:pt x="0" y="111"/>
                      </a:cubicBezTo>
                      <a:cubicBezTo>
                        <a:pt x="0" y="111"/>
                        <a:pt x="0" y="111"/>
                        <a:pt x="0" y="111"/>
                      </a:cubicBezTo>
                      <a:cubicBezTo>
                        <a:pt x="0" y="113"/>
                        <a:pt x="0" y="113"/>
                        <a:pt x="0" y="113"/>
                      </a:cubicBezTo>
                      <a:cubicBezTo>
                        <a:pt x="0" y="113"/>
                        <a:pt x="0" y="113"/>
                        <a:pt x="0" y="113"/>
                      </a:cubicBezTo>
                      <a:cubicBezTo>
                        <a:pt x="39" y="113"/>
                        <a:pt x="39" y="113"/>
                        <a:pt x="39" y="113"/>
                      </a:cubicBezTo>
                      <a:cubicBezTo>
                        <a:pt x="39" y="148"/>
                        <a:pt x="39" y="148"/>
                        <a:pt x="39" y="148"/>
                      </a:cubicBezTo>
                      <a:cubicBezTo>
                        <a:pt x="0" y="148"/>
                        <a:pt x="0" y="148"/>
                        <a:pt x="0" y="148"/>
                      </a:cubicBezTo>
                      <a:cubicBezTo>
                        <a:pt x="0" y="148"/>
                        <a:pt x="0" y="148"/>
                        <a:pt x="0" y="148"/>
                      </a:cubicBezTo>
                      <a:cubicBezTo>
                        <a:pt x="0" y="150"/>
                        <a:pt x="0" y="150"/>
                        <a:pt x="0" y="150"/>
                      </a:cubicBezTo>
                      <a:cubicBezTo>
                        <a:pt x="0" y="150"/>
                        <a:pt x="0" y="150"/>
                        <a:pt x="0" y="150"/>
                      </a:cubicBezTo>
                      <a:cubicBezTo>
                        <a:pt x="39" y="150"/>
                        <a:pt x="39" y="150"/>
                        <a:pt x="39" y="150"/>
                      </a:cubicBezTo>
                      <a:cubicBezTo>
                        <a:pt x="39" y="185"/>
                        <a:pt x="39" y="185"/>
                        <a:pt x="39" y="185"/>
                      </a:cubicBezTo>
                      <a:cubicBezTo>
                        <a:pt x="0" y="185"/>
                        <a:pt x="0" y="185"/>
                        <a:pt x="0" y="185"/>
                      </a:cubicBezTo>
                      <a:cubicBezTo>
                        <a:pt x="0" y="185"/>
                        <a:pt x="0" y="185"/>
                        <a:pt x="0" y="185"/>
                      </a:cubicBezTo>
                      <a:cubicBezTo>
                        <a:pt x="0" y="187"/>
                        <a:pt x="0" y="187"/>
                        <a:pt x="0" y="187"/>
                      </a:cubicBezTo>
                      <a:cubicBezTo>
                        <a:pt x="0" y="187"/>
                        <a:pt x="0" y="187"/>
                        <a:pt x="0" y="187"/>
                      </a:cubicBezTo>
                      <a:cubicBezTo>
                        <a:pt x="39" y="187"/>
                        <a:pt x="39" y="187"/>
                        <a:pt x="39" y="187"/>
                      </a:cubicBezTo>
                      <a:cubicBezTo>
                        <a:pt x="39" y="222"/>
                        <a:pt x="39" y="222"/>
                        <a:pt x="39" y="222"/>
                      </a:cubicBezTo>
                      <a:cubicBezTo>
                        <a:pt x="0" y="222"/>
                        <a:pt x="0" y="222"/>
                        <a:pt x="0" y="222"/>
                      </a:cubicBezTo>
                      <a:cubicBezTo>
                        <a:pt x="0" y="222"/>
                        <a:pt x="0" y="222"/>
                        <a:pt x="0" y="222"/>
                      </a:cubicBezTo>
                      <a:cubicBezTo>
                        <a:pt x="0" y="224"/>
                        <a:pt x="0" y="224"/>
                        <a:pt x="0" y="224"/>
                      </a:cubicBezTo>
                      <a:cubicBezTo>
                        <a:pt x="0" y="224"/>
                        <a:pt x="0" y="224"/>
                        <a:pt x="0" y="224"/>
                      </a:cubicBezTo>
                      <a:cubicBezTo>
                        <a:pt x="39" y="224"/>
                        <a:pt x="39" y="224"/>
                        <a:pt x="39" y="224"/>
                      </a:cubicBezTo>
                      <a:cubicBezTo>
                        <a:pt x="39" y="259"/>
                        <a:pt x="39" y="259"/>
                        <a:pt x="39" y="259"/>
                      </a:cubicBezTo>
                      <a:cubicBezTo>
                        <a:pt x="0" y="259"/>
                        <a:pt x="0" y="259"/>
                        <a:pt x="0" y="259"/>
                      </a:cubicBezTo>
                      <a:cubicBezTo>
                        <a:pt x="0" y="259"/>
                        <a:pt x="0" y="259"/>
                        <a:pt x="0" y="259"/>
                      </a:cubicBezTo>
                      <a:cubicBezTo>
                        <a:pt x="0" y="261"/>
                        <a:pt x="0" y="261"/>
                        <a:pt x="0" y="261"/>
                      </a:cubicBezTo>
                      <a:cubicBezTo>
                        <a:pt x="0" y="261"/>
                        <a:pt x="0" y="261"/>
                        <a:pt x="0" y="261"/>
                      </a:cubicBezTo>
                      <a:cubicBezTo>
                        <a:pt x="39" y="261"/>
                        <a:pt x="39" y="261"/>
                        <a:pt x="39" y="261"/>
                      </a:cubicBezTo>
                      <a:cubicBezTo>
                        <a:pt x="39" y="296"/>
                        <a:pt x="39" y="296"/>
                        <a:pt x="39" y="296"/>
                      </a:cubicBezTo>
                      <a:cubicBezTo>
                        <a:pt x="0" y="296"/>
                        <a:pt x="0" y="296"/>
                        <a:pt x="0" y="296"/>
                      </a:cubicBezTo>
                      <a:cubicBezTo>
                        <a:pt x="0" y="296"/>
                        <a:pt x="0" y="296"/>
                        <a:pt x="0" y="296"/>
                      </a:cubicBezTo>
                      <a:cubicBezTo>
                        <a:pt x="0" y="298"/>
                        <a:pt x="0" y="298"/>
                        <a:pt x="0" y="298"/>
                      </a:cubicBezTo>
                      <a:cubicBezTo>
                        <a:pt x="0" y="298"/>
                        <a:pt x="0" y="298"/>
                        <a:pt x="0" y="298"/>
                      </a:cubicBezTo>
                      <a:cubicBezTo>
                        <a:pt x="39" y="298"/>
                        <a:pt x="39" y="298"/>
                        <a:pt x="39" y="298"/>
                      </a:cubicBezTo>
                      <a:cubicBezTo>
                        <a:pt x="39" y="333"/>
                        <a:pt x="39" y="333"/>
                        <a:pt x="39" y="333"/>
                      </a:cubicBezTo>
                      <a:cubicBezTo>
                        <a:pt x="0" y="333"/>
                        <a:pt x="0" y="333"/>
                        <a:pt x="0" y="333"/>
                      </a:cubicBezTo>
                      <a:cubicBezTo>
                        <a:pt x="0" y="333"/>
                        <a:pt x="0" y="333"/>
                        <a:pt x="0" y="333"/>
                      </a:cubicBezTo>
                      <a:cubicBezTo>
                        <a:pt x="0" y="334"/>
                        <a:pt x="0" y="334"/>
                        <a:pt x="0" y="334"/>
                      </a:cubicBezTo>
                      <a:cubicBezTo>
                        <a:pt x="0" y="335"/>
                        <a:pt x="0" y="335"/>
                        <a:pt x="0" y="335"/>
                      </a:cubicBezTo>
                      <a:cubicBezTo>
                        <a:pt x="39" y="335"/>
                        <a:pt x="39" y="335"/>
                        <a:pt x="39" y="335"/>
                      </a:cubicBezTo>
                      <a:cubicBezTo>
                        <a:pt x="39" y="370"/>
                        <a:pt x="39" y="370"/>
                        <a:pt x="39" y="370"/>
                      </a:cubicBezTo>
                      <a:cubicBezTo>
                        <a:pt x="0" y="370"/>
                        <a:pt x="0" y="370"/>
                        <a:pt x="0" y="370"/>
                      </a:cubicBezTo>
                      <a:cubicBezTo>
                        <a:pt x="0" y="370"/>
                        <a:pt x="0" y="370"/>
                        <a:pt x="0" y="370"/>
                      </a:cubicBezTo>
                      <a:cubicBezTo>
                        <a:pt x="0" y="371"/>
                        <a:pt x="0" y="371"/>
                        <a:pt x="0" y="371"/>
                      </a:cubicBezTo>
                      <a:cubicBezTo>
                        <a:pt x="0" y="371"/>
                        <a:pt x="0" y="372"/>
                        <a:pt x="0" y="372"/>
                      </a:cubicBezTo>
                      <a:cubicBezTo>
                        <a:pt x="39" y="372"/>
                        <a:pt x="39" y="372"/>
                        <a:pt x="39" y="372"/>
                      </a:cubicBezTo>
                      <a:cubicBezTo>
                        <a:pt x="39" y="406"/>
                        <a:pt x="39" y="406"/>
                        <a:pt x="39" y="406"/>
                      </a:cubicBezTo>
                      <a:cubicBezTo>
                        <a:pt x="0" y="406"/>
                        <a:pt x="0" y="406"/>
                        <a:pt x="0" y="406"/>
                      </a:cubicBezTo>
                      <a:cubicBezTo>
                        <a:pt x="0" y="406"/>
                        <a:pt x="0" y="407"/>
                        <a:pt x="0" y="407"/>
                      </a:cubicBezTo>
                      <a:cubicBezTo>
                        <a:pt x="0" y="408"/>
                        <a:pt x="0" y="408"/>
                        <a:pt x="0" y="408"/>
                      </a:cubicBezTo>
                      <a:cubicBezTo>
                        <a:pt x="0" y="408"/>
                        <a:pt x="0" y="408"/>
                        <a:pt x="0" y="408"/>
                      </a:cubicBezTo>
                      <a:cubicBezTo>
                        <a:pt x="39" y="408"/>
                        <a:pt x="39" y="408"/>
                        <a:pt x="39" y="408"/>
                      </a:cubicBezTo>
                      <a:cubicBezTo>
                        <a:pt x="39" y="446"/>
                        <a:pt x="39" y="446"/>
                        <a:pt x="39" y="446"/>
                      </a:cubicBezTo>
                      <a:cubicBezTo>
                        <a:pt x="0" y="446"/>
                        <a:pt x="0" y="446"/>
                        <a:pt x="0" y="446"/>
                      </a:cubicBezTo>
                      <a:cubicBezTo>
                        <a:pt x="0" y="446"/>
                        <a:pt x="0" y="446"/>
                        <a:pt x="0" y="446"/>
                      </a:cubicBezTo>
                      <a:cubicBezTo>
                        <a:pt x="0" y="448"/>
                        <a:pt x="0" y="448"/>
                        <a:pt x="0" y="448"/>
                      </a:cubicBezTo>
                      <a:cubicBezTo>
                        <a:pt x="0" y="448"/>
                        <a:pt x="0" y="448"/>
                        <a:pt x="0" y="448"/>
                      </a:cubicBezTo>
                      <a:cubicBezTo>
                        <a:pt x="39" y="448"/>
                        <a:pt x="39" y="448"/>
                        <a:pt x="39" y="448"/>
                      </a:cubicBezTo>
                      <a:cubicBezTo>
                        <a:pt x="39" y="479"/>
                        <a:pt x="39" y="479"/>
                        <a:pt x="39" y="479"/>
                      </a:cubicBezTo>
                      <a:cubicBezTo>
                        <a:pt x="40" y="479"/>
                        <a:pt x="40" y="478"/>
                        <a:pt x="41" y="478"/>
                      </a:cubicBezTo>
                      <a:cubicBezTo>
                        <a:pt x="41" y="448"/>
                        <a:pt x="41" y="448"/>
                        <a:pt x="41" y="448"/>
                      </a:cubicBezTo>
                      <a:cubicBezTo>
                        <a:pt x="78" y="448"/>
                        <a:pt x="78" y="448"/>
                        <a:pt x="78" y="448"/>
                      </a:cubicBezTo>
                      <a:cubicBezTo>
                        <a:pt x="78" y="474"/>
                        <a:pt x="78" y="474"/>
                        <a:pt x="78" y="474"/>
                      </a:cubicBezTo>
                      <a:cubicBezTo>
                        <a:pt x="79" y="474"/>
                        <a:pt x="80" y="474"/>
                        <a:pt x="80" y="474"/>
                      </a:cubicBezTo>
                      <a:cubicBezTo>
                        <a:pt x="80" y="448"/>
                        <a:pt x="80" y="448"/>
                        <a:pt x="80" y="448"/>
                      </a:cubicBezTo>
                      <a:cubicBezTo>
                        <a:pt x="118" y="448"/>
                        <a:pt x="118" y="448"/>
                        <a:pt x="118" y="448"/>
                      </a:cubicBezTo>
                      <a:cubicBezTo>
                        <a:pt x="118" y="469"/>
                        <a:pt x="118" y="469"/>
                        <a:pt x="118" y="469"/>
                      </a:cubicBezTo>
                      <a:cubicBezTo>
                        <a:pt x="118" y="469"/>
                        <a:pt x="119" y="468"/>
                        <a:pt x="120" y="467"/>
                      </a:cubicBezTo>
                      <a:cubicBezTo>
                        <a:pt x="120" y="448"/>
                        <a:pt x="120" y="448"/>
                        <a:pt x="120" y="448"/>
                      </a:cubicBezTo>
                      <a:cubicBezTo>
                        <a:pt x="154" y="448"/>
                        <a:pt x="154" y="448"/>
                        <a:pt x="154" y="448"/>
                      </a:cubicBezTo>
                      <a:cubicBezTo>
                        <a:pt x="154" y="466"/>
                        <a:pt x="154" y="466"/>
                        <a:pt x="154" y="466"/>
                      </a:cubicBezTo>
                      <a:cubicBezTo>
                        <a:pt x="155" y="466"/>
                        <a:pt x="156" y="466"/>
                        <a:pt x="156" y="466"/>
                      </a:cubicBezTo>
                      <a:cubicBezTo>
                        <a:pt x="156" y="448"/>
                        <a:pt x="156" y="448"/>
                        <a:pt x="156" y="448"/>
                      </a:cubicBezTo>
                      <a:cubicBezTo>
                        <a:pt x="191" y="448"/>
                        <a:pt x="191" y="448"/>
                        <a:pt x="191" y="448"/>
                      </a:cubicBezTo>
                      <a:cubicBezTo>
                        <a:pt x="191" y="459"/>
                        <a:pt x="191" y="459"/>
                        <a:pt x="191" y="459"/>
                      </a:cubicBezTo>
                      <a:cubicBezTo>
                        <a:pt x="192" y="459"/>
                        <a:pt x="193" y="459"/>
                        <a:pt x="193" y="459"/>
                      </a:cubicBezTo>
                      <a:cubicBezTo>
                        <a:pt x="193" y="448"/>
                        <a:pt x="193" y="448"/>
                        <a:pt x="193" y="448"/>
                      </a:cubicBezTo>
                      <a:cubicBezTo>
                        <a:pt x="228" y="448"/>
                        <a:pt x="228" y="448"/>
                        <a:pt x="228" y="448"/>
                      </a:cubicBezTo>
                      <a:cubicBezTo>
                        <a:pt x="228" y="455"/>
                        <a:pt x="228" y="455"/>
                        <a:pt x="228" y="455"/>
                      </a:cubicBezTo>
                      <a:cubicBezTo>
                        <a:pt x="229" y="455"/>
                        <a:pt x="230" y="455"/>
                        <a:pt x="230" y="455"/>
                      </a:cubicBezTo>
                      <a:cubicBezTo>
                        <a:pt x="230" y="448"/>
                        <a:pt x="230" y="448"/>
                        <a:pt x="230" y="448"/>
                      </a:cubicBezTo>
                      <a:cubicBezTo>
                        <a:pt x="265" y="448"/>
                        <a:pt x="265" y="448"/>
                        <a:pt x="265" y="448"/>
                      </a:cubicBezTo>
                      <a:cubicBezTo>
                        <a:pt x="265" y="453"/>
                        <a:pt x="265" y="453"/>
                        <a:pt x="265" y="453"/>
                      </a:cubicBezTo>
                      <a:cubicBezTo>
                        <a:pt x="266" y="453"/>
                        <a:pt x="266" y="453"/>
                        <a:pt x="267" y="453"/>
                      </a:cubicBezTo>
                      <a:cubicBezTo>
                        <a:pt x="267" y="448"/>
                        <a:pt x="267" y="448"/>
                        <a:pt x="267" y="448"/>
                      </a:cubicBezTo>
                      <a:cubicBezTo>
                        <a:pt x="276" y="448"/>
                        <a:pt x="276" y="448"/>
                        <a:pt x="276" y="448"/>
                      </a:cubicBezTo>
                      <a:cubicBezTo>
                        <a:pt x="278" y="447"/>
                        <a:pt x="279" y="447"/>
                        <a:pt x="281" y="447"/>
                      </a:cubicBezTo>
                      <a:cubicBezTo>
                        <a:pt x="282" y="447"/>
                        <a:pt x="282" y="446"/>
                        <a:pt x="283" y="446"/>
                      </a:cubicBezTo>
                      <a:cubicBezTo>
                        <a:pt x="267" y="446"/>
                        <a:pt x="267" y="446"/>
                        <a:pt x="267" y="446"/>
                      </a:cubicBezTo>
                      <a:cubicBezTo>
                        <a:pt x="267" y="408"/>
                        <a:pt x="267" y="408"/>
                        <a:pt x="267" y="408"/>
                      </a:cubicBezTo>
                      <a:cubicBezTo>
                        <a:pt x="302" y="408"/>
                        <a:pt x="302" y="408"/>
                        <a:pt x="302" y="408"/>
                      </a:cubicBezTo>
                      <a:cubicBezTo>
                        <a:pt x="302" y="446"/>
                        <a:pt x="302" y="446"/>
                        <a:pt x="302" y="446"/>
                      </a:cubicBezTo>
                      <a:cubicBezTo>
                        <a:pt x="300" y="446"/>
                        <a:pt x="300" y="446"/>
                        <a:pt x="300" y="446"/>
                      </a:cubicBezTo>
                      <a:cubicBezTo>
                        <a:pt x="301" y="447"/>
                        <a:pt x="303" y="448"/>
                        <a:pt x="304" y="448"/>
                      </a:cubicBezTo>
                      <a:cubicBezTo>
                        <a:pt x="304" y="448"/>
                        <a:pt x="304" y="448"/>
                        <a:pt x="304" y="448"/>
                      </a:cubicBezTo>
                      <a:cubicBezTo>
                        <a:pt x="339" y="448"/>
                        <a:pt x="339" y="448"/>
                        <a:pt x="339" y="448"/>
                      </a:cubicBezTo>
                      <a:cubicBezTo>
                        <a:pt x="339" y="455"/>
                        <a:pt x="339" y="455"/>
                        <a:pt x="339" y="455"/>
                      </a:cubicBezTo>
                      <a:cubicBezTo>
                        <a:pt x="340" y="456"/>
                        <a:pt x="340" y="456"/>
                        <a:pt x="341" y="457"/>
                      </a:cubicBezTo>
                      <a:cubicBezTo>
                        <a:pt x="341" y="448"/>
                        <a:pt x="341" y="448"/>
                        <a:pt x="341" y="448"/>
                      </a:cubicBezTo>
                      <a:cubicBezTo>
                        <a:pt x="376" y="448"/>
                        <a:pt x="376" y="448"/>
                        <a:pt x="376" y="448"/>
                      </a:cubicBezTo>
                      <a:cubicBezTo>
                        <a:pt x="376" y="461"/>
                        <a:pt x="376" y="461"/>
                        <a:pt x="376" y="461"/>
                      </a:cubicBezTo>
                      <a:cubicBezTo>
                        <a:pt x="377" y="461"/>
                        <a:pt x="377" y="461"/>
                        <a:pt x="378" y="461"/>
                      </a:cubicBezTo>
                      <a:cubicBezTo>
                        <a:pt x="378" y="448"/>
                        <a:pt x="378" y="448"/>
                        <a:pt x="378" y="448"/>
                      </a:cubicBezTo>
                      <a:cubicBezTo>
                        <a:pt x="413" y="448"/>
                        <a:pt x="413" y="448"/>
                        <a:pt x="413" y="448"/>
                      </a:cubicBezTo>
                      <a:cubicBezTo>
                        <a:pt x="413" y="466"/>
                        <a:pt x="413" y="466"/>
                        <a:pt x="413" y="466"/>
                      </a:cubicBezTo>
                      <a:cubicBezTo>
                        <a:pt x="413" y="466"/>
                        <a:pt x="414" y="466"/>
                        <a:pt x="415" y="466"/>
                      </a:cubicBezTo>
                      <a:cubicBezTo>
                        <a:pt x="415" y="448"/>
                        <a:pt x="415" y="448"/>
                        <a:pt x="415" y="448"/>
                      </a:cubicBezTo>
                      <a:cubicBezTo>
                        <a:pt x="450" y="448"/>
                        <a:pt x="450" y="448"/>
                        <a:pt x="450" y="448"/>
                      </a:cubicBezTo>
                      <a:cubicBezTo>
                        <a:pt x="450" y="470"/>
                        <a:pt x="450" y="470"/>
                        <a:pt x="450" y="470"/>
                      </a:cubicBezTo>
                      <a:cubicBezTo>
                        <a:pt x="450" y="470"/>
                        <a:pt x="451" y="470"/>
                        <a:pt x="452" y="471"/>
                      </a:cubicBezTo>
                      <a:cubicBezTo>
                        <a:pt x="452" y="448"/>
                        <a:pt x="452" y="448"/>
                        <a:pt x="452" y="448"/>
                      </a:cubicBezTo>
                      <a:cubicBezTo>
                        <a:pt x="487" y="448"/>
                        <a:pt x="487" y="448"/>
                        <a:pt x="487" y="448"/>
                      </a:cubicBezTo>
                      <a:cubicBezTo>
                        <a:pt x="487" y="474"/>
                        <a:pt x="487" y="474"/>
                        <a:pt x="487" y="474"/>
                      </a:cubicBezTo>
                      <a:cubicBezTo>
                        <a:pt x="487" y="474"/>
                        <a:pt x="488" y="475"/>
                        <a:pt x="488" y="476"/>
                      </a:cubicBezTo>
                      <a:cubicBezTo>
                        <a:pt x="488" y="476"/>
                        <a:pt x="488" y="476"/>
                        <a:pt x="489" y="476"/>
                      </a:cubicBezTo>
                      <a:cubicBezTo>
                        <a:pt x="489" y="448"/>
                        <a:pt x="489" y="448"/>
                        <a:pt x="489" y="448"/>
                      </a:cubicBezTo>
                      <a:cubicBezTo>
                        <a:pt x="524" y="448"/>
                        <a:pt x="524" y="448"/>
                        <a:pt x="524" y="448"/>
                      </a:cubicBezTo>
                      <a:cubicBezTo>
                        <a:pt x="524" y="479"/>
                        <a:pt x="524" y="479"/>
                        <a:pt x="524" y="479"/>
                      </a:cubicBezTo>
                      <a:cubicBezTo>
                        <a:pt x="524" y="478"/>
                        <a:pt x="525" y="478"/>
                        <a:pt x="526" y="478"/>
                      </a:cubicBezTo>
                      <a:cubicBezTo>
                        <a:pt x="526" y="448"/>
                        <a:pt x="526" y="448"/>
                        <a:pt x="526" y="448"/>
                      </a:cubicBezTo>
                      <a:cubicBezTo>
                        <a:pt x="563" y="448"/>
                        <a:pt x="563" y="448"/>
                        <a:pt x="563" y="448"/>
                      </a:cubicBezTo>
                      <a:cubicBezTo>
                        <a:pt x="563" y="485"/>
                        <a:pt x="563" y="485"/>
                        <a:pt x="563" y="485"/>
                      </a:cubicBezTo>
                      <a:cubicBezTo>
                        <a:pt x="558" y="485"/>
                        <a:pt x="558" y="485"/>
                        <a:pt x="558" y="485"/>
                      </a:cubicBezTo>
                      <a:cubicBezTo>
                        <a:pt x="559" y="486"/>
                        <a:pt x="560" y="486"/>
                        <a:pt x="561" y="487"/>
                      </a:cubicBezTo>
                      <a:cubicBezTo>
                        <a:pt x="563" y="487"/>
                        <a:pt x="563" y="487"/>
                        <a:pt x="563" y="487"/>
                      </a:cubicBezTo>
                      <a:cubicBezTo>
                        <a:pt x="563" y="488"/>
                        <a:pt x="563" y="488"/>
                        <a:pt x="563" y="488"/>
                      </a:cubicBezTo>
                      <a:cubicBezTo>
                        <a:pt x="563" y="489"/>
                        <a:pt x="564" y="489"/>
                        <a:pt x="565" y="489"/>
                      </a:cubicBezTo>
                      <a:cubicBezTo>
                        <a:pt x="565" y="487"/>
                        <a:pt x="565" y="487"/>
                        <a:pt x="565" y="487"/>
                      </a:cubicBezTo>
                      <a:cubicBezTo>
                        <a:pt x="582" y="487"/>
                        <a:pt x="582" y="487"/>
                        <a:pt x="582" y="487"/>
                      </a:cubicBezTo>
                      <a:cubicBezTo>
                        <a:pt x="583" y="486"/>
                        <a:pt x="584" y="486"/>
                        <a:pt x="585" y="485"/>
                      </a:cubicBezTo>
                      <a:cubicBezTo>
                        <a:pt x="565" y="485"/>
                        <a:pt x="565" y="485"/>
                        <a:pt x="565" y="485"/>
                      </a:cubicBezTo>
                      <a:cubicBezTo>
                        <a:pt x="565" y="448"/>
                        <a:pt x="565" y="448"/>
                        <a:pt x="565" y="448"/>
                      </a:cubicBezTo>
                      <a:cubicBezTo>
                        <a:pt x="599" y="448"/>
                        <a:pt x="599" y="448"/>
                        <a:pt x="599" y="448"/>
                      </a:cubicBezTo>
                      <a:cubicBezTo>
                        <a:pt x="599" y="485"/>
                        <a:pt x="599" y="485"/>
                        <a:pt x="599" y="485"/>
                      </a:cubicBezTo>
                      <a:cubicBezTo>
                        <a:pt x="595" y="485"/>
                        <a:pt x="595" y="485"/>
                        <a:pt x="595" y="485"/>
                      </a:cubicBezTo>
                      <a:cubicBezTo>
                        <a:pt x="596" y="485"/>
                        <a:pt x="596" y="485"/>
                        <a:pt x="597" y="486"/>
                      </a:cubicBezTo>
                      <a:cubicBezTo>
                        <a:pt x="600" y="486"/>
                        <a:pt x="599" y="486"/>
                        <a:pt x="601" y="487"/>
                      </a:cubicBezTo>
                      <a:cubicBezTo>
                        <a:pt x="602" y="487"/>
                        <a:pt x="602" y="487"/>
                        <a:pt x="602" y="487"/>
                      </a:cubicBezTo>
                      <a:cubicBezTo>
                        <a:pt x="636" y="487"/>
                        <a:pt x="636" y="487"/>
                        <a:pt x="636" y="487"/>
                      </a:cubicBezTo>
                      <a:cubicBezTo>
                        <a:pt x="636" y="493"/>
                        <a:pt x="636" y="493"/>
                        <a:pt x="636" y="493"/>
                      </a:cubicBezTo>
                      <a:cubicBezTo>
                        <a:pt x="637" y="493"/>
                        <a:pt x="637" y="493"/>
                        <a:pt x="638" y="493"/>
                      </a:cubicBezTo>
                      <a:cubicBezTo>
                        <a:pt x="638" y="493"/>
                        <a:pt x="638" y="493"/>
                        <a:pt x="638" y="493"/>
                      </a:cubicBezTo>
                      <a:cubicBezTo>
                        <a:pt x="638" y="487"/>
                        <a:pt x="638" y="487"/>
                        <a:pt x="638" y="487"/>
                      </a:cubicBezTo>
                      <a:cubicBezTo>
                        <a:pt x="673" y="487"/>
                        <a:pt x="673" y="487"/>
                        <a:pt x="673" y="487"/>
                      </a:cubicBezTo>
                      <a:cubicBezTo>
                        <a:pt x="673" y="499"/>
                        <a:pt x="673" y="499"/>
                        <a:pt x="673" y="499"/>
                      </a:cubicBezTo>
                      <a:cubicBezTo>
                        <a:pt x="674" y="499"/>
                        <a:pt x="675" y="499"/>
                        <a:pt x="675" y="499"/>
                      </a:cubicBezTo>
                      <a:cubicBezTo>
                        <a:pt x="675" y="487"/>
                        <a:pt x="675" y="487"/>
                        <a:pt x="675" y="487"/>
                      </a:cubicBezTo>
                      <a:cubicBezTo>
                        <a:pt x="710" y="487"/>
                        <a:pt x="710" y="487"/>
                        <a:pt x="710" y="487"/>
                      </a:cubicBezTo>
                      <a:cubicBezTo>
                        <a:pt x="710" y="503"/>
                        <a:pt x="710" y="503"/>
                        <a:pt x="710" y="503"/>
                      </a:cubicBezTo>
                      <a:cubicBezTo>
                        <a:pt x="711" y="503"/>
                        <a:pt x="712" y="503"/>
                        <a:pt x="712" y="503"/>
                      </a:cubicBezTo>
                      <a:cubicBezTo>
                        <a:pt x="712" y="487"/>
                        <a:pt x="712" y="487"/>
                        <a:pt x="712" y="487"/>
                      </a:cubicBezTo>
                      <a:cubicBezTo>
                        <a:pt x="747" y="487"/>
                        <a:pt x="747" y="487"/>
                        <a:pt x="747" y="487"/>
                      </a:cubicBezTo>
                      <a:cubicBezTo>
                        <a:pt x="747" y="499"/>
                        <a:pt x="747" y="499"/>
                        <a:pt x="747" y="499"/>
                      </a:cubicBezTo>
                      <a:cubicBezTo>
                        <a:pt x="748" y="499"/>
                        <a:pt x="748" y="499"/>
                        <a:pt x="749" y="499"/>
                      </a:cubicBezTo>
                      <a:cubicBezTo>
                        <a:pt x="749" y="499"/>
                        <a:pt x="749" y="499"/>
                        <a:pt x="749" y="499"/>
                      </a:cubicBezTo>
                      <a:cubicBezTo>
                        <a:pt x="749" y="487"/>
                        <a:pt x="749" y="487"/>
                        <a:pt x="749" y="487"/>
                      </a:cubicBezTo>
                      <a:cubicBezTo>
                        <a:pt x="784" y="487"/>
                        <a:pt x="784" y="487"/>
                        <a:pt x="784" y="487"/>
                      </a:cubicBezTo>
                      <a:cubicBezTo>
                        <a:pt x="784" y="503"/>
                        <a:pt x="784" y="503"/>
                        <a:pt x="784" y="503"/>
                      </a:cubicBezTo>
                      <a:cubicBezTo>
                        <a:pt x="785" y="503"/>
                        <a:pt x="786" y="504"/>
                        <a:pt x="786" y="504"/>
                      </a:cubicBezTo>
                      <a:cubicBezTo>
                        <a:pt x="786" y="487"/>
                        <a:pt x="786" y="487"/>
                        <a:pt x="786" y="487"/>
                      </a:cubicBezTo>
                      <a:cubicBezTo>
                        <a:pt x="821" y="487"/>
                        <a:pt x="821" y="487"/>
                        <a:pt x="821" y="487"/>
                      </a:cubicBezTo>
                      <a:cubicBezTo>
                        <a:pt x="821" y="517"/>
                        <a:pt x="821" y="517"/>
                        <a:pt x="821" y="517"/>
                      </a:cubicBezTo>
                      <a:cubicBezTo>
                        <a:pt x="822" y="517"/>
                        <a:pt x="822" y="517"/>
                        <a:pt x="823" y="518"/>
                      </a:cubicBezTo>
                      <a:cubicBezTo>
                        <a:pt x="823" y="487"/>
                        <a:pt x="823" y="487"/>
                        <a:pt x="823" y="487"/>
                      </a:cubicBezTo>
                      <a:cubicBezTo>
                        <a:pt x="862" y="487"/>
                        <a:pt x="862" y="487"/>
                        <a:pt x="862" y="487"/>
                      </a:cubicBezTo>
                      <a:cubicBezTo>
                        <a:pt x="862" y="487"/>
                        <a:pt x="862" y="487"/>
                        <a:pt x="862" y="487"/>
                      </a:cubicBezTo>
                      <a:cubicBezTo>
                        <a:pt x="862" y="485"/>
                        <a:pt x="862" y="485"/>
                        <a:pt x="862" y="485"/>
                      </a:cubicBezTo>
                      <a:cubicBezTo>
                        <a:pt x="862" y="485"/>
                        <a:pt x="862" y="485"/>
                        <a:pt x="862" y="485"/>
                      </a:cubicBezTo>
                      <a:cubicBezTo>
                        <a:pt x="823" y="485"/>
                        <a:pt x="823" y="485"/>
                        <a:pt x="823" y="485"/>
                      </a:cubicBezTo>
                      <a:cubicBezTo>
                        <a:pt x="823" y="448"/>
                        <a:pt x="823" y="448"/>
                        <a:pt x="823" y="448"/>
                      </a:cubicBezTo>
                      <a:cubicBezTo>
                        <a:pt x="862" y="448"/>
                        <a:pt x="862" y="448"/>
                        <a:pt x="862" y="448"/>
                      </a:cubicBezTo>
                      <a:cubicBezTo>
                        <a:pt x="862" y="448"/>
                        <a:pt x="862" y="448"/>
                        <a:pt x="862" y="448"/>
                      </a:cubicBezTo>
                      <a:cubicBezTo>
                        <a:pt x="862" y="446"/>
                        <a:pt x="862" y="446"/>
                        <a:pt x="862" y="446"/>
                      </a:cubicBezTo>
                      <a:cubicBezTo>
                        <a:pt x="862" y="446"/>
                        <a:pt x="862" y="446"/>
                        <a:pt x="862" y="446"/>
                      </a:cubicBezTo>
                      <a:cubicBezTo>
                        <a:pt x="823" y="446"/>
                        <a:pt x="823" y="446"/>
                        <a:pt x="823" y="446"/>
                      </a:cubicBezTo>
                      <a:cubicBezTo>
                        <a:pt x="823" y="408"/>
                        <a:pt x="823" y="408"/>
                        <a:pt x="823" y="408"/>
                      </a:cubicBezTo>
                      <a:cubicBezTo>
                        <a:pt x="862" y="408"/>
                        <a:pt x="862" y="408"/>
                        <a:pt x="862" y="408"/>
                      </a:cubicBezTo>
                      <a:cubicBezTo>
                        <a:pt x="862" y="408"/>
                        <a:pt x="862" y="408"/>
                        <a:pt x="862" y="408"/>
                      </a:cubicBezTo>
                      <a:cubicBezTo>
                        <a:pt x="862" y="407"/>
                        <a:pt x="862" y="407"/>
                        <a:pt x="862" y="407"/>
                      </a:cubicBezTo>
                      <a:cubicBezTo>
                        <a:pt x="862" y="407"/>
                        <a:pt x="862" y="406"/>
                        <a:pt x="862" y="406"/>
                      </a:cubicBezTo>
                      <a:cubicBezTo>
                        <a:pt x="823" y="406"/>
                        <a:pt x="823" y="406"/>
                        <a:pt x="823" y="406"/>
                      </a:cubicBezTo>
                      <a:cubicBezTo>
                        <a:pt x="823" y="372"/>
                        <a:pt x="823" y="372"/>
                        <a:pt x="823" y="372"/>
                      </a:cubicBezTo>
                      <a:cubicBezTo>
                        <a:pt x="862" y="372"/>
                        <a:pt x="862" y="372"/>
                        <a:pt x="862" y="372"/>
                      </a:cubicBezTo>
                      <a:cubicBezTo>
                        <a:pt x="862" y="372"/>
                        <a:pt x="862" y="371"/>
                        <a:pt x="862" y="371"/>
                      </a:cubicBezTo>
                      <a:cubicBezTo>
                        <a:pt x="862" y="370"/>
                        <a:pt x="862" y="370"/>
                        <a:pt x="862" y="370"/>
                      </a:cubicBezTo>
                      <a:cubicBezTo>
                        <a:pt x="862" y="370"/>
                        <a:pt x="862" y="370"/>
                        <a:pt x="862" y="370"/>
                      </a:cubicBezTo>
                      <a:cubicBezTo>
                        <a:pt x="823" y="370"/>
                        <a:pt x="823" y="370"/>
                        <a:pt x="823" y="370"/>
                      </a:cubicBezTo>
                      <a:cubicBezTo>
                        <a:pt x="823" y="335"/>
                        <a:pt x="823" y="335"/>
                        <a:pt x="823" y="335"/>
                      </a:cubicBezTo>
                      <a:cubicBezTo>
                        <a:pt x="862" y="335"/>
                        <a:pt x="862" y="335"/>
                        <a:pt x="862" y="335"/>
                      </a:cubicBezTo>
                      <a:cubicBezTo>
                        <a:pt x="862" y="335"/>
                        <a:pt x="862" y="335"/>
                        <a:pt x="862" y="334"/>
                      </a:cubicBezTo>
                      <a:cubicBezTo>
                        <a:pt x="862" y="333"/>
                        <a:pt x="862" y="333"/>
                        <a:pt x="862" y="333"/>
                      </a:cubicBezTo>
                      <a:cubicBezTo>
                        <a:pt x="862" y="333"/>
                        <a:pt x="862" y="333"/>
                        <a:pt x="862" y="333"/>
                      </a:cubicBezTo>
                      <a:cubicBezTo>
                        <a:pt x="823" y="333"/>
                        <a:pt x="823" y="333"/>
                        <a:pt x="823" y="333"/>
                      </a:cubicBezTo>
                      <a:cubicBezTo>
                        <a:pt x="823" y="298"/>
                        <a:pt x="823" y="298"/>
                        <a:pt x="823" y="298"/>
                      </a:cubicBezTo>
                      <a:cubicBezTo>
                        <a:pt x="862" y="298"/>
                        <a:pt x="862" y="298"/>
                        <a:pt x="862" y="298"/>
                      </a:cubicBezTo>
                      <a:cubicBezTo>
                        <a:pt x="862" y="298"/>
                        <a:pt x="862" y="298"/>
                        <a:pt x="862" y="298"/>
                      </a:cubicBezTo>
                      <a:cubicBezTo>
                        <a:pt x="862" y="296"/>
                        <a:pt x="862" y="296"/>
                        <a:pt x="862" y="296"/>
                      </a:cubicBezTo>
                      <a:cubicBezTo>
                        <a:pt x="862" y="296"/>
                        <a:pt x="862" y="296"/>
                        <a:pt x="862" y="296"/>
                      </a:cubicBezTo>
                      <a:cubicBezTo>
                        <a:pt x="823" y="296"/>
                        <a:pt x="823" y="296"/>
                        <a:pt x="823" y="296"/>
                      </a:cubicBezTo>
                      <a:cubicBezTo>
                        <a:pt x="823" y="261"/>
                        <a:pt x="823" y="261"/>
                        <a:pt x="823" y="261"/>
                      </a:cubicBezTo>
                      <a:cubicBezTo>
                        <a:pt x="862" y="261"/>
                        <a:pt x="862" y="261"/>
                        <a:pt x="862" y="261"/>
                      </a:cubicBezTo>
                      <a:cubicBezTo>
                        <a:pt x="862" y="261"/>
                        <a:pt x="862" y="261"/>
                        <a:pt x="862" y="261"/>
                      </a:cubicBezTo>
                      <a:cubicBezTo>
                        <a:pt x="862" y="259"/>
                        <a:pt x="862" y="259"/>
                        <a:pt x="862" y="259"/>
                      </a:cubicBezTo>
                      <a:cubicBezTo>
                        <a:pt x="862" y="259"/>
                        <a:pt x="862" y="259"/>
                        <a:pt x="862" y="259"/>
                      </a:cubicBezTo>
                      <a:cubicBezTo>
                        <a:pt x="823" y="259"/>
                        <a:pt x="823" y="259"/>
                        <a:pt x="823" y="259"/>
                      </a:cubicBezTo>
                      <a:cubicBezTo>
                        <a:pt x="823" y="224"/>
                        <a:pt x="823" y="224"/>
                        <a:pt x="823" y="224"/>
                      </a:cubicBezTo>
                      <a:cubicBezTo>
                        <a:pt x="862" y="224"/>
                        <a:pt x="862" y="224"/>
                        <a:pt x="862" y="224"/>
                      </a:cubicBezTo>
                      <a:cubicBezTo>
                        <a:pt x="862" y="224"/>
                        <a:pt x="862" y="224"/>
                        <a:pt x="862" y="224"/>
                      </a:cubicBezTo>
                      <a:cubicBezTo>
                        <a:pt x="862" y="222"/>
                        <a:pt x="862" y="222"/>
                        <a:pt x="862" y="222"/>
                      </a:cubicBezTo>
                      <a:cubicBezTo>
                        <a:pt x="862" y="222"/>
                        <a:pt x="862" y="222"/>
                        <a:pt x="862" y="222"/>
                      </a:cubicBezTo>
                      <a:cubicBezTo>
                        <a:pt x="823" y="222"/>
                        <a:pt x="823" y="222"/>
                        <a:pt x="823" y="222"/>
                      </a:cubicBezTo>
                      <a:cubicBezTo>
                        <a:pt x="823" y="187"/>
                        <a:pt x="823" y="187"/>
                        <a:pt x="823" y="187"/>
                      </a:cubicBezTo>
                      <a:cubicBezTo>
                        <a:pt x="862" y="187"/>
                        <a:pt x="862" y="187"/>
                        <a:pt x="862" y="187"/>
                      </a:cubicBezTo>
                      <a:cubicBezTo>
                        <a:pt x="862" y="187"/>
                        <a:pt x="862" y="187"/>
                        <a:pt x="862" y="187"/>
                      </a:cubicBezTo>
                      <a:cubicBezTo>
                        <a:pt x="862" y="185"/>
                        <a:pt x="862" y="185"/>
                        <a:pt x="862" y="185"/>
                      </a:cubicBezTo>
                      <a:cubicBezTo>
                        <a:pt x="862" y="185"/>
                        <a:pt x="862" y="185"/>
                        <a:pt x="862" y="185"/>
                      </a:cubicBezTo>
                      <a:cubicBezTo>
                        <a:pt x="823" y="185"/>
                        <a:pt x="823" y="185"/>
                        <a:pt x="823" y="185"/>
                      </a:cubicBezTo>
                      <a:cubicBezTo>
                        <a:pt x="823" y="150"/>
                        <a:pt x="823" y="150"/>
                        <a:pt x="823" y="150"/>
                      </a:cubicBezTo>
                      <a:cubicBezTo>
                        <a:pt x="862" y="150"/>
                        <a:pt x="862" y="150"/>
                        <a:pt x="862" y="150"/>
                      </a:cubicBezTo>
                      <a:cubicBezTo>
                        <a:pt x="862" y="150"/>
                        <a:pt x="862" y="150"/>
                        <a:pt x="862" y="150"/>
                      </a:cubicBezTo>
                      <a:cubicBezTo>
                        <a:pt x="862" y="148"/>
                        <a:pt x="862" y="148"/>
                        <a:pt x="862" y="148"/>
                      </a:cubicBezTo>
                      <a:cubicBezTo>
                        <a:pt x="862" y="148"/>
                        <a:pt x="862" y="148"/>
                        <a:pt x="862" y="148"/>
                      </a:cubicBezTo>
                      <a:cubicBezTo>
                        <a:pt x="823" y="148"/>
                        <a:pt x="823" y="148"/>
                        <a:pt x="823" y="148"/>
                      </a:cubicBezTo>
                      <a:cubicBezTo>
                        <a:pt x="823" y="113"/>
                        <a:pt x="823" y="113"/>
                        <a:pt x="823" y="113"/>
                      </a:cubicBezTo>
                      <a:cubicBezTo>
                        <a:pt x="862" y="113"/>
                        <a:pt x="862" y="113"/>
                        <a:pt x="862" y="113"/>
                      </a:cubicBezTo>
                      <a:cubicBezTo>
                        <a:pt x="862" y="113"/>
                        <a:pt x="862" y="113"/>
                        <a:pt x="862" y="113"/>
                      </a:cubicBezTo>
                      <a:cubicBezTo>
                        <a:pt x="862" y="111"/>
                        <a:pt x="862" y="111"/>
                        <a:pt x="862" y="111"/>
                      </a:cubicBezTo>
                      <a:cubicBezTo>
                        <a:pt x="862" y="111"/>
                        <a:pt x="862" y="111"/>
                        <a:pt x="862" y="111"/>
                      </a:cubicBezTo>
                      <a:cubicBezTo>
                        <a:pt x="823" y="111"/>
                        <a:pt x="823" y="111"/>
                        <a:pt x="823" y="111"/>
                      </a:cubicBezTo>
                      <a:cubicBezTo>
                        <a:pt x="823" y="76"/>
                        <a:pt x="823" y="76"/>
                        <a:pt x="823" y="76"/>
                      </a:cubicBezTo>
                      <a:cubicBezTo>
                        <a:pt x="862" y="76"/>
                        <a:pt x="862" y="76"/>
                        <a:pt x="862" y="76"/>
                      </a:cubicBezTo>
                      <a:cubicBezTo>
                        <a:pt x="862" y="76"/>
                        <a:pt x="862" y="76"/>
                        <a:pt x="862" y="76"/>
                      </a:cubicBezTo>
                      <a:cubicBezTo>
                        <a:pt x="862" y="74"/>
                        <a:pt x="862" y="74"/>
                        <a:pt x="862" y="74"/>
                      </a:cubicBezTo>
                      <a:cubicBezTo>
                        <a:pt x="862" y="74"/>
                        <a:pt x="862" y="74"/>
                        <a:pt x="862" y="74"/>
                      </a:cubicBezTo>
                      <a:cubicBezTo>
                        <a:pt x="823" y="74"/>
                        <a:pt x="823" y="74"/>
                        <a:pt x="823" y="74"/>
                      </a:cubicBezTo>
                      <a:cubicBezTo>
                        <a:pt x="823" y="39"/>
                        <a:pt x="823" y="39"/>
                        <a:pt x="823" y="39"/>
                      </a:cubicBezTo>
                      <a:cubicBezTo>
                        <a:pt x="862" y="39"/>
                        <a:pt x="862" y="39"/>
                        <a:pt x="862" y="39"/>
                      </a:cubicBezTo>
                      <a:cubicBezTo>
                        <a:pt x="862" y="39"/>
                        <a:pt x="862" y="39"/>
                        <a:pt x="862" y="39"/>
                      </a:cubicBezTo>
                      <a:cubicBezTo>
                        <a:pt x="862" y="38"/>
                        <a:pt x="862" y="38"/>
                        <a:pt x="862" y="38"/>
                      </a:cubicBezTo>
                      <a:cubicBezTo>
                        <a:pt x="862" y="38"/>
                        <a:pt x="862" y="37"/>
                        <a:pt x="862" y="37"/>
                      </a:cubicBezTo>
                      <a:cubicBezTo>
                        <a:pt x="823" y="37"/>
                        <a:pt x="823" y="37"/>
                        <a:pt x="823" y="37"/>
                      </a:cubicBezTo>
                      <a:cubicBezTo>
                        <a:pt x="823" y="2"/>
                        <a:pt x="823" y="2"/>
                        <a:pt x="823" y="2"/>
                      </a:cubicBezTo>
                      <a:lnTo>
                        <a:pt x="862" y="2"/>
                      </a:lnTo>
                      <a:close/>
                      <a:moveTo>
                        <a:pt x="78" y="446"/>
                      </a:moveTo>
                      <a:cubicBezTo>
                        <a:pt x="41" y="446"/>
                        <a:pt x="41" y="446"/>
                        <a:pt x="41" y="446"/>
                      </a:cubicBezTo>
                      <a:cubicBezTo>
                        <a:pt x="41" y="408"/>
                        <a:pt x="41" y="408"/>
                        <a:pt x="41" y="408"/>
                      </a:cubicBezTo>
                      <a:cubicBezTo>
                        <a:pt x="78" y="408"/>
                        <a:pt x="78" y="408"/>
                        <a:pt x="78" y="408"/>
                      </a:cubicBezTo>
                      <a:lnTo>
                        <a:pt x="78" y="446"/>
                      </a:lnTo>
                      <a:close/>
                      <a:moveTo>
                        <a:pt x="78" y="406"/>
                      </a:moveTo>
                      <a:cubicBezTo>
                        <a:pt x="41" y="406"/>
                        <a:pt x="41" y="406"/>
                        <a:pt x="41" y="406"/>
                      </a:cubicBezTo>
                      <a:cubicBezTo>
                        <a:pt x="41" y="372"/>
                        <a:pt x="41" y="372"/>
                        <a:pt x="41" y="372"/>
                      </a:cubicBezTo>
                      <a:cubicBezTo>
                        <a:pt x="78" y="372"/>
                        <a:pt x="78" y="372"/>
                        <a:pt x="78" y="372"/>
                      </a:cubicBezTo>
                      <a:lnTo>
                        <a:pt x="78" y="406"/>
                      </a:lnTo>
                      <a:close/>
                      <a:moveTo>
                        <a:pt x="78" y="370"/>
                      </a:moveTo>
                      <a:cubicBezTo>
                        <a:pt x="41" y="370"/>
                        <a:pt x="41" y="370"/>
                        <a:pt x="41" y="370"/>
                      </a:cubicBezTo>
                      <a:cubicBezTo>
                        <a:pt x="41" y="335"/>
                        <a:pt x="41" y="335"/>
                        <a:pt x="41" y="335"/>
                      </a:cubicBezTo>
                      <a:cubicBezTo>
                        <a:pt x="78" y="335"/>
                        <a:pt x="78" y="335"/>
                        <a:pt x="78" y="335"/>
                      </a:cubicBezTo>
                      <a:lnTo>
                        <a:pt x="78" y="370"/>
                      </a:lnTo>
                      <a:close/>
                      <a:moveTo>
                        <a:pt x="78" y="333"/>
                      </a:moveTo>
                      <a:cubicBezTo>
                        <a:pt x="41" y="333"/>
                        <a:pt x="41" y="333"/>
                        <a:pt x="41" y="333"/>
                      </a:cubicBezTo>
                      <a:cubicBezTo>
                        <a:pt x="41" y="298"/>
                        <a:pt x="41" y="298"/>
                        <a:pt x="41" y="298"/>
                      </a:cubicBezTo>
                      <a:cubicBezTo>
                        <a:pt x="78" y="298"/>
                        <a:pt x="78" y="298"/>
                        <a:pt x="78" y="298"/>
                      </a:cubicBezTo>
                      <a:lnTo>
                        <a:pt x="78" y="333"/>
                      </a:lnTo>
                      <a:close/>
                      <a:moveTo>
                        <a:pt x="78" y="296"/>
                      </a:moveTo>
                      <a:cubicBezTo>
                        <a:pt x="41" y="296"/>
                        <a:pt x="41" y="296"/>
                        <a:pt x="41" y="296"/>
                      </a:cubicBezTo>
                      <a:cubicBezTo>
                        <a:pt x="41" y="261"/>
                        <a:pt x="41" y="261"/>
                        <a:pt x="41" y="261"/>
                      </a:cubicBezTo>
                      <a:cubicBezTo>
                        <a:pt x="78" y="261"/>
                        <a:pt x="78" y="261"/>
                        <a:pt x="78" y="261"/>
                      </a:cubicBezTo>
                      <a:lnTo>
                        <a:pt x="78" y="296"/>
                      </a:lnTo>
                      <a:close/>
                      <a:moveTo>
                        <a:pt x="78" y="259"/>
                      </a:moveTo>
                      <a:cubicBezTo>
                        <a:pt x="41" y="259"/>
                        <a:pt x="41" y="259"/>
                        <a:pt x="41" y="259"/>
                      </a:cubicBezTo>
                      <a:cubicBezTo>
                        <a:pt x="41" y="224"/>
                        <a:pt x="41" y="224"/>
                        <a:pt x="41" y="224"/>
                      </a:cubicBezTo>
                      <a:cubicBezTo>
                        <a:pt x="78" y="224"/>
                        <a:pt x="78" y="224"/>
                        <a:pt x="78" y="224"/>
                      </a:cubicBezTo>
                      <a:lnTo>
                        <a:pt x="78" y="259"/>
                      </a:lnTo>
                      <a:close/>
                      <a:moveTo>
                        <a:pt x="78" y="222"/>
                      </a:moveTo>
                      <a:cubicBezTo>
                        <a:pt x="41" y="222"/>
                        <a:pt x="41" y="222"/>
                        <a:pt x="41" y="222"/>
                      </a:cubicBezTo>
                      <a:cubicBezTo>
                        <a:pt x="41" y="187"/>
                        <a:pt x="41" y="187"/>
                        <a:pt x="41" y="187"/>
                      </a:cubicBezTo>
                      <a:cubicBezTo>
                        <a:pt x="78" y="187"/>
                        <a:pt x="78" y="187"/>
                        <a:pt x="78" y="187"/>
                      </a:cubicBezTo>
                      <a:lnTo>
                        <a:pt x="78" y="222"/>
                      </a:lnTo>
                      <a:close/>
                      <a:moveTo>
                        <a:pt x="78" y="185"/>
                      </a:moveTo>
                      <a:cubicBezTo>
                        <a:pt x="41" y="185"/>
                        <a:pt x="41" y="185"/>
                        <a:pt x="41" y="185"/>
                      </a:cubicBezTo>
                      <a:cubicBezTo>
                        <a:pt x="41" y="150"/>
                        <a:pt x="41" y="150"/>
                        <a:pt x="41" y="150"/>
                      </a:cubicBezTo>
                      <a:cubicBezTo>
                        <a:pt x="78" y="150"/>
                        <a:pt x="78" y="150"/>
                        <a:pt x="78" y="150"/>
                      </a:cubicBezTo>
                      <a:lnTo>
                        <a:pt x="78" y="185"/>
                      </a:lnTo>
                      <a:close/>
                      <a:moveTo>
                        <a:pt x="78" y="148"/>
                      </a:moveTo>
                      <a:cubicBezTo>
                        <a:pt x="41" y="148"/>
                        <a:pt x="41" y="148"/>
                        <a:pt x="41" y="148"/>
                      </a:cubicBezTo>
                      <a:cubicBezTo>
                        <a:pt x="41" y="113"/>
                        <a:pt x="41" y="113"/>
                        <a:pt x="41" y="113"/>
                      </a:cubicBezTo>
                      <a:cubicBezTo>
                        <a:pt x="78" y="113"/>
                        <a:pt x="78" y="113"/>
                        <a:pt x="78" y="113"/>
                      </a:cubicBezTo>
                      <a:lnTo>
                        <a:pt x="78" y="148"/>
                      </a:lnTo>
                      <a:close/>
                      <a:moveTo>
                        <a:pt x="78" y="111"/>
                      </a:moveTo>
                      <a:cubicBezTo>
                        <a:pt x="41" y="111"/>
                        <a:pt x="41" y="111"/>
                        <a:pt x="41" y="111"/>
                      </a:cubicBezTo>
                      <a:cubicBezTo>
                        <a:pt x="41" y="76"/>
                        <a:pt x="41" y="76"/>
                        <a:pt x="41" y="76"/>
                      </a:cubicBezTo>
                      <a:cubicBezTo>
                        <a:pt x="78" y="76"/>
                        <a:pt x="78" y="76"/>
                        <a:pt x="78" y="76"/>
                      </a:cubicBezTo>
                      <a:lnTo>
                        <a:pt x="78" y="111"/>
                      </a:lnTo>
                      <a:close/>
                      <a:moveTo>
                        <a:pt x="78" y="74"/>
                      </a:moveTo>
                      <a:cubicBezTo>
                        <a:pt x="41" y="74"/>
                        <a:pt x="41" y="74"/>
                        <a:pt x="41" y="74"/>
                      </a:cubicBezTo>
                      <a:cubicBezTo>
                        <a:pt x="41" y="39"/>
                        <a:pt x="41" y="39"/>
                        <a:pt x="41" y="39"/>
                      </a:cubicBezTo>
                      <a:cubicBezTo>
                        <a:pt x="78" y="39"/>
                        <a:pt x="78" y="39"/>
                        <a:pt x="78" y="39"/>
                      </a:cubicBezTo>
                      <a:lnTo>
                        <a:pt x="78" y="74"/>
                      </a:lnTo>
                      <a:close/>
                      <a:moveTo>
                        <a:pt x="78" y="37"/>
                      </a:moveTo>
                      <a:cubicBezTo>
                        <a:pt x="41" y="37"/>
                        <a:pt x="41" y="37"/>
                        <a:pt x="41" y="37"/>
                      </a:cubicBezTo>
                      <a:cubicBezTo>
                        <a:pt x="41" y="2"/>
                        <a:pt x="41" y="2"/>
                        <a:pt x="41" y="2"/>
                      </a:cubicBezTo>
                      <a:cubicBezTo>
                        <a:pt x="78" y="2"/>
                        <a:pt x="78" y="2"/>
                        <a:pt x="78" y="2"/>
                      </a:cubicBezTo>
                      <a:lnTo>
                        <a:pt x="78" y="37"/>
                      </a:lnTo>
                      <a:close/>
                      <a:moveTo>
                        <a:pt x="118" y="446"/>
                      </a:moveTo>
                      <a:cubicBezTo>
                        <a:pt x="80" y="446"/>
                        <a:pt x="80" y="446"/>
                        <a:pt x="80" y="446"/>
                      </a:cubicBezTo>
                      <a:cubicBezTo>
                        <a:pt x="80" y="408"/>
                        <a:pt x="80" y="408"/>
                        <a:pt x="80" y="408"/>
                      </a:cubicBezTo>
                      <a:cubicBezTo>
                        <a:pt x="118" y="408"/>
                        <a:pt x="118" y="408"/>
                        <a:pt x="118" y="408"/>
                      </a:cubicBezTo>
                      <a:lnTo>
                        <a:pt x="118" y="446"/>
                      </a:lnTo>
                      <a:close/>
                      <a:moveTo>
                        <a:pt x="118" y="406"/>
                      </a:moveTo>
                      <a:cubicBezTo>
                        <a:pt x="80" y="406"/>
                        <a:pt x="80" y="406"/>
                        <a:pt x="80" y="406"/>
                      </a:cubicBezTo>
                      <a:cubicBezTo>
                        <a:pt x="80" y="372"/>
                        <a:pt x="80" y="372"/>
                        <a:pt x="80" y="372"/>
                      </a:cubicBezTo>
                      <a:cubicBezTo>
                        <a:pt x="118" y="372"/>
                        <a:pt x="118" y="372"/>
                        <a:pt x="118" y="372"/>
                      </a:cubicBezTo>
                      <a:lnTo>
                        <a:pt x="118" y="406"/>
                      </a:lnTo>
                      <a:close/>
                      <a:moveTo>
                        <a:pt x="118" y="370"/>
                      </a:moveTo>
                      <a:cubicBezTo>
                        <a:pt x="80" y="370"/>
                        <a:pt x="80" y="370"/>
                        <a:pt x="80" y="370"/>
                      </a:cubicBezTo>
                      <a:cubicBezTo>
                        <a:pt x="80" y="335"/>
                        <a:pt x="80" y="335"/>
                        <a:pt x="80" y="335"/>
                      </a:cubicBezTo>
                      <a:cubicBezTo>
                        <a:pt x="118" y="335"/>
                        <a:pt x="118" y="335"/>
                        <a:pt x="118" y="335"/>
                      </a:cubicBezTo>
                      <a:lnTo>
                        <a:pt x="118" y="370"/>
                      </a:lnTo>
                      <a:close/>
                      <a:moveTo>
                        <a:pt x="118" y="333"/>
                      </a:moveTo>
                      <a:cubicBezTo>
                        <a:pt x="80" y="333"/>
                        <a:pt x="80" y="333"/>
                        <a:pt x="80" y="333"/>
                      </a:cubicBezTo>
                      <a:cubicBezTo>
                        <a:pt x="80" y="298"/>
                        <a:pt x="80" y="298"/>
                        <a:pt x="80" y="298"/>
                      </a:cubicBezTo>
                      <a:cubicBezTo>
                        <a:pt x="118" y="298"/>
                        <a:pt x="118" y="298"/>
                        <a:pt x="118" y="298"/>
                      </a:cubicBezTo>
                      <a:lnTo>
                        <a:pt x="118" y="333"/>
                      </a:lnTo>
                      <a:close/>
                      <a:moveTo>
                        <a:pt x="118" y="296"/>
                      </a:moveTo>
                      <a:cubicBezTo>
                        <a:pt x="80" y="296"/>
                        <a:pt x="80" y="296"/>
                        <a:pt x="80" y="296"/>
                      </a:cubicBezTo>
                      <a:cubicBezTo>
                        <a:pt x="80" y="261"/>
                        <a:pt x="80" y="261"/>
                        <a:pt x="80" y="261"/>
                      </a:cubicBezTo>
                      <a:cubicBezTo>
                        <a:pt x="118" y="261"/>
                        <a:pt x="118" y="261"/>
                        <a:pt x="118" y="261"/>
                      </a:cubicBezTo>
                      <a:lnTo>
                        <a:pt x="118" y="296"/>
                      </a:lnTo>
                      <a:close/>
                      <a:moveTo>
                        <a:pt x="118" y="259"/>
                      </a:moveTo>
                      <a:cubicBezTo>
                        <a:pt x="80" y="259"/>
                        <a:pt x="80" y="259"/>
                        <a:pt x="80" y="259"/>
                      </a:cubicBezTo>
                      <a:cubicBezTo>
                        <a:pt x="80" y="224"/>
                        <a:pt x="80" y="224"/>
                        <a:pt x="80" y="224"/>
                      </a:cubicBezTo>
                      <a:cubicBezTo>
                        <a:pt x="118" y="224"/>
                        <a:pt x="118" y="224"/>
                        <a:pt x="118" y="224"/>
                      </a:cubicBezTo>
                      <a:lnTo>
                        <a:pt x="118" y="259"/>
                      </a:lnTo>
                      <a:close/>
                      <a:moveTo>
                        <a:pt x="118" y="222"/>
                      </a:moveTo>
                      <a:cubicBezTo>
                        <a:pt x="80" y="222"/>
                        <a:pt x="80" y="222"/>
                        <a:pt x="80" y="222"/>
                      </a:cubicBezTo>
                      <a:cubicBezTo>
                        <a:pt x="80" y="187"/>
                        <a:pt x="80" y="187"/>
                        <a:pt x="80" y="187"/>
                      </a:cubicBezTo>
                      <a:cubicBezTo>
                        <a:pt x="118" y="187"/>
                        <a:pt x="118" y="187"/>
                        <a:pt x="118" y="187"/>
                      </a:cubicBezTo>
                      <a:lnTo>
                        <a:pt x="118" y="222"/>
                      </a:lnTo>
                      <a:close/>
                      <a:moveTo>
                        <a:pt x="118" y="185"/>
                      </a:moveTo>
                      <a:cubicBezTo>
                        <a:pt x="80" y="185"/>
                        <a:pt x="80" y="185"/>
                        <a:pt x="80" y="185"/>
                      </a:cubicBezTo>
                      <a:cubicBezTo>
                        <a:pt x="80" y="150"/>
                        <a:pt x="80" y="150"/>
                        <a:pt x="80" y="150"/>
                      </a:cubicBezTo>
                      <a:cubicBezTo>
                        <a:pt x="118" y="150"/>
                        <a:pt x="118" y="150"/>
                        <a:pt x="118" y="150"/>
                      </a:cubicBezTo>
                      <a:lnTo>
                        <a:pt x="118" y="185"/>
                      </a:lnTo>
                      <a:close/>
                      <a:moveTo>
                        <a:pt x="118" y="148"/>
                      </a:moveTo>
                      <a:cubicBezTo>
                        <a:pt x="80" y="148"/>
                        <a:pt x="80" y="148"/>
                        <a:pt x="80" y="148"/>
                      </a:cubicBezTo>
                      <a:cubicBezTo>
                        <a:pt x="80" y="113"/>
                        <a:pt x="80" y="113"/>
                        <a:pt x="80" y="113"/>
                      </a:cubicBezTo>
                      <a:cubicBezTo>
                        <a:pt x="118" y="113"/>
                        <a:pt x="118" y="113"/>
                        <a:pt x="118" y="113"/>
                      </a:cubicBezTo>
                      <a:lnTo>
                        <a:pt x="118" y="148"/>
                      </a:lnTo>
                      <a:close/>
                      <a:moveTo>
                        <a:pt x="118" y="111"/>
                      </a:moveTo>
                      <a:cubicBezTo>
                        <a:pt x="80" y="111"/>
                        <a:pt x="80" y="111"/>
                        <a:pt x="80" y="111"/>
                      </a:cubicBezTo>
                      <a:cubicBezTo>
                        <a:pt x="80" y="76"/>
                        <a:pt x="80" y="76"/>
                        <a:pt x="80" y="76"/>
                      </a:cubicBezTo>
                      <a:cubicBezTo>
                        <a:pt x="118" y="76"/>
                        <a:pt x="118" y="76"/>
                        <a:pt x="118" y="76"/>
                      </a:cubicBezTo>
                      <a:lnTo>
                        <a:pt x="118" y="111"/>
                      </a:lnTo>
                      <a:close/>
                      <a:moveTo>
                        <a:pt x="118" y="74"/>
                      </a:moveTo>
                      <a:cubicBezTo>
                        <a:pt x="80" y="74"/>
                        <a:pt x="80" y="74"/>
                        <a:pt x="80" y="74"/>
                      </a:cubicBezTo>
                      <a:cubicBezTo>
                        <a:pt x="80" y="39"/>
                        <a:pt x="80" y="39"/>
                        <a:pt x="80" y="39"/>
                      </a:cubicBezTo>
                      <a:cubicBezTo>
                        <a:pt x="118" y="39"/>
                        <a:pt x="118" y="39"/>
                        <a:pt x="118" y="39"/>
                      </a:cubicBezTo>
                      <a:lnTo>
                        <a:pt x="118" y="74"/>
                      </a:lnTo>
                      <a:close/>
                      <a:moveTo>
                        <a:pt x="118" y="37"/>
                      </a:moveTo>
                      <a:cubicBezTo>
                        <a:pt x="80" y="37"/>
                        <a:pt x="80" y="37"/>
                        <a:pt x="80" y="37"/>
                      </a:cubicBezTo>
                      <a:cubicBezTo>
                        <a:pt x="80" y="2"/>
                        <a:pt x="80" y="2"/>
                        <a:pt x="80" y="2"/>
                      </a:cubicBezTo>
                      <a:cubicBezTo>
                        <a:pt x="118" y="2"/>
                        <a:pt x="118" y="2"/>
                        <a:pt x="118" y="2"/>
                      </a:cubicBezTo>
                      <a:lnTo>
                        <a:pt x="118" y="37"/>
                      </a:lnTo>
                      <a:close/>
                      <a:moveTo>
                        <a:pt x="154" y="446"/>
                      </a:moveTo>
                      <a:cubicBezTo>
                        <a:pt x="120" y="446"/>
                        <a:pt x="120" y="446"/>
                        <a:pt x="120" y="446"/>
                      </a:cubicBezTo>
                      <a:cubicBezTo>
                        <a:pt x="120" y="408"/>
                        <a:pt x="120" y="408"/>
                        <a:pt x="120" y="408"/>
                      </a:cubicBezTo>
                      <a:cubicBezTo>
                        <a:pt x="154" y="408"/>
                        <a:pt x="154" y="408"/>
                        <a:pt x="154" y="408"/>
                      </a:cubicBezTo>
                      <a:lnTo>
                        <a:pt x="154" y="446"/>
                      </a:lnTo>
                      <a:close/>
                      <a:moveTo>
                        <a:pt x="154" y="406"/>
                      </a:moveTo>
                      <a:cubicBezTo>
                        <a:pt x="120" y="406"/>
                        <a:pt x="120" y="406"/>
                        <a:pt x="120" y="406"/>
                      </a:cubicBezTo>
                      <a:cubicBezTo>
                        <a:pt x="120" y="372"/>
                        <a:pt x="120" y="372"/>
                        <a:pt x="120" y="372"/>
                      </a:cubicBezTo>
                      <a:cubicBezTo>
                        <a:pt x="154" y="372"/>
                        <a:pt x="154" y="372"/>
                        <a:pt x="154" y="372"/>
                      </a:cubicBezTo>
                      <a:lnTo>
                        <a:pt x="154" y="406"/>
                      </a:lnTo>
                      <a:close/>
                      <a:moveTo>
                        <a:pt x="154" y="370"/>
                      </a:moveTo>
                      <a:cubicBezTo>
                        <a:pt x="120" y="370"/>
                        <a:pt x="120" y="370"/>
                        <a:pt x="120" y="370"/>
                      </a:cubicBezTo>
                      <a:cubicBezTo>
                        <a:pt x="120" y="335"/>
                        <a:pt x="120" y="335"/>
                        <a:pt x="120" y="335"/>
                      </a:cubicBezTo>
                      <a:cubicBezTo>
                        <a:pt x="154" y="335"/>
                        <a:pt x="154" y="335"/>
                        <a:pt x="154" y="335"/>
                      </a:cubicBezTo>
                      <a:lnTo>
                        <a:pt x="154" y="370"/>
                      </a:lnTo>
                      <a:close/>
                      <a:moveTo>
                        <a:pt x="154" y="333"/>
                      </a:moveTo>
                      <a:cubicBezTo>
                        <a:pt x="120" y="333"/>
                        <a:pt x="120" y="333"/>
                        <a:pt x="120" y="333"/>
                      </a:cubicBezTo>
                      <a:cubicBezTo>
                        <a:pt x="120" y="298"/>
                        <a:pt x="120" y="298"/>
                        <a:pt x="120" y="298"/>
                      </a:cubicBezTo>
                      <a:cubicBezTo>
                        <a:pt x="154" y="298"/>
                        <a:pt x="154" y="298"/>
                        <a:pt x="154" y="298"/>
                      </a:cubicBezTo>
                      <a:lnTo>
                        <a:pt x="154" y="333"/>
                      </a:lnTo>
                      <a:close/>
                      <a:moveTo>
                        <a:pt x="154" y="296"/>
                      </a:moveTo>
                      <a:cubicBezTo>
                        <a:pt x="120" y="296"/>
                        <a:pt x="120" y="296"/>
                        <a:pt x="120" y="296"/>
                      </a:cubicBezTo>
                      <a:cubicBezTo>
                        <a:pt x="120" y="261"/>
                        <a:pt x="120" y="261"/>
                        <a:pt x="120" y="261"/>
                      </a:cubicBezTo>
                      <a:cubicBezTo>
                        <a:pt x="154" y="261"/>
                        <a:pt x="154" y="261"/>
                        <a:pt x="154" y="261"/>
                      </a:cubicBezTo>
                      <a:lnTo>
                        <a:pt x="154" y="296"/>
                      </a:lnTo>
                      <a:close/>
                      <a:moveTo>
                        <a:pt x="154" y="259"/>
                      </a:moveTo>
                      <a:cubicBezTo>
                        <a:pt x="120" y="259"/>
                        <a:pt x="120" y="259"/>
                        <a:pt x="120" y="259"/>
                      </a:cubicBezTo>
                      <a:cubicBezTo>
                        <a:pt x="120" y="224"/>
                        <a:pt x="120" y="224"/>
                        <a:pt x="120" y="224"/>
                      </a:cubicBezTo>
                      <a:cubicBezTo>
                        <a:pt x="154" y="224"/>
                        <a:pt x="154" y="224"/>
                        <a:pt x="154" y="224"/>
                      </a:cubicBezTo>
                      <a:lnTo>
                        <a:pt x="154" y="259"/>
                      </a:lnTo>
                      <a:close/>
                      <a:moveTo>
                        <a:pt x="154" y="222"/>
                      </a:moveTo>
                      <a:cubicBezTo>
                        <a:pt x="120" y="222"/>
                        <a:pt x="120" y="222"/>
                        <a:pt x="120" y="222"/>
                      </a:cubicBezTo>
                      <a:cubicBezTo>
                        <a:pt x="120" y="187"/>
                        <a:pt x="120" y="187"/>
                        <a:pt x="120" y="187"/>
                      </a:cubicBezTo>
                      <a:cubicBezTo>
                        <a:pt x="154" y="187"/>
                        <a:pt x="154" y="187"/>
                        <a:pt x="154" y="187"/>
                      </a:cubicBezTo>
                      <a:lnTo>
                        <a:pt x="154" y="222"/>
                      </a:lnTo>
                      <a:close/>
                      <a:moveTo>
                        <a:pt x="154" y="185"/>
                      </a:moveTo>
                      <a:cubicBezTo>
                        <a:pt x="120" y="185"/>
                        <a:pt x="120" y="185"/>
                        <a:pt x="120" y="185"/>
                      </a:cubicBezTo>
                      <a:cubicBezTo>
                        <a:pt x="120" y="150"/>
                        <a:pt x="120" y="150"/>
                        <a:pt x="120" y="150"/>
                      </a:cubicBezTo>
                      <a:cubicBezTo>
                        <a:pt x="154" y="150"/>
                        <a:pt x="154" y="150"/>
                        <a:pt x="154" y="150"/>
                      </a:cubicBezTo>
                      <a:lnTo>
                        <a:pt x="154" y="185"/>
                      </a:lnTo>
                      <a:close/>
                      <a:moveTo>
                        <a:pt x="154" y="148"/>
                      </a:moveTo>
                      <a:cubicBezTo>
                        <a:pt x="120" y="148"/>
                        <a:pt x="120" y="148"/>
                        <a:pt x="120" y="148"/>
                      </a:cubicBezTo>
                      <a:cubicBezTo>
                        <a:pt x="120" y="113"/>
                        <a:pt x="120" y="113"/>
                        <a:pt x="120" y="113"/>
                      </a:cubicBezTo>
                      <a:cubicBezTo>
                        <a:pt x="154" y="113"/>
                        <a:pt x="154" y="113"/>
                        <a:pt x="154" y="113"/>
                      </a:cubicBezTo>
                      <a:lnTo>
                        <a:pt x="154" y="148"/>
                      </a:lnTo>
                      <a:close/>
                      <a:moveTo>
                        <a:pt x="154" y="111"/>
                      </a:moveTo>
                      <a:cubicBezTo>
                        <a:pt x="120" y="111"/>
                        <a:pt x="120" y="111"/>
                        <a:pt x="120" y="111"/>
                      </a:cubicBezTo>
                      <a:cubicBezTo>
                        <a:pt x="120" y="76"/>
                        <a:pt x="120" y="76"/>
                        <a:pt x="120" y="76"/>
                      </a:cubicBezTo>
                      <a:cubicBezTo>
                        <a:pt x="154" y="76"/>
                        <a:pt x="154" y="76"/>
                        <a:pt x="154" y="76"/>
                      </a:cubicBezTo>
                      <a:lnTo>
                        <a:pt x="154" y="111"/>
                      </a:lnTo>
                      <a:close/>
                      <a:moveTo>
                        <a:pt x="154" y="74"/>
                      </a:moveTo>
                      <a:cubicBezTo>
                        <a:pt x="120" y="74"/>
                        <a:pt x="120" y="74"/>
                        <a:pt x="120" y="74"/>
                      </a:cubicBezTo>
                      <a:cubicBezTo>
                        <a:pt x="120" y="39"/>
                        <a:pt x="120" y="39"/>
                        <a:pt x="120" y="39"/>
                      </a:cubicBezTo>
                      <a:cubicBezTo>
                        <a:pt x="154" y="39"/>
                        <a:pt x="154" y="39"/>
                        <a:pt x="154" y="39"/>
                      </a:cubicBezTo>
                      <a:lnTo>
                        <a:pt x="154" y="74"/>
                      </a:lnTo>
                      <a:close/>
                      <a:moveTo>
                        <a:pt x="154" y="37"/>
                      </a:moveTo>
                      <a:cubicBezTo>
                        <a:pt x="120" y="37"/>
                        <a:pt x="120" y="37"/>
                        <a:pt x="120" y="37"/>
                      </a:cubicBezTo>
                      <a:cubicBezTo>
                        <a:pt x="120" y="2"/>
                        <a:pt x="120" y="2"/>
                        <a:pt x="120" y="2"/>
                      </a:cubicBezTo>
                      <a:cubicBezTo>
                        <a:pt x="154" y="2"/>
                        <a:pt x="154" y="2"/>
                        <a:pt x="154" y="2"/>
                      </a:cubicBezTo>
                      <a:lnTo>
                        <a:pt x="154" y="37"/>
                      </a:lnTo>
                      <a:close/>
                      <a:moveTo>
                        <a:pt x="191" y="446"/>
                      </a:moveTo>
                      <a:cubicBezTo>
                        <a:pt x="156" y="446"/>
                        <a:pt x="156" y="446"/>
                        <a:pt x="156" y="446"/>
                      </a:cubicBezTo>
                      <a:cubicBezTo>
                        <a:pt x="156" y="408"/>
                        <a:pt x="156" y="408"/>
                        <a:pt x="156" y="408"/>
                      </a:cubicBezTo>
                      <a:cubicBezTo>
                        <a:pt x="191" y="408"/>
                        <a:pt x="191" y="408"/>
                        <a:pt x="191" y="408"/>
                      </a:cubicBezTo>
                      <a:lnTo>
                        <a:pt x="191" y="446"/>
                      </a:lnTo>
                      <a:close/>
                      <a:moveTo>
                        <a:pt x="191" y="406"/>
                      </a:moveTo>
                      <a:cubicBezTo>
                        <a:pt x="156" y="406"/>
                        <a:pt x="156" y="406"/>
                        <a:pt x="156" y="406"/>
                      </a:cubicBezTo>
                      <a:cubicBezTo>
                        <a:pt x="156" y="372"/>
                        <a:pt x="156" y="372"/>
                        <a:pt x="156" y="372"/>
                      </a:cubicBezTo>
                      <a:cubicBezTo>
                        <a:pt x="191" y="372"/>
                        <a:pt x="191" y="372"/>
                        <a:pt x="191" y="372"/>
                      </a:cubicBezTo>
                      <a:lnTo>
                        <a:pt x="191" y="406"/>
                      </a:lnTo>
                      <a:close/>
                      <a:moveTo>
                        <a:pt x="191" y="370"/>
                      </a:moveTo>
                      <a:cubicBezTo>
                        <a:pt x="156" y="370"/>
                        <a:pt x="156" y="370"/>
                        <a:pt x="156" y="370"/>
                      </a:cubicBezTo>
                      <a:cubicBezTo>
                        <a:pt x="156" y="335"/>
                        <a:pt x="156" y="335"/>
                        <a:pt x="156" y="335"/>
                      </a:cubicBezTo>
                      <a:cubicBezTo>
                        <a:pt x="191" y="335"/>
                        <a:pt x="191" y="335"/>
                        <a:pt x="191" y="335"/>
                      </a:cubicBezTo>
                      <a:lnTo>
                        <a:pt x="191" y="370"/>
                      </a:lnTo>
                      <a:close/>
                      <a:moveTo>
                        <a:pt x="191" y="333"/>
                      </a:moveTo>
                      <a:cubicBezTo>
                        <a:pt x="156" y="333"/>
                        <a:pt x="156" y="333"/>
                        <a:pt x="156" y="333"/>
                      </a:cubicBezTo>
                      <a:cubicBezTo>
                        <a:pt x="156" y="298"/>
                        <a:pt x="156" y="298"/>
                        <a:pt x="156" y="298"/>
                      </a:cubicBezTo>
                      <a:cubicBezTo>
                        <a:pt x="191" y="298"/>
                        <a:pt x="191" y="298"/>
                        <a:pt x="191" y="298"/>
                      </a:cubicBezTo>
                      <a:lnTo>
                        <a:pt x="191" y="333"/>
                      </a:lnTo>
                      <a:close/>
                      <a:moveTo>
                        <a:pt x="191" y="296"/>
                      </a:moveTo>
                      <a:cubicBezTo>
                        <a:pt x="156" y="296"/>
                        <a:pt x="156" y="296"/>
                        <a:pt x="156" y="296"/>
                      </a:cubicBezTo>
                      <a:cubicBezTo>
                        <a:pt x="156" y="261"/>
                        <a:pt x="156" y="261"/>
                        <a:pt x="156" y="261"/>
                      </a:cubicBezTo>
                      <a:cubicBezTo>
                        <a:pt x="191" y="261"/>
                        <a:pt x="191" y="261"/>
                        <a:pt x="191" y="261"/>
                      </a:cubicBezTo>
                      <a:lnTo>
                        <a:pt x="191" y="296"/>
                      </a:lnTo>
                      <a:close/>
                      <a:moveTo>
                        <a:pt x="191" y="259"/>
                      </a:moveTo>
                      <a:cubicBezTo>
                        <a:pt x="156" y="259"/>
                        <a:pt x="156" y="259"/>
                        <a:pt x="156" y="259"/>
                      </a:cubicBezTo>
                      <a:cubicBezTo>
                        <a:pt x="156" y="224"/>
                        <a:pt x="156" y="224"/>
                        <a:pt x="156" y="224"/>
                      </a:cubicBezTo>
                      <a:cubicBezTo>
                        <a:pt x="191" y="224"/>
                        <a:pt x="191" y="224"/>
                        <a:pt x="191" y="224"/>
                      </a:cubicBezTo>
                      <a:lnTo>
                        <a:pt x="191" y="259"/>
                      </a:lnTo>
                      <a:close/>
                      <a:moveTo>
                        <a:pt x="191" y="222"/>
                      </a:moveTo>
                      <a:cubicBezTo>
                        <a:pt x="156" y="222"/>
                        <a:pt x="156" y="222"/>
                        <a:pt x="156" y="222"/>
                      </a:cubicBezTo>
                      <a:cubicBezTo>
                        <a:pt x="156" y="187"/>
                        <a:pt x="156" y="187"/>
                        <a:pt x="156" y="187"/>
                      </a:cubicBezTo>
                      <a:cubicBezTo>
                        <a:pt x="191" y="187"/>
                        <a:pt x="191" y="187"/>
                        <a:pt x="191" y="187"/>
                      </a:cubicBezTo>
                      <a:lnTo>
                        <a:pt x="191" y="222"/>
                      </a:lnTo>
                      <a:close/>
                      <a:moveTo>
                        <a:pt x="191" y="185"/>
                      </a:moveTo>
                      <a:cubicBezTo>
                        <a:pt x="156" y="185"/>
                        <a:pt x="156" y="185"/>
                        <a:pt x="156" y="185"/>
                      </a:cubicBezTo>
                      <a:cubicBezTo>
                        <a:pt x="156" y="150"/>
                        <a:pt x="156" y="150"/>
                        <a:pt x="156" y="150"/>
                      </a:cubicBezTo>
                      <a:cubicBezTo>
                        <a:pt x="191" y="150"/>
                        <a:pt x="191" y="150"/>
                        <a:pt x="191" y="150"/>
                      </a:cubicBezTo>
                      <a:lnTo>
                        <a:pt x="191" y="185"/>
                      </a:lnTo>
                      <a:close/>
                      <a:moveTo>
                        <a:pt x="191" y="148"/>
                      </a:moveTo>
                      <a:cubicBezTo>
                        <a:pt x="156" y="148"/>
                        <a:pt x="156" y="148"/>
                        <a:pt x="156" y="148"/>
                      </a:cubicBezTo>
                      <a:cubicBezTo>
                        <a:pt x="156" y="113"/>
                        <a:pt x="156" y="113"/>
                        <a:pt x="156" y="113"/>
                      </a:cubicBezTo>
                      <a:cubicBezTo>
                        <a:pt x="191" y="113"/>
                        <a:pt x="191" y="113"/>
                        <a:pt x="191" y="113"/>
                      </a:cubicBezTo>
                      <a:lnTo>
                        <a:pt x="191" y="148"/>
                      </a:lnTo>
                      <a:close/>
                      <a:moveTo>
                        <a:pt x="191" y="111"/>
                      </a:moveTo>
                      <a:cubicBezTo>
                        <a:pt x="156" y="111"/>
                        <a:pt x="156" y="111"/>
                        <a:pt x="156" y="111"/>
                      </a:cubicBezTo>
                      <a:cubicBezTo>
                        <a:pt x="156" y="76"/>
                        <a:pt x="156" y="76"/>
                        <a:pt x="156" y="76"/>
                      </a:cubicBezTo>
                      <a:cubicBezTo>
                        <a:pt x="191" y="76"/>
                        <a:pt x="191" y="76"/>
                        <a:pt x="191" y="76"/>
                      </a:cubicBezTo>
                      <a:lnTo>
                        <a:pt x="191" y="111"/>
                      </a:lnTo>
                      <a:close/>
                      <a:moveTo>
                        <a:pt x="191" y="74"/>
                      </a:moveTo>
                      <a:cubicBezTo>
                        <a:pt x="156" y="74"/>
                        <a:pt x="156" y="74"/>
                        <a:pt x="156" y="74"/>
                      </a:cubicBezTo>
                      <a:cubicBezTo>
                        <a:pt x="156" y="39"/>
                        <a:pt x="156" y="39"/>
                        <a:pt x="156" y="39"/>
                      </a:cubicBezTo>
                      <a:cubicBezTo>
                        <a:pt x="191" y="39"/>
                        <a:pt x="191" y="39"/>
                        <a:pt x="191" y="39"/>
                      </a:cubicBezTo>
                      <a:lnTo>
                        <a:pt x="191" y="74"/>
                      </a:lnTo>
                      <a:close/>
                      <a:moveTo>
                        <a:pt x="191" y="37"/>
                      </a:moveTo>
                      <a:cubicBezTo>
                        <a:pt x="156" y="37"/>
                        <a:pt x="156" y="37"/>
                        <a:pt x="156" y="37"/>
                      </a:cubicBezTo>
                      <a:cubicBezTo>
                        <a:pt x="156" y="2"/>
                        <a:pt x="156" y="2"/>
                        <a:pt x="156" y="2"/>
                      </a:cubicBezTo>
                      <a:cubicBezTo>
                        <a:pt x="191" y="2"/>
                        <a:pt x="191" y="2"/>
                        <a:pt x="191" y="2"/>
                      </a:cubicBezTo>
                      <a:lnTo>
                        <a:pt x="191" y="37"/>
                      </a:lnTo>
                      <a:close/>
                      <a:moveTo>
                        <a:pt x="228" y="446"/>
                      </a:moveTo>
                      <a:cubicBezTo>
                        <a:pt x="193" y="446"/>
                        <a:pt x="193" y="446"/>
                        <a:pt x="193" y="446"/>
                      </a:cubicBezTo>
                      <a:cubicBezTo>
                        <a:pt x="193" y="408"/>
                        <a:pt x="193" y="408"/>
                        <a:pt x="193" y="408"/>
                      </a:cubicBezTo>
                      <a:cubicBezTo>
                        <a:pt x="228" y="408"/>
                        <a:pt x="228" y="408"/>
                        <a:pt x="228" y="408"/>
                      </a:cubicBezTo>
                      <a:lnTo>
                        <a:pt x="228" y="446"/>
                      </a:lnTo>
                      <a:close/>
                      <a:moveTo>
                        <a:pt x="228" y="406"/>
                      </a:moveTo>
                      <a:cubicBezTo>
                        <a:pt x="193" y="406"/>
                        <a:pt x="193" y="406"/>
                        <a:pt x="193" y="406"/>
                      </a:cubicBezTo>
                      <a:cubicBezTo>
                        <a:pt x="193" y="372"/>
                        <a:pt x="193" y="372"/>
                        <a:pt x="193" y="372"/>
                      </a:cubicBezTo>
                      <a:cubicBezTo>
                        <a:pt x="228" y="372"/>
                        <a:pt x="228" y="372"/>
                        <a:pt x="228" y="372"/>
                      </a:cubicBezTo>
                      <a:lnTo>
                        <a:pt x="228" y="406"/>
                      </a:lnTo>
                      <a:close/>
                      <a:moveTo>
                        <a:pt x="228" y="370"/>
                      </a:moveTo>
                      <a:cubicBezTo>
                        <a:pt x="193" y="370"/>
                        <a:pt x="193" y="370"/>
                        <a:pt x="193" y="370"/>
                      </a:cubicBezTo>
                      <a:cubicBezTo>
                        <a:pt x="193" y="335"/>
                        <a:pt x="193" y="335"/>
                        <a:pt x="193" y="335"/>
                      </a:cubicBezTo>
                      <a:cubicBezTo>
                        <a:pt x="228" y="335"/>
                        <a:pt x="228" y="335"/>
                        <a:pt x="228" y="335"/>
                      </a:cubicBezTo>
                      <a:lnTo>
                        <a:pt x="228" y="370"/>
                      </a:lnTo>
                      <a:close/>
                      <a:moveTo>
                        <a:pt x="228" y="333"/>
                      </a:moveTo>
                      <a:cubicBezTo>
                        <a:pt x="193" y="333"/>
                        <a:pt x="193" y="333"/>
                        <a:pt x="193" y="333"/>
                      </a:cubicBezTo>
                      <a:cubicBezTo>
                        <a:pt x="193" y="298"/>
                        <a:pt x="193" y="298"/>
                        <a:pt x="193" y="298"/>
                      </a:cubicBezTo>
                      <a:cubicBezTo>
                        <a:pt x="228" y="298"/>
                        <a:pt x="228" y="298"/>
                        <a:pt x="228" y="298"/>
                      </a:cubicBezTo>
                      <a:lnTo>
                        <a:pt x="228" y="333"/>
                      </a:lnTo>
                      <a:close/>
                      <a:moveTo>
                        <a:pt x="228" y="296"/>
                      </a:moveTo>
                      <a:cubicBezTo>
                        <a:pt x="193" y="296"/>
                        <a:pt x="193" y="296"/>
                        <a:pt x="193" y="296"/>
                      </a:cubicBezTo>
                      <a:cubicBezTo>
                        <a:pt x="193" y="261"/>
                        <a:pt x="193" y="261"/>
                        <a:pt x="193" y="261"/>
                      </a:cubicBezTo>
                      <a:cubicBezTo>
                        <a:pt x="228" y="261"/>
                        <a:pt x="228" y="261"/>
                        <a:pt x="228" y="261"/>
                      </a:cubicBezTo>
                      <a:lnTo>
                        <a:pt x="228" y="296"/>
                      </a:lnTo>
                      <a:close/>
                      <a:moveTo>
                        <a:pt x="228" y="259"/>
                      </a:moveTo>
                      <a:cubicBezTo>
                        <a:pt x="193" y="259"/>
                        <a:pt x="193" y="259"/>
                        <a:pt x="193" y="259"/>
                      </a:cubicBezTo>
                      <a:cubicBezTo>
                        <a:pt x="193" y="224"/>
                        <a:pt x="193" y="224"/>
                        <a:pt x="193" y="224"/>
                      </a:cubicBezTo>
                      <a:cubicBezTo>
                        <a:pt x="228" y="224"/>
                        <a:pt x="228" y="224"/>
                        <a:pt x="228" y="224"/>
                      </a:cubicBezTo>
                      <a:lnTo>
                        <a:pt x="228" y="259"/>
                      </a:lnTo>
                      <a:close/>
                      <a:moveTo>
                        <a:pt x="228" y="222"/>
                      </a:moveTo>
                      <a:cubicBezTo>
                        <a:pt x="193" y="222"/>
                        <a:pt x="193" y="222"/>
                        <a:pt x="193" y="222"/>
                      </a:cubicBezTo>
                      <a:cubicBezTo>
                        <a:pt x="193" y="187"/>
                        <a:pt x="193" y="187"/>
                        <a:pt x="193" y="187"/>
                      </a:cubicBezTo>
                      <a:cubicBezTo>
                        <a:pt x="228" y="187"/>
                        <a:pt x="228" y="187"/>
                        <a:pt x="228" y="187"/>
                      </a:cubicBezTo>
                      <a:lnTo>
                        <a:pt x="228" y="222"/>
                      </a:lnTo>
                      <a:close/>
                      <a:moveTo>
                        <a:pt x="228" y="185"/>
                      </a:moveTo>
                      <a:cubicBezTo>
                        <a:pt x="193" y="185"/>
                        <a:pt x="193" y="185"/>
                        <a:pt x="193" y="185"/>
                      </a:cubicBezTo>
                      <a:cubicBezTo>
                        <a:pt x="193" y="150"/>
                        <a:pt x="193" y="150"/>
                        <a:pt x="193" y="150"/>
                      </a:cubicBezTo>
                      <a:cubicBezTo>
                        <a:pt x="228" y="150"/>
                        <a:pt x="228" y="150"/>
                        <a:pt x="228" y="150"/>
                      </a:cubicBezTo>
                      <a:lnTo>
                        <a:pt x="228" y="185"/>
                      </a:lnTo>
                      <a:close/>
                      <a:moveTo>
                        <a:pt x="228" y="148"/>
                      </a:moveTo>
                      <a:cubicBezTo>
                        <a:pt x="193" y="148"/>
                        <a:pt x="193" y="148"/>
                        <a:pt x="193" y="148"/>
                      </a:cubicBezTo>
                      <a:cubicBezTo>
                        <a:pt x="193" y="113"/>
                        <a:pt x="193" y="113"/>
                        <a:pt x="193" y="113"/>
                      </a:cubicBezTo>
                      <a:cubicBezTo>
                        <a:pt x="228" y="113"/>
                        <a:pt x="228" y="113"/>
                        <a:pt x="228" y="113"/>
                      </a:cubicBezTo>
                      <a:lnTo>
                        <a:pt x="228" y="148"/>
                      </a:lnTo>
                      <a:close/>
                      <a:moveTo>
                        <a:pt x="228" y="111"/>
                      </a:moveTo>
                      <a:cubicBezTo>
                        <a:pt x="193" y="111"/>
                        <a:pt x="193" y="111"/>
                        <a:pt x="193" y="111"/>
                      </a:cubicBezTo>
                      <a:cubicBezTo>
                        <a:pt x="193" y="76"/>
                        <a:pt x="193" y="76"/>
                        <a:pt x="193" y="76"/>
                      </a:cubicBezTo>
                      <a:cubicBezTo>
                        <a:pt x="228" y="76"/>
                        <a:pt x="228" y="76"/>
                        <a:pt x="228" y="76"/>
                      </a:cubicBezTo>
                      <a:lnTo>
                        <a:pt x="228" y="111"/>
                      </a:lnTo>
                      <a:close/>
                      <a:moveTo>
                        <a:pt x="228" y="74"/>
                      </a:moveTo>
                      <a:cubicBezTo>
                        <a:pt x="193" y="74"/>
                        <a:pt x="193" y="74"/>
                        <a:pt x="193" y="74"/>
                      </a:cubicBezTo>
                      <a:cubicBezTo>
                        <a:pt x="193" y="39"/>
                        <a:pt x="193" y="39"/>
                        <a:pt x="193" y="39"/>
                      </a:cubicBezTo>
                      <a:cubicBezTo>
                        <a:pt x="228" y="39"/>
                        <a:pt x="228" y="39"/>
                        <a:pt x="228" y="39"/>
                      </a:cubicBezTo>
                      <a:lnTo>
                        <a:pt x="228" y="74"/>
                      </a:lnTo>
                      <a:close/>
                      <a:moveTo>
                        <a:pt x="228" y="37"/>
                      </a:moveTo>
                      <a:cubicBezTo>
                        <a:pt x="193" y="37"/>
                        <a:pt x="193" y="37"/>
                        <a:pt x="193" y="37"/>
                      </a:cubicBezTo>
                      <a:cubicBezTo>
                        <a:pt x="193" y="2"/>
                        <a:pt x="193" y="2"/>
                        <a:pt x="193" y="2"/>
                      </a:cubicBezTo>
                      <a:cubicBezTo>
                        <a:pt x="228" y="2"/>
                        <a:pt x="228" y="2"/>
                        <a:pt x="228" y="2"/>
                      </a:cubicBezTo>
                      <a:lnTo>
                        <a:pt x="228" y="37"/>
                      </a:lnTo>
                      <a:close/>
                      <a:moveTo>
                        <a:pt x="265" y="446"/>
                      </a:moveTo>
                      <a:cubicBezTo>
                        <a:pt x="230" y="446"/>
                        <a:pt x="230" y="446"/>
                        <a:pt x="230" y="446"/>
                      </a:cubicBezTo>
                      <a:cubicBezTo>
                        <a:pt x="230" y="408"/>
                        <a:pt x="230" y="408"/>
                        <a:pt x="230" y="408"/>
                      </a:cubicBezTo>
                      <a:cubicBezTo>
                        <a:pt x="265" y="408"/>
                        <a:pt x="265" y="408"/>
                        <a:pt x="265" y="408"/>
                      </a:cubicBezTo>
                      <a:lnTo>
                        <a:pt x="265" y="446"/>
                      </a:lnTo>
                      <a:close/>
                      <a:moveTo>
                        <a:pt x="265" y="406"/>
                      </a:moveTo>
                      <a:cubicBezTo>
                        <a:pt x="230" y="406"/>
                        <a:pt x="230" y="406"/>
                        <a:pt x="230" y="406"/>
                      </a:cubicBezTo>
                      <a:cubicBezTo>
                        <a:pt x="230" y="372"/>
                        <a:pt x="230" y="372"/>
                        <a:pt x="230" y="372"/>
                      </a:cubicBezTo>
                      <a:cubicBezTo>
                        <a:pt x="265" y="372"/>
                        <a:pt x="265" y="372"/>
                        <a:pt x="265" y="372"/>
                      </a:cubicBezTo>
                      <a:lnTo>
                        <a:pt x="265" y="406"/>
                      </a:lnTo>
                      <a:close/>
                      <a:moveTo>
                        <a:pt x="265" y="370"/>
                      </a:moveTo>
                      <a:cubicBezTo>
                        <a:pt x="230" y="370"/>
                        <a:pt x="230" y="370"/>
                        <a:pt x="230" y="370"/>
                      </a:cubicBezTo>
                      <a:cubicBezTo>
                        <a:pt x="230" y="335"/>
                        <a:pt x="230" y="335"/>
                        <a:pt x="230" y="335"/>
                      </a:cubicBezTo>
                      <a:cubicBezTo>
                        <a:pt x="265" y="335"/>
                        <a:pt x="265" y="335"/>
                        <a:pt x="265" y="335"/>
                      </a:cubicBezTo>
                      <a:lnTo>
                        <a:pt x="265" y="370"/>
                      </a:lnTo>
                      <a:close/>
                      <a:moveTo>
                        <a:pt x="265" y="333"/>
                      </a:moveTo>
                      <a:cubicBezTo>
                        <a:pt x="230" y="333"/>
                        <a:pt x="230" y="333"/>
                        <a:pt x="230" y="333"/>
                      </a:cubicBezTo>
                      <a:cubicBezTo>
                        <a:pt x="230" y="298"/>
                        <a:pt x="230" y="298"/>
                        <a:pt x="230" y="298"/>
                      </a:cubicBezTo>
                      <a:cubicBezTo>
                        <a:pt x="265" y="298"/>
                        <a:pt x="265" y="298"/>
                        <a:pt x="265" y="298"/>
                      </a:cubicBezTo>
                      <a:lnTo>
                        <a:pt x="265" y="333"/>
                      </a:lnTo>
                      <a:close/>
                      <a:moveTo>
                        <a:pt x="265" y="296"/>
                      </a:moveTo>
                      <a:cubicBezTo>
                        <a:pt x="230" y="296"/>
                        <a:pt x="230" y="296"/>
                        <a:pt x="230" y="296"/>
                      </a:cubicBezTo>
                      <a:cubicBezTo>
                        <a:pt x="230" y="261"/>
                        <a:pt x="230" y="261"/>
                        <a:pt x="230" y="261"/>
                      </a:cubicBezTo>
                      <a:cubicBezTo>
                        <a:pt x="265" y="261"/>
                        <a:pt x="265" y="261"/>
                        <a:pt x="265" y="261"/>
                      </a:cubicBezTo>
                      <a:lnTo>
                        <a:pt x="265" y="296"/>
                      </a:lnTo>
                      <a:close/>
                      <a:moveTo>
                        <a:pt x="265" y="259"/>
                      </a:moveTo>
                      <a:cubicBezTo>
                        <a:pt x="230" y="259"/>
                        <a:pt x="230" y="259"/>
                        <a:pt x="230" y="259"/>
                      </a:cubicBezTo>
                      <a:cubicBezTo>
                        <a:pt x="230" y="224"/>
                        <a:pt x="230" y="224"/>
                        <a:pt x="230" y="224"/>
                      </a:cubicBezTo>
                      <a:cubicBezTo>
                        <a:pt x="265" y="224"/>
                        <a:pt x="265" y="224"/>
                        <a:pt x="265" y="224"/>
                      </a:cubicBezTo>
                      <a:lnTo>
                        <a:pt x="265" y="259"/>
                      </a:lnTo>
                      <a:close/>
                      <a:moveTo>
                        <a:pt x="265" y="222"/>
                      </a:moveTo>
                      <a:cubicBezTo>
                        <a:pt x="230" y="222"/>
                        <a:pt x="230" y="222"/>
                        <a:pt x="230" y="222"/>
                      </a:cubicBezTo>
                      <a:cubicBezTo>
                        <a:pt x="230" y="187"/>
                        <a:pt x="230" y="187"/>
                        <a:pt x="230" y="187"/>
                      </a:cubicBezTo>
                      <a:cubicBezTo>
                        <a:pt x="265" y="187"/>
                        <a:pt x="265" y="187"/>
                        <a:pt x="265" y="187"/>
                      </a:cubicBezTo>
                      <a:lnTo>
                        <a:pt x="265" y="222"/>
                      </a:lnTo>
                      <a:close/>
                      <a:moveTo>
                        <a:pt x="265" y="185"/>
                      </a:moveTo>
                      <a:cubicBezTo>
                        <a:pt x="230" y="185"/>
                        <a:pt x="230" y="185"/>
                        <a:pt x="230" y="185"/>
                      </a:cubicBezTo>
                      <a:cubicBezTo>
                        <a:pt x="230" y="150"/>
                        <a:pt x="230" y="150"/>
                        <a:pt x="230" y="150"/>
                      </a:cubicBezTo>
                      <a:cubicBezTo>
                        <a:pt x="265" y="150"/>
                        <a:pt x="265" y="150"/>
                        <a:pt x="265" y="150"/>
                      </a:cubicBezTo>
                      <a:lnTo>
                        <a:pt x="265" y="185"/>
                      </a:lnTo>
                      <a:close/>
                      <a:moveTo>
                        <a:pt x="265" y="148"/>
                      </a:moveTo>
                      <a:cubicBezTo>
                        <a:pt x="230" y="148"/>
                        <a:pt x="230" y="148"/>
                        <a:pt x="230" y="148"/>
                      </a:cubicBezTo>
                      <a:cubicBezTo>
                        <a:pt x="230" y="113"/>
                        <a:pt x="230" y="113"/>
                        <a:pt x="230" y="113"/>
                      </a:cubicBezTo>
                      <a:cubicBezTo>
                        <a:pt x="265" y="113"/>
                        <a:pt x="265" y="113"/>
                        <a:pt x="265" y="113"/>
                      </a:cubicBezTo>
                      <a:lnTo>
                        <a:pt x="265" y="148"/>
                      </a:lnTo>
                      <a:close/>
                      <a:moveTo>
                        <a:pt x="265" y="111"/>
                      </a:moveTo>
                      <a:cubicBezTo>
                        <a:pt x="230" y="111"/>
                        <a:pt x="230" y="111"/>
                        <a:pt x="230" y="111"/>
                      </a:cubicBezTo>
                      <a:cubicBezTo>
                        <a:pt x="230" y="76"/>
                        <a:pt x="230" y="76"/>
                        <a:pt x="230" y="76"/>
                      </a:cubicBezTo>
                      <a:cubicBezTo>
                        <a:pt x="265" y="76"/>
                        <a:pt x="265" y="76"/>
                        <a:pt x="265" y="76"/>
                      </a:cubicBezTo>
                      <a:lnTo>
                        <a:pt x="265" y="111"/>
                      </a:lnTo>
                      <a:close/>
                      <a:moveTo>
                        <a:pt x="265" y="74"/>
                      </a:moveTo>
                      <a:cubicBezTo>
                        <a:pt x="230" y="74"/>
                        <a:pt x="230" y="74"/>
                        <a:pt x="230" y="74"/>
                      </a:cubicBezTo>
                      <a:cubicBezTo>
                        <a:pt x="230" y="39"/>
                        <a:pt x="230" y="39"/>
                        <a:pt x="230" y="39"/>
                      </a:cubicBezTo>
                      <a:cubicBezTo>
                        <a:pt x="265" y="39"/>
                        <a:pt x="265" y="39"/>
                        <a:pt x="265" y="39"/>
                      </a:cubicBezTo>
                      <a:lnTo>
                        <a:pt x="265" y="74"/>
                      </a:lnTo>
                      <a:close/>
                      <a:moveTo>
                        <a:pt x="265" y="37"/>
                      </a:moveTo>
                      <a:cubicBezTo>
                        <a:pt x="230" y="37"/>
                        <a:pt x="230" y="37"/>
                        <a:pt x="230" y="37"/>
                      </a:cubicBezTo>
                      <a:cubicBezTo>
                        <a:pt x="230" y="2"/>
                        <a:pt x="230" y="2"/>
                        <a:pt x="230" y="2"/>
                      </a:cubicBezTo>
                      <a:cubicBezTo>
                        <a:pt x="265" y="2"/>
                        <a:pt x="265" y="2"/>
                        <a:pt x="265" y="2"/>
                      </a:cubicBezTo>
                      <a:lnTo>
                        <a:pt x="265" y="37"/>
                      </a:lnTo>
                      <a:close/>
                      <a:moveTo>
                        <a:pt x="302" y="406"/>
                      </a:moveTo>
                      <a:cubicBezTo>
                        <a:pt x="267" y="406"/>
                        <a:pt x="267" y="406"/>
                        <a:pt x="267" y="406"/>
                      </a:cubicBezTo>
                      <a:cubicBezTo>
                        <a:pt x="267" y="372"/>
                        <a:pt x="267" y="372"/>
                        <a:pt x="267" y="372"/>
                      </a:cubicBezTo>
                      <a:cubicBezTo>
                        <a:pt x="302" y="372"/>
                        <a:pt x="302" y="372"/>
                        <a:pt x="302" y="372"/>
                      </a:cubicBezTo>
                      <a:lnTo>
                        <a:pt x="302" y="406"/>
                      </a:lnTo>
                      <a:close/>
                      <a:moveTo>
                        <a:pt x="302" y="370"/>
                      </a:moveTo>
                      <a:cubicBezTo>
                        <a:pt x="267" y="370"/>
                        <a:pt x="267" y="370"/>
                        <a:pt x="267" y="370"/>
                      </a:cubicBezTo>
                      <a:cubicBezTo>
                        <a:pt x="267" y="335"/>
                        <a:pt x="267" y="335"/>
                        <a:pt x="267" y="335"/>
                      </a:cubicBezTo>
                      <a:cubicBezTo>
                        <a:pt x="302" y="335"/>
                        <a:pt x="302" y="335"/>
                        <a:pt x="302" y="335"/>
                      </a:cubicBezTo>
                      <a:lnTo>
                        <a:pt x="302" y="370"/>
                      </a:lnTo>
                      <a:close/>
                      <a:moveTo>
                        <a:pt x="302" y="333"/>
                      </a:moveTo>
                      <a:cubicBezTo>
                        <a:pt x="267" y="333"/>
                        <a:pt x="267" y="333"/>
                        <a:pt x="267" y="333"/>
                      </a:cubicBezTo>
                      <a:cubicBezTo>
                        <a:pt x="267" y="298"/>
                        <a:pt x="267" y="298"/>
                        <a:pt x="267" y="298"/>
                      </a:cubicBezTo>
                      <a:cubicBezTo>
                        <a:pt x="302" y="298"/>
                        <a:pt x="302" y="298"/>
                        <a:pt x="302" y="298"/>
                      </a:cubicBezTo>
                      <a:lnTo>
                        <a:pt x="302" y="333"/>
                      </a:lnTo>
                      <a:close/>
                      <a:moveTo>
                        <a:pt x="302" y="296"/>
                      </a:moveTo>
                      <a:cubicBezTo>
                        <a:pt x="267" y="296"/>
                        <a:pt x="267" y="296"/>
                        <a:pt x="267" y="296"/>
                      </a:cubicBezTo>
                      <a:cubicBezTo>
                        <a:pt x="267" y="261"/>
                        <a:pt x="267" y="261"/>
                        <a:pt x="267" y="261"/>
                      </a:cubicBezTo>
                      <a:cubicBezTo>
                        <a:pt x="302" y="261"/>
                        <a:pt x="302" y="261"/>
                        <a:pt x="302" y="261"/>
                      </a:cubicBezTo>
                      <a:lnTo>
                        <a:pt x="302" y="296"/>
                      </a:lnTo>
                      <a:close/>
                      <a:moveTo>
                        <a:pt x="302" y="259"/>
                      </a:moveTo>
                      <a:cubicBezTo>
                        <a:pt x="267" y="259"/>
                        <a:pt x="267" y="259"/>
                        <a:pt x="267" y="259"/>
                      </a:cubicBezTo>
                      <a:cubicBezTo>
                        <a:pt x="267" y="224"/>
                        <a:pt x="267" y="224"/>
                        <a:pt x="267" y="224"/>
                      </a:cubicBezTo>
                      <a:cubicBezTo>
                        <a:pt x="302" y="224"/>
                        <a:pt x="302" y="224"/>
                        <a:pt x="302" y="224"/>
                      </a:cubicBezTo>
                      <a:lnTo>
                        <a:pt x="302" y="259"/>
                      </a:lnTo>
                      <a:close/>
                      <a:moveTo>
                        <a:pt x="302" y="222"/>
                      </a:moveTo>
                      <a:cubicBezTo>
                        <a:pt x="267" y="222"/>
                        <a:pt x="267" y="222"/>
                        <a:pt x="267" y="222"/>
                      </a:cubicBezTo>
                      <a:cubicBezTo>
                        <a:pt x="267" y="187"/>
                        <a:pt x="267" y="187"/>
                        <a:pt x="267" y="187"/>
                      </a:cubicBezTo>
                      <a:cubicBezTo>
                        <a:pt x="302" y="187"/>
                        <a:pt x="302" y="187"/>
                        <a:pt x="302" y="187"/>
                      </a:cubicBezTo>
                      <a:lnTo>
                        <a:pt x="302" y="222"/>
                      </a:lnTo>
                      <a:close/>
                      <a:moveTo>
                        <a:pt x="302" y="185"/>
                      </a:moveTo>
                      <a:cubicBezTo>
                        <a:pt x="267" y="185"/>
                        <a:pt x="267" y="185"/>
                        <a:pt x="267" y="185"/>
                      </a:cubicBezTo>
                      <a:cubicBezTo>
                        <a:pt x="267" y="150"/>
                        <a:pt x="267" y="150"/>
                        <a:pt x="267" y="150"/>
                      </a:cubicBezTo>
                      <a:cubicBezTo>
                        <a:pt x="302" y="150"/>
                        <a:pt x="302" y="150"/>
                        <a:pt x="302" y="150"/>
                      </a:cubicBezTo>
                      <a:lnTo>
                        <a:pt x="302" y="185"/>
                      </a:lnTo>
                      <a:close/>
                      <a:moveTo>
                        <a:pt x="302" y="148"/>
                      </a:moveTo>
                      <a:cubicBezTo>
                        <a:pt x="267" y="148"/>
                        <a:pt x="267" y="148"/>
                        <a:pt x="267" y="148"/>
                      </a:cubicBezTo>
                      <a:cubicBezTo>
                        <a:pt x="267" y="113"/>
                        <a:pt x="267" y="113"/>
                        <a:pt x="267" y="113"/>
                      </a:cubicBezTo>
                      <a:cubicBezTo>
                        <a:pt x="302" y="113"/>
                        <a:pt x="302" y="113"/>
                        <a:pt x="302" y="113"/>
                      </a:cubicBezTo>
                      <a:lnTo>
                        <a:pt x="302" y="148"/>
                      </a:lnTo>
                      <a:close/>
                      <a:moveTo>
                        <a:pt x="302" y="111"/>
                      </a:moveTo>
                      <a:cubicBezTo>
                        <a:pt x="267" y="111"/>
                        <a:pt x="267" y="111"/>
                        <a:pt x="267" y="111"/>
                      </a:cubicBezTo>
                      <a:cubicBezTo>
                        <a:pt x="267" y="76"/>
                        <a:pt x="267" y="76"/>
                        <a:pt x="267" y="76"/>
                      </a:cubicBezTo>
                      <a:cubicBezTo>
                        <a:pt x="302" y="76"/>
                        <a:pt x="302" y="76"/>
                        <a:pt x="302" y="76"/>
                      </a:cubicBezTo>
                      <a:lnTo>
                        <a:pt x="302" y="111"/>
                      </a:lnTo>
                      <a:close/>
                      <a:moveTo>
                        <a:pt x="302" y="74"/>
                      </a:moveTo>
                      <a:cubicBezTo>
                        <a:pt x="267" y="74"/>
                        <a:pt x="267" y="74"/>
                        <a:pt x="267" y="74"/>
                      </a:cubicBezTo>
                      <a:cubicBezTo>
                        <a:pt x="267" y="39"/>
                        <a:pt x="267" y="39"/>
                        <a:pt x="267" y="39"/>
                      </a:cubicBezTo>
                      <a:cubicBezTo>
                        <a:pt x="302" y="39"/>
                        <a:pt x="302" y="39"/>
                        <a:pt x="302" y="39"/>
                      </a:cubicBezTo>
                      <a:lnTo>
                        <a:pt x="302" y="74"/>
                      </a:lnTo>
                      <a:close/>
                      <a:moveTo>
                        <a:pt x="302" y="37"/>
                      </a:moveTo>
                      <a:cubicBezTo>
                        <a:pt x="267" y="37"/>
                        <a:pt x="267" y="37"/>
                        <a:pt x="267" y="37"/>
                      </a:cubicBezTo>
                      <a:cubicBezTo>
                        <a:pt x="267" y="2"/>
                        <a:pt x="267" y="2"/>
                        <a:pt x="267" y="2"/>
                      </a:cubicBezTo>
                      <a:cubicBezTo>
                        <a:pt x="302" y="2"/>
                        <a:pt x="302" y="2"/>
                        <a:pt x="302" y="2"/>
                      </a:cubicBezTo>
                      <a:lnTo>
                        <a:pt x="302" y="37"/>
                      </a:lnTo>
                      <a:close/>
                      <a:moveTo>
                        <a:pt x="339" y="446"/>
                      </a:moveTo>
                      <a:cubicBezTo>
                        <a:pt x="304" y="446"/>
                        <a:pt x="304" y="446"/>
                        <a:pt x="304" y="446"/>
                      </a:cubicBezTo>
                      <a:cubicBezTo>
                        <a:pt x="304" y="408"/>
                        <a:pt x="304" y="408"/>
                        <a:pt x="304" y="408"/>
                      </a:cubicBezTo>
                      <a:cubicBezTo>
                        <a:pt x="339" y="408"/>
                        <a:pt x="339" y="408"/>
                        <a:pt x="339" y="408"/>
                      </a:cubicBezTo>
                      <a:lnTo>
                        <a:pt x="339" y="446"/>
                      </a:lnTo>
                      <a:close/>
                      <a:moveTo>
                        <a:pt x="339" y="406"/>
                      </a:moveTo>
                      <a:cubicBezTo>
                        <a:pt x="304" y="406"/>
                        <a:pt x="304" y="406"/>
                        <a:pt x="304" y="406"/>
                      </a:cubicBezTo>
                      <a:cubicBezTo>
                        <a:pt x="304" y="372"/>
                        <a:pt x="304" y="372"/>
                        <a:pt x="304" y="372"/>
                      </a:cubicBezTo>
                      <a:cubicBezTo>
                        <a:pt x="339" y="372"/>
                        <a:pt x="339" y="372"/>
                        <a:pt x="339" y="372"/>
                      </a:cubicBezTo>
                      <a:lnTo>
                        <a:pt x="339" y="406"/>
                      </a:lnTo>
                      <a:close/>
                      <a:moveTo>
                        <a:pt x="339" y="370"/>
                      </a:moveTo>
                      <a:cubicBezTo>
                        <a:pt x="304" y="370"/>
                        <a:pt x="304" y="370"/>
                        <a:pt x="304" y="370"/>
                      </a:cubicBezTo>
                      <a:cubicBezTo>
                        <a:pt x="304" y="335"/>
                        <a:pt x="304" y="335"/>
                        <a:pt x="304" y="335"/>
                      </a:cubicBezTo>
                      <a:cubicBezTo>
                        <a:pt x="339" y="335"/>
                        <a:pt x="339" y="335"/>
                        <a:pt x="339" y="335"/>
                      </a:cubicBezTo>
                      <a:lnTo>
                        <a:pt x="339" y="370"/>
                      </a:lnTo>
                      <a:close/>
                      <a:moveTo>
                        <a:pt x="339" y="333"/>
                      </a:moveTo>
                      <a:cubicBezTo>
                        <a:pt x="304" y="333"/>
                        <a:pt x="304" y="333"/>
                        <a:pt x="304" y="333"/>
                      </a:cubicBezTo>
                      <a:cubicBezTo>
                        <a:pt x="304" y="298"/>
                        <a:pt x="304" y="298"/>
                        <a:pt x="304" y="298"/>
                      </a:cubicBezTo>
                      <a:cubicBezTo>
                        <a:pt x="339" y="298"/>
                        <a:pt x="339" y="298"/>
                        <a:pt x="339" y="298"/>
                      </a:cubicBezTo>
                      <a:lnTo>
                        <a:pt x="339" y="333"/>
                      </a:lnTo>
                      <a:close/>
                      <a:moveTo>
                        <a:pt x="339" y="296"/>
                      </a:moveTo>
                      <a:cubicBezTo>
                        <a:pt x="304" y="296"/>
                        <a:pt x="304" y="296"/>
                        <a:pt x="304" y="296"/>
                      </a:cubicBezTo>
                      <a:cubicBezTo>
                        <a:pt x="304" y="261"/>
                        <a:pt x="304" y="261"/>
                        <a:pt x="304" y="261"/>
                      </a:cubicBezTo>
                      <a:cubicBezTo>
                        <a:pt x="339" y="261"/>
                        <a:pt x="339" y="261"/>
                        <a:pt x="339" y="261"/>
                      </a:cubicBezTo>
                      <a:lnTo>
                        <a:pt x="339" y="296"/>
                      </a:lnTo>
                      <a:close/>
                      <a:moveTo>
                        <a:pt x="339" y="259"/>
                      </a:moveTo>
                      <a:cubicBezTo>
                        <a:pt x="304" y="259"/>
                        <a:pt x="304" y="259"/>
                        <a:pt x="304" y="259"/>
                      </a:cubicBezTo>
                      <a:cubicBezTo>
                        <a:pt x="304" y="224"/>
                        <a:pt x="304" y="224"/>
                        <a:pt x="304" y="224"/>
                      </a:cubicBezTo>
                      <a:cubicBezTo>
                        <a:pt x="339" y="224"/>
                        <a:pt x="339" y="224"/>
                        <a:pt x="339" y="224"/>
                      </a:cubicBezTo>
                      <a:lnTo>
                        <a:pt x="339" y="259"/>
                      </a:lnTo>
                      <a:close/>
                      <a:moveTo>
                        <a:pt x="339" y="222"/>
                      </a:moveTo>
                      <a:cubicBezTo>
                        <a:pt x="304" y="222"/>
                        <a:pt x="304" y="222"/>
                        <a:pt x="304" y="222"/>
                      </a:cubicBezTo>
                      <a:cubicBezTo>
                        <a:pt x="304" y="187"/>
                        <a:pt x="304" y="187"/>
                        <a:pt x="304" y="187"/>
                      </a:cubicBezTo>
                      <a:cubicBezTo>
                        <a:pt x="339" y="187"/>
                        <a:pt x="339" y="187"/>
                        <a:pt x="339" y="187"/>
                      </a:cubicBezTo>
                      <a:lnTo>
                        <a:pt x="339" y="222"/>
                      </a:lnTo>
                      <a:close/>
                      <a:moveTo>
                        <a:pt x="339" y="185"/>
                      </a:moveTo>
                      <a:cubicBezTo>
                        <a:pt x="304" y="185"/>
                        <a:pt x="304" y="185"/>
                        <a:pt x="304" y="185"/>
                      </a:cubicBezTo>
                      <a:cubicBezTo>
                        <a:pt x="304" y="150"/>
                        <a:pt x="304" y="150"/>
                        <a:pt x="304" y="150"/>
                      </a:cubicBezTo>
                      <a:cubicBezTo>
                        <a:pt x="339" y="150"/>
                        <a:pt x="339" y="150"/>
                        <a:pt x="339" y="150"/>
                      </a:cubicBezTo>
                      <a:lnTo>
                        <a:pt x="339" y="185"/>
                      </a:lnTo>
                      <a:close/>
                      <a:moveTo>
                        <a:pt x="339" y="148"/>
                      </a:moveTo>
                      <a:cubicBezTo>
                        <a:pt x="304" y="148"/>
                        <a:pt x="304" y="148"/>
                        <a:pt x="304" y="148"/>
                      </a:cubicBezTo>
                      <a:cubicBezTo>
                        <a:pt x="304" y="113"/>
                        <a:pt x="304" y="113"/>
                        <a:pt x="304" y="113"/>
                      </a:cubicBezTo>
                      <a:cubicBezTo>
                        <a:pt x="339" y="113"/>
                        <a:pt x="339" y="113"/>
                        <a:pt x="339" y="113"/>
                      </a:cubicBezTo>
                      <a:lnTo>
                        <a:pt x="339" y="148"/>
                      </a:lnTo>
                      <a:close/>
                      <a:moveTo>
                        <a:pt x="339" y="111"/>
                      </a:moveTo>
                      <a:cubicBezTo>
                        <a:pt x="304" y="111"/>
                        <a:pt x="304" y="111"/>
                        <a:pt x="304" y="111"/>
                      </a:cubicBezTo>
                      <a:cubicBezTo>
                        <a:pt x="304" y="76"/>
                        <a:pt x="304" y="76"/>
                        <a:pt x="304" y="76"/>
                      </a:cubicBezTo>
                      <a:cubicBezTo>
                        <a:pt x="339" y="76"/>
                        <a:pt x="339" y="76"/>
                        <a:pt x="339" y="76"/>
                      </a:cubicBezTo>
                      <a:lnTo>
                        <a:pt x="339" y="111"/>
                      </a:lnTo>
                      <a:close/>
                      <a:moveTo>
                        <a:pt x="339" y="74"/>
                      </a:moveTo>
                      <a:cubicBezTo>
                        <a:pt x="304" y="74"/>
                        <a:pt x="304" y="74"/>
                        <a:pt x="304" y="74"/>
                      </a:cubicBezTo>
                      <a:cubicBezTo>
                        <a:pt x="304" y="39"/>
                        <a:pt x="304" y="39"/>
                        <a:pt x="304" y="39"/>
                      </a:cubicBezTo>
                      <a:cubicBezTo>
                        <a:pt x="339" y="39"/>
                        <a:pt x="339" y="39"/>
                        <a:pt x="339" y="39"/>
                      </a:cubicBezTo>
                      <a:lnTo>
                        <a:pt x="339" y="74"/>
                      </a:lnTo>
                      <a:close/>
                      <a:moveTo>
                        <a:pt x="339" y="37"/>
                      </a:moveTo>
                      <a:cubicBezTo>
                        <a:pt x="304" y="37"/>
                        <a:pt x="304" y="37"/>
                        <a:pt x="304" y="37"/>
                      </a:cubicBezTo>
                      <a:cubicBezTo>
                        <a:pt x="304" y="2"/>
                        <a:pt x="304" y="2"/>
                        <a:pt x="304" y="2"/>
                      </a:cubicBezTo>
                      <a:cubicBezTo>
                        <a:pt x="339" y="2"/>
                        <a:pt x="339" y="2"/>
                        <a:pt x="339" y="2"/>
                      </a:cubicBezTo>
                      <a:lnTo>
                        <a:pt x="339" y="37"/>
                      </a:lnTo>
                      <a:close/>
                      <a:moveTo>
                        <a:pt x="376" y="446"/>
                      </a:moveTo>
                      <a:cubicBezTo>
                        <a:pt x="341" y="446"/>
                        <a:pt x="341" y="446"/>
                        <a:pt x="341" y="446"/>
                      </a:cubicBezTo>
                      <a:cubicBezTo>
                        <a:pt x="341" y="408"/>
                        <a:pt x="341" y="408"/>
                        <a:pt x="341" y="408"/>
                      </a:cubicBezTo>
                      <a:cubicBezTo>
                        <a:pt x="376" y="408"/>
                        <a:pt x="376" y="408"/>
                        <a:pt x="376" y="408"/>
                      </a:cubicBezTo>
                      <a:lnTo>
                        <a:pt x="376" y="446"/>
                      </a:lnTo>
                      <a:close/>
                      <a:moveTo>
                        <a:pt x="376" y="406"/>
                      </a:moveTo>
                      <a:cubicBezTo>
                        <a:pt x="341" y="406"/>
                        <a:pt x="341" y="406"/>
                        <a:pt x="341" y="406"/>
                      </a:cubicBezTo>
                      <a:cubicBezTo>
                        <a:pt x="341" y="372"/>
                        <a:pt x="341" y="372"/>
                        <a:pt x="341" y="372"/>
                      </a:cubicBezTo>
                      <a:cubicBezTo>
                        <a:pt x="376" y="372"/>
                        <a:pt x="376" y="372"/>
                        <a:pt x="376" y="372"/>
                      </a:cubicBezTo>
                      <a:lnTo>
                        <a:pt x="376" y="406"/>
                      </a:lnTo>
                      <a:close/>
                      <a:moveTo>
                        <a:pt x="376" y="370"/>
                      </a:moveTo>
                      <a:cubicBezTo>
                        <a:pt x="341" y="370"/>
                        <a:pt x="341" y="370"/>
                        <a:pt x="341" y="370"/>
                      </a:cubicBezTo>
                      <a:cubicBezTo>
                        <a:pt x="341" y="335"/>
                        <a:pt x="341" y="335"/>
                        <a:pt x="341" y="335"/>
                      </a:cubicBezTo>
                      <a:cubicBezTo>
                        <a:pt x="376" y="335"/>
                        <a:pt x="376" y="335"/>
                        <a:pt x="376" y="335"/>
                      </a:cubicBezTo>
                      <a:lnTo>
                        <a:pt x="376" y="370"/>
                      </a:lnTo>
                      <a:close/>
                      <a:moveTo>
                        <a:pt x="376" y="333"/>
                      </a:moveTo>
                      <a:cubicBezTo>
                        <a:pt x="341" y="333"/>
                        <a:pt x="341" y="333"/>
                        <a:pt x="341" y="333"/>
                      </a:cubicBezTo>
                      <a:cubicBezTo>
                        <a:pt x="341" y="298"/>
                        <a:pt x="341" y="298"/>
                        <a:pt x="341" y="298"/>
                      </a:cubicBezTo>
                      <a:cubicBezTo>
                        <a:pt x="376" y="298"/>
                        <a:pt x="376" y="298"/>
                        <a:pt x="376" y="298"/>
                      </a:cubicBezTo>
                      <a:lnTo>
                        <a:pt x="376" y="333"/>
                      </a:lnTo>
                      <a:close/>
                      <a:moveTo>
                        <a:pt x="376" y="296"/>
                      </a:moveTo>
                      <a:cubicBezTo>
                        <a:pt x="341" y="296"/>
                        <a:pt x="341" y="296"/>
                        <a:pt x="341" y="296"/>
                      </a:cubicBezTo>
                      <a:cubicBezTo>
                        <a:pt x="341" y="261"/>
                        <a:pt x="341" y="261"/>
                        <a:pt x="341" y="261"/>
                      </a:cubicBezTo>
                      <a:cubicBezTo>
                        <a:pt x="376" y="261"/>
                        <a:pt x="376" y="261"/>
                        <a:pt x="376" y="261"/>
                      </a:cubicBezTo>
                      <a:lnTo>
                        <a:pt x="376" y="296"/>
                      </a:lnTo>
                      <a:close/>
                      <a:moveTo>
                        <a:pt x="376" y="259"/>
                      </a:moveTo>
                      <a:cubicBezTo>
                        <a:pt x="341" y="259"/>
                        <a:pt x="341" y="259"/>
                        <a:pt x="341" y="259"/>
                      </a:cubicBezTo>
                      <a:cubicBezTo>
                        <a:pt x="341" y="224"/>
                        <a:pt x="341" y="224"/>
                        <a:pt x="341" y="224"/>
                      </a:cubicBezTo>
                      <a:cubicBezTo>
                        <a:pt x="376" y="224"/>
                        <a:pt x="376" y="224"/>
                        <a:pt x="376" y="224"/>
                      </a:cubicBezTo>
                      <a:lnTo>
                        <a:pt x="376" y="259"/>
                      </a:lnTo>
                      <a:close/>
                      <a:moveTo>
                        <a:pt x="376" y="222"/>
                      </a:moveTo>
                      <a:cubicBezTo>
                        <a:pt x="341" y="222"/>
                        <a:pt x="341" y="222"/>
                        <a:pt x="341" y="222"/>
                      </a:cubicBezTo>
                      <a:cubicBezTo>
                        <a:pt x="341" y="187"/>
                        <a:pt x="341" y="187"/>
                        <a:pt x="341" y="187"/>
                      </a:cubicBezTo>
                      <a:cubicBezTo>
                        <a:pt x="376" y="187"/>
                        <a:pt x="376" y="187"/>
                        <a:pt x="376" y="187"/>
                      </a:cubicBezTo>
                      <a:lnTo>
                        <a:pt x="376" y="222"/>
                      </a:lnTo>
                      <a:close/>
                      <a:moveTo>
                        <a:pt x="376" y="185"/>
                      </a:moveTo>
                      <a:cubicBezTo>
                        <a:pt x="341" y="185"/>
                        <a:pt x="341" y="185"/>
                        <a:pt x="341" y="185"/>
                      </a:cubicBezTo>
                      <a:cubicBezTo>
                        <a:pt x="341" y="150"/>
                        <a:pt x="341" y="150"/>
                        <a:pt x="341" y="150"/>
                      </a:cubicBezTo>
                      <a:cubicBezTo>
                        <a:pt x="376" y="150"/>
                        <a:pt x="376" y="150"/>
                        <a:pt x="376" y="150"/>
                      </a:cubicBezTo>
                      <a:lnTo>
                        <a:pt x="376" y="185"/>
                      </a:lnTo>
                      <a:close/>
                      <a:moveTo>
                        <a:pt x="376" y="148"/>
                      </a:moveTo>
                      <a:cubicBezTo>
                        <a:pt x="341" y="148"/>
                        <a:pt x="341" y="148"/>
                        <a:pt x="341" y="148"/>
                      </a:cubicBezTo>
                      <a:cubicBezTo>
                        <a:pt x="341" y="113"/>
                        <a:pt x="341" y="113"/>
                        <a:pt x="341" y="113"/>
                      </a:cubicBezTo>
                      <a:cubicBezTo>
                        <a:pt x="376" y="113"/>
                        <a:pt x="376" y="113"/>
                        <a:pt x="376" y="113"/>
                      </a:cubicBezTo>
                      <a:lnTo>
                        <a:pt x="376" y="148"/>
                      </a:lnTo>
                      <a:close/>
                      <a:moveTo>
                        <a:pt x="376" y="111"/>
                      </a:moveTo>
                      <a:cubicBezTo>
                        <a:pt x="341" y="111"/>
                        <a:pt x="341" y="111"/>
                        <a:pt x="341" y="111"/>
                      </a:cubicBezTo>
                      <a:cubicBezTo>
                        <a:pt x="341" y="76"/>
                        <a:pt x="341" y="76"/>
                        <a:pt x="341" y="76"/>
                      </a:cubicBezTo>
                      <a:cubicBezTo>
                        <a:pt x="376" y="76"/>
                        <a:pt x="376" y="76"/>
                        <a:pt x="376" y="76"/>
                      </a:cubicBezTo>
                      <a:lnTo>
                        <a:pt x="376" y="111"/>
                      </a:lnTo>
                      <a:close/>
                      <a:moveTo>
                        <a:pt x="376" y="74"/>
                      </a:moveTo>
                      <a:cubicBezTo>
                        <a:pt x="341" y="74"/>
                        <a:pt x="341" y="74"/>
                        <a:pt x="341" y="74"/>
                      </a:cubicBezTo>
                      <a:cubicBezTo>
                        <a:pt x="341" y="39"/>
                        <a:pt x="341" y="39"/>
                        <a:pt x="341" y="39"/>
                      </a:cubicBezTo>
                      <a:cubicBezTo>
                        <a:pt x="376" y="39"/>
                        <a:pt x="376" y="39"/>
                        <a:pt x="376" y="39"/>
                      </a:cubicBezTo>
                      <a:lnTo>
                        <a:pt x="376" y="74"/>
                      </a:lnTo>
                      <a:close/>
                      <a:moveTo>
                        <a:pt x="376" y="37"/>
                      </a:moveTo>
                      <a:cubicBezTo>
                        <a:pt x="341" y="37"/>
                        <a:pt x="341" y="37"/>
                        <a:pt x="341" y="37"/>
                      </a:cubicBezTo>
                      <a:cubicBezTo>
                        <a:pt x="341" y="2"/>
                        <a:pt x="341" y="2"/>
                        <a:pt x="341" y="2"/>
                      </a:cubicBezTo>
                      <a:cubicBezTo>
                        <a:pt x="376" y="2"/>
                        <a:pt x="376" y="2"/>
                        <a:pt x="376" y="2"/>
                      </a:cubicBezTo>
                      <a:lnTo>
                        <a:pt x="376" y="37"/>
                      </a:lnTo>
                      <a:close/>
                      <a:moveTo>
                        <a:pt x="413" y="446"/>
                      </a:moveTo>
                      <a:cubicBezTo>
                        <a:pt x="378" y="446"/>
                        <a:pt x="378" y="446"/>
                        <a:pt x="378" y="446"/>
                      </a:cubicBezTo>
                      <a:cubicBezTo>
                        <a:pt x="378" y="408"/>
                        <a:pt x="378" y="408"/>
                        <a:pt x="378" y="408"/>
                      </a:cubicBezTo>
                      <a:cubicBezTo>
                        <a:pt x="413" y="408"/>
                        <a:pt x="413" y="408"/>
                        <a:pt x="413" y="408"/>
                      </a:cubicBezTo>
                      <a:lnTo>
                        <a:pt x="413" y="446"/>
                      </a:lnTo>
                      <a:close/>
                      <a:moveTo>
                        <a:pt x="413" y="406"/>
                      </a:moveTo>
                      <a:cubicBezTo>
                        <a:pt x="378" y="406"/>
                        <a:pt x="378" y="406"/>
                        <a:pt x="378" y="406"/>
                      </a:cubicBezTo>
                      <a:cubicBezTo>
                        <a:pt x="378" y="372"/>
                        <a:pt x="378" y="372"/>
                        <a:pt x="378" y="372"/>
                      </a:cubicBezTo>
                      <a:cubicBezTo>
                        <a:pt x="413" y="372"/>
                        <a:pt x="413" y="372"/>
                        <a:pt x="413" y="372"/>
                      </a:cubicBezTo>
                      <a:lnTo>
                        <a:pt x="413" y="406"/>
                      </a:lnTo>
                      <a:close/>
                      <a:moveTo>
                        <a:pt x="413" y="370"/>
                      </a:moveTo>
                      <a:cubicBezTo>
                        <a:pt x="378" y="370"/>
                        <a:pt x="378" y="370"/>
                        <a:pt x="378" y="370"/>
                      </a:cubicBezTo>
                      <a:cubicBezTo>
                        <a:pt x="378" y="335"/>
                        <a:pt x="378" y="335"/>
                        <a:pt x="378" y="335"/>
                      </a:cubicBezTo>
                      <a:cubicBezTo>
                        <a:pt x="413" y="335"/>
                        <a:pt x="413" y="335"/>
                        <a:pt x="413" y="335"/>
                      </a:cubicBezTo>
                      <a:lnTo>
                        <a:pt x="413" y="370"/>
                      </a:lnTo>
                      <a:close/>
                      <a:moveTo>
                        <a:pt x="413" y="333"/>
                      </a:moveTo>
                      <a:cubicBezTo>
                        <a:pt x="378" y="333"/>
                        <a:pt x="378" y="333"/>
                        <a:pt x="378" y="333"/>
                      </a:cubicBezTo>
                      <a:cubicBezTo>
                        <a:pt x="378" y="298"/>
                        <a:pt x="378" y="298"/>
                        <a:pt x="378" y="298"/>
                      </a:cubicBezTo>
                      <a:cubicBezTo>
                        <a:pt x="413" y="298"/>
                        <a:pt x="413" y="298"/>
                        <a:pt x="413" y="298"/>
                      </a:cubicBezTo>
                      <a:lnTo>
                        <a:pt x="413" y="333"/>
                      </a:lnTo>
                      <a:close/>
                      <a:moveTo>
                        <a:pt x="413" y="296"/>
                      </a:moveTo>
                      <a:cubicBezTo>
                        <a:pt x="378" y="296"/>
                        <a:pt x="378" y="296"/>
                        <a:pt x="378" y="296"/>
                      </a:cubicBezTo>
                      <a:cubicBezTo>
                        <a:pt x="378" y="261"/>
                        <a:pt x="378" y="261"/>
                        <a:pt x="378" y="261"/>
                      </a:cubicBezTo>
                      <a:cubicBezTo>
                        <a:pt x="413" y="261"/>
                        <a:pt x="413" y="261"/>
                        <a:pt x="413" y="261"/>
                      </a:cubicBezTo>
                      <a:lnTo>
                        <a:pt x="413" y="296"/>
                      </a:lnTo>
                      <a:close/>
                      <a:moveTo>
                        <a:pt x="413" y="259"/>
                      </a:moveTo>
                      <a:cubicBezTo>
                        <a:pt x="378" y="259"/>
                        <a:pt x="378" y="259"/>
                        <a:pt x="378" y="259"/>
                      </a:cubicBezTo>
                      <a:cubicBezTo>
                        <a:pt x="378" y="224"/>
                        <a:pt x="378" y="224"/>
                        <a:pt x="378" y="224"/>
                      </a:cubicBezTo>
                      <a:cubicBezTo>
                        <a:pt x="413" y="224"/>
                        <a:pt x="413" y="224"/>
                        <a:pt x="413" y="224"/>
                      </a:cubicBezTo>
                      <a:lnTo>
                        <a:pt x="413" y="259"/>
                      </a:lnTo>
                      <a:close/>
                      <a:moveTo>
                        <a:pt x="413" y="222"/>
                      </a:moveTo>
                      <a:cubicBezTo>
                        <a:pt x="378" y="222"/>
                        <a:pt x="378" y="222"/>
                        <a:pt x="378" y="222"/>
                      </a:cubicBezTo>
                      <a:cubicBezTo>
                        <a:pt x="378" y="187"/>
                        <a:pt x="378" y="187"/>
                        <a:pt x="378" y="187"/>
                      </a:cubicBezTo>
                      <a:cubicBezTo>
                        <a:pt x="413" y="187"/>
                        <a:pt x="413" y="187"/>
                        <a:pt x="413" y="187"/>
                      </a:cubicBezTo>
                      <a:lnTo>
                        <a:pt x="413" y="222"/>
                      </a:lnTo>
                      <a:close/>
                      <a:moveTo>
                        <a:pt x="413" y="185"/>
                      </a:moveTo>
                      <a:cubicBezTo>
                        <a:pt x="378" y="185"/>
                        <a:pt x="378" y="185"/>
                        <a:pt x="378" y="185"/>
                      </a:cubicBezTo>
                      <a:cubicBezTo>
                        <a:pt x="378" y="150"/>
                        <a:pt x="378" y="150"/>
                        <a:pt x="378" y="150"/>
                      </a:cubicBezTo>
                      <a:cubicBezTo>
                        <a:pt x="413" y="150"/>
                        <a:pt x="413" y="150"/>
                        <a:pt x="413" y="150"/>
                      </a:cubicBezTo>
                      <a:lnTo>
                        <a:pt x="413" y="185"/>
                      </a:lnTo>
                      <a:close/>
                      <a:moveTo>
                        <a:pt x="413" y="148"/>
                      </a:moveTo>
                      <a:cubicBezTo>
                        <a:pt x="378" y="148"/>
                        <a:pt x="378" y="148"/>
                        <a:pt x="378" y="148"/>
                      </a:cubicBezTo>
                      <a:cubicBezTo>
                        <a:pt x="378" y="113"/>
                        <a:pt x="378" y="113"/>
                        <a:pt x="378" y="113"/>
                      </a:cubicBezTo>
                      <a:cubicBezTo>
                        <a:pt x="413" y="113"/>
                        <a:pt x="413" y="113"/>
                        <a:pt x="413" y="113"/>
                      </a:cubicBezTo>
                      <a:lnTo>
                        <a:pt x="413" y="148"/>
                      </a:lnTo>
                      <a:close/>
                      <a:moveTo>
                        <a:pt x="413" y="111"/>
                      </a:moveTo>
                      <a:cubicBezTo>
                        <a:pt x="378" y="111"/>
                        <a:pt x="378" y="111"/>
                        <a:pt x="378" y="111"/>
                      </a:cubicBezTo>
                      <a:cubicBezTo>
                        <a:pt x="378" y="76"/>
                        <a:pt x="378" y="76"/>
                        <a:pt x="378" y="76"/>
                      </a:cubicBezTo>
                      <a:cubicBezTo>
                        <a:pt x="413" y="76"/>
                        <a:pt x="413" y="76"/>
                        <a:pt x="413" y="76"/>
                      </a:cubicBezTo>
                      <a:lnTo>
                        <a:pt x="413" y="111"/>
                      </a:lnTo>
                      <a:close/>
                      <a:moveTo>
                        <a:pt x="413" y="74"/>
                      </a:moveTo>
                      <a:cubicBezTo>
                        <a:pt x="378" y="74"/>
                        <a:pt x="378" y="74"/>
                        <a:pt x="378" y="74"/>
                      </a:cubicBezTo>
                      <a:cubicBezTo>
                        <a:pt x="378" y="39"/>
                        <a:pt x="378" y="39"/>
                        <a:pt x="378" y="39"/>
                      </a:cubicBezTo>
                      <a:cubicBezTo>
                        <a:pt x="413" y="39"/>
                        <a:pt x="413" y="39"/>
                        <a:pt x="413" y="39"/>
                      </a:cubicBezTo>
                      <a:lnTo>
                        <a:pt x="413" y="74"/>
                      </a:lnTo>
                      <a:close/>
                      <a:moveTo>
                        <a:pt x="413" y="37"/>
                      </a:moveTo>
                      <a:cubicBezTo>
                        <a:pt x="378" y="37"/>
                        <a:pt x="378" y="37"/>
                        <a:pt x="378" y="37"/>
                      </a:cubicBezTo>
                      <a:cubicBezTo>
                        <a:pt x="378" y="2"/>
                        <a:pt x="378" y="2"/>
                        <a:pt x="378" y="2"/>
                      </a:cubicBezTo>
                      <a:cubicBezTo>
                        <a:pt x="413" y="2"/>
                        <a:pt x="413" y="2"/>
                        <a:pt x="413" y="2"/>
                      </a:cubicBezTo>
                      <a:lnTo>
                        <a:pt x="413" y="37"/>
                      </a:lnTo>
                      <a:close/>
                      <a:moveTo>
                        <a:pt x="450" y="446"/>
                      </a:moveTo>
                      <a:cubicBezTo>
                        <a:pt x="415" y="446"/>
                        <a:pt x="415" y="446"/>
                        <a:pt x="415" y="446"/>
                      </a:cubicBezTo>
                      <a:cubicBezTo>
                        <a:pt x="415" y="408"/>
                        <a:pt x="415" y="408"/>
                        <a:pt x="415" y="408"/>
                      </a:cubicBezTo>
                      <a:cubicBezTo>
                        <a:pt x="450" y="408"/>
                        <a:pt x="450" y="408"/>
                        <a:pt x="450" y="408"/>
                      </a:cubicBezTo>
                      <a:lnTo>
                        <a:pt x="450" y="446"/>
                      </a:lnTo>
                      <a:close/>
                      <a:moveTo>
                        <a:pt x="450" y="406"/>
                      </a:moveTo>
                      <a:cubicBezTo>
                        <a:pt x="415" y="406"/>
                        <a:pt x="415" y="406"/>
                        <a:pt x="415" y="406"/>
                      </a:cubicBezTo>
                      <a:cubicBezTo>
                        <a:pt x="415" y="372"/>
                        <a:pt x="415" y="372"/>
                        <a:pt x="415" y="372"/>
                      </a:cubicBezTo>
                      <a:cubicBezTo>
                        <a:pt x="450" y="372"/>
                        <a:pt x="450" y="372"/>
                        <a:pt x="450" y="372"/>
                      </a:cubicBezTo>
                      <a:lnTo>
                        <a:pt x="450" y="406"/>
                      </a:lnTo>
                      <a:close/>
                      <a:moveTo>
                        <a:pt x="450" y="370"/>
                      </a:moveTo>
                      <a:cubicBezTo>
                        <a:pt x="415" y="370"/>
                        <a:pt x="415" y="370"/>
                        <a:pt x="415" y="370"/>
                      </a:cubicBezTo>
                      <a:cubicBezTo>
                        <a:pt x="415" y="335"/>
                        <a:pt x="415" y="335"/>
                        <a:pt x="415" y="335"/>
                      </a:cubicBezTo>
                      <a:cubicBezTo>
                        <a:pt x="450" y="335"/>
                        <a:pt x="450" y="335"/>
                        <a:pt x="450" y="335"/>
                      </a:cubicBezTo>
                      <a:lnTo>
                        <a:pt x="450" y="370"/>
                      </a:lnTo>
                      <a:close/>
                      <a:moveTo>
                        <a:pt x="450" y="333"/>
                      </a:moveTo>
                      <a:cubicBezTo>
                        <a:pt x="415" y="333"/>
                        <a:pt x="415" y="333"/>
                        <a:pt x="415" y="333"/>
                      </a:cubicBezTo>
                      <a:cubicBezTo>
                        <a:pt x="415" y="298"/>
                        <a:pt x="415" y="298"/>
                        <a:pt x="415" y="298"/>
                      </a:cubicBezTo>
                      <a:cubicBezTo>
                        <a:pt x="450" y="298"/>
                        <a:pt x="450" y="298"/>
                        <a:pt x="450" y="298"/>
                      </a:cubicBezTo>
                      <a:lnTo>
                        <a:pt x="450" y="333"/>
                      </a:lnTo>
                      <a:close/>
                      <a:moveTo>
                        <a:pt x="450" y="296"/>
                      </a:moveTo>
                      <a:cubicBezTo>
                        <a:pt x="415" y="296"/>
                        <a:pt x="415" y="296"/>
                        <a:pt x="415" y="296"/>
                      </a:cubicBezTo>
                      <a:cubicBezTo>
                        <a:pt x="415" y="261"/>
                        <a:pt x="415" y="261"/>
                        <a:pt x="415" y="261"/>
                      </a:cubicBezTo>
                      <a:cubicBezTo>
                        <a:pt x="450" y="261"/>
                        <a:pt x="450" y="261"/>
                        <a:pt x="450" y="261"/>
                      </a:cubicBezTo>
                      <a:lnTo>
                        <a:pt x="450" y="296"/>
                      </a:lnTo>
                      <a:close/>
                      <a:moveTo>
                        <a:pt x="450" y="259"/>
                      </a:moveTo>
                      <a:cubicBezTo>
                        <a:pt x="415" y="259"/>
                        <a:pt x="415" y="259"/>
                        <a:pt x="415" y="259"/>
                      </a:cubicBezTo>
                      <a:cubicBezTo>
                        <a:pt x="415" y="224"/>
                        <a:pt x="415" y="224"/>
                        <a:pt x="415" y="224"/>
                      </a:cubicBezTo>
                      <a:cubicBezTo>
                        <a:pt x="450" y="224"/>
                        <a:pt x="450" y="224"/>
                        <a:pt x="450" y="224"/>
                      </a:cubicBezTo>
                      <a:lnTo>
                        <a:pt x="450" y="259"/>
                      </a:lnTo>
                      <a:close/>
                      <a:moveTo>
                        <a:pt x="450" y="222"/>
                      </a:moveTo>
                      <a:cubicBezTo>
                        <a:pt x="415" y="222"/>
                        <a:pt x="415" y="222"/>
                        <a:pt x="415" y="222"/>
                      </a:cubicBezTo>
                      <a:cubicBezTo>
                        <a:pt x="415" y="187"/>
                        <a:pt x="415" y="187"/>
                        <a:pt x="415" y="187"/>
                      </a:cubicBezTo>
                      <a:cubicBezTo>
                        <a:pt x="450" y="187"/>
                        <a:pt x="450" y="187"/>
                        <a:pt x="450" y="187"/>
                      </a:cubicBezTo>
                      <a:lnTo>
                        <a:pt x="450" y="222"/>
                      </a:lnTo>
                      <a:close/>
                      <a:moveTo>
                        <a:pt x="450" y="185"/>
                      </a:moveTo>
                      <a:cubicBezTo>
                        <a:pt x="415" y="185"/>
                        <a:pt x="415" y="185"/>
                        <a:pt x="415" y="185"/>
                      </a:cubicBezTo>
                      <a:cubicBezTo>
                        <a:pt x="415" y="150"/>
                        <a:pt x="415" y="150"/>
                        <a:pt x="415" y="150"/>
                      </a:cubicBezTo>
                      <a:cubicBezTo>
                        <a:pt x="450" y="150"/>
                        <a:pt x="450" y="150"/>
                        <a:pt x="450" y="150"/>
                      </a:cubicBezTo>
                      <a:lnTo>
                        <a:pt x="450" y="185"/>
                      </a:lnTo>
                      <a:close/>
                      <a:moveTo>
                        <a:pt x="450" y="148"/>
                      </a:moveTo>
                      <a:cubicBezTo>
                        <a:pt x="415" y="148"/>
                        <a:pt x="415" y="148"/>
                        <a:pt x="415" y="148"/>
                      </a:cubicBezTo>
                      <a:cubicBezTo>
                        <a:pt x="415" y="113"/>
                        <a:pt x="415" y="113"/>
                        <a:pt x="415" y="113"/>
                      </a:cubicBezTo>
                      <a:cubicBezTo>
                        <a:pt x="450" y="113"/>
                        <a:pt x="450" y="113"/>
                        <a:pt x="450" y="113"/>
                      </a:cubicBezTo>
                      <a:lnTo>
                        <a:pt x="450" y="148"/>
                      </a:lnTo>
                      <a:close/>
                      <a:moveTo>
                        <a:pt x="450" y="111"/>
                      </a:moveTo>
                      <a:cubicBezTo>
                        <a:pt x="415" y="111"/>
                        <a:pt x="415" y="111"/>
                        <a:pt x="415" y="111"/>
                      </a:cubicBezTo>
                      <a:cubicBezTo>
                        <a:pt x="415" y="76"/>
                        <a:pt x="415" y="76"/>
                        <a:pt x="415" y="76"/>
                      </a:cubicBezTo>
                      <a:cubicBezTo>
                        <a:pt x="450" y="76"/>
                        <a:pt x="450" y="76"/>
                        <a:pt x="450" y="76"/>
                      </a:cubicBezTo>
                      <a:lnTo>
                        <a:pt x="450" y="111"/>
                      </a:lnTo>
                      <a:close/>
                      <a:moveTo>
                        <a:pt x="450" y="74"/>
                      </a:moveTo>
                      <a:cubicBezTo>
                        <a:pt x="415" y="74"/>
                        <a:pt x="415" y="74"/>
                        <a:pt x="415" y="74"/>
                      </a:cubicBezTo>
                      <a:cubicBezTo>
                        <a:pt x="415" y="39"/>
                        <a:pt x="415" y="39"/>
                        <a:pt x="415" y="39"/>
                      </a:cubicBezTo>
                      <a:cubicBezTo>
                        <a:pt x="450" y="39"/>
                        <a:pt x="450" y="39"/>
                        <a:pt x="450" y="39"/>
                      </a:cubicBezTo>
                      <a:lnTo>
                        <a:pt x="450" y="74"/>
                      </a:lnTo>
                      <a:close/>
                      <a:moveTo>
                        <a:pt x="450" y="37"/>
                      </a:moveTo>
                      <a:cubicBezTo>
                        <a:pt x="415" y="37"/>
                        <a:pt x="415" y="37"/>
                        <a:pt x="415" y="37"/>
                      </a:cubicBezTo>
                      <a:cubicBezTo>
                        <a:pt x="415" y="2"/>
                        <a:pt x="415" y="2"/>
                        <a:pt x="415" y="2"/>
                      </a:cubicBezTo>
                      <a:cubicBezTo>
                        <a:pt x="450" y="2"/>
                        <a:pt x="450" y="2"/>
                        <a:pt x="450" y="2"/>
                      </a:cubicBezTo>
                      <a:lnTo>
                        <a:pt x="450" y="37"/>
                      </a:lnTo>
                      <a:close/>
                      <a:moveTo>
                        <a:pt x="487" y="446"/>
                      </a:moveTo>
                      <a:cubicBezTo>
                        <a:pt x="452" y="446"/>
                        <a:pt x="452" y="446"/>
                        <a:pt x="452" y="446"/>
                      </a:cubicBezTo>
                      <a:cubicBezTo>
                        <a:pt x="452" y="408"/>
                        <a:pt x="452" y="408"/>
                        <a:pt x="452" y="408"/>
                      </a:cubicBezTo>
                      <a:cubicBezTo>
                        <a:pt x="487" y="408"/>
                        <a:pt x="487" y="408"/>
                        <a:pt x="487" y="408"/>
                      </a:cubicBezTo>
                      <a:lnTo>
                        <a:pt x="487" y="446"/>
                      </a:lnTo>
                      <a:close/>
                      <a:moveTo>
                        <a:pt x="487" y="406"/>
                      </a:moveTo>
                      <a:cubicBezTo>
                        <a:pt x="452" y="406"/>
                        <a:pt x="452" y="406"/>
                        <a:pt x="452" y="406"/>
                      </a:cubicBezTo>
                      <a:cubicBezTo>
                        <a:pt x="452" y="372"/>
                        <a:pt x="452" y="372"/>
                        <a:pt x="452" y="372"/>
                      </a:cubicBezTo>
                      <a:cubicBezTo>
                        <a:pt x="487" y="372"/>
                        <a:pt x="487" y="372"/>
                        <a:pt x="487" y="372"/>
                      </a:cubicBezTo>
                      <a:lnTo>
                        <a:pt x="487" y="406"/>
                      </a:lnTo>
                      <a:close/>
                      <a:moveTo>
                        <a:pt x="487" y="370"/>
                      </a:moveTo>
                      <a:cubicBezTo>
                        <a:pt x="452" y="370"/>
                        <a:pt x="452" y="370"/>
                        <a:pt x="452" y="370"/>
                      </a:cubicBezTo>
                      <a:cubicBezTo>
                        <a:pt x="452" y="335"/>
                        <a:pt x="452" y="335"/>
                        <a:pt x="452" y="335"/>
                      </a:cubicBezTo>
                      <a:cubicBezTo>
                        <a:pt x="487" y="335"/>
                        <a:pt x="487" y="335"/>
                        <a:pt x="487" y="335"/>
                      </a:cubicBezTo>
                      <a:lnTo>
                        <a:pt x="487" y="370"/>
                      </a:lnTo>
                      <a:close/>
                      <a:moveTo>
                        <a:pt x="487" y="333"/>
                      </a:moveTo>
                      <a:cubicBezTo>
                        <a:pt x="452" y="333"/>
                        <a:pt x="452" y="333"/>
                        <a:pt x="452" y="333"/>
                      </a:cubicBezTo>
                      <a:cubicBezTo>
                        <a:pt x="452" y="298"/>
                        <a:pt x="452" y="298"/>
                        <a:pt x="452" y="298"/>
                      </a:cubicBezTo>
                      <a:cubicBezTo>
                        <a:pt x="487" y="298"/>
                        <a:pt x="487" y="298"/>
                        <a:pt x="487" y="298"/>
                      </a:cubicBezTo>
                      <a:lnTo>
                        <a:pt x="487" y="333"/>
                      </a:lnTo>
                      <a:close/>
                      <a:moveTo>
                        <a:pt x="487" y="296"/>
                      </a:moveTo>
                      <a:cubicBezTo>
                        <a:pt x="452" y="296"/>
                        <a:pt x="452" y="296"/>
                        <a:pt x="452" y="296"/>
                      </a:cubicBezTo>
                      <a:cubicBezTo>
                        <a:pt x="452" y="261"/>
                        <a:pt x="452" y="261"/>
                        <a:pt x="452" y="261"/>
                      </a:cubicBezTo>
                      <a:cubicBezTo>
                        <a:pt x="487" y="261"/>
                        <a:pt x="487" y="261"/>
                        <a:pt x="487" y="261"/>
                      </a:cubicBezTo>
                      <a:lnTo>
                        <a:pt x="487" y="296"/>
                      </a:lnTo>
                      <a:close/>
                      <a:moveTo>
                        <a:pt x="487" y="259"/>
                      </a:moveTo>
                      <a:cubicBezTo>
                        <a:pt x="452" y="259"/>
                        <a:pt x="452" y="259"/>
                        <a:pt x="452" y="259"/>
                      </a:cubicBezTo>
                      <a:cubicBezTo>
                        <a:pt x="452" y="224"/>
                        <a:pt x="452" y="224"/>
                        <a:pt x="452" y="224"/>
                      </a:cubicBezTo>
                      <a:cubicBezTo>
                        <a:pt x="487" y="224"/>
                        <a:pt x="487" y="224"/>
                        <a:pt x="487" y="224"/>
                      </a:cubicBezTo>
                      <a:lnTo>
                        <a:pt x="487" y="259"/>
                      </a:lnTo>
                      <a:close/>
                      <a:moveTo>
                        <a:pt x="487" y="222"/>
                      </a:moveTo>
                      <a:cubicBezTo>
                        <a:pt x="452" y="222"/>
                        <a:pt x="452" y="222"/>
                        <a:pt x="452" y="222"/>
                      </a:cubicBezTo>
                      <a:cubicBezTo>
                        <a:pt x="452" y="187"/>
                        <a:pt x="452" y="187"/>
                        <a:pt x="452" y="187"/>
                      </a:cubicBezTo>
                      <a:cubicBezTo>
                        <a:pt x="487" y="187"/>
                        <a:pt x="487" y="187"/>
                        <a:pt x="487" y="187"/>
                      </a:cubicBezTo>
                      <a:lnTo>
                        <a:pt x="487" y="222"/>
                      </a:lnTo>
                      <a:close/>
                      <a:moveTo>
                        <a:pt x="487" y="185"/>
                      </a:moveTo>
                      <a:cubicBezTo>
                        <a:pt x="452" y="185"/>
                        <a:pt x="452" y="185"/>
                        <a:pt x="452" y="185"/>
                      </a:cubicBezTo>
                      <a:cubicBezTo>
                        <a:pt x="452" y="150"/>
                        <a:pt x="452" y="150"/>
                        <a:pt x="452" y="150"/>
                      </a:cubicBezTo>
                      <a:cubicBezTo>
                        <a:pt x="487" y="150"/>
                        <a:pt x="487" y="150"/>
                        <a:pt x="487" y="150"/>
                      </a:cubicBezTo>
                      <a:lnTo>
                        <a:pt x="487" y="185"/>
                      </a:lnTo>
                      <a:close/>
                      <a:moveTo>
                        <a:pt x="487" y="148"/>
                      </a:moveTo>
                      <a:cubicBezTo>
                        <a:pt x="452" y="148"/>
                        <a:pt x="452" y="148"/>
                        <a:pt x="452" y="148"/>
                      </a:cubicBezTo>
                      <a:cubicBezTo>
                        <a:pt x="452" y="113"/>
                        <a:pt x="452" y="113"/>
                        <a:pt x="452" y="113"/>
                      </a:cubicBezTo>
                      <a:cubicBezTo>
                        <a:pt x="487" y="113"/>
                        <a:pt x="487" y="113"/>
                        <a:pt x="487" y="113"/>
                      </a:cubicBezTo>
                      <a:lnTo>
                        <a:pt x="487" y="148"/>
                      </a:lnTo>
                      <a:close/>
                      <a:moveTo>
                        <a:pt x="487" y="111"/>
                      </a:moveTo>
                      <a:cubicBezTo>
                        <a:pt x="452" y="111"/>
                        <a:pt x="452" y="111"/>
                        <a:pt x="452" y="111"/>
                      </a:cubicBezTo>
                      <a:cubicBezTo>
                        <a:pt x="452" y="76"/>
                        <a:pt x="452" y="76"/>
                        <a:pt x="452" y="76"/>
                      </a:cubicBezTo>
                      <a:cubicBezTo>
                        <a:pt x="487" y="76"/>
                        <a:pt x="487" y="76"/>
                        <a:pt x="487" y="76"/>
                      </a:cubicBezTo>
                      <a:lnTo>
                        <a:pt x="487" y="111"/>
                      </a:lnTo>
                      <a:close/>
                      <a:moveTo>
                        <a:pt x="487" y="74"/>
                      </a:moveTo>
                      <a:cubicBezTo>
                        <a:pt x="452" y="74"/>
                        <a:pt x="452" y="74"/>
                        <a:pt x="452" y="74"/>
                      </a:cubicBezTo>
                      <a:cubicBezTo>
                        <a:pt x="452" y="39"/>
                        <a:pt x="452" y="39"/>
                        <a:pt x="452" y="39"/>
                      </a:cubicBezTo>
                      <a:cubicBezTo>
                        <a:pt x="487" y="39"/>
                        <a:pt x="487" y="39"/>
                        <a:pt x="487" y="39"/>
                      </a:cubicBezTo>
                      <a:lnTo>
                        <a:pt x="487" y="74"/>
                      </a:lnTo>
                      <a:close/>
                      <a:moveTo>
                        <a:pt x="487" y="37"/>
                      </a:moveTo>
                      <a:cubicBezTo>
                        <a:pt x="452" y="37"/>
                        <a:pt x="452" y="37"/>
                        <a:pt x="452" y="37"/>
                      </a:cubicBezTo>
                      <a:cubicBezTo>
                        <a:pt x="452" y="2"/>
                        <a:pt x="452" y="2"/>
                        <a:pt x="452" y="2"/>
                      </a:cubicBezTo>
                      <a:cubicBezTo>
                        <a:pt x="487" y="2"/>
                        <a:pt x="487" y="2"/>
                        <a:pt x="487" y="2"/>
                      </a:cubicBezTo>
                      <a:lnTo>
                        <a:pt x="487" y="37"/>
                      </a:lnTo>
                      <a:close/>
                      <a:moveTo>
                        <a:pt x="524" y="446"/>
                      </a:moveTo>
                      <a:cubicBezTo>
                        <a:pt x="489" y="446"/>
                        <a:pt x="489" y="446"/>
                        <a:pt x="489" y="446"/>
                      </a:cubicBezTo>
                      <a:cubicBezTo>
                        <a:pt x="489" y="408"/>
                        <a:pt x="489" y="408"/>
                        <a:pt x="489" y="408"/>
                      </a:cubicBezTo>
                      <a:cubicBezTo>
                        <a:pt x="524" y="408"/>
                        <a:pt x="524" y="408"/>
                        <a:pt x="524" y="408"/>
                      </a:cubicBezTo>
                      <a:lnTo>
                        <a:pt x="524" y="446"/>
                      </a:lnTo>
                      <a:close/>
                      <a:moveTo>
                        <a:pt x="524" y="406"/>
                      </a:moveTo>
                      <a:cubicBezTo>
                        <a:pt x="489" y="406"/>
                        <a:pt x="489" y="406"/>
                        <a:pt x="489" y="406"/>
                      </a:cubicBezTo>
                      <a:cubicBezTo>
                        <a:pt x="489" y="372"/>
                        <a:pt x="489" y="372"/>
                        <a:pt x="489" y="372"/>
                      </a:cubicBezTo>
                      <a:cubicBezTo>
                        <a:pt x="524" y="372"/>
                        <a:pt x="524" y="372"/>
                        <a:pt x="524" y="372"/>
                      </a:cubicBezTo>
                      <a:lnTo>
                        <a:pt x="524" y="406"/>
                      </a:lnTo>
                      <a:close/>
                      <a:moveTo>
                        <a:pt x="524" y="370"/>
                      </a:moveTo>
                      <a:cubicBezTo>
                        <a:pt x="489" y="370"/>
                        <a:pt x="489" y="370"/>
                        <a:pt x="489" y="370"/>
                      </a:cubicBezTo>
                      <a:cubicBezTo>
                        <a:pt x="489" y="335"/>
                        <a:pt x="489" y="335"/>
                        <a:pt x="489" y="335"/>
                      </a:cubicBezTo>
                      <a:cubicBezTo>
                        <a:pt x="524" y="335"/>
                        <a:pt x="524" y="335"/>
                        <a:pt x="524" y="335"/>
                      </a:cubicBezTo>
                      <a:lnTo>
                        <a:pt x="524" y="370"/>
                      </a:lnTo>
                      <a:close/>
                      <a:moveTo>
                        <a:pt x="524" y="333"/>
                      </a:moveTo>
                      <a:cubicBezTo>
                        <a:pt x="489" y="333"/>
                        <a:pt x="489" y="333"/>
                        <a:pt x="489" y="333"/>
                      </a:cubicBezTo>
                      <a:cubicBezTo>
                        <a:pt x="489" y="298"/>
                        <a:pt x="489" y="298"/>
                        <a:pt x="489" y="298"/>
                      </a:cubicBezTo>
                      <a:cubicBezTo>
                        <a:pt x="524" y="298"/>
                        <a:pt x="524" y="298"/>
                        <a:pt x="524" y="298"/>
                      </a:cubicBezTo>
                      <a:lnTo>
                        <a:pt x="524" y="333"/>
                      </a:lnTo>
                      <a:close/>
                      <a:moveTo>
                        <a:pt x="524" y="296"/>
                      </a:moveTo>
                      <a:cubicBezTo>
                        <a:pt x="489" y="296"/>
                        <a:pt x="489" y="296"/>
                        <a:pt x="489" y="296"/>
                      </a:cubicBezTo>
                      <a:cubicBezTo>
                        <a:pt x="489" y="261"/>
                        <a:pt x="489" y="261"/>
                        <a:pt x="489" y="261"/>
                      </a:cubicBezTo>
                      <a:cubicBezTo>
                        <a:pt x="524" y="261"/>
                        <a:pt x="524" y="261"/>
                        <a:pt x="524" y="261"/>
                      </a:cubicBezTo>
                      <a:lnTo>
                        <a:pt x="524" y="296"/>
                      </a:lnTo>
                      <a:close/>
                      <a:moveTo>
                        <a:pt x="524" y="259"/>
                      </a:moveTo>
                      <a:cubicBezTo>
                        <a:pt x="489" y="259"/>
                        <a:pt x="489" y="259"/>
                        <a:pt x="489" y="259"/>
                      </a:cubicBezTo>
                      <a:cubicBezTo>
                        <a:pt x="489" y="224"/>
                        <a:pt x="489" y="224"/>
                        <a:pt x="489" y="224"/>
                      </a:cubicBezTo>
                      <a:cubicBezTo>
                        <a:pt x="524" y="224"/>
                        <a:pt x="524" y="224"/>
                        <a:pt x="524" y="224"/>
                      </a:cubicBezTo>
                      <a:lnTo>
                        <a:pt x="524" y="259"/>
                      </a:lnTo>
                      <a:close/>
                      <a:moveTo>
                        <a:pt x="524" y="222"/>
                      </a:moveTo>
                      <a:cubicBezTo>
                        <a:pt x="489" y="222"/>
                        <a:pt x="489" y="222"/>
                        <a:pt x="489" y="222"/>
                      </a:cubicBezTo>
                      <a:cubicBezTo>
                        <a:pt x="489" y="187"/>
                        <a:pt x="489" y="187"/>
                        <a:pt x="489" y="187"/>
                      </a:cubicBezTo>
                      <a:cubicBezTo>
                        <a:pt x="524" y="187"/>
                        <a:pt x="524" y="187"/>
                        <a:pt x="524" y="187"/>
                      </a:cubicBezTo>
                      <a:lnTo>
                        <a:pt x="524" y="222"/>
                      </a:lnTo>
                      <a:close/>
                      <a:moveTo>
                        <a:pt x="524" y="185"/>
                      </a:moveTo>
                      <a:cubicBezTo>
                        <a:pt x="489" y="185"/>
                        <a:pt x="489" y="185"/>
                        <a:pt x="489" y="185"/>
                      </a:cubicBezTo>
                      <a:cubicBezTo>
                        <a:pt x="489" y="150"/>
                        <a:pt x="489" y="150"/>
                        <a:pt x="489" y="150"/>
                      </a:cubicBezTo>
                      <a:cubicBezTo>
                        <a:pt x="524" y="150"/>
                        <a:pt x="524" y="150"/>
                        <a:pt x="524" y="150"/>
                      </a:cubicBezTo>
                      <a:lnTo>
                        <a:pt x="524" y="185"/>
                      </a:lnTo>
                      <a:close/>
                      <a:moveTo>
                        <a:pt x="524" y="148"/>
                      </a:moveTo>
                      <a:cubicBezTo>
                        <a:pt x="489" y="148"/>
                        <a:pt x="489" y="148"/>
                        <a:pt x="489" y="148"/>
                      </a:cubicBezTo>
                      <a:cubicBezTo>
                        <a:pt x="489" y="113"/>
                        <a:pt x="489" y="113"/>
                        <a:pt x="489" y="113"/>
                      </a:cubicBezTo>
                      <a:cubicBezTo>
                        <a:pt x="524" y="113"/>
                        <a:pt x="524" y="113"/>
                        <a:pt x="524" y="113"/>
                      </a:cubicBezTo>
                      <a:lnTo>
                        <a:pt x="524" y="148"/>
                      </a:lnTo>
                      <a:close/>
                      <a:moveTo>
                        <a:pt x="524" y="111"/>
                      </a:moveTo>
                      <a:cubicBezTo>
                        <a:pt x="489" y="111"/>
                        <a:pt x="489" y="111"/>
                        <a:pt x="489" y="111"/>
                      </a:cubicBezTo>
                      <a:cubicBezTo>
                        <a:pt x="489" y="76"/>
                        <a:pt x="489" y="76"/>
                        <a:pt x="489" y="76"/>
                      </a:cubicBezTo>
                      <a:cubicBezTo>
                        <a:pt x="524" y="76"/>
                        <a:pt x="524" y="76"/>
                        <a:pt x="524" y="76"/>
                      </a:cubicBezTo>
                      <a:lnTo>
                        <a:pt x="524" y="111"/>
                      </a:lnTo>
                      <a:close/>
                      <a:moveTo>
                        <a:pt x="524" y="74"/>
                      </a:moveTo>
                      <a:cubicBezTo>
                        <a:pt x="489" y="74"/>
                        <a:pt x="489" y="74"/>
                        <a:pt x="489" y="74"/>
                      </a:cubicBezTo>
                      <a:cubicBezTo>
                        <a:pt x="489" y="39"/>
                        <a:pt x="489" y="39"/>
                        <a:pt x="489" y="39"/>
                      </a:cubicBezTo>
                      <a:cubicBezTo>
                        <a:pt x="524" y="39"/>
                        <a:pt x="524" y="39"/>
                        <a:pt x="524" y="39"/>
                      </a:cubicBezTo>
                      <a:lnTo>
                        <a:pt x="524" y="74"/>
                      </a:lnTo>
                      <a:close/>
                      <a:moveTo>
                        <a:pt x="524" y="37"/>
                      </a:moveTo>
                      <a:cubicBezTo>
                        <a:pt x="489" y="37"/>
                        <a:pt x="489" y="37"/>
                        <a:pt x="489" y="37"/>
                      </a:cubicBezTo>
                      <a:cubicBezTo>
                        <a:pt x="489" y="2"/>
                        <a:pt x="489" y="2"/>
                        <a:pt x="489" y="2"/>
                      </a:cubicBezTo>
                      <a:cubicBezTo>
                        <a:pt x="524" y="2"/>
                        <a:pt x="524" y="2"/>
                        <a:pt x="524" y="2"/>
                      </a:cubicBezTo>
                      <a:lnTo>
                        <a:pt x="524" y="37"/>
                      </a:lnTo>
                      <a:close/>
                      <a:moveTo>
                        <a:pt x="563" y="446"/>
                      </a:moveTo>
                      <a:cubicBezTo>
                        <a:pt x="526" y="446"/>
                        <a:pt x="526" y="446"/>
                        <a:pt x="526" y="446"/>
                      </a:cubicBezTo>
                      <a:cubicBezTo>
                        <a:pt x="526" y="408"/>
                        <a:pt x="526" y="408"/>
                        <a:pt x="526" y="408"/>
                      </a:cubicBezTo>
                      <a:cubicBezTo>
                        <a:pt x="563" y="408"/>
                        <a:pt x="563" y="408"/>
                        <a:pt x="563" y="408"/>
                      </a:cubicBezTo>
                      <a:lnTo>
                        <a:pt x="563" y="446"/>
                      </a:lnTo>
                      <a:close/>
                      <a:moveTo>
                        <a:pt x="563" y="406"/>
                      </a:moveTo>
                      <a:cubicBezTo>
                        <a:pt x="526" y="406"/>
                        <a:pt x="526" y="406"/>
                        <a:pt x="526" y="406"/>
                      </a:cubicBezTo>
                      <a:cubicBezTo>
                        <a:pt x="526" y="372"/>
                        <a:pt x="526" y="372"/>
                        <a:pt x="526" y="372"/>
                      </a:cubicBezTo>
                      <a:cubicBezTo>
                        <a:pt x="563" y="372"/>
                        <a:pt x="563" y="372"/>
                        <a:pt x="563" y="372"/>
                      </a:cubicBezTo>
                      <a:lnTo>
                        <a:pt x="563" y="406"/>
                      </a:lnTo>
                      <a:close/>
                      <a:moveTo>
                        <a:pt x="563" y="370"/>
                      </a:moveTo>
                      <a:cubicBezTo>
                        <a:pt x="526" y="370"/>
                        <a:pt x="526" y="370"/>
                        <a:pt x="526" y="370"/>
                      </a:cubicBezTo>
                      <a:cubicBezTo>
                        <a:pt x="526" y="335"/>
                        <a:pt x="526" y="335"/>
                        <a:pt x="526" y="335"/>
                      </a:cubicBezTo>
                      <a:cubicBezTo>
                        <a:pt x="563" y="335"/>
                        <a:pt x="563" y="335"/>
                        <a:pt x="563" y="335"/>
                      </a:cubicBezTo>
                      <a:lnTo>
                        <a:pt x="563" y="370"/>
                      </a:lnTo>
                      <a:close/>
                      <a:moveTo>
                        <a:pt x="563" y="333"/>
                      </a:moveTo>
                      <a:cubicBezTo>
                        <a:pt x="526" y="333"/>
                        <a:pt x="526" y="333"/>
                        <a:pt x="526" y="333"/>
                      </a:cubicBezTo>
                      <a:cubicBezTo>
                        <a:pt x="526" y="298"/>
                        <a:pt x="526" y="298"/>
                        <a:pt x="526" y="298"/>
                      </a:cubicBezTo>
                      <a:cubicBezTo>
                        <a:pt x="563" y="298"/>
                        <a:pt x="563" y="298"/>
                        <a:pt x="563" y="298"/>
                      </a:cubicBezTo>
                      <a:lnTo>
                        <a:pt x="563" y="333"/>
                      </a:lnTo>
                      <a:close/>
                      <a:moveTo>
                        <a:pt x="563" y="296"/>
                      </a:moveTo>
                      <a:cubicBezTo>
                        <a:pt x="526" y="296"/>
                        <a:pt x="526" y="296"/>
                        <a:pt x="526" y="296"/>
                      </a:cubicBezTo>
                      <a:cubicBezTo>
                        <a:pt x="526" y="261"/>
                        <a:pt x="526" y="261"/>
                        <a:pt x="526" y="261"/>
                      </a:cubicBezTo>
                      <a:cubicBezTo>
                        <a:pt x="563" y="261"/>
                        <a:pt x="563" y="261"/>
                        <a:pt x="563" y="261"/>
                      </a:cubicBezTo>
                      <a:lnTo>
                        <a:pt x="563" y="296"/>
                      </a:lnTo>
                      <a:close/>
                      <a:moveTo>
                        <a:pt x="563" y="259"/>
                      </a:moveTo>
                      <a:cubicBezTo>
                        <a:pt x="526" y="259"/>
                        <a:pt x="526" y="259"/>
                        <a:pt x="526" y="259"/>
                      </a:cubicBezTo>
                      <a:cubicBezTo>
                        <a:pt x="526" y="224"/>
                        <a:pt x="526" y="224"/>
                        <a:pt x="526" y="224"/>
                      </a:cubicBezTo>
                      <a:cubicBezTo>
                        <a:pt x="563" y="224"/>
                        <a:pt x="563" y="224"/>
                        <a:pt x="563" y="224"/>
                      </a:cubicBezTo>
                      <a:lnTo>
                        <a:pt x="563" y="259"/>
                      </a:lnTo>
                      <a:close/>
                      <a:moveTo>
                        <a:pt x="563" y="222"/>
                      </a:moveTo>
                      <a:cubicBezTo>
                        <a:pt x="526" y="222"/>
                        <a:pt x="526" y="222"/>
                        <a:pt x="526" y="222"/>
                      </a:cubicBezTo>
                      <a:cubicBezTo>
                        <a:pt x="526" y="187"/>
                        <a:pt x="526" y="187"/>
                        <a:pt x="526" y="187"/>
                      </a:cubicBezTo>
                      <a:cubicBezTo>
                        <a:pt x="563" y="187"/>
                        <a:pt x="563" y="187"/>
                        <a:pt x="563" y="187"/>
                      </a:cubicBezTo>
                      <a:lnTo>
                        <a:pt x="563" y="222"/>
                      </a:lnTo>
                      <a:close/>
                      <a:moveTo>
                        <a:pt x="563" y="185"/>
                      </a:moveTo>
                      <a:cubicBezTo>
                        <a:pt x="526" y="185"/>
                        <a:pt x="526" y="185"/>
                        <a:pt x="526" y="185"/>
                      </a:cubicBezTo>
                      <a:cubicBezTo>
                        <a:pt x="526" y="150"/>
                        <a:pt x="526" y="150"/>
                        <a:pt x="526" y="150"/>
                      </a:cubicBezTo>
                      <a:cubicBezTo>
                        <a:pt x="563" y="150"/>
                        <a:pt x="563" y="150"/>
                        <a:pt x="563" y="150"/>
                      </a:cubicBezTo>
                      <a:lnTo>
                        <a:pt x="563" y="185"/>
                      </a:lnTo>
                      <a:close/>
                      <a:moveTo>
                        <a:pt x="563" y="148"/>
                      </a:moveTo>
                      <a:cubicBezTo>
                        <a:pt x="526" y="148"/>
                        <a:pt x="526" y="148"/>
                        <a:pt x="526" y="148"/>
                      </a:cubicBezTo>
                      <a:cubicBezTo>
                        <a:pt x="526" y="113"/>
                        <a:pt x="526" y="113"/>
                        <a:pt x="526" y="113"/>
                      </a:cubicBezTo>
                      <a:cubicBezTo>
                        <a:pt x="563" y="113"/>
                        <a:pt x="563" y="113"/>
                        <a:pt x="563" y="113"/>
                      </a:cubicBezTo>
                      <a:lnTo>
                        <a:pt x="563" y="148"/>
                      </a:lnTo>
                      <a:close/>
                      <a:moveTo>
                        <a:pt x="563" y="111"/>
                      </a:moveTo>
                      <a:cubicBezTo>
                        <a:pt x="526" y="111"/>
                        <a:pt x="526" y="111"/>
                        <a:pt x="526" y="111"/>
                      </a:cubicBezTo>
                      <a:cubicBezTo>
                        <a:pt x="526" y="76"/>
                        <a:pt x="526" y="76"/>
                        <a:pt x="526" y="76"/>
                      </a:cubicBezTo>
                      <a:cubicBezTo>
                        <a:pt x="563" y="76"/>
                        <a:pt x="563" y="76"/>
                        <a:pt x="563" y="76"/>
                      </a:cubicBezTo>
                      <a:lnTo>
                        <a:pt x="563" y="111"/>
                      </a:lnTo>
                      <a:close/>
                      <a:moveTo>
                        <a:pt x="563" y="74"/>
                      </a:moveTo>
                      <a:cubicBezTo>
                        <a:pt x="526" y="74"/>
                        <a:pt x="526" y="74"/>
                        <a:pt x="526" y="74"/>
                      </a:cubicBezTo>
                      <a:cubicBezTo>
                        <a:pt x="526" y="39"/>
                        <a:pt x="526" y="39"/>
                        <a:pt x="526" y="39"/>
                      </a:cubicBezTo>
                      <a:cubicBezTo>
                        <a:pt x="563" y="39"/>
                        <a:pt x="563" y="39"/>
                        <a:pt x="563" y="39"/>
                      </a:cubicBezTo>
                      <a:lnTo>
                        <a:pt x="563" y="74"/>
                      </a:lnTo>
                      <a:close/>
                      <a:moveTo>
                        <a:pt x="563" y="37"/>
                      </a:moveTo>
                      <a:cubicBezTo>
                        <a:pt x="526" y="37"/>
                        <a:pt x="526" y="37"/>
                        <a:pt x="526" y="37"/>
                      </a:cubicBezTo>
                      <a:cubicBezTo>
                        <a:pt x="526" y="2"/>
                        <a:pt x="526" y="2"/>
                        <a:pt x="526" y="2"/>
                      </a:cubicBezTo>
                      <a:cubicBezTo>
                        <a:pt x="563" y="2"/>
                        <a:pt x="563" y="2"/>
                        <a:pt x="563" y="2"/>
                      </a:cubicBezTo>
                      <a:lnTo>
                        <a:pt x="563" y="37"/>
                      </a:lnTo>
                      <a:close/>
                      <a:moveTo>
                        <a:pt x="599" y="446"/>
                      </a:moveTo>
                      <a:cubicBezTo>
                        <a:pt x="565" y="446"/>
                        <a:pt x="565" y="446"/>
                        <a:pt x="565" y="446"/>
                      </a:cubicBezTo>
                      <a:cubicBezTo>
                        <a:pt x="565" y="408"/>
                        <a:pt x="565" y="408"/>
                        <a:pt x="565" y="408"/>
                      </a:cubicBezTo>
                      <a:cubicBezTo>
                        <a:pt x="599" y="408"/>
                        <a:pt x="599" y="408"/>
                        <a:pt x="599" y="408"/>
                      </a:cubicBezTo>
                      <a:lnTo>
                        <a:pt x="599" y="446"/>
                      </a:lnTo>
                      <a:close/>
                      <a:moveTo>
                        <a:pt x="599" y="406"/>
                      </a:moveTo>
                      <a:cubicBezTo>
                        <a:pt x="565" y="406"/>
                        <a:pt x="565" y="406"/>
                        <a:pt x="565" y="406"/>
                      </a:cubicBezTo>
                      <a:cubicBezTo>
                        <a:pt x="565" y="372"/>
                        <a:pt x="565" y="372"/>
                        <a:pt x="565" y="372"/>
                      </a:cubicBezTo>
                      <a:cubicBezTo>
                        <a:pt x="599" y="372"/>
                        <a:pt x="599" y="372"/>
                        <a:pt x="599" y="372"/>
                      </a:cubicBezTo>
                      <a:lnTo>
                        <a:pt x="599" y="406"/>
                      </a:lnTo>
                      <a:close/>
                      <a:moveTo>
                        <a:pt x="599" y="370"/>
                      </a:moveTo>
                      <a:cubicBezTo>
                        <a:pt x="565" y="370"/>
                        <a:pt x="565" y="370"/>
                        <a:pt x="565" y="370"/>
                      </a:cubicBezTo>
                      <a:cubicBezTo>
                        <a:pt x="565" y="335"/>
                        <a:pt x="565" y="335"/>
                        <a:pt x="565" y="335"/>
                      </a:cubicBezTo>
                      <a:cubicBezTo>
                        <a:pt x="599" y="335"/>
                        <a:pt x="599" y="335"/>
                        <a:pt x="599" y="335"/>
                      </a:cubicBezTo>
                      <a:lnTo>
                        <a:pt x="599" y="370"/>
                      </a:lnTo>
                      <a:close/>
                      <a:moveTo>
                        <a:pt x="599" y="333"/>
                      </a:moveTo>
                      <a:cubicBezTo>
                        <a:pt x="565" y="333"/>
                        <a:pt x="565" y="333"/>
                        <a:pt x="565" y="333"/>
                      </a:cubicBezTo>
                      <a:cubicBezTo>
                        <a:pt x="565" y="298"/>
                        <a:pt x="565" y="298"/>
                        <a:pt x="565" y="298"/>
                      </a:cubicBezTo>
                      <a:cubicBezTo>
                        <a:pt x="599" y="298"/>
                        <a:pt x="599" y="298"/>
                        <a:pt x="599" y="298"/>
                      </a:cubicBezTo>
                      <a:lnTo>
                        <a:pt x="599" y="333"/>
                      </a:lnTo>
                      <a:close/>
                      <a:moveTo>
                        <a:pt x="599" y="296"/>
                      </a:moveTo>
                      <a:cubicBezTo>
                        <a:pt x="565" y="296"/>
                        <a:pt x="565" y="296"/>
                        <a:pt x="565" y="296"/>
                      </a:cubicBezTo>
                      <a:cubicBezTo>
                        <a:pt x="565" y="261"/>
                        <a:pt x="565" y="261"/>
                        <a:pt x="565" y="261"/>
                      </a:cubicBezTo>
                      <a:cubicBezTo>
                        <a:pt x="599" y="261"/>
                        <a:pt x="599" y="261"/>
                        <a:pt x="599" y="261"/>
                      </a:cubicBezTo>
                      <a:lnTo>
                        <a:pt x="599" y="296"/>
                      </a:lnTo>
                      <a:close/>
                      <a:moveTo>
                        <a:pt x="599" y="259"/>
                      </a:moveTo>
                      <a:cubicBezTo>
                        <a:pt x="565" y="259"/>
                        <a:pt x="565" y="259"/>
                        <a:pt x="565" y="259"/>
                      </a:cubicBezTo>
                      <a:cubicBezTo>
                        <a:pt x="565" y="224"/>
                        <a:pt x="565" y="224"/>
                        <a:pt x="565" y="224"/>
                      </a:cubicBezTo>
                      <a:cubicBezTo>
                        <a:pt x="599" y="224"/>
                        <a:pt x="599" y="224"/>
                        <a:pt x="599" y="224"/>
                      </a:cubicBezTo>
                      <a:lnTo>
                        <a:pt x="599" y="259"/>
                      </a:lnTo>
                      <a:close/>
                      <a:moveTo>
                        <a:pt x="599" y="222"/>
                      </a:moveTo>
                      <a:cubicBezTo>
                        <a:pt x="565" y="222"/>
                        <a:pt x="565" y="222"/>
                        <a:pt x="565" y="222"/>
                      </a:cubicBezTo>
                      <a:cubicBezTo>
                        <a:pt x="565" y="187"/>
                        <a:pt x="565" y="187"/>
                        <a:pt x="565" y="187"/>
                      </a:cubicBezTo>
                      <a:cubicBezTo>
                        <a:pt x="599" y="187"/>
                        <a:pt x="599" y="187"/>
                        <a:pt x="599" y="187"/>
                      </a:cubicBezTo>
                      <a:lnTo>
                        <a:pt x="599" y="222"/>
                      </a:lnTo>
                      <a:close/>
                      <a:moveTo>
                        <a:pt x="599" y="185"/>
                      </a:moveTo>
                      <a:cubicBezTo>
                        <a:pt x="565" y="185"/>
                        <a:pt x="565" y="185"/>
                        <a:pt x="565" y="185"/>
                      </a:cubicBezTo>
                      <a:cubicBezTo>
                        <a:pt x="565" y="150"/>
                        <a:pt x="565" y="150"/>
                        <a:pt x="565" y="150"/>
                      </a:cubicBezTo>
                      <a:cubicBezTo>
                        <a:pt x="599" y="150"/>
                        <a:pt x="599" y="150"/>
                        <a:pt x="599" y="150"/>
                      </a:cubicBezTo>
                      <a:lnTo>
                        <a:pt x="599" y="185"/>
                      </a:lnTo>
                      <a:close/>
                      <a:moveTo>
                        <a:pt x="599" y="148"/>
                      </a:moveTo>
                      <a:cubicBezTo>
                        <a:pt x="565" y="148"/>
                        <a:pt x="565" y="148"/>
                        <a:pt x="565" y="148"/>
                      </a:cubicBezTo>
                      <a:cubicBezTo>
                        <a:pt x="565" y="113"/>
                        <a:pt x="565" y="113"/>
                        <a:pt x="565" y="113"/>
                      </a:cubicBezTo>
                      <a:cubicBezTo>
                        <a:pt x="599" y="113"/>
                        <a:pt x="599" y="113"/>
                        <a:pt x="599" y="113"/>
                      </a:cubicBezTo>
                      <a:lnTo>
                        <a:pt x="599" y="148"/>
                      </a:lnTo>
                      <a:close/>
                      <a:moveTo>
                        <a:pt x="599" y="111"/>
                      </a:moveTo>
                      <a:cubicBezTo>
                        <a:pt x="565" y="111"/>
                        <a:pt x="565" y="111"/>
                        <a:pt x="565" y="111"/>
                      </a:cubicBezTo>
                      <a:cubicBezTo>
                        <a:pt x="565" y="76"/>
                        <a:pt x="565" y="76"/>
                        <a:pt x="565" y="76"/>
                      </a:cubicBezTo>
                      <a:cubicBezTo>
                        <a:pt x="599" y="76"/>
                        <a:pt x="599" y="76"/>
                        <a:pt x="599" y="76"/>
                      </a:cubicBezTo>
                      <a:lnTo>
                        <a:pt x="599" y="111"/>
                      </a:lnTo>
                      <a:close/>
                      <a:moveTo>
                        <a:pt x="599" y="74"/>
                      </a:moveTo>
                      <a:cubicBezTo>
                        <a:pt x="565" y="74"/>
                        <a:pt x="565" y="74"/>
                        <a:pt x="565" y="74"/>
                      </a:cubicBezTo>
                      <a:cubicBezTo>
                        <a:pt x="565" y="39"/>
                        <a:pt x="565" y="39"/>
                        <a:pt x="565" y="39"/>
                      </a:cubicBezTo>
                      <a:cubicBezTo>
                        <a:pt x="599" y="39"/>
                        <a:pt x="599" y="39"/>
                        <a:pt x="599" y="39"/>
                      </a:cubicBezTo>
                      <a:lnTo>
                        <a:pt x="599" y="74"/>
                      </a:lnTo>
                      <a:close/>
                      <a:moveTo>
                        <a:pt x="599" y="37"/>
                      </a:moveTo>
                      <a:cubicBezTo>
                        <a:pt x="565" y="37"/>
                        <a:pt x="565" y="37"/>
                        <a:pt x="565" y="37"/>
                      </a:cubicBezTo>
                      <a:cubicBezTo>
                        <a:pt x="565" y="2"/>
                        <a:pt x="565" y="2"/>
                        <a:pt x="565" y="2"/>
                      </a:cubicBezTo>
                      <a:cubicBezTo>
                        <a:pt x="599" y="2"/>
                        <a:pt x="599" y="2"/>
                        <a:pt x="599" y="2"/>
                      </a:cubicBezTo>
                      <a:lnTo>
                        <a:pt x="599" y="37"/>
                      </a:lnTo>
                      <a:close/>
                      <a:moveTo>
                        <a:pt x="636" y="485"/>
                      </a:moveTo>
                      <a:cubicBezTo>
                        <a:pt x="601" y="485"/>
                        <a:pt x="601" y="485"/>
                        <a:pt x="601" y="485"/>
                      </a:cubicBezTo>
                      <a:cubicBezTo>
                        <a:pt x="601" y="448"/>
                        <a:pt x="601" y="448"/>
                        <a:pt x="601" y="448"/>
                      </a:cubicBezTo>
                      <a:cubicBezTo>
                        <a:pt x="636" y="448"/>
                        <a:pt x="636" y="448"/>
                        <a:pt x="636" y="448"/>
                      </a:cubicBezTo>
                      <a:lnTo>
                        <a:pt x="636" y="485"/>
                      </a:lnTo>
                      <a:close/>
                      <a:moveTo>
                        <a:pt x="636" y="446"/>
                      </a:moveTo>
                      <a:cubicBezTo>
                        <a:pt x="601" y="446"/>
                        <a:pt x="601" y="446"/>
                        <a:pt x="601" y="446"/>
                      </a:cubicBezTo>
                      <a:cubicBezTo>
                        <a:pt x="601" y="408"/>
                        <a:pt x="601" y="408"/>
                        <a:pt x="601" y="408"/>
                      </a:cubicBezTo>
                      <a:cubicBezTo>
                        <a:pt x="636" y="408"/>
                        <a:pt x="636" y="408"/>
                        <a:pt x="636" y="408"/>
                      </a:cubicBezTo>
                      <a:lnTo>
                        <a:pt x="636" y="446"/>
                      </a:lnTo>
                      <a:close/>
                      <a:moveTo>
                        <a:pt x="636" y="406"/>
                      </a:moveTo>
                      <a:cubicBezTo>
                        <a:pt x="601" y="406"/>
                        <a:pt x="601" y="406"/>
                        <a:pt x="601" y="406"/>
                      </a:cubicBezTo>
                      <a:cubicBezTo>
                        <a:pt x="601" y="372"/>
                        <a:pt x="601" y="372"/>
                        <a:pt x="601" y="372"/>
                      </a:cubicBezTo>
                      <a:cubicBezTo>
                        <a:pt x="636" y="372"/>
                        <a:pt x="636" y="372"/>
                        <a:pt x="636" y="372"/>
                      </a:cubicBezTo>
                      <a:lnTo>
                        <a:pt x="636" y="406"/>
                      </a:lnTo>
                      <a:close/>
                      <a:moveTo>
                        <a:pt x="636" y="370"/>
                      </a:moveTo>
                      <a:cubicBezTo>
                        <a:pt x="601" y="370"/>
                        <a:pt x="601" y="370"/>
                        <a:pt x="601" y="370"/>
                      </a:cubicBezTo>
                      <a:cubicBezTo>
                        <a:pt x="601" y="335"/>
                        <a:pt x="601" y="335"/>
                        <a:pt x="601" y="335"/>
                      </a:cubicBezTo>
                      <a:cubicBezTo>
                        <a:pt x="636" y="335"/>
                        <a:pt x="636" y="335"/>
                        <a:pt x="636" y="335"/>
                      </a:cubicBezTo>
                      <a:lnTo>
                        <a:pt x="636" y="370"/>
                      </a:lnTo>
                      <a:close/>
                      <a:moveTo>
                        <a:pt x="636" y="333"/>
                      </a:moveTo>
                      <a:cubicBezTo>
                        <a:pt x="601" y="333"/>
                        <a:pt x="601" y="333"/>
                        <a:pt x="601" y="333"/>
                      </a:cubicBezTo>
                      <a:cubicBezTo>
                        <a:pt x="601" y="298"/>
                        <a:pt x="601" y="298"/>
                        <a:pt x="601" y="298"/>
                      </a:cubicBezTo>
                      <a:cubicBezTo>
                        <a:pt x="636" y="298"/>
                        <a:pt x="636" y="298"/>
                        <a:pt x="636" y="298"/>
                      </a:cubicBezTo>
                      <a:lnTo>
                        <a:pt x="636" y="333"/>
                      </a:lnTo>
                      <a:close/>
                      <a:moveTo>
                        <a:pt x="636" y="296"/>
                      </a:moveTo>
                      <a:cubicBezTo>
                        <a:pt x="601" y="296"/>
                        <a:pt x="601" y="296"/>
                        <a:pt x="601" y="296"/>
                      </a:cubicBezTo>
                      <a:cubicBezTo>
                        <a:pt x="601" y="261"/>
                        <a:pt x="601" y="261"/>
                        <a:pt x="601" y="261"/>
                      </a:cubicBezTo>
                      <a:cubicBezTo>
                        <a:pt x="636" y="261"/>
                        <a:pt x="636" y="261"/>
                        <a:pt x="636" y="261"/>
                      </a:cubicBezTo>
                      <a:lnTo>
                        <a:pt x="636" y="296"/>
                      </a:lnTo>
                      <a:close/>
                      <a:moveTo>
                        <a:pt x="636" y="259"/>
                      </a:moveTo>
                      <a:cubicBezTo>
                        <a:pt x="601" y="259"/>
                        <a:pt x="601" y="259"/>
                        <a:pt x="601" y="259"/>
                      </a:cubicBezTo>
                      <a:cubicBezTo>
                        <a:pt x="601" y="224"/>
                        <a:pt x="601" y="224"/>
                        <a:pt x="601" y="224"/>
                      </a:cubicBezTo>
                      <a:cubicBezTo>
                        <a:pt x="636" y="224"/>
                        <a:pt x="636" y="224"/>
                        <a:pt x="636" y="224"/>
                      </a:cubicBezTo>
                      <a:lnTo>
                        <a:pt x="636" y="259"/>
                      </a:lnTo>
                      <a:close/>
                      <a:moveTo>
                        <a:pt x="636" y="222"/>
                      </a:moveTo>
                      <a:cubicBezTo>
                        <a:pt x="601" y="222"/>
                        <a:pt x="601" y="222"/>
                        <a:pt x="601" y="222"/>
                      </a:cubicBezTo>
                      <a:cubicBezTo>
                        <a:pt x="601" y="187"/>
                        <a:pt x="601" y="187"/>
                        <a:pt x="601" y="187"/>
                      </a:cubicBezTo>
                      <a:cubicBezTo>
                        <a:pt x="636" y="187"/>
                        <a:pt x="636" y="187"/>
                        <a:pt x="636" y="187"/>
                      </a:cubicBezTo>
                      <a:lnTo>
                        <a:pt x="636" y="222"/>
                      </a:lnTo>
                      <a:close/>
                      <a:moveTo>
                        <a:pt x="636" y="185"/>
                      </a:moveTo>
                      <a:cubicBezTo>
                        <a:pt x="601" y="185"/>
                        <a:pt x="601" y="185"/>
                        <a:pt x="601" y="185"/>
                      </a:cubicBezTo>
                      <a:cubicBezTo>
                        <a:pt x="601" y="150"/>
                        <a:pt x="601" y="150"/>
                        <a:pt x="601" y="150"/>
                      </a:cubicBezTo>
                      <a:cubicBezTo>
                        <a:pt x="636" y="150"/>
                        <a:pt x="636" y="150"/>
                        <a:pt x="636" y="150"/>
                      </a:cubicBezTo>
                      <a:lnTo>
                        <a:pt x="636" y="185"/>
                      </a:lnTo>
                      <a:close/>
                      <a:moveTo>
                        <a:pt x="636" y="148"/>
                      </a:moveTo>
                      <a:cubicBezTo>
                        <a:pt x="601" y="148"/>
                        <a:pt x="601" y="148"/>
                        <a:pt x="601" y="148"/>
                      </a:cubicBezTo>
                      <a:cubicBezTo>
                        <a:pt x="601" y="113"/>
                        <a:pt x="601" y="113"/>
                        <a:pt x="601" y="113"/>
                      </a:cubicBezTo>
                      <a:cubicBezTo>
                        <a:pt x="636" y="113"/>
                        <a:pt x="636" y="113"/>
                        <a:pt x="636" y="113"/>
                      </a:cubicBezTo>
                      <a:lnTo>
                        <a:pt x="636" y="148"/>
                      </a:lnTo>
                      <a:close/>
                      <a:moveTo>
                        <a:pt x="636" y="111"/>
                      </a:moveTo>
                      <a:cubicBezTo>
                        <a:pt x="601" y="111"/>
                        <a:pt x="601" y="111"/>
                        <a:pt x="601" y="111"/>
                      </a:cubicBezTo>
                      <a:cubicBezTo>
                        <a:pt x="601" y="76"/>
                        <a:pt x="601" y="76"/>
                        <a:pt x="601" y="76"/>
                      </a:cubicBezTo>
                      <a:cubicBezTo>
                        <a:pt x="636" y="76"/>
                        <a:pt x="636" y="76"/>
                        <a:pt x="636" y="76"/>
                      </a:cubicBezTo>
                      <a:lnTo>
                        <a:pt x="636" y="111"/>
                      </a:lnTo>
                      <a:close/>
                      <a:moveTo>
                        <a:pt x="636" y="74"/>
                      </a:moveTo>
                      <a:cubicBezTo>
                        <a:pt x="601" y="74"/>
                        <a:pt x="601" y="74"/>
                        <a:pt x="601" y="74"/>
                      </a:cubicBezTo>
                      <a:cubicBezTo>
                        <a:pt x="601" y="39"/>
                        <a:pt x="601" y="39"/>
                        <a:pt x="601" y="39"/>
                      </a:cubicBezTo>
                      <a:cubicBezTo>
                        <a:pt x="636" y="39"/>
                        <a:pt x="636" y="39"/>
                        <a:pt x="636" y="39"/>
                      </a:cubicBezTo>
                      <a:lnTo>
                        <a:pt x="636" y="74"/>
                      </a:lnTo>
                      <a:close/>
                      <a:moveTo>
                        <a:pt x="636" y="37"/>
                      </a:moveTo>
                      <a:cubicBezTo>
                        <a:pt x="601" y="37"/>
                        <a:pt x="601" y="37"/>
                        <a:pt x="601" y="37"/>
                      </a:cubicBezTo>
                      <a:cubicBezTo>
                        <a:pt x="601" y="2"/>
                        <a:pt x="601" y="2"/>
                        <a:pt x="601" y="2"/>
                      </a:cubicBezTo>
                      <a:cubicBezTo>
                        <a:pt x="636" y="2"/>
                        <a:pt x="636" y="2"/>
                        <a:pt x="636" y="2"/>
                      </a:cubicBezTo>
                      <a:lnTo>
                        <a:pt x="636" y="37"/>
                      </a:lnTo>
                      <a:close/>
                      <a:moveTo>
                        <a:pt x="673" y="485"/>
                      </a:moveTo>
                      <a:cubicBezTo>
                        <a:pt x="638" y="485"/>
                        <a:pt x="638" y="485"/>
                        <a:pt x="638" y="485"/>
                      </a:cubicBezTo>
                      <a:cubicBezTo>
                        <a:pt x="638" y="448"/>
                        <a:pt x="638" y="448"/>
                        <a:pt x="638" y="448"/>
                      </a:cubicBezTo>
                      <a:cubicBezTo>
                        <a:pt x="673" y="448"/>
                        <a:pt x="673" y="448"/>
                        <a:pt x="673" y="448"/>
                      </a:cubicBezTo>
                      <a:lnTo>
                        <a:pt x="673" y="485"/>
                      </a:lnTo>
                      <a:close/>
                      <a:moveTo>
                        <a:pt x="673" y="446"/>
                      </a:moveTo>
                      <a:cubicBezTo>
                        <a:pt x="638" y="446"/>
                        <a:pt x="638" y="446"/>
                        <a:pt x="638" y="446"/>
                      </a:cubicBezTo>
                      <a:cubicBezTo>
                        <a:pt x="638" y="408"/>
                        <a:pt x="638" y="408"/>
                        <a:pt x="638" y="408"/>
                      </a:cubicBezTo>
                      <a:cubicBezTo>
                        <a:pt x="673" y="408"/>
                        <a:pt x="673" y="408"/>
                        <a:pt x="673" y="408"/>
                      </a:cubicBezTo>
                      <a:lnTo>
                        <a:pt x="673" y="446"/>
                      </a:lnTo>
                      <a:close/>
                      <a:moveTo>
                        <a:pt x="673" y="406"/>
                      </a:moveTo>
                      <a:cubicBezTo>
                        <a:pt x="638" y="406"/>
                        <a:pt x="638" y="406"/>
                        <a:pt x="638" y="406"/>
                      </a:cubicBezTo>
                      <a:cubicBezTo>
                        <a:pt x="638" y="372"/>
                        <a:pt x="638" y="372"/>
                        <a:pt x="638" y="372"/>
                      </a:cubicBezTo>
                      <a:cubicBezTo>
                        <a:pt x="673" y="372"/>
                        <a:pt x="673" y="372"/>
                        <a:pt x="673" y="372"/>
                      </a:cubicBezTo>
                      <a:lnTo>
                        <a:pt x="673" y="406"/>
                      </a:lnTo>
                      <a:close/>
                      <a:moveTo>
                        <a:pt x="673" y="370"/>
                      </a:moveTo>
                      <a:cubicBezTo>
                        <a:pt x="638" y="370"/>
                        <a:pt x="638" y="370"/>
                        <a:pt x="638" y="370"/>
                      </a:cubicBezTo>
                      <a:cubicBezTo>
                        <a:pt x="638" y="335"/>
                        <a:pt x="638" y="335"/>
                        <a:pt x="638" y="335"/>
                      </a:cubicBezTo>
                      <a:cubicBezTo>
                        <a:pt x="673" y="335"/>
                        <a:pt x="673" y="335"/>
                        <a:pt x="673" y="335"/>
                      </a:cubicBezTo>
                      <a:lnTo>
                        <a:pt x="673" y="370"/>
                      </a:lnTo>
                      <a:close/>
                      <a:moveTo>
                        <a:pt x="673" y="333"/>
                      </a:moveTo>
                      <a:cubicBezTo>
                        <a:pt x="638" y="333"/>
                        <a:pt x="638" y="333"/>
                        <a:pt x="638" y="333"/>
                      </a:cubicBezTo>
                      <a:cubicBezTo>
                        <a:pt x="638" y="298"/>
                        <a:pt x="638" y="298"/>
                        <a:pt x="638" y="298"/>
                      </a:cubicBezTo>
                      <a:cubicBezTo>
                        <a:pt x="673" y="298"/>
                        <a:pt x="673" y="298"/>
                        <a:pt x="673" y="298"/>
                      </a:cubicBezTo>
                      <a:lnTo>
                        <a:pt x="673" y="333"/>
                      </a:lnTo>
                      <a:close/>
                      <a:moveTo>
                        <a:pt x="673" y="296"/>
                      </a:moveTo>
                      <a:cubicBezTo>
                        <a:pt x="638" y="296"/>
                        <a:pt x="638" y="296"/>
                        <a:pt x="638" y="296"/>
                      </a:cubicBezTo>
                      <a:cubicBezTo>
                        <a:pt x="638" y="261"/>
                        <a:pt x="638" y="261"/>
                        <a:pt x="638" y="261"/>
                      </a:cubicBezTo>
                      <a:cubicBezTo>
                        <a:pt x="673" y="261"/>
                        <a:pt x="673" y="261"/>
                        <a:pt x="673" y="261"/>
                      </a:cubicBezTo>
                      <a:lnTo>
                        <a:pt x="673" y="296"/>
                      </a:lnTo>
                      <a:close/>
                      <a:moveTo>
                        <a:pt x="673" y="259"/>
                      </a:moveTo>
                      <a:cubicBezTo>
                        <a:pt x="638" y="259"/>
                        <a:pt x="638" y="259"/>
                        <a:pt x="638" y="259"/>
                      </a:cubicBezTo>
                      <a:cubicBezTo>
                        <a:pt x="638" y="224"/>
                        <a:pt x="638" y="224"/>
                        <a:pt x="638" y="224"/>
                      </a:cubicBezTo>
                      <a:cubicBezTo>
                        <a:pt x="673" y="224"/>
                        <a:pt x="673" y="224"/>
                        <a:pt x="673" y="224"/>
                      </a:cubicBezTo>
                      <a:lnTo>
                        <a:pt x="673" y="259"/>
                      </a:lnTo>
                      <a:close/>
                      <a:moveTo>
                        <a:pt x="673" y="222"/>
                      </a:moveTo>
                      <a:cubicBezTo>
                        <a:pt x="638" y="222"/>
                        <a:pt x="638" y="222"/>
                        <a:pt x="638" y="222"/>
                      </a:cubicBezTo>
                      <a:cubicBezTo>
                        <a:pt x="638" y="187"/>
                        <a:pt x="638" y="187"/>
                        <a:pt x="638" y="187"/>
                      </a:cubicBezTo>
                      <a:cubicBezTo>
                        <a:pt x="673" y="187"/>
                        <a:pt x="673" y="187"/>
                        <a:pt x="673" y="187"/>
                      </a:cubicBezTo>
                      <a:lnTo>
                        <a:pt x="673" y="222"/>
                      </a:lnTo>
                      <a:close/>
                      <a:moveTo>
                        <a:pt x="673" y="185"/>
                      </a:moveTo>
                      <a:cubicBezTo>
                        <a:pt x="638" y="185"/>
                        <a:pt x="638" y="185"/>
                        <a:pt x="638" y="185"/>
                      </a:cubicBezTo>
                      <a:cubicBezTo>
                        <a:pt x="638" y="150"/>
                        <a:pt x="638" y="150"/>
                        <a:pt x="638" y="150"/>
                      </a:cubicBezTo>
                      <a:cubicBezTo>
                        <a:pt x="673" y="150"/>
                        <a:pt x="673" y="150"/>
                        <a:pt x="673" y="150"/>
                      </a:cubicBezTo>
                      <a:lnTo>
                        <a:pt x="673" y="185"/>
                      </a:lnTo>
                      <a:close/>
                      <a:moveTo>
                        <a:pt x="673" y="148"/>
                      </a:moveTo>
                      <a:cubicBezTo>
                        <a:pt x="638" y="148"/>
                        <a:pt x="638" y="148"/>
                        <a:pt x="638" y="148"/>
                      </a:cubicBezTo>
                      <a:cubicBezTo>
                        <a:pt x="638" y="113"/>
                        <a:pt x="638" y="113"/>
                        <a:pt x="638" y="113"/>
                      </a:cubicBezTo>
                      <a:cubicBezTo>
                        <a:pt x="673" y="113"/>
                        <a:pt x="673" y="113"/>
                        <a:pt x="673" y="113"/>
                      </a:cubicBezTo>
                      <a:lnTo>
                        <a:pt x="673" y="148"/>
                      </a:lnTo>
                      <a:close/>
                      <a:moveTo>
                        <a:pt x="673" y="111"/>
                      </a:moveTo>
                      <a:cubicBezTo>
                        <a:pt x="638" y="111"/>
                        <a:pt x="638" y="111"/>
                        <a:pt x="638" y="111"/>
                      </a:cubicBezTo>
                      <a:cubicBezTo>
                        <a:pt x="638" y="76"/>
                        <a:pt x="638" y="76"/>
                        <a:pt x="638" y="76"/>
                      </a:cubicBezTo>
                      <a:cubicBezTo>
                        <a:pt x="673" y="76"/>
                        <a:pt x="673" y="76"/>
                        <a:pt x="673" y="76"/>
                      </a:cubicBezTo>
                      <a:lnTo>
                        <a:pt x="673" y="111"/>
                      </a:lnTo>
                      <a:close/>
                      <a:moveTo>
                        <a:pt x="673" y="74"/>
                      </a:moveTo>
                      <a:cubicBezTo>
                        <a:pt x="638" y="74"/>
                        <a:pt x="638" y="74"/>
                        <a:pt x="638" y="74"/>
                      </a:cubicBezTo>
                      <a:cubicBezTo>
                        <a:pt x="638" y="39"/>
                        <a:pt x="638" y="39"/>
                        <a:pt x="638" y="39"/>
                      </a:cubicBezTo>
                      <a:cubicBezTo>
                        <a:pt x="673" y="39"/>
                        <a:pt x="673" y="39"/>
                        <a:pt x="673" y="39"/>
                      </a:cubicBezTo>
                      <a:lnTo>
                        <a:pt x="673" y="74"/>
                      </a:lnTo>
                      <a:close/>
                      <a:moveTo>
                        <a:pt x="673" y="37"/>
                      </a:moveTo>
                      <a:cubicBezTo>
                        <a:pt x="638" y="37"/>
                        <a:pt x="638" y="37"/>
                        <a:pt x="638" y="37"/>
                      </a:cubicBezTo>
                      <a:cubicBezTo>
                        <a:pt x="638" y="2"/>
                        <a:pt x="638" y="2"/>
                        <a:pt x="638" y="2"/>
                      </a:cubicBezTo>
                      <a:cubicBezTo>
                        <a:pt x="673" y="2"/>
                        <a:pt x="673" y="2"/>
                        <a:pt x="673" y="2"/>
                      </a:cubicBezTo>
                      <a:lnTo>
                        <a:pt x="673" y="37"/>
                      </a:lnTo>
                      <a:close/>
                      <a:moveTo>
                        <a:pt x="710" y="485"/>
                      </a:moveTo>
                      <a:cubicBezTo>
                        <a:pt x="675" y="485"/>
                        <a:pt x="675" y="485"/>
                        <a:pt x="675" y="485"/>
                      </a:cubicBezTo>
                      <a:cubicBezTo>
                        <a:pt x="675" y="448"/>
                        <a:pt x="675" y="448"/>
                        <a:pt x="675" y="448"/>
                      </a:cubicBezTo>
                      <a:cubicBezTo>
                        <a:pt x="710" y="448"/>
                        <a:pt x="710" y="448"/>
                        <a:pt x="710" y="448"/>
                      </a:cubicBezTo>
                      <a:lnTo>
                        <a:pt x="710" y="485"/>
                      </a:lnTo>
                      <a:close/>
                      <a:moveTo>
                        <a:pt x="710" y="446"/>
                      </a:moveTo>
                      <a:cubicBezTo>
                        <a:pt x="675" y="446"/>
                        <a:pt x="675" y="446"/>
                        <a:pt x="675" y="446"/>
                      </a:cubicBezTo>
                      <a:cubicBezTo>
                        <a:pt x="675" y="408"/>
                        <a:pt x="675" y="408"/>
                        <a:pt x="675" y="408"/>
                      </a:cubicBezTo>
                      <a:cubicBezTo>
                        <a:pt x="710" y="408"/>
                        <a:pt x="710" y="408"/>
                        <a:pt x="710" y="408"/>
                      </a:cubicBezTo>
                      <a:lnTo>
                        <a:pt x="710" y="446"/>
                      </a:lnTo>
                      <a:close/>
                      <a:moveTo>
                        <a:pt x="710" y="406"/>
                      </a:moveTo>
                      <a:cubicBezTo>
                        <a:pt x="675" y="406"/>
                        <a:pt x="675" y="406"/>
                        <a:pt x="675" y="406"/>
                      </a:cubicBezTo>
                      <a:cubicBezTo>
                        <a:pt x="675" y="372"/>
                        <a:pt x="675" y="372"/>
                        <a:pt x="675" y="372"/>
                      </a:cubicBezTo>
                      <a:cubicBezTo>
                        <a:pt x="710" y="372"/>
                        <a:pt x="710" y="372"/>
                        <a:pt x="710" y="372"/>
                      </a:cubicBezTo>
                      <a:lnTo>
                        <a:pt x="710" y="406"/>
                      </a:lnTo>
                      <a:close/>
                      <a:moveTo>
                        <a:pt x="710" y="370"/>
                      </a:moveTo>
                      <a:cubicBezTo>
                        <a:pt x="675" y="370"/>
                        <a:pt x="675" y="370"/>
                        <a:pt x="675" y="370"/>
                      </a:cubicBezTo>
                      <a:cubicBezTo>
                        <a:pt x="675" y="335"/>
                        <a:pt x="675" y="335"/>
                        <a:pt x="675" y="335"/>
                      </a:cubicBezTo>
                      <a:cubicBezTo>
                        <a:pt x="710" y="335"/>
                        <a:pt x="710" y="335"/>
                        <a:pt x="710" y="335"/>
                      </a:cubicBezTo>
                      <a:lnTo>
                        <a:pt x="710" y="370"/>
                      </a:lnTo>
                      <a:close/>
                      <a:moveTo>
                        <a:pt x="710" y="333"/>
                      </a:moveTo>
                      <a:cubicBezTo>
                        <a:pt x="675" y="333"/>
                        <a:pt x="675" y="333"/>
                        <a:pt x="675" y="333"/>
                      </a:cubicBezTo>
                      <a:cubicBezTo>
                        <a:pt x="675" y="298"/>
                        <a:pt x="675" y="298"/>
                        <a:pt x="675" y="298"/>
                      </a:cubicBezTo>
                      <a:cubicBezTo>
                        <a:pt x="710" y="298"/>
                        <a:pt x="710" y="298"/>
                        <a:pt x="710" y="298"/>
                      </a:cubicBezTo>
                      <a:lnTo>
                        <a:pt x="710" y="333"/>
                      </a:lnTo>
                      <a:close/>
                      <a:moveTo>
                        <a:pt x="710" y="296"/>
                      </a:moveTo>
                      <a:cubicBezTo>
                        <a:pt x="675" y="296"/>
                        <a:pt x="675" y="296"/>
                        <a:pt x="675" y="296"/>
                      </a:cubicBezTo>
                      <a:cubicBezTo>
                        <a:pt x="675" y="261"/>
                        <a:pt x="675" y="261"/>
                        <a:pt x="675" y="261"/>
                      </a:cubicBezTo>
                      <a:cubicBezTo>
                        <a:pt x="710" y="261"/>
                        <a:pt x="710" y="261"/>
                        <a:pt x="710" y="261"/>
                      </a:cubicBezTo>
                      <a:lnTo>
                        <a:pt x="710" y="296"/>
                      </a:lnTo>
                      <a:close/>
                      <a:moveTo>
                        <a:pt x="710" y="259"/>
                      </a:moveTo>
                      <a:cubicBezTo>
                        <a:pt x="675" y="259"/>
                        <a:pt x="675" y="259"/>
                        <a:pt x="675" y="259"/>
                      </a:cubicBezTo>
                      <a:cubicBezTo>
                        <a:pt x="675" y="224"/>
                        <a:pt x="675" y="224"/>
                        <a:pt x="675" y="224"/>
                      </a:cubicBezTo>
                      <a:cubicBezTo>
                        <a:pt x="710" y="224"/>
                        <a:pt x="710" y="224"/>
                        <a:pt x="710" y="224"/>
                      </a:cubicBezTo>
                      <a:lnTo>
                        <a:pt x="710" y="259"/>
                      </a:lnTo>
                      <a:close/>
                      <a:moveTo>
                        <a:pt x="710" y="222"/>
                      </a:moveTo>
                      <a:cubicBezTo>
                        <a:pt x="675" y="222"/>
                        <a:pt x="675" y="222"/>
                        <a:pt x="675" y="222"/>
                      </a:cubicBezTo>
                      <a:cubicBezTo>
                        <a:pt x="675" y="187"/>
                        <a:pt x="675" y="187"/>
                        <a:pt x="675" y="187"/>
                      </a:cubicBezTo>
                      <a:cubicBezTo>
                        <a:pt x="710" y="187"/>
                        <a:pt x="710" y="187"/>
                        <a:pt x="710" y="187"/>
                      </a:cubicBezTo>
                      <a:lnTo>
                        <a:pt x="710" y="222"/>
                      </a:lnTo>
                      <a:close/>
                      <a:moveTo>
                        <a:pt x="710" y="185"/>
                      </a:moveTo>
                      <a:cubicBezTo>
                        <a:pt x="675" y="185"/>
                        <a:pt x="675" y="185"/>
                        <a:pt x="675" y="185"/>
                      </a:cubicBezTo>
                      <a:cubicBezTo>
                        <a:pt x="675" y="150"/>
                        <a:pt x="675" y="150"/>
                        <a:pt x="675" y="150"/>
                      </a:cubicBezTo>
                      <a:cubicBezTo>
                        <a:pt x="710" y="150"/>
                        <a:pt x="710" y="150"/>
                        <a:pt x="710" y="150"/>
                      </a:cubicBezTo>
                      <a:lnTo>
                        <a:pt x="710" y="185"/>
                      </a:lnTo>
                      <a:close/>
                      <a:moveTo>
                        <a:pt x="710" y="148"/>
                      </a:moveTo>
                      <a:cubicBezTo>
                        <a:pt x="675" y="148"/>
                        <a:pt x="675" y="148"/>
                        <a:pt x="675" y="148"/>
                      </a:cubicBezTo>
                      <a:cubicBezTo>
                        <a:pt x="675" y="113"/>
                        <a:pt x="675" y="113"/>
                        <a:pt x="675" y="113"/>
                      </a:cubicBezTo>
                      <a:cubicBezTo>
                        <a:pt x="710" y="113"/>
                        <a:pt x="710" y="113"/>
                        <a:pt x="710" y="113"/>
                      </a:cubicBezTo>
                      <a:lnTo>
                        <a:pt x="710" y="148"/>
                      </a:lnTo>
                      <a:close/>
                      <a:moveTo>
                        <a:pt x="710" y="111"/>
                      </a:moveTo>
                      <a:cubicBezTo>
                        <a:pt x="675" y="111"/>
                        <a:pt x="675" y="111"/>
                        <a:pt x="675" y="111"/>
                      </a:cubicBezTo>
                      <a:cubicBezTo>
                        <a:pt x="675" y="76"/>
                        <a:pt x="675" y="76"/>
                        <a:pt x="675" y="76"/>
                      </a:cubicBezTo>
                      <a:cubicBezTo>
                        <a:pt x="710" y="76"/>
                        <a:pt x="710" y="76"/>
                        <a:pt x="710" y="76"/>
                      </a:cubicBezTo>
                      <a:lnTo>
                        <a:pt x="710" y="111"/>
                      </a:lnTo>
                      <a:close/>
                      <a:moveTo>
                        <a:pt x="710" y="74"/>
                      </a:moveTo>
                      <a:cubicBezTo>
                        <a:pt x="675" y="74"/>
                        <a:pt x="675" y="74"/>
                        <a:pt x="675" y="74"/>
                      </a:cubicBezTo>
                      <a:cubicBezTo>
                        <a:pt x="675" y="39"/>
                        <a:pt x="675" y="39"/>
                        <a:pt x="675" y="39"/>
                      </a:cubicBezTo>
                      <a:cubicBezTo>
                        <a:pt x="710" y="39"/>
                        <a:pt x="710" y="39"/>
                        <a:pt x="710" y="39"/>
                      </a:cubicBezTo>
                      <a:lnTo>
                        <a:pt x="710" y="74"/>
                      </a:lnTo>
                      <a:close/>
                      <a:moveTo>
                        <a:pt x="710" y="37"/>
                      </a:moveTo>
                      <a:cubicBezTo>
                        <a:pt x="675" y="37"/>
                        <a:pt x="675" y="37"/>
                        <a:pt x="675" y="37"/>
                      </a:cubicBezTo>
                      <a:cubicBezTo>
                        <a:pt x="675" y="2"/>
                        <a:pt x="675" y="2"/>
                        <a:pt x="675" y="2"/>
                      </a:cubicBezTo>
                      <a:cubicBezTo>
                        <a:pt x="710" y="2"/>
                        <a:pt x="710" y="2"/>
                        <a:pt x="710" y="2"/>
                      </a:cubicBezTo>
                      <a:lnTo>
                        <a:pt x="710" y="37"/>
                      </a:lnTo>
                      <a:close/>
                      <a:moveTo>
                        <a:pt x="747" y="485"/>
                      </a:moveTo>
                      <a:cubicBezTo>
                        <a:pt x="712" y="485"/>
                        <a:pt x="712" y="485"/>
                        <a:pt x="712" y="485"/>
                      </a:cubicBezTo>
                      <a:cubicBezTo>
                        <a:pt x="712" y="448"/>
                        <a:pt x="712" y="448"/>
                        <a:pt x="712" y="448"/>
                      </a:cubicBezTo>
                      <a:cubicBezTo>
                        <a:pt x="747" y="448"/>
                        <a:pt x="747" y="448"/>
                        <a:pt x="747" y="448"/>
                      </a:cubicBezTo>
                      <a:lnTo>
                        <a:pt x="747" y="485"/>
                      </a:lnTo>
                      <a:close/>
                      <a:moveTo>
                        <a:pt x="747" y="446"/>
                      </a:moveTo>
                      <a:cubicBezTo>
                        <a:pt x="712" y="446"/>
                        <a:pt x="712" y="446"/>
                        <a:pt x="712" y="446"/>
                      </a:cubicBezTo>
                      <a:cubicBezTo>
                        <a:pt x="712" y="408"/>
                        <a:pt x="712" y="408"/>
                        <a:pt x="712" y="408"/>
                      </a:cubicBezTo>
                      <a:cubicBezTo>
                        <a:pt x="747" y="408"/>
                        <a:pt x="747" y="408"/>
                        <a:pt x="747" y="408"/>
                      </a:cubicBezTo>
                      <a:lnTo>
                        <a:pt x="747" y="446"/>
                      </a:lnTo>
                      <a:close/>
                      <a:moveTo>
                        <a:pt x="747" y="406"/>
                      </a:moveTo>
                      <a:cubicBezTo>
                        <a:pt x="712" y="406"/>
                        <a:pt x="712" y="406"/>
                        <a:pt x="712" y="406"/>
                      </a:cubicBezTo>
                      <a:cubicBezTo>
                        <a:pt x="712" y="372"/>
                        <a:pt x="712" y="372"/>
                        <a:pt x="712" y="372"/>
                      </a:cubicBezTo>
                      <a:cubicBezTo>
                        <a:pt x="747" y="372"/>
                        <a:pt x="747" y="372"/>
                        <a:pt x="747" y="372"/>
                      </a:cubicBezTo>
                      <a:lnTo>
                        <a:pt x="747" y="406"/>
                      </a:lnTo>
                      <a:close/>
                      <a:moveTo>
                        <a:pt x="747" y="370"/>
                      </a:moveTo>
                      <a:cubicBezTo>
                        <a:pt x="712" y="370"/>
                        <a:pt x="712" y="370"/>
                        <a:pt x="712" y="370"/>
                      </a:cubicBezTo>
                      <a:cubicBezTo>
                        <a:pt x="712" y="335"/>
                        <a:pt x="712" y="335"/>
                        <a:pt x="712" y="335"/>
                      </a:cubicBezTo>
                      <a:cubicBezTo>
                        <a:pt x="747" y="335"/>
                        <a:pt x="747" y="335"/>
                        <a:pt x="747" y="335"/>
                      </a:cubicBezTo>
                      <a:lnTo>
                        <a:pt x="747" y="370"/>
                      </a:lnTo>
                      <a:close/>
                      <a:moveTo>
                        <a:pt x="747" y="333"/>
                      </a:moveTo>
                      <a:cubicBezTo>
                        <a:pt x="712" y="333"/>
                        <a:pt x="712" y="333"/>
                        <a:pt x="712" y="333"/>
                      </a:cubicBezTo>
                      <a:cubicBezTo>
                        <a:pt x="712" y="298"/>
                        <a:pt x="712" y="298"/>
                        <a:pt x="712" y="298"/>
                      </a:cubicBezTo>
                      <a:cubicBezTo>
                        <a:pt x="747" y="298"/>
                        <a:pt x="747" y="298"/>
                        <a:pt x="747" y="298"/>
                      </a:cubicBezTo>
                      <a:lnTo>
                        <a:pt x="747" y="333"/>
                      </a:lnTo>
                      <a:close/>
                      <a:moveTo>
                        <a:pt x="747" y="296"/>
                      </a:moveTo>
                      <a:cubicBezTo>
                        <a:pt x="712" y="296"/>
                        <a:pt x="712" y="296"/>
                        <a:pt x="712" y="296"/>
                      </a:cubicBezTo>
                      <a:cubicBezTo>
                        <a:pt x="712" y="261"/>
                        <a:pt x="712" y="261"/>
                        <a:pt x="712" y="261"/>
                      </a:cubicBezTo>
                      <a:cubicBezTo>
                        <a:pt x="747" y="261"/>
                        <a:pt x="747" y="261"/>
                        <a:pt x="747" y="261"/>
                      </a:cubicBezTo>
                      <a:lnTo>
                        <a:pt x="747" y="296"/>
                      </a:lnTo>
                      <a:close/>
                      <a:moveTo>
                        <a:pt x="747" y="259"/>
                      </a:moveTo>
                      <a:cubicBezTo>
                        <a:pt x="712" y="259"/>
                        <a:pt x="712" y="259"/>
                        <a:pt x="712" y="259"/>
                      </a:cubicBezTo>
                      <a:cubicBezTo>
                        <a:pt x="712" y="224"/>
                        <a:pt x="712" y="224"/>
                        <a:pt x="712" y="224"/>
                      </a:cubicBezTo>
                      <a:cubicBezTo>
                        <a:pt x="747" y="224"/>
                        <a:pt x="747" y="224"/>
                        <a:pt x="747" y="224"/>
                      </a:cubicBezTo>
                      <a:lnTo>
                        <a:pt x="747" y="259"/>
                      </a:lnTo>
                      <a:close/>
                      <a:moveTo>
                        <a:pt x="747" y="222"/>
                      </a:moveTo>
                      <a:cubicBezTo>
                        <a:pt x="712" y="222"/>
                        <a:pt x="712" y="222"/>
                        <a:pt x="712" y="222"/>
                      </a:cubicBezTo>
                      <a:cubicBezTo>
                        <a:pt x="712" y="187"/>
                        <a:pt x="712" y="187"/>
                        <a:pt x="712" y="187"/>
                      </a:cubicBezTo>
                      <a:cubicBezTo>
                        <a:pt x="747" y="187"/>
                        <a:pt x="747" y="187"/>
                        <a:pt x="747" y="187"/>
                      </a:cubicBezTo>
                      <a:lnTo>
                        <a:pt x="747" y="222"/>
                      </a:lnTo>
                      <a:close/>
                      <a:moveTo>
                        <a:pt x="747" y="185"/>
                      </a:moveTo>
                      <a:cubicBezTo>
                        <a:pt x="712" y="185"/>
                        <a:pt x="712" y="185"/>
                        <a:pt x="712" y="185"/>
                      </a:cubicBezTo>
                      <a:cubicBezTo>
                        <a:pt x="712" y="150"/>
                        <a:pt x="712" y="150"/>
                        <a:pt x="712" y="150"/>
                      </a:cubicBezTo>
                      <a:cubicBezTo>
                        <a:pt x="747" y="150"/>
                        <a:pt x="747" y="150"/>
                        <a:pt x="747" y="150"/>
                      </a:cubicBezTo>
                      <a:lnTo>
                        <a:pt x="747" y="185"/>
                      </a:lnTo>
                      <a:close/>
                      <a:moveTo>
                        <a:pt x="747" y="148"/>
                      </a:moveTo>
                      <a:cubicBezTo>
                        <a:pt x="712" y="148"/>
                        <a:pt x="712" y="148"/>
                        <a:pt x="712" y="148"/>
                      </a:cubicBezTo>
                      <a:cubicBezTo>
                        <a:pt x="712" y="113"/>
                        <a:pt x="712" y="113"/>
                        <a:pt x="712" y="113"/>
                      </a:cubicBezTo>
                      <a:cubicBezTo>
                        <a:pt x="747" y="113"/>
                        <a:pt x="747" y="113"/>
                        <a:pt x="747" y="113"/>
                      </a:cubicBezTo>
                      <a:lnTo>
                        <a:pt x="747" y="148"/>
                      </a:lnTo>
                      <a:close/>
                      <a:moveTo>
                        <a:pt x="747" y="111"/>
                      </a:moveTo>
                      <a:cubicBezTo>
                        <a:pt x="712" y="111"/>
                        <a:pt x="712" y="111"/>
                        <a:pt x="712" y="111"/>
                      </a:cubicBezTo>
                      <a:cubicBezTo>
                        <a:pt x="712" y="76"/>
                        <a:pt x="712" y="76"/>
                        <a:pt x="712" y="76"/>
                      </a:cubicBezTo>
                      <a:cubicBezTo>
                        <a:pt x="747" y="76"/>
                        <a:pt x="747" y="76"/>
                        <a:pt x="747" y="76"/>
                      </a:cubicBezTo>
                      <a:lnTo>
                        <a:pt x="747" y="111"/>
                      </a:lnTo>
                      <a:close/>
                      <a:moveTo>
                        <a:pt x="747" y="74"/>
                      </a:moveTo>
                      <a:cubicBezTo>
                        <a:pt x="712" y="74"/>
                        <a:pt x="712" y="74"/>
                        <a:pt x="712" y="74"/>
                      </a:cubicBezTo>
                      <a:cubicBezTo>
                        <a:pt x="712" y="39"/>
                        <a:pt x="712" y="39"/>
                        <a:pt x="712" y="39"/>
                      </a:cubicBezTo>
                      <a:cubicBezTo>
                        <a:pt x="747" y="39"/>
                        <a:pt x="747" y="39"/>
                        <a:pt x="747" y="39"/>
                      </a:cubicBezTo>
                      <a:lnTo>
                        <a:pt x="747" y="74"/>
                      </a:lnTo>
                      <a:close/>
                      <a:moveTo>
                        <a:pt x="747" y="37"/>
                      </a:moveTo>
                      <a:cubicBezTo>
                        <a:pt x="712" y="37"/>
                        <a:pt x="712" y="37"/>
                        <a:pt x="712" y="37"/>
                      </a:cubicBezTo>
                      <a:cubicBezTo>
                        <a:pt x="712" y="2"/>
                        <a:pt x="712" y="2"/>
                        <a:pt x="712" y="2"/>
                      </a:cubicBezTo>
                      <a:cubicBezTo>
                        <a:pt x="747" y="2"/>
                        <a:pt x="747" y="2"/>
                        <a:pt x="747" y="2"/>
                      </a:cubicBezTo>
                      <a:lnTo>
                        <a:pt x="747" y="37"/>
                      </a:lnTo>
                      <a:close/>
                      <a:moveTo>
                        <a:pt x="784" y="485"/>
                      </a:moveTo>
                      <a:cubicBezTo>
                        <a:pt x="749" y="485"/>
                        <a:pt x="749" y="485"/>
                        <a:pt x="749" y="485"/>
                      </a:cubicBezTo>
                      <a:cubicBezTo>
                        <a:pt x="749" y="448"/>
                        <a:pt x="749" y="448"/>
                        <a:pt x="749" y="448"/>
                      </a:cubicBezTo>
                      <a:cubicBezTo>
                        <a:pt x="784" y="448"/>
                        <a:pt x="784" y="448"/>
                        <a:pt x="784" y="448"/>
                      </a:cubicBezTo>
                      <a:lnTo>
                        <a:pt x="784" y="485"/>
                      </a:lnTo>
                      <a:close/>
                      <a:moveTo>
                        <a:pt x="784" y="446"/>
                      </a:moveTo>
                      <a:cubicBezTo>
                        <a:pt x="749" y="446"/>
                        <a:pt x="749" y="446"/>
                        <a:pt x="749" y="446"/>
                      </a:cubicBezTo>
                      <a:cubicBezTo>
                        <a:pt x="749" y="408"/>
                        <a:pt x="749" y="408"/>
                        <a:pt x="749" y="408"/>
                      </a:cubicBezTo>
                      <a:cubicBezTo>
                        <a:pt x="784" y="408"/>
                        <a:pt x="784" y="408"/>
                        <a:pt x="784" y="408"/>
                      </a:cubicBezTo>
                      <a:lnTo>
                        <a:pt x="784" y="446"/>
                      </a:lnTo>
                      <a:close/>
                      <a:moveTo>
                        <a:pt x="784" y="406"/>
                      </a:moveTo>
                      <a:cubicBezTo>
                        <a:pt x="749" y="406"/>
                        <a:pt x="749" y="406"/>
                        <a:pt x="749" y="406"/>
                      </a:cubicBezTo>
                      <a:cubicBezTo>
                        <a:pt x="749" y="372"/>
                        <a:pt x="749" y="372"/>
                        <a:pt x="749" y="372"/>
                      </a:cubicBezTo>
                      <a:cubicBezTo>
                        <a:pt x="784" y="372"/>
                        <a:pt x="784" y="372"/>
                        <a:pt x="784" y="372"/>
                      </a:cubicBezTo>
                      <a:lnTo>
                        <a:pt x="784" y="406"/>
                      </a:lnTo>
                      <a:close/>
                      <a:moveTo>
                        <a:pt x="784" y="370"/>
                      </a:moveTo>
                      <a:cubicBezTo>
                        <a:pt x="749" y="370"/>
                        <a:pt x="749" y="370"/>
                        <a:pt x="749" y="370"/>
                      </a:cubicBezTo>
                      <a:cubicBezTo>
                        <a:pt x="749" y="335"/>
                        <a:pt x="749" y="335"/>
                        <a:pt x="749" y="335"/>
                      </a:cubicBezTo>
                      <a:cubicBezTo>
                        <a:pt x="784" y="335"/>
                        <a:pt x="784" y="335"/>
                        <a:pt x="784" y="335"/>
                      </a:cubicBezTo>
                      <a:lnTo>
                        <a:pt x="784" y="370"/>
                      </a:lnTo>
                      <a:close/>
                      <a:moveTo>
                        <a:pt x="784" y="333"/>
                      </a:moveTo>
                      <a:cubicBezTo>
                        <a:pt x="749" y="333"/>
                        <a:pt x="749" y="333"/>
                        <a:pt x="749" y="333"/>
                      </a:cubicBezTo>
                      <a:cubicBezTo>
                        <a:pt x="749" y="298"/>
                        <a:pt x="749" y="298"/>
                        <a:pt x="749" y="298"/>
                      </a:cubicBezTo>
                      <a:cubicBezTo>
                        <a:pt x="784" y="298"/>
                        <a:pt x="784" y="298"/>
                        <a:pt x="784" y="298"/>
                      </a:cubicBezTo>
                      <a:lnTo>
                        <a:pt x="784" y="333"/>
                      </a:lnTo>
                      <a:close/>
                      <a:moveTo>
                        <a:pt x="784" y="296"/>
                      </a:moveTo>
                      <a:cubicBezTo>
                        <a:pt x="749" y="296"/>
                        <a:pt x="749" y="296"/>
                        <a:pt x="749" y="296"/>
                      </a:cubicBezTo>
                      <a:cubicBezTo>
                        <a:pt x="749" y="261"/>
                        <a:pt x="749" y="261"/>
                        <a:pt x="749" y="261"/>
                      </a:cubicBezTo>
                      <a:cubicBezTo>
                        <a:pt x="784" y="261"/>
                        <a:pt x="784" y="261"/>
                        <a:pt x="784" y="261"/>
                      </a:cubicBezTo>
                      <a:lnTo>
                        <a:pt x="784" y="296"/>
                      </a:lnTo>
                      <a:close/>
                      <a:moveTo>
                        <a:pt x="784" y="259"/>
                      </a:moveTo>
                      <a:cubicBezTo>
                        <a:pt x="749" y="259"/>
                        <a:pt x="749" y="259"/>
                        <a:pt x="749" y="259"/>
                      </a:cubicBezTo>
                      <a:cubicBezTo>
                        <a:pt x="749" y="224"/>
                        <a:pt x="749" y="224"/>
                        <a:pt x="749" y="224"/>
                      </a:cubicBezTo>
                      <a:cubicBezTo>
                        <a:pt x="784" y="224"/>
                        <a:pt x="784" y="224"/>
                        <a:pt x="784" y="224"/>
                      </a:cubicBezTo>
                      <a:lnTo>
                        <a:pt x="784" y="259"/>
                      </a:lnTo>
                      <a:close/>
                      <a:moveTo>
                        <a:pt x="784" y="222"/>
                      </a:moveTo>
                      <a:cubicBezTo>
                        <a:pt x="749" y="222"/>
                        <a:pt x="749" y="222"/>
                        <a:pt x="749" y="222"/>
                      </a:cubicBezTo>
                      <a:cubicBezTo>
                        <a:pt x="749" y="187"/>
                        <a:pt x="749" y="187"/>
                        <a:pt x="749" y="187"/>
                      </a:cubicBezTo>
                      <a:cubicBezTo>
                        <a:pt x="784" y="187"/>
                        <a:pt x="784" y="187"/>
                        <a:pt x="784" y="187"/>
                      </a:cubicBezTo>
                      <a:lnTo>
                        <a:pt x="784" y="222"/>
                      </a:lnTo>
                      <a:close/>
                      <a:moveTo>
                        <a:pt x="784" y="185"/>
                      </a:moveTo>
                      <a:cubicBezTo>
                        <a:pt x="749" y="185"/>
                        <a:pt x="749" y="185"/>
                        <a:pt x="749" y="185"/>
                      </a:cubicBezTo>
                      <a:cubicBezTo>
                        <a:pt x="749" y="150"/>
                        <a:pt x="749" y="150"/>
                        <a:pt x="749" y="150"/>
                      </a:cubicBezTo>
                      <a:cubicBezTo>
                        <a:pt x="784" y="150"/>
                        <a:pt x="784" y="150"/>
                        <a:pt x="784" y="150"/>
                      </a:cubicBezTo>
                      <a:lnTo>
                        <a:pt x="784" y="185"/>
                      </a:lnTo>
                      <a:close/>
                      <a:moveTo>
                        <a:pt x="784" y="148"/>
                      </a:moveTo>
                      <a:cubicBezTo>
                        <a:pt x="749" y="148"/>
                        <a:pt x="749" y="148"/>
                        <a:pt x="749" y="148"/>
                      </a:cubicBezTo>
                      <a:cubicBezTo>
                        <a:pt x="749" y="113"/>
                        <a:pt x="749" y="113"/>
                        <a:pt x="749" y="113"/>
                      </a:cubicBezTo>
                      <a:cubicBezTo>
                        <a:pt x="784" y="113"/>
                        <a:pt x="784" y="113"/>
                        <a:pt x="784" y="113"/>
                      </a:cubicBezTo>
                      <a:lnTo>
                        <a:pt x="784" y="148"/>
                      </a:lnTo>
                      <a:close/>
                      <a:moveTo>
                        <a:pt x="784" y="111"/>
                      </a:moveTo>
                      <a:cubicBezTo>
                        <a:pt x="749" y="111"/>
                        <a:pt x="749" y="111"/>
                        <a:pt x="749" y="111"/>
                      </a:cubicBezTo>
                      <a:cubicBezTo>
                        <a:pt x="749" y="76"/>
                        <a:pt x="749" y="76"/>
                        <a:pt x="749" y="76"/>
                      </a:cubicBezTo>
                      <a:cubicBezTo>
                        <a:pt x="784" y="76"/>
                        <a:pt x="784" y="76"/>
                        <a:pt x="784" y="76"/>
                      </a:cubicBezTo>
                      <a:lnTo>
                        <a:pt x="784" y="111"/>
                      </a:lnTo>
                      <a:close/>
                      <a:moveTo>
                        <a:pt x="784" y="74"/>
                      </a:moveTo>
                      <a:cubicBezTo>
                        <a:pt x="749" y="74"/>
                        <a:pt x="749" y="74"/>
                        <a:pt x="749" y="74"/>
                      </a:cubicBezTo>
                      <a:cubicBezTo>
                        <a:pt x="749" y="39"/>
                        <a:pt x="749" y="39"/>
                        <a:pt x="749" y="39"/>
                      </a:cubicBezTo>
                      <a:cubicBezTo>
                        <a:pt x="784" y="39"/>
                        <a:pt x="784" y="39"/>
                        <a:pt x="784" y="39"/>
                      </a:cubicBezTo>
                      <a:lnTo>
                        <a:pt x="784" y="74"/>
                      </a:lnTo>
                      <a:close/>
                      <a:moveTo>
                        <a:pt x="784" y="37"/>
                      </a:moveTo>
                      <a:cubicBezTo>
                        <a:pt x="749" y="37"/>
                        <a:pt x="749" y="37"/>
                        <a:pt x="749" y="37"/>
                      </a:cubicBezTo>
                      <a:cubicBezTo>
                        <a:pt x="749" y="2"/>
                        <a:pt x="749" y="2"/>
                        <a:pt x="749" y="2"/>
                      </a:cubicBezTo>
                      <a:cubicBezTo>
                        <a:pt x="784" y="2"/>
                        <a:pt x="784" y="2"/>
                        <a:pt x="784" y="2"/>
                      </a:cubicBezTo>
                      <a:lnTo>
                        <a:pt x="784" y="37"/>
                      </a:lnTo>
                      <a:close/>
                      <a:moveTo>
                        <a:pt x="821" y="485"/>
                      </a:moveTo>
                      <a:cubicBezTo>
                        <a:pt x="786" y="485"/>
                        <a:pt x="786" y="485"/>
                        <a:pt x="786" y="485"/>
                      </a:cubicBezTo>
                      <a:cubicBezTo>
                        <a:pt x="786" y="448"/>
                        <a:pt x="786" y="448"/>
                        <a:pt x="786" y="448"/>
                      </a:cubicBezTo>
                      <a:cubicBezTo>
                        <a:pt x="821" y="448"/>
                        <a:pt x="821" y="448"/>
                        <a:pt x="821" y="448"/>
                      </a:cubicBezTo>
                      <a:lnTo>
                        <a:pt x="821" y="485"/>
                      </a:lnTo>
                      <a:close/>
                      <a:moveTo>
                        <a:pt x="821" y="446"/>
                      </a:moveTo>
                      <a:cubicBezTo>
                        <a:pt x="786" y="446"/>
                        <a:pt x="786" y="446"/>
                        <a:pt x="786" y="446"/>
                      </a:cubicBezTo>
                      <a:cubicBezTo>
                        <a:pt x="786" y="408"/>
                        <a:pt x="786" y="408"/>
                        <a:pt x="786" y="408"/>
                      </a:cubicBezTo>
                      <a:cubicBezTo>
                        <a:pt x="821" y="408"/>
                        <a:pt x="821" y="408"/>
                        <a:pt x="821" y="408"/>
                      </a:cubicBezTo>
                      <a:lnTo>
                        <a:pt x="821" y="446"/>
                      </a:lnTo>
                      <a:close/>
                      <a:moveTo>
                        <a:pt x="821" y="406"/>
                      </a:moveTo>
                      <a:cubicBezTo>
                        <a:pt x="786" y="406"/>
                        <a:pt x="786" y="406"/>
                        <a:pt x="786" y="406"/>
                      </a:cubicBezTo>
                      <a:cubicBezTo>
                        <a:pt x="786" y="372"/>
                        <a:pt x="786" y="372"/>
                        <a:pt x="786" y="372"/>
                      </a:cubicBezTo>
                      <a:cubicBezTo>
                        <a:pt x="821" y="372"/>
                        <a:pt x="821" y="372"/>
                        <a:pt x="821" y="372"/>
                      </a:cubicBezTo>
                      <a:lnTo>
                        <a:pt x="821" y="406"/>
                      </a:lnTo>
                      <a:close/>
                      <a:moveTo>
                        <a:pt x="821" y="370"/>
                      </a:moveTo>
                      <a:cubicBezTo>
                        <a:pt x="786" y="370"/>
                        <a:pt x="786" y="370"/>
                        <a:pt x="786" y="370"/>
                      </a:cubicBezTo>
                      <a:cubicBezTo>
                        <a:pt x="786" y="335"/>
                        <a:pt x="786" y="335"/>
                        <a:pt x="786" y="335"/>
                      </a:cubicBezTo>
                      <a:cubicBezTo>
                        <a:pt x="821" y="335"/>
                        <a:pt x="821" y="335"/>
                        <a:pt x="821" y="335"/>
                      </a:cubicBezTo>
                      <a:lnTo>
                        <a:pt x="821" y="370"/>
                      </a:lnTo>
                      <a:close/>
                      <a:moveTo>
                        <a:pt x="821" y="333"/>
                      </a:moveTo>
                      <a:cubicBezTo>
                        <a:pt x="786" y="333"/>
                        <a:pt x="786" y="333"/>
                        <a:pt x="786" y="333"/>
                      </a:cubicBezTo>
                      <a:cubicBezTo>
                        <a:pt x="786" y="298"/>
                        <a:pt x="786" y="298"/>
                        <a:pt x="786" y="298"/>
                      </a:cubicBezTo>
                      <a:cubicBezTo>
                        <a:pt x="821" y="298"/>
                        <a:pt x="821" y="298"/>
                        <a:pt x="821" y="298"/>
                      </a:cubicBezTo>
                      <a:lnTo>
                        <a:pt x="821" y="333"/>
                      </a:lnTo>
                      <a:close/>
                      <a:moveTo>
                        <a:pt x="821" y="296"/>
                      </a:moveTo>
                      <a:cubicBezTo>
                        <a:pt x="786" y="296"/>
                        <a:pt x="786" y="296"/>
                        <a:pt x="786" y="296"/>
                      </a:cubicBezTo>
                      <a:cubicBezTo>
                        <a:pt x="786" y="261"/>
                        <a:pt x="786" y="261"/>
                        <a:pt x="786" y="261"/>
                      </a:cubicBezTo>
                      <a:cubicBezTo>
                        <a:pt x="821" y="261"/>
                        <a:pt x="821" y="261"/>
                        <a:pt x="821" y="261"/>
                      </a:cubicBezTo>
                      <a:lnTo>
                        <a:pt x="821" y="296"/>
                      </a:lnTo>
                      <a:close/>
                      <a:moveTo>
                        <a:pt x="821" y="259"/>
                      </a:moveTo>
                      <a:cubicBezTo>
                        <a:pt x="786" y="259"/>
                        <a:pt x="786" y="259"/>
                        <a:pt x="786" y="259"/>
                      </a:cubicBezTo>
                      <a:cubicBezTo>
                        <a:pt x="786" y="224"/>
                        <a:pt x="786" y="224"/>
                        <a:pt x="786" y="224"/>
                      </a:cubicBezTo>
                      <a:cubicBezTo>
                        <a:pt x="821" y="224"/>
                        <a:pt x="821" y="224"/>
                        <a:pt x="821" y="224"/>
                      </a:cubicBezTo>
                      <a:lnTo>
                        <a:pt x="821" y="259"/>
                      </a:lnTo>
                      <a:close/>
                      <a:moveTo>
                        <a:pt x="821" y="222"/>
                      </a:moveTo>
                      <a:cubicBezTo>
                        <a:pt x="786" y="222"/>
                        <a:pt x="786" y="222"/>
                        <a:pt x="786" y="222"/>
                      </a:cubicBezTo>
                      <a:cubicBezTo>
                        <a:pt x="786" y="187"/>
                        <a:pt x="786" y="187"/>
                        <a:pt x="786" y="187"/>
                      </a:cubicBezTo>
                      <a:cubicBezTo>
                        <a:pt x="821" y="187"/>
                        <a:pt x="821" y="187"/>
                        <a:pt x="821" y="187"/>
                      </a:cubicBezTo>
                      <a:lnTo>
                        <a:pt x="821" y="222"/>
                      </a:lnTo>
                      <a:close/>
                      <a:moveTo>
                        <a:pt x="821" y="185"/>
                      </a:moveTo>
                      <a:cubicBezTo>
                        <a:pt x="786" y="185"/>
                        <a:pt x="786" y="185"/>
                        <a:pt x="786" y="185"/>
                      </a:cubicBezTo>
                      <a:cubicBezTo>
                        <a:pt x="786" y="150"/>
                        <a:pt x="786" y="150"/>
                        <a:pt x="786" y="150"/>
                      </a:cubicBezTo>
                      <a:cubicBezTo>
                        <a:pt x="821" y="150"/>
                        <a:pt x="821" y="150"/>
                        <a:pt x="821" y="150"/>
                      </a:cubicBezTo>
                      <a:lnTo>
                        <a:pt x="821" y="185"/>
                      </a:lnTo>
                      <a:close/>
                      <a:moveTo>
                        <a:pt x="821" y="148"/>
                      </a:moveTo>
                      <a:cubicBezTo>
                        <a:pt x="786" y="148"/>
                        <a:pt x="786" y="148"/>
                        <a:pt x="786" y="148"/>
                      </a:cubicBezTo>
                      <a:cubicBezTo>
                        <a:pt x="786" y="113"/>
                        <a:pt x="786" y="113"/>
                        <a:pt x="786" y="113"/>
                      </a:cubicBezTo>
                      <a:cubicBezTo>
                        <a:pt x="821" y="113"/>
                        <a:pt x="821" y="113"/>
                        <a:pt x="821" y="113"/>
                      </a:cubicBezTo>
                      <a:lnTo>
                        <a:pt x="821" y="148"/>
                      </a:lnTo>
                      <a:close/>
                      <a:moveTo>
                        <a:pt x="821" y="111"/>
                      </a:moveTo>
                      <a:cubicBezTo>
                        <a:pt x="786" y="111"/>
                        <a:pt x="786" y="111"/>
                        <a:pt x="786" y="111"/>
                      </a:cubicBezTo>
                      <a:cubicBezTo>
                        <a:pt x="786" y="76"/>
                        <a:pt x="786" y="76"/>
                        <a:pt x="786" y="76"/>
                      </a:cubicBezTo>
                      <a:cubicBezTo>
                        <a:pt x="821" y="76"/>
                        <a:pt x="821" y="76"/>
                        <a:pt x="821" y="76"/>
                      </a:cubicBezTo>
                      <a:lnTo>
                        <a:pt x="821" y="111"/>
                      </a:lnTo>
                      <a:close/>
                      <a:moveTo>
                        <a:pt x="821" y="74"/>
                      </a:moveTo>
                      <a:cubicBezTo>
                        <a:pt x="786" y="74"/>
                        <a:pt x="786" y="74"/>
                        <a:pt x="786" y="74"/>
                      </a:cubicBezTo>
                      <a:cubicBezTo>
                        <a:pt x="786" y="39"/>
                        <a:pt x="786" y="39"/>
                        <a:pt x="786" y="39"/>
                      </a:cubicBezTo>
                      <a:cubicBezTo>
                        <a:pt x="821" y="39"/>
                        <a:pt x="821" y="39"/>
                        <a:pt x="821" y="39"/>
                      </a:cubicBezTo>
                      <a:lnTo>
                        <a:pt x="821" y="74"/>
                      </a:lnTo>
                      <a:close/>
                      <a:moveTo>
                        <a:pt x="821" y="37"/>
                      </a:moveTo>
                      <a:cubicBezTo>
                        <a:pt x="786" y="37"/>
                        <a:pt x="786" y="37"/>
                        <a:pt x="786" y="37"/>
                      </a:cubicBezTo>
                      <a:cubicBezTo>
                        <a:pt x="786" y="2"/>
                        <a:pt x="786" y="2"/>
                        <a:pt x="786" y="2"/>
                      </a:cubicBezTo>
                      <a:cubicBezTo>
                        <a:pt x="821" y="2"/>
                        <a:pt x="821" y="2"/>
                        <a:pt x="821" y="2"/>
                      </a:cubicBezTo>
                      <a:lnTo>
                        <a:pt x="821" y="37"/>
                      </a:lnTo>
                      <a:close/>
                    </a:path>
                  </a:pathLst>
                </a:custGeom>
                <a:solidFill>
                  <a:srgbClr val="4C4442">
                    <a:alpha val="2138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55" name="Google Shape;455;p11"/>
            <p:cNvSpPr/>
            <p:nvPr/>
          </p:nvSpPr>
          <p:spPr>
            <a:xfrm rot="-2684652">
              <a:off x="7902630" y="-276731"/>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456" name="Google Shape;456;p11"/>
            <p:cNvSpPr/>
            <p:nvPr/>
          </p:nvSpPr>
          <p:spPr>
            <a:xfrm rot="-2684652">
              <a:off x="7343780" y="-378006"/>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sp>
        <p:nvSpPr>
          <p:cNvPr id="457" name="Google Shape;457;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58" name="Shape 458"/>
        <p:cNvGrpSpPr/>
        <p:nvPr/>
      </p:nvGrpSpPr>
      <p:grpSpPr>
        <a:xfrm>
          <a:off x="0" y="0"/>
          <a:ext cx="0" cy="0"/>
          <a:chOff x="0" y="0"/>
          <a:chExt cx="0" cy="0"/>
        </a:xfrm>
      </p:grpSpPr>
      <p:sp>
        <p:nvSpPr>
          <p:cNvPr id="459" name="Google Shape;459;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60" name="Shape 460"/>
        <p:cNvGrpSpPr/>
        <p:nvPr/>
      </p:nvGrpSpPr>
      <p:grpSpPr>
        <a:xfrm>
          <a:off x="0" y="0"/>
          <a:ext cx="0" cy="0"/>
          <a:chOff x="0" y="0"/>
          <a:chExt cx="0" cy="0"/>
        </a:xfrm>
      </p:grpSpPr>
      <p:pic>
        <p:nvPicPr>
          <p:cNvPr id="461" name="Google Shape;461;p1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62" name="Google Shape;46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463" name="Google Shape;463;p13"/>
          <p:cNvSpPr txBox="1"/>
          <p:nvPr>
            <p:ph hasCustomPrompt="1" idx="2" type="title"/>
          </p:nvPr>
        </p:nvSpPr>
        <p:spPr>
          <a:xfrm>
            <a:off x="1291650" y="1328175"/>
            <a:ext cx="937200" cy="634800"/>
          </a:xfrm>
          <a:prstGeom prst="rect">
            <a:avLst/>
          </a:prstGeom>
          <a:solidFill>
            <a:schemeClr val="dk2"/>
          </a:solidFill>
          <a:effectLst>
            <a:outerShdw blurRad="28575" rotWithShape="0" algn="bl" dir="5400000" dist="19050">
              <a:srgbClr val="000000">
                <a:alpha val="29000"/>
              </a:srgbClr>
            </a:outerShdw>
          </a:effectLst>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4" name="Google Shape;464;p13"/>
          <p:cNvSpPr txBox="1"/>
          <p:nvPr>
            <p:ph hasCustomPrompt="1" idx="3" type="title"/>
          </p:nvPr>
        </p:nvSpPr>
        <p:spPr>
          <a:xfrm>
            <a:off x="1291650" y="3013500"/>
            <a:ext cx="937200" cy="634800"/>
          </a:xfrm>
          <a:prstGeom prst="rect">
            <a:avLst/>
          </a:prstGeom>
          <a:solidFill>
            <a:schemeClr val="dk2"/>
          </a:solidFill>
          <a:effectLst>
            <a:outerShdw blurRad="28575" rotWithShape="0" algn="bl" dir="5400000" dist="19050">
              <a:srgbClr val="000000">
                <a:alpha val="29000"/>
              </a:srgbClr>
            </a:outerShdw>
          </a:effectLst>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5" name="Google Shape;465;p13"/>
          <p:cNvSpPr txBox="1"/>
          <p:nvPr>
            <p:ph hasCustomPrompt="1" idx="4" type="title"/>
          </p:nvPr>
        </p:nvSpPr>
        <p:spPr>
          <a:xfrm>
            <a:off x="4103400" y="1328175"/>
            <a:ext cx="937200" cy="634800"/>
          </a:xfrm>
          <a:prstGeom prst="rect">
            <a:avLst/>
          </a:prstGeom>
          <a:solidFill>
            <a:schemeClr val="dk2"/>
          </a:solidFill>
          <a:effectLst>
            <a:outerShdw blurRad="28575" rotWithShape="0" algn="bl" dir="5400000" dist="19050">
              <a:srgbClr val="000000">
                <a:alpha val="29000"/>
              </a:srgbClr>
            </a:outerShdw>
          </a:effectLst>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6" name="Google Shape;466;p13"/>
          <p:cNvSpPr txBox="1"/>
          <p:nvPr>
            <p:ph hasCustomPrompt="1" idx="5" type="title"/>
          </p:nvPr>
        </p:nvSpPr>
        <p:spPr>
          <a:xfrm>
            <a:off x="4103400" y="3013500"/>
            <a:ext cx="937200" cy="634800"/>
          </a:xfrm>
          <a:prstGeom prst="rect">
            <a:avLst/>
          </a:prstGeom>
          <a:solidFill>
            <a:schemeClr val="dk2"/>
          </a:solidFill>
          <a:effectLst>
            <a:outerShdw blurRad="28575" rotWithShape="0" algn="bl" dir="5400000" dist="19050">
              <a:srgbClr val="000000">
                <a:alpha val="29000"/>
              </a:srgbClr>
            </a:outerShdw>
          </a:effectLst>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7" name="Google Shape;467;p13"/>
          <p:cNvSpPr txBox="1"/>
          <p:nvPr>
            <p:ph hasCustomPrompt="1" idx="6" type="title"/>
          </p:nvPr>
        </p:nvSpPr>
        <p:spPr>
          <a:xfrm>
            <a:off x="6915150" y="1328175"/>
            <a:ext cx="937200" cy="634800"/>
          </a:xfrm>
          <a:prstGeom prst="rect">
            <a:avLst/>
          </a:prstGeom>
          <a:solidFill>
            <a:schemeClr val="dk2"/>
          </a:solidFill>
          <a:effectLst>
            <a:outerShdw blurRad="28575" rotWithShape="0" algn="bl" dir="5400000" dist="19050">
              <a:srgbClr val="000000">
                <a:alpha val="29000"/>
              </a:srgbClr>
            </a:outerShdw>
          </a:effectLst>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8" name="Google Shape;468;p13"/>
          <p:cNvSpPr txBox="1"/>
          <p:nvPr>
            <p:ph hasCustomPrompt="1" idx="7" type="title"/>
          </p:nvPr>
        </p:nvSpPr>
        <p:spPr>
          <a:xfrm>
            <a:off x="6915150" y="3013500"/>
            <a:ext cx="937200" cy="634800"/>
          </a:xfrm>
          <a:prstGeom prst="rect">
            <a:avLst/>
          </a:prstGeom>
          <a:solidFill>
            <a:schemeClr val="dk2"/>
          </a:solidFill>
          <a:effectLst>
            <a:outerShdw blurRad="28575" rotWithShape="0" algn="bl" dir="5400000" dist="19050">
              <a:srgbClr val="000000">
                <a:alpha val="29000"/>
              </a:srgbClr>
            </a:outerShdw>
          </a:effectLst>
        </p:spPr>
        <p:txBody>
          <a:bodyPr anchorCtr="0" anchor="ctr" bIns="91425" lIns="91425" spcFirstLastPara="1" rIns="91425" wrap="square" tIns="91425">
            <a:noAutofit/>
          </a:bodyPr>
          <a:lstStyle>
            <a:lvl1pPr lvl="0" rtl="0">
              <a:spcBef>
                <a:spcPts val="0"/>
              </a:spcBef>
              <a:spcAft>
                <a:spcPts val="0"/>
              </a:spcAft>
              <a:buSzPts val="3000"/>
              <a:buNone/>
              <a:defRPr sz="36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469" name="Google Shape;469;p13"/>
          <p:cNvSpPr txBox="1"/>
          <p:nvPr>
            <p:ph idx="1" type="subTitle"/>
          </p:nvPr>
        </p:nvSpPr>
        <p:spPr>
          <a:xfrm>
            <a:off x="720000" y="2027900"/>
            <a:ext cx="2080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70" name="Google Shape;470;p13"/>
          <p:cNvSpPr txBox="1"/>
          <p:nvPr>
            <p:ph idx="8" type="subTitle"/>
          </p:nvPr>
        </p:nvSpPr>
        <p:spPr>
          <a:xfrm>
            <a:off x="3531750" y="2027900"/>
            <a:ext cx="2080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71" name="Google Shape;471;p13"/>
          <p:cNvSpPr txBox="1"/>
          <p:nvPr>
            <p:ph idx="9" type="subTitle"/>
          </p:nvPr>
        </p:nvSpPr>
        <p:spPr>
          <a:xfrm>
            <a:off x="6343500" y="2027900"/>
            <a:ext cx="2080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72" name="Google Shape;472;p13"/>
          <p:cNvSpPr txBox="1"/>
          <p:nvPr>
            <p:ph idx="13" type="subTitle"/>
          </p:nvPr>
        </p:nvSpPr>
        <p:spPr>
          <a:xfrm>
            <a:off x="720000" y="3713175"/>
            <a:ext cx="2080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73" name="Google Shape;473;p13"/>
          <p:cNvSpPr txBox="1"/>
          <p:nvPr>
            <p:ph idx="14" type="subTitle"/>
          </p:nvPr>
        </p:nvSpPr>
        <p:spPr>
          <a:xfrm>
            <a:off x="3184500" y="3713175"/>
            <a:ext cx="2775000" cy="83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74" name="Google Shape;474;p13"/>
          <p:cNvSpPr txBox="1"/>
          <p:nvPr>
            <p:ph idx="15" type="subTitle"/>
          </p:nvPr>
        </p:nvSpPr>
        <p:spPr>
          <a:xfrm>
            <a:off x="6343500" y="3713175"/>
            <a:ext cx="20805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475" name="Google Shape;475;p13"/>
          <p:cNvGrpSpPr/>
          <p:nvPr/>
        </p:nvGrpSpPr>
        <p:grpSpPr>
          <a:xfrm>
            <a:off x="-1565085" y="-779036"/>
            <a:ext cx="12398130" cy="7570611"/>
            <a:chOff x="-1565085" y="-779036"/>
            <a:chExt cx="12398130" cy="7570611"/>
          </a:xfrm>
        </p:grpSpPr>
        <p:grpSp>
          <p:nvGrpSpPr>
            <p:cNvPr id="476" name="Google Shape;476;p13"/>
            <p:cNvGrpSpPr/>
            <p:nvPr/>
          </p:nvGrpSpPr>
          <p:grpSpPr>
            <a:xfrm flipH="1">
              <a:off x="8590797" y="3232205"/>
              <a:ext cx="2242248" cy="2433950"/>
              <a:chOff x="-1104078" y="-779695"/>
              <a:chExt cx="2242248" cy="2433950"/>
            </a:xfrm>
          </p:grpSpPr>
          <p:sp>
            <p:nvSpPr>
              <p:cNvPr id="477" name="Google Shape;477;p13"/>
              <p:cNvSpPr/>
              <p:nvPr/>
            </p:nvSpPr>
            <p:spPr>
              <a:xfrm rot="-5310922">
                <a:off x="-822803" y="-294469"/>
                <a:ext cx="2396837" cy="1463499"/>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13"/>
              <p:cNvSpPr/>
              <p:nvPr/>
            </p:nvSpPr>
            <p:spPr>
              <a:xfrm rot="-5310923">
                <a:off x="-1192825" y="-625083"/>
                <a:ext cx="2366678" cy="2128583"/>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79" name="Google Shape;479;p13"/>
            <p:cNvSpPr/>
            <p:nvPr/>
          </p:nvSpPr>
          <p:spPr>
            <a:xfrm flipH="1" rot="5400000">
              <a:off x="8424507" y="4482728"/>
              <a:ext cx="389587" cy="765631"/>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 name="Google Shape;480;p13"/>
            <p:cNvGrpSpPr/>
            <p:nvPr/>
          </p:nvGrpSpPr>
          <p:grpSpPr>
            <a:xfrm rot="6217994">
              <a:off x="-1799289" y="-22954"/>
              <a:ext cx="3085107" cy="1944301"/>
              <a:chOff x="-1887271" y="3488301"/>
              <a:chExt cx="3085184" cy="1944350"/>
            </a:xfrm>
          </p:grpSpPr>
          <p:sp>
            <p:nvSpPr>
              <p:cNvPr id="481" name="Google Shape;481;p13"/>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13"/>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83" name="Google Shape;483;p13"/>
            <p:cNvSpPr/>
            <p:nvPr/>
          </p:nvSpPr>
          <p:spPr>
            <a:xfrm rot="-2684652">
              <a:off x="25630" y="23719"/>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 name="Google Shape;484;p13"/>
            <p:cNvGrpSpPr/>
            <p:nvPr/>
          </p:nvGrpSpPr>
          <p:grpSpPr>
            <a:xfrm>
              <a:off x="183188" y="4756400"/>
              <a:ext cx="1617663" cy="2035175"/>
              <a:chOff x="259388" y="4604000"/>
              <a:chExt cx="1617663" cy="2035175"/>
            </a:xfrm>
          </p:grpSpPr>
          <p:sp>
            <p:nvSpPr>
              <p:cNvPr id="485" name="Google Shape;485;p13"/>
              <p:cNvSpPr/>
              <p:nvPr/>
            </p:nvSpPr>
            <p:spPr>
              <a:xfrm>
                <a:off x="259388" y="4604000"/>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1134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13"/>
              <p:cNvSpPr/>
              <p:nvPr/>
            </p:nvSpPr>
            <p:spPr>
              <a:xfrm>
                <a:off x="259388" y="4670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2"/>
              </a:solidFill>
              <a:ln>
                <a:noFill/>
              </a:ln>
              <a:effectLst>
                <a:outerShdw blurRad="57150" rotWithShape="0" algn="bl" dir="7740000" dist="28575">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487" name="Google Shape;487;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488" name="Shape 488"/>
        <p:cNvGrpSpPr/>
        <p:nvPr/>
      </p:nvGrpSpPr>
      <p:grpSpPr>
        <a:xfrm>
          <a:off x="0" y="0"/>
          <a:ext cx="0" cy="0"/>
          <a:chOff x="0" y="0"/>
          <a:chExt cx="0" cy="0"/>
        </a:xfrm>
      </p:grpSpPr>
      <p:pic>
        <p:nvPicPr>
          <p:cNvPr id="489" name="Google Shape;489;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90" name="Google Shape;490;p14"/>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grpSp>
        <p:nvGrpSpPr>
          <p:cNvPr id="491" name="Google Shape;491;p14"/>
          <p:cNvGrpSpPr/>
          <p:nvPr/>
        </p:nvGrpSpPr>
        <p:grpSpPr>
          <a:xfrm>
            <a:off x="-1576428" y="-647359"/>
            <a:ext cx="12561873" cy="7617150"/>
            <a:chOff x="-1576428" y="-647359"/>
            <a:chExt cx="12561873" cy="7617150"/>
          </a:xfrm>
        </p:grpSpPr>
        <p:grpSp>
          <p:nvGrpSpPr>
            <p:cNvPr id="492" name="Google Shape;492;p14"/>
            <p:cNvGrpSpPr/>
            <p:nvPr/>
          </p:nvGrpSpPr>
          <p:grpSpPr>
            <a:xfrm>
              <a:off x="-1576428" y="-647359"/>
              <a:ext cx="12561873" cy="7617150"/>
              <a:chOff x="-1576428" y="-647359"/>
              <a:chExt cx="12561873" cy="7617150"/>
            </a:xfrm>
          </p:grpSpPr>
          <p:grpSp>
            <p:nvGrpSpPr>
              <p:cNvPr id="493" name="Google Shape;493;p14"/>
              <p:cNvGrpSpPr/>
              <p:nvPr/>
            </p:nvGrpSpPr>
            <p:grpSpPr>
              <a:xfrm flipH="1">
                <a:off x="8743197" y="3232205"/>
                <a:ext cx="2242248" cy="2433950"/>
                <a:chOff x="-1104078" y="-779695"/>
                <a:chExt cx="2242248" cy="2433950"/>
              </a:xfrm>
            </p:grpSpPr>
            <p:sp>
              <p:nvSpPr>
                <p:cNvPr id="494" name="Google Shape;494;p14"/>
                <p:cNvSpPr/>
                <p:nvPr/>
              </p:nvSpPr>
              <p:spPr>
                <a:xfrm rot="-5310922">
                  <a:off x="-822803" y="-294469"/>
                  <a:ext cx="2396837" cy="1463499"/>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14"/>
                <p:cNvSpPr/>
                <p:nvPr/>
              </p:nvSpPr>
              <p:spPr>
                <a:xfrm rot="-5310923">
                  <a:off x="-1192825" y="-625083"/>
                  <a:ext cx="2366678" cy="2128583"/>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96" name="Google Shape;496;p14"/>
              <p:cNvSpPr/>
              <p:nvPr/>
            </p:nvSpPr>
            <p:spPr>
              <a:xfrm flipH="1" rot="5400000">
                <a:off x="8665838" y="4724064"/>
                <a:ext cx="389587" cy="282984"/>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 name="Google Shape;497;p14"/>
              <p:cNvGrpSpPr/>
              <p:nvPr/>
            </p:nvGrpSpPr>
            <p:grpSpPr>
              <a:xfrm rot="5600191">
                <a:off x="-2058711" y="-22979"/>
                <a:ext cx="3085169" cy="1944340"/>
                <a:chOff x="-1887271" y="3488301"/>
                <a:chExt cx="3085184" cy="1944350"/>
              </a:xfrm>
            </p:grpSpPr>
            <p:sp>
              <p:nvSpPr>
                <p:cNvPr id="498" name="Google Shape;498;p14"/>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14"/>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00" name="Google Shape;500;p14"/>
              <p:cNvSpPr/>
              <p:nvPr/>
            </p:nvSpPr>
            <p:spPr>
              <a:xfrm rot="-2684652">
                <a:off x="-245570" y="290594"/>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1" name="Google Shape;501;p14"/>
              <p:cNvGrpSpPr/>
              <p:nvPr/>
            </p:nvGrpSpPr>
            <p:grpSpPr>
              <a:xfrm>
                <a:off x="-83157" y="4848529"/>
                <a:ext cx="2109432" cy="2121263"/>
                <a:chOff x="259388" y="4604000"/>
                <a:chExt cx="1617663" cy="2035175"/>
              </a:xfrm>
            </p:grpSpPr>
            <p:sp>
              <p:nvSpPr>
                <p:cNvPr id="502" name="Google Shape;502;p14"/>
                <p:cNvSpPr/>
                <p:nvPr/>
              </p:nvSpPr>
              <p:spPr>
                <a:xfrm>
                  <a:off x="259388" y="4604000"/>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1134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14"/>
                <p:cNvSpPr/>
                <p:nvPr/>
              </p:nvSpPr>
              <p:spPr>
                <a:xfrm>
                  <a:off x="259388" y="4670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1"/>
                </a:solidFill>
                <a:ln>
                  <a:noFill/>
                </a:ln>
                <a:effectLst>
                  <a:outerShdw blurRad="57150" rotWithShape="0" algn="bl" dir="7740000" dist="28575">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04" name="Google Shape;504;p14"/>
            <p:cNvGrpSpPr/>
            <p:nvPr/>
          </p:nvGrpSpPr>
          <p:grpSpPr>
            <a:xfrm>
              <a:off x="7181844" y="-566654"/>
              <a:ext cx="1895809" cy="1207739"/>
              <a:chOff x="7105644" y="-490454"/>
              <a:chExt cx="1895809" cy="1207739"/>
            </a:xfrm>
          </p:grpSpPr>
          <p:sp>
            <p:nvSpPr>
              <p:cNvPr id="505" name="Google Shape;505;p14"/>
              <p:cNvSpPr/>
              <p:nvPr/>
            </p:nvSpPr>
            <p:spPr>
              <a:xfrm rot="-2684652">
                <a:off x="7902630" y="-276731"/>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506" name="Google Shape;506;p14"/>
              <p:cNvSpPr/>
              <p:nvPr/>
            </p:nvSpPr>
            <p:spPr>
              <a:xfrm rot="-2684652">
                <a:off x="7343780" y="-378006"/>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grpSp>
      <p:sp>
        <p:nvSpPr>
          <p:cNvPr id="507" name="Google Shape;507;p1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b="1"/>
            </a:lvl1pPr>
            <a:lvl2pPr lvl="1">
              <a:buNone/>
              <a:defRPr b="1"/>
            </a:lvl2pPr>
            <a:lvl3pPr lvl="2">
              <a:buNone/>
              <a:defRPr b="1"/>
            </a:lvl3pPr>
            <a:lvl4pPr lvl="3">
              <a:buNone/>
              <a:defRPr b="1"/>
            </a:lvl4pPr>
            <a:lvl5pPr lvl="4">
              <a:buNone/>
              <a:defRPr b="1"/>
            </a:lvl5pPr>
            <a:lvl6pPr lvl="5">
              <a:buNone/>
              <a:defRPr b="1"/>
            </a:lvl6pPr>
            <a:lvl7pPr lvl="6">
              <a:buNone/>
              <a:defRPr b="1"/>
            </a:lvl7pPr>
            <a:lvl8pPr lvl="7">
              <a:buNone/>
              <a:defRPr b="1"/>
            </a:lvl8pPr>
            <a:lvl9pPr lvl="8">
              <a:buNone/>
              <a:defRPr b="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508" name="Shape 508"/>
        <p:cNvGrpSpPr/>
        <p:nvPr/>
      </p:nvGrpSpPr>
      <p:grpSpPr>
        <a:xfrm>
          <a:off x="0" y="0"/>
          <a:ext cx="0" cy="0"/>
          <a:chOff x="0" y="0"/>
          <a:chExt cx="0" cy="0"/>
        </a:xfrm>
      </p:grpSpPr>
      <p:pic>
        <p:nvPicPr>
          <p:cNvPr id="509" name="Google Shape;509;p1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10" name="Google Shape;510;p15"/>
          <p:cNvSpPr txBox="1"/>
          <p:nvPr>
            <p:ph type="title"/>
          </p:nvPr>
        </p:nvSpPr>
        <p:spPr>
          <a:xfrm>
            <a:off x="4336947" y="1001436"/>
            <a:ext cx="3205500" cy="1055400"/>
          </a:xfrm>
          <a:prstGeom prst="rect">
            <a:avLst/>
          </a:prstGeom>
        </p:spPr>
        <p:txBody>
          <a:bodyPr anchorCtr="0" anchor="b"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11" name="Google Shape;511;p15"/>
          <p:cNvSpPr txBox="1"/>
          <p:nvPr>
            <p:ph idx="1" type="subTitle"/>
          </p:nvPr>
        </p:nvSpPr>
        <p:spPr>
          <a:xfrm>
            <a:off x="3889175" y="2209536"/>
            <a:ext cx="4373700" cy="207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512" name="Google Shape;512;p15"/>
          <p:cNvGrpSpPr/>
          <p:nvPr/>
        </p:nvGrpSpPr>
        <p:grpSpPr>
          <a:xfrm>
            <a:off x="-416760" y="-210841"/>
            <a:ext cx="10333632" cy="7122581"/>
            <a:chOff x="-416760" y="-210841"/>
            <a:chExt cx="10333632" cy="7122581"/>
          </a:xfrm>
        </p:grpSpPr>
        <p:grpSp>
          <p:nvGrpSpPr>
            <p:cNvPr id="513" name="Google Shape;513;p15"/>
            <p:cNvGrpSpPr/>
            <p:nvPr/>
          </p:nvGrpSpPr>
          <p:grpSpPr>
            <a:xfrm rot="10438415">
              <a:off x="-302121" y="4483432"/>
              <a:ext cx="2385855" cy="2309448"/>
              <a:chOff x="-1614876" y="-1008200"/>
              <a:chExt cx="3010620" cy="2914205"/>
            </a:xfrm>
          </p:grpSpPr>
          <p:sp>
            <p:nvSpPr>
              <p:cNvPr id="514" name="Google Shape;514;p15"/>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15"/>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6" name="Google Shape;516;p15"/>
            <p:cNvGrpSpPr/>
            <p:nvPr/>
          </p:nvGrpSpPr>
          <p:grpSpPr>
            <a:xfrm rot="10800000">
              <a:off x="6938381" y="-210841"/>
              <a:ext cx="2377216" cy="750334"/>
              <a:chOff x="5662613" y="-252412"/>
              <a:chExt cx="3259139" cy="1028700"/>
            </a:xfrm>
          </p:grpSpPr>
          <p:sp>
            <p:nvSpPr>
              <p:cNvPr id="517" name="Google Shape;517;p15"/>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15"/>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19" name="Google Shape;519;p15"/>
            <p:cNvSpPr/>
            <p:nvPr/>
          </p:nvSpPr>
          <p:spPr>
            <a:xfrm rot="10200">
              <a:off x="6707224" y="-75355"/>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5"/>
            <p:cNvSpPr/>
            <p:nvPr/>
          </p:nvSpPr>
          <p:spPr>
            <a:xfrm rot="-2684652">
              <a:off x="-44595" y="4163219"/>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5"/>
            <p:cNvSpPr/>
            <p:nvPr/>
          </p:nvSpPr>
          <p:spPr>
            <a:xfrm rot="10115">
              <a:off x="8710172" y="4556606"/>
              <a:ext cx="1040378" cy="396694"/>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
            <p:cNvSpPr/>
            <p:nvPr/>
          </p:nvSpPr>
          <p:spPr>
            <a:xfrm flipH="1" rot="-10115">
              <a:off x="8876497" y="4052306"/>
              <a:ext cx="1040378" cy="396694"/>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3" name="Google Shape;523;p1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524" name="Shape 524"/>
        <p:cNvGrpSpPr/>
        <p:nvPr/>
      </p:nvGrpSpPr>
      <p:grpSpPr>
        <a:xfrm>
          <a:off x="0" y="0"/>
          <a:ext cx="0" cy="0"/>
          <a:chOff x="0" y="0"/>
          <a:chExt cx="0" cy="0"/>
        </a:xfrm>
      </p:grpSpPr>
      <p:pic>
        <p:nvPicPr>
          <p:cNvPr id="525" name="Google Shape;525;p1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26" name="Google Shape;526;p16"/>
          <p:cNvSpPr txBox="1"/>
          <p:nvPr>
            <p:ph type="title"/>
          </p:nvPr>
        </p:nvSpPr>
        <p:spPr>
          <a:xfrm>
            <a:off x="6076200" y="596200"/>
            <a:ext cx="2354700" cy="10521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27" name="Google Shape;527;p16"/>
          <p:cNvSpPr txBox="1"/>
          <p:nvPr>
            <p:ph idx="1" type="subTitle"/>
          </p:nvPr>
        </p:nvSpPr>
        <p:spPr>
          <a:xfrm>
            <a:off x="6076200" y="1591000"/>
            <a:ext cx="2354700" cy="123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28" name="Google Shape;528;p16"/>
          <p:cNvSpPr/>
          <p:nvPr>
            <p:ph idx="2" type="pic"/>
          </p:nvPr>
        </p:nvSpPr>
        <p:spPr>
          <a:xfrm>
            <a:off x="713225" y="554676"/>
            <a:ext cx="2801100" cy="4049400"/>
          </a:xfrm>
          <a:prstGeom prst="rect">
            <a:avLst/>
          </a:prstGeom>
          <a:noFill/>
          <a:ln>
            <a:noFill/>
          </a:ln>
        </p:spPr>
      </p:sp>
      <p:sp>
        <p:nvSpPr>
          <p:cNvPr id="529" name="Google Shape;529;p16"/>
          <p:cNvSpPr/>
          <p:nvPr>
            <p:ph idx="3" type="pic"/>
          </p:nvPr>
        </p:nvSpPr>
        <p:spPr>
          <a:xfrm>
            <a:off x="3671775" y="539500"/>
            <a:ext cx="2304300" cy="2285700"/>
          </a:xfrm>
          <a:prstGeom prst="rect">
            <a:avLst/>
          </a:prstGeom>
          <a:noFill/>
          <a:ln>
            <a:noFill/>
          </a:ln>
        </p:spPr>
      </p:sp>
      <p:sp>
        <p:nvSpPr>
          <p:cNvPr id="530" name="Google Shape;530;p16"/>
          <p:cNvSpPr/>
          <p:nvPr>
            <p:ph idx="4" type="pic"/>
          </p:nvPr>
        </p:nvSpPr>
        <p:spPr>
          <a:xfrm>
            <a:off x="3671775" y="2953775"/>
            <a:ext cx="4740300" cy="1650300"/>
          </a:xfrm>
          <a:prstGeom prst="rect">
            <a:avLst/>
          </a:prstGeom>
          <a:noFill/>
          <a:ln>
            <a:noFill/>
          </a:ln>
        </p:spPr>
      </p:sp>
      <p:grpSp>
        <p:nvGrpSpPr>
          <p:cNvPr id="531" name="Google Shape;531;p16"/>
          <p:cNvGrpSpPr/>
          <p:nvPr/>
        </p:nvGrpSpPr>
        <p:grpSpPr>
          <a:xfrm>
            <a:off x="-114903" y="-1758426"/>
            <a:ext cx="9614412" cy="4696027"/>
            <a:chOff x="-114903" y="-1758426"/>
            <a:chExt cx="9614412" cy="4696027"/>
          </a:xfrm>
        </p:grpSpPr>
        <p:grpSp>
          <p:nvGrpSpPr>
            <p:cNvPr id="532" name="Google Shape;532;p16"/>
            <p:cNvGrpSpPr/>
            <p:nvPr/>
          </p:nvGrpSpPr>
          <p:grpSpPr>
            <a:xfrm rot="-5400000">
              <a:off x="7848048" y="1286140"/>
              <a:ext cx="2510515" cy="792408"/>
              <a:chOff x="5662613" y="-252412"/>
              <a:chExt cx="3259139" cy="1028700"/>
            </a:xfrm>
          </p:grpSpPr>
          <p:sp>
            <p:nvSpPr>
              <p:cNvPr id="533" name="Google Shape;533;p16"/>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16"/>
              <p:cNvSpPr/>
              <p:nvPr/>
            </p:nvSpPr>
            <p:spPr>
              <a:xfrm>
                <a:off x="5662613" y="46631"/>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35" name="Google Shape;535;p16"/>
            <p:cNvSpPr/>
            <p:nvPr/>
          </p:nvSpPr>
          <p:spPr>
            <a:xfrm rot="5410200">
              <a:off x="8776393" y="246259"/>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6" name="Google Shape;536;p16"/>
            <p:cNvGrpSpPr/>
            <p:nvPr/>
          </p:nvGrpSpPr>
          <p:grpSpPr>
            <a:xfrm rot="-172485">
              <a:off x="-72891" y="-1702011"/>
              <a:ext cx="2286856" cy="2027269"/>
              <a:chOff x="125725" y="-1495675"/>
              <a:chExt cx="1617663" cy="2035175"/>
            </a:xfrm>
          </p:grpSpPr>
          <p:sp>
            <p:nvSpPr>
              <p:cNvPr id="537" name="Google Shape;537;p16"/>
              <p:cNvSpPr/>
              <p:nvPr/>
            </p:nvSpPr>
            <p:spPr>
              <a:xfrm rot="10800000">
                <a:off x="130488" y="333125"/>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618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16"/>
              <p:cNvSpPr/>
              <p:nvPr/>
            </p:nvSpPr>
            <p:spPr>
              <a:xfrm rot="10800000">
                <a:off x="125726" y="-1495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1"/>
              </a:solidFill>
              <a:ln>
                <a:noFill/>
              </a:ln>
              <a:effectLst>
                <a:outerShdw blurRad="57150" rotWithShape="0" algn="bl">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39" name="Google Shape;539;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40" name="Shape 540"/>
        <p:cNvGrpSpPr/>
        <p:nvPr/>
      </p:nvGrpSpPr>
      <p:grpSpPr>
        <a:xfrm>
          <a:off x="0" y="0"/>
          <a:ext cx="0" cy="0"/>
          <a:chOff x="0" y="0"/>
          <a:chExt cx="0" cy="0"/>
        </a:xfrm>
      </p:grpSpPr>
      <p:pic>
        <p:nvPicPr>
          <p:cNvPr id="541" name="Google Shape;541;p1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42" name="Google Shape;54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43" name="Google Shape;543;p17"/>
          <p:cNvSpPr txBox="1"/>
          <p:nvPr>
            <p:ph idx="1" type="subTitle"/>
          </p:nvPr>
        </p:nvSpPr>
        <p:spPr>
          <a:xfrm>
            <a:off x="777500" y="2252650"/>
            <a:ext cx="2343300" cy="196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44" name="Google Shape;544;p17"/>
          <p:cNvSpPr txBox="1"/>
          <p:nvPr>
            <p:ph idx="2" type="subTitle"/>
          </p:nvPr>
        </p:nvSpPr>
        <p:spPr>
          <a:xfrm>
            <a:off x="3434848" y="2252650"/>
            <a:ext cx="2274300" cy="196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45" name="Google Shape;545;p17"/>
          <p:cNvSpPr txBox="1"/>
          <p:nvPr>
            <p:ph idx="3" type="subTitle"/>
          </p:nvPr>
        </p:nvSpPr>
        <p:spPr>
          <a:xfrm>
            <a:off x="6092200" y="2252650"/>
            <a:ext cx="2274300" cy="196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46" name="Google Shape;546;p17"/>
          <p:cNvSpPr txBox="1"/>
          <p:nvPr>
            <p:ph idx="4" type="subTitle"/>
          </p:nvPr>
        </p:nvSpPr>
        <p:spPr>
          <a:xfrm>
            <a:off x="777500" y="1500075"/>
            <a:ext cx="2343300" cy="765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47" name="Google Shape;547;p17"/>
          <p:cNvSpPr txBox="1"/>
          <p:nvPr>
            <p:ph idx="5" type="subTitle"/>
          </p:nvPr>
        </p:nvSpPr>
        <p:spPr>
          <a:xfrm>
            <a:off x="3434852" y="1500075"/>
            <a:ext cx="2274300" cy="765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48" name="Google Shape;548;p17"/>
          <p:cNvSpPr txBox="1"/>
          <p:nvPr>
            <p:ph idx="6" type="subTitle"/>
          </p:nvPr>
        </p:nvSpPr>
        <p:spPr>
          <a:xfrm>
            <a:off x="6092200" y="1500075"/>
            <a:ext cx="2274300" cy="765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549" name="Google Shape;549;p17"/>
          <p:cNvGrpSpPr/>
          <p:nvPr/>
        </p:nvGrpSpPr>
        <p:grpSpPr>
          <a:xfrm>
            <a:off x="-273806" y="-490448"/>
            <a:ext cx="9725488" cy="6253287"/>
            <a:chOff x="-273806" y="-490448"/>
            <a:chExt cx="9725488" cy="6253287"/>
          </a:xfrm>
        </p:grpSpPr>
        <p:grpSp>
          <p:nvGrpSpPr>
            <p:cNvPr id="550" name="Google Shape;550;p17"/>
            <p:cNvGrpSpPr/>
            <p:nvPr/>
          </p:nvGrpSpPr>
          <p:grpSpPr>
            <a:xfrm flipH="1">
              <a:off x="5930159" y="4125671"/>
              <a:ext cx="3521523" cy="1637168"/>
              <a:chOff x="-273806" y="4125671"/>
              <a:chExt cx="3521523" cy="1637168"/>
            </a:xfrm>
          </p:grpSpPr>
          <p:grpSp>
            <p:nvGrpSpPr>
              <p:cNvPr id="551" name="Google Shape;551;p17"/>
              <p:cNvGrpSpPr/>
              <p:nvPr/>
            </p:nvGrpSpPr>
            <p:grpSpPr>
              <a:xfrm>
                <a:off x="-65397" y="4775414"/>
                <a:ext cx="3313113" cy="987425"/>
                <a:chOff x="-473072" y="4603989"/>
                <a:chExt cx="3313113" cy="987425"/>
              </a:xfrm>
            </p:grpSpPr>
            <p:sp>
              <p:nvSpPr>
                <p:cNvPr id="552" name="Google Shape;552;p17"/>
                <p:cNvSpPr/>
                <p:nvPr/>
              </p:nvSpPr>
              <p:spPr>
                <a:xfrm>
                  <a:off x="-473072" y="4603989"/>
                  <a:ext cx="3313113" cy="987425"/>
                </a:xfrm>
                <a:custGeom>
                  <a:rect b="b" l="l" r="r" t="t"/>
                  <a:pathLst>
                    <a:path extrusionOk="0" h="262" w="878">
                      <a:moveTo>
                        <a:pt x="871" y="170"/>
                      </a:moveTo>
                      <a:cubicBezTo>
                        <a:pt x="872" y="167"/>
                        <a:pt x="877" y="163"/>
                        <a:pt x="877" y="159"/>
                      </a:cubicBezTo>
                      <a:cubicBezTo>
                        <a:pt x="877" y="156"/>
                        <a:pt x="876" y="152"/>
                        <a:pt x="875" y="149"/>
                      </a:cubicBezTo>
                      <a:cubicBezTo>
                        <a:pt x="875" y="146"/>
                        <a:pt x="873" y="143"/>
                        <a:pt x="872" y="139"/>
                      </a:cubicBezTo>
                      <a:cubicBezTo>
                        <a:pt x="871" y="136"/>
                        <a:pt x="872" y="132"/>
                        <a:pt x="872" y="129"/>
                      </a:cubicBezTo>
                      <a:cubicBezTo>
                        <a:pt x="872" y="124"/>
                        <a:pt x="872" y="118"/>
                        <a:pt x="873" y="113"/>
                      </a:cubicBezTo>
                      <a:cubicBezTo>
                        <a:pt x="874" y="107"/>
                        <a:pt x="878" y="103"/>
                        <a:pt x="875" y="97"/>
                      </a:cubicBezTo>
                      <a:cubicBezTo>
                        <a:pt x="874" y="95"/>
                        <a:pt x="873" y="94"/>
                        <a:pt x="872" y="92"/>
                      </a:cubicBezTo>
                      <a:cubicBezTo>
                        <a:pt x="872" y="90"/>
                        <a:pt x="872" y="88"/>
                        <a:pt x="872" y="86"/>
                      </a:cubicBezTo>
                      <a:cubicBezTo>
                        <a:pt x="871" y="84"/>
                        <a:pt x="869" y="84"/>
                        <a:pt x="868" y="82"/>
                      </a:cubicBezTo>
                      <a:cubicBezTo>
                        <a:pt x="865" y="77"/>
                        <a:pt x="867" y="72"/>
                        <a:pt x="869" y="69"/>
                      </a:cubicBezTo>
                      <a:cubicBezTo>
                        <a:pt x="870" y="66"/>
                        <a:pt x="871" y="63"/>
                        <a:pt x="870" y="60"/>
                      </a:cubicBezTo>
                      <a:cubicBezTo>
                        <a:pt x="868" y="58"/>
                        <a:pt x="865" y="58"/>
                        <a:pt x="864" y="56"/>
                      </a:cubicBezTo>
                      <a:cubicBezTo>
                        <a:pt x="862" y="53"/>
                        <a:pt x="862" y="50"/>
                        <a:pt x="860" y="47"/>
                      </a:cubicBezTo>
                      <a:cubicBezTo>
                        <a:pt x="858" y="46"/>
                        <a:pt x="856" y="45"/>
                        <a:pt x="854" y="44"/>
                      </a:cubicBezTo>
                      <a:cubicBezTo>
                        <a:pt x="849" y="41"/>
                        <a:pt x="844" y="40"/>
                        <a:pt x="840" y="34"/>
                      </a:cubicBezTo>
                      <a:cubicBezTo>
                        <a:pt x="836" y="28"/>
                        <a:pt x="835" y="25"/>
                        <a:pt x="828" y="22"/>
                      </a:cubicBezTo>
                      <a:cubicBezTo>
                        <a:pt x="824" y="20"/>
                        <a:pt x="820" y="19"/>
                        <a:pt x="815" y="20"/>
                      </a:cubicBezTo>
                      <a:cubicBezTo>
                        <a:pt x="811" y="20"/>
                        <a:pt x="805" y="19"/>
                        <a:pt x="801" y="19"/>
                      </a:cubicBezTo>
                      <a:cubicBezTo>
                        <a:pt x="796" y="20"/>
                        <a:pt x="791" y="22"/>
                        <a:pt x="786" y="21"/>
                      </a:cubicBezTo>
                      <a:cubicBezTo>
                        <a:pt x="780" y="20"/>
                        <a:pt x="773" y="18"/>
                        <a:pt x="767" y="16"/>
                      </a:cubicBezTo>
                      <a:cubicBezTo>
                        <a:pt x="765" y="15"/>
                        <a:pt x="762" y="12"/>
                        <a:pt x="760" y="12"/>
                      </a:cubicBezTo>
                      <a:cubicBezTo>
                        <a:pt x="756" y="12"/>
                        <a:pt x="757" y="17"/>
                        <a:pt x="755" y="19"/>
                      </a:cubicBezTo>
                      <a:cubicBezTo>
                        <a:pt x="753" y="20"/>
                        <a:pt x="751" y="17"/>
                        <a:pt x="748" y="17"/>
                      </a:cubicBezTo>
                      <a:cubicBezTo>
                        <a:pt x="747" y="18"/>
                        <a:pt x="746" y="19"/>
                        <a:pt x="745" y="19"/>
                      </a:cubicBezTo>
                      <a:cubicBezTo>
                        <a:pt x="742" y="20"/>
                        <a:pt x="738" y="20"/>
                        <a:pt x="735" y="20"/>
                      </a:cubicBezTo>
                      <a:cubicBezTo>
                        <a:pt x="730" y="20"/>
                        <a:pt x="724" y="16"/>
                        <a:pt x="719" y="19"/>
                      </a:cubicBezTo>
                      <a:cubicBezTo>
                        <a:pt x="713" y="22"/>
                        <a:pt x="709" y="20"/>
                        <a:pt x="704" y="21"/>
                      </a:cubicBezTo>
                      <a:cubicBezTo>
                        <a:pt x="700" y="22"/>
                        <a:pt x="697" y="24"/>
                        <a:pt x="694" y="25"/>
                      </a:cubicBezTo>
                      <a:cubicBezTo>
                        <a:pt x="691" y="26"/>
                        <a:pt x="687" y="29"/>
                        <a:pt x="685" y="29"/>
                      </a:cubicBezTo>
                      <a:cubicBezTo>
                        <a:pt x="682" y="29"/>
                        <a:pt x="678" y="25"/>
                        <a:pt x="675" y="23"/>
                      </a:cubicBezTo>
                      <a:cubicBezTo>
                        <a:pt x="671" y="20"/>
                        <a:pt x="666" y="16"/>
                        <a:pt x="661" y="14"/>
                      </a:cubicBezTo>
                      <a:cubicBezTo>
                        <a:pt x="657" y="13"/>
                        <a:pt x="651" y="12"/>
                        <a:pt x="647" y="11"/>
                      </a:cubicBezTo>
                      <a:cubicBezTo>
                        <a:pt x="641" y="10"/>
                        <a:pt x="637" y="13"/>
                        <a:pt x="631" y="12"/>
                      </a:cubicBezTo>
                      <a:cubicBezTo>
                        <a:pt x="626" y="11"/>
                        <a:pt x="620" y="9"/>
                        <a:pt x="614" y="10"/>
                      </a:cubicBezTo>
                      <a:cubicBezTo>
                        <a:pt x="609" y="11"/>
                        <a:pt x="604" y="12"/>
                        <a:pt x="599" y="12"/>
                      </a:cubicBezTo>
                      <a:cubicBezTo>
                        <a:pt x="592" y="12"/>
                        <a:pt x="585" y="13"/>
                        <a:pt x="578" y="9"/>
                      </a:cubicBezTo>
                      <a:cubicBezTo>
                        <a:pt x="575" y="7"/>
                        <a:pt x="573" y="3"/>
                        <a:pt x="570" y="7"/>
                      </a:cubicBezTo>
                      <a:cubicBezTo>
                        <a:pt x="569" y="8"/>
                        <a:pt x="569" y="11"/>
                        <a:pt x="568" y="12"/>
                      </a:cubicBezTo>
                      <a:cubicBezTo>
                        <a:pt x="567" y="12"/>
                        <a:pt x="565" y="12"/>
                        <a:pt x="565" y="12"/>
                      </a:cubicBezTo>
                      <a:cubicBezTo>
                        <a:pt x="563" y="14"/>
                        <a:pt x="562" y="15"/>
                        <a:pt x="559" y="16"/>
                      </a:cubicBezTo>
                      <a:cubicBezTo>
                        <a:pt x="557" y="16"/>
                        <a:pt x="555" y="15"/>
                        <a:pt x="553" y="16"/>
                      </a:cubicBezTo>
                      <a:cubicBezTo>
                        <a:pt x="551" y="16"/>
                        <a:pt x="550" y="17"/>
                        <a:pt x="549" y="19"/>
                      </a:cubicBezTo>
                      <a:cubicBezTo>
                        <a:pt x="548" y="20"/>
                        <a:pt x="546" y="21"/>
                        <a:pt x="545" y="21"/>
                      </a:cubicBezTo>
                      <a:cubicBezTo>
                        <a:pt x="544" y="21"/>
                        <a:pt x="544" y="20"/>
                        <a:pt x="543" y="20"/>
                      </a:cubicBezTo>
                      <a:cubicBezTo>
                        <a:pt x="541" y="20"/>
                        <a:pt x="539" y="21"/>
                        <a:pt x="536" y="21"/>
                      </a:cubicBezTo>
                      <a:cubicBezTo>
                        <a:pt x="532" y="22"/>
                        <a:pt x="528" y="21"/>
                        <a:pt x="525" y="20"/>
                      </a:cubicBezTo>
                      <a:cubicBezTo>
                        <a:pt x="520" y="20"/>
                        <a:pt x="518" y="20"/>
                        <a:pt x="514" y="23"/>
                      </a:cubicBezTo>
                      <a:cubicBezTo>
                        <a:pt x="511" y="25"/>
                        <a:pt x="510" y="26"/>
                        <a:pt x="506" y="23"/>
                      </a:cubicBezTo>
                      <a:cubicBezTo>
                        <a:pt x="504" y="22"/>
                        <a:pt x="502" y="19"/>
                        <a:pt x="500" y="18"/>
                      </a:cubicBezTo>
                      <a:cubicBezTo>
                        <a:pt x="498" y="17"/>
                        <a:pt x="495" y="18"/>
                        <a:pt x="493" y="18"/>
                      </a:cubicBezTo>
                      <a:cubicBezTo>
                        <a:pt x="489" y="18"/>
                        <a:pt x="484" y="16"/>
                        <a:pt x="480" y="16"/>
                      </a:cubicBezTo>
                      <a:cubicBezTo>
                        <a:pt x="476" y="15"/>
                        <a:pt x="472" y="13"/>
                        <a:pt x="468" y="14"/>
                      </a:cubicBezTo>
                      <a:cubicBezTo>
                        <a:pt x="462" y="15"/>
                        <a:pt x="455" y="18"/>
                        <a:pt x="449" y="19"/>
                      </a:cubicBezTo>
                      <a:cubicBezTo>
                        <a:pt x="445" y="20"/>
                        <a:pt x="442" y="18"/>
                        <a:pt x="438" y="18"/>
                      </a:cubicBezTo>
                      <a:cubicBezTo>
                        <a:pt x="432" y="18"/>
                        <a:pt x="432" y="17"/>
                        <a:pt x="428" y="11"/>
                      </a:cubicBezTo>
                      <a:cubicBezTo>
                        <a:pt x="424" y="7"/>
                        <a:pt x="420" y="3"/>
                        <a:pt x="414" y="5"/>
                      </a:cubicBezTo>
                      <a:cubicBezTo>
                        <a:pt x="410" y="6"/>
                        <a:pt x="409" y="7"/>
                        <a:pt x="405" y="6"/>
                      </a:cubicBezTo>
                      <a:cubicBezTo>
                        <a:pt x="403" y="5"/>
                        <a:pt x="401" y="5"/>
                        <a:pt x="399" y="5"/>
                      </a:cubicBezTo>
                      <a:cubicBezTo>
                        <a:pt x="393" y="5"/>
                        <a:pt x="391" y="8"/>
                        <a:pt x="386" y="8"/>
                      </a:cubicBezTo>
                      <a:cubicBezTo>
                        <a:pt x="374" y="8"/>
                        <a:pt x="364" y="10"/>
                        <a:pt x="353" y="10"/>
                      </a:cubicBezTo>
                      <a:cubicBezTo>
                        <a:pt x="348" y="10"/>
                        <a:pt x="340" y="9"/>
                        <a:pt x="336" y="12"/>
                      </a:cubicBezTo>
                      <a:cubicBezTo>
                        <a:pt x="332" y="15"/>
                        <a:pt x="332" y="16"/>
                        <a:pt x="328" y="16"/>
                      </a:cubicBezTo>
                      <a:cubicBezTo>
                        <a:pt x="324" y="16"/>
                        <a:pt x="320" y="16"/>
                        <a:pt x="317" y="16"/>
                      </a:cubicBezTo>
                      <a:cubicBezTo>
                        <a:pt x="314" y="16"/>
                        <a:pt x="312" y="14"/>
                        <a:pt x="310" y="14"/>
                      </a:cubicBezTo>
                      <a:cubicBezTo>
                        <a:pt x="307" y="13"/>
                        <a:pt x="303" y="14"/>
                        <a:pt x="300" y="14"/>
                      </a:cubicBezTo>
                      <a:cubicBezTo>
                        <a:pt x="281" y="14"/>
                        <a:pt x="281" y="14"/>
                        <a:pt x="281" y="14"/>
                      </a:cubicBezTo>
                      <a:cubicBezTo>
                        <a:pt x="277" y="14"/>
                        <a:pt x="272" y="15"/>
                        <a:pt x="269" y="14"/>
                      </a:cubicBezTo>
                      <a:cubicBezTo>
                        <a:pt x="264" y="12"/>
                        <a:pt x="262" y="7"/>
                        <a:pt x="258" y="5"/>
                      </a:cubicBezTo>
                      <a:cubicBezTo>
                        <a:pt x="253" y="2"/>
                        <a:pt x="247" y="6"/>
                        <a:pt x="242" y="8"/>
                      </a:cubicBezTo>
                      <a:cubicBezTo>
                        <a:pt x="240" y="9"/>
                        <a:pt x="237" y="11"/>
                        <a:pt x="234" y="10"/>
                      </a:cubicBezTo>
                      <a:cubicBezTo>
                        <a:pt x="230" y="10"/>
                        <a:pt x="229" y="4"/>
                        <a:pt x="226" y="3"/>
                      </a:cubicBezTo>
                      <a:cubicBezTo>
                        <a:pt x="224" y="2"/>
                        <a:pt x="222" y="3"/>
                        <a:pt x="220" y="3"/>
                      </a:cubicBezTo>
                      <a:cubicBezTo>
                        <a:pt x="216" y="2"/>
                        <a:pt x="216" y="0"/>
                        <a:pt x="213" y="4"/>
                      </a:cubicBezTo>
                      <a:cubicBezTo>
                        <a:pt x="209" y="8"/>
                        <a:pt x="209" y="8"/>
                        <a:pt x="203" y="8"/>
                      </a:cubicBezTo>
                      <a:cubicBezTo>
                        <a:pt x="201" y="8"/>
                        <a:pt x="197" y="9"/>
                        <a:pt x="195" y="8"/>
                      </a:cubicBezTo>
                      <a:cubicBezTo>
                        <a:pt x="192" y="8"/>
                        <a:pt x="190" y="6"/>
                        <a:pt x="187" y="7"/>
                      </a:cubicBezTo>
                      <a:cubicBezTo>
                        <a:pt x="185" y="7"/>
                        <a:pt x="182" y="8"/>
                        <a:pt x="179" y="8"/>
                      </a:cubicBezTo>
                      <a:cubicBezTo>
                        <a:pt x="175" y="9"/>
                        <a:pt x="172" y="11"/>
                        <a:pt x="168" y="10"/>
                      </a:cubicBezTo>
                      <a:cubicBezTo>
                        <a:pt x="165" y="10"/>
                        <a:pt x="162" y="9"/>
                        <a:pt x="159" y="9"/>
                      </a:cubicBezTo>
                      <a:cubicBezTo>
                        <a:pt x="156" y="8"/>
                        <a:pt x="154" y="9"/>
                        <a:pt x="151" y="7"/>
                      </a:cubicBezTo>
                      <a:cubicBezTo>
                        <a:pt x="148" y="6"/>
                        <a:pt x="148" y="4"/>
                        <a:pt x="145" y="5"/>
                      </a:cubicBezTo>
                      <a:cubicBezTo>
                        <a:pt x="142" y="7"/>
                        <a:pt x="143" y="8"/>
                        <a:pt x="140" y="8"/>
                      </a:cubicBezTo>
                      <a:cubicBezTo>
                        <a:pt x="139" y="9"/>
                        <a:pt x="138" y="8"/>
                        <a:pt x="137" y="8"/>
                      </a:cubicBezTo>
                      <a:cubicBezTo>
                        <a:pt x="135" y="8"/>
                        <a:pt x="133" y="8"/>
                        <a:pt x="130" y="8"/>
                      </a:cubicBezTo>
                      <a:cubicBezTo>
                        <a:pt x="127" y="8"/>
                        <a:pt x="127" y="9"/>
                        <a:pt x="125" y="10"/>
                      </a:cubicBezTo>
                      <a:cubicBezTo>
                        <a:pt x="123" y="11"/>
                        <a:pt x="124" y="12"/>
                        <a:pt x="123" y="12"/>
                      </a:cubicBezTo>
                      <a:cubicBezTo>
                        <a:pt x="122" y="13"/>
                        <a:pt x="119" y="12"/>
                        <a:pt x="118" y="12"/>
                      </a:cubicBezTo>
                      <a:cubicBezTo>
                        <a:pt x="114" y="12"/>
                        <a:pt x="111" y="14"/>
                        <a:pt x="107" y="14"/>
                      </a:cubicBezTo>
                      <a:cubicBezTo>
                        <a:pt x="105" y="14"/>
                        <a:pt x="102" y="14"/>
                        <a:pt x="99" y="14"/>
                      </a:cubicBezTo>
                      <a:cubicBezTo>
                        <a:pt x="93" y="15"/>
                        <a:pt x="90" y="17"/>
                        <a:pt x="83" y="14"/>
                      </a:cubicBezTo>
                      <a:cubicBezTo>
                        <a:pt x="72" y="9"/>
                        <a:pt x="61" y="11"/>
                        <a:pt x="49" y="10"/>
                      </a:cubicBezTo>
                      <a:cubicBezTo>
                        <a:pt x="42" y="10"/>
                        <a:pt x="40" y="17"/>
                        <a:pt x="36" y="23"/>
                      </a:cubicBezTo>
                      <a:cubicBezTo>
                        <a:pt x="32" y="22"/>
                        <a:pt x="30" y="15"/>
                        <a:pt x="25" y="14"/>
                      </a:cubicBezTo>
                      <a:cubicBezTo>
                        <a:pt x="20" y="13"/>
                        <a:pt x="16" y="14"/>
                        <a:pt x="12" y="15"/>
                      </a:cubicBezTo>
                      <a:cubicBezTo>
                        <a:pt x="7" y="17"/>
                        <a:pt x="4" y="13"/>
                        <a:pt x="0" y="11"/>
                      </a:cubicBezTo>
                      <a:cubicBezTo>
                        <a:pt x="0" y="261"/>
                        <a:pt x="0" y="261"/>
                        <a:pt x="0" y="261"/>
                      </a:cubicBezTo>
                      <a:cubicBezTo>
                        <a:pt x="4" y="261"/>
                        <a:pt x="8" y="261"/>
                        <a:pt x="11" y="259"/>
                      </a:cubicBezTo>
                      <a:cubicBezTo>
                        <a:pt x="17" y="256"/>
                        <a:pt x="22" y="253"/>
                        <a:pt x="28" y="253"/>
                      </a:cubicBezTo>
                      <a:cubicBezTo>
                        <a:pt x="34" y="254"/>
                        <a:pt x="41" y="253"/>
                        <a:pt x="47" y="253"/>
                      </a:cubicBezTo>
                      <a:cubicBezTo>
                        <a:pt x="48" y="253"/>
                        <a:pt x="50" y="253"/>
                        <a:pt x="52" y="254"/>
                      </a:cubicBezTo>
                      <a:cubicBezTo>
                        <a:pt x="54" y="254"/>
                        <a:pt x="56" y="257"/>
                        <a:pt x="58" y="258"/>
                      </a:cubicBezTo>
                      <a:cubicBezTo>
                        <a:pt x="61" y="258"/>
                        <a:pt x="61" y="255"/>
                        <a:pt x="64" y="254"/>
                      </a:cubicBezTo>
                      <a:cubicBezTo>
                        <a:pt x="66" y="253"/>
                        <a:pt x="69" y="253"/>
                        <a:pt x="70" y="253"/>
                      </a:cubicBezTo>
                      <a:cubicBezTo>
                        <a:pt x="74" y="252"/>
                        <a:pt x="76" y="253"/>
                        <a:pt x="80" y="253"/>
                      </a:cubicBezTo>
                      <a:cubicBezTo>
                        <a:pt x="84" y="254"/>
                        <a:pt x="88" y="250"/>
                        <a:pt x="92" y="249"/>
                      </a:cubicBezTo>
                      <a:cubicBezTo>
                        <a:pt x="99" y="248"/>
                        <a:pt x="102" y="255"/>
                        <a:pt x="108" y="256"/>
                      </a:cubicBezTo>
                      <a:cubicBezTo>
                        <a:pt x="113" y="256"/>
                        <a:pt x="117" y="255"/>
                        <a:pt x="122" y="255"/>
                      </a:cubicBezTo>
                      <a:cubicBezTo>
                        <a:pt x="126" y="255"/>
                        <a:pt x="130" y="256"/>
                        <a:pt x="134" y="255"/>
                      </a:cubicBezTo>
                      <a:cubicBezTo>
                        <a:pt x="136" y="255"/>
                        <a:pt x="138" y="254"/>
                        <a:pt x="140" y="253"/>
                      </a:cubicBezTo>
                      <a:cubicBezTo>
                        <a:pt x="144" y="253"/>
                        <a:pt x="149" y="255"/>
                        <a:pt x="154" y="254"/>
                      </a:cubicBezTo>
                      <a:cubicBezTo>
                        <a:pt x="158" y="253"/>
                        <a:pt x="162" y="250"/>
                        <a:pt x="167" y="252"/>
                      </a:cubicBezTo>
                      <a:cubicBezTo>
                        <a:pt x="170" y="253"/>
                        <a:pt x="173" y="255"/>
                        <a:pt x="176" y="256"/>
                      </a:cubicBezTo>
                      <a:cubicBezTo>
                        <a:pt x="178" y="257"/>
                        <a:pt x="180" y="257"/>
                        <a:pt x="182" y="257"/>
                      </a:cubicBezTo>
                      <a:cubicBezTo>
                        <a:pt x="191" y="257"/>
                        <a:pt x="199" y="262"/>
                        <a:pt x="207" y="261"/>
                      </a:cubicBezTo>
                      <a:cubicBezTo>
                        <a:pt x="217" y="259"/>
                        <a:pt x="224" y="255"/>
                        <a:pt x="234" y="255"/>
                      </a:cubicBezTo>
                      <a:cubicBezTo>
                        <a:pt x="237" y="255"/>
                        <a:pt x="241" y="258"/>
                        <a:pt x="244" y="257"/>
                      </a:cubicBezTo>
                      <a:cubicBezTo>
                        <a:pt x="246" y="257"/>
                        <a:pt x="248" y="254"/>
                        <a:pt x="250" y="254"/>
                      </a:cubicBezTo>
                      <a:cubicBezTo>
                        <a:pt x="252" y="253"/>
                        <a:pt x="254" y="251"/>
                        <a:pt x="257" y="251"/>
                      </a:cubicBezTo>
                      <a:cubicBezTo>
                        <a:pt x="261" y="249"/>
                        <a:pt x="263" y="251"/>
                        <a:pt x="267" y="252"/>
                      </a:cubicBezTo>
                      <a:cubicBezTo>
                        <a:pt x="270" y="252"/>
                        <a:pt x="274" y="251"/>
                        <a:pt x="277" y="252"/>
                      </a:cubicBezTo>
                      <a:cubicBezTo>
                        <a:pt x="280" y="253"/>
                        <a:pt x="282" y="254"/>
                        <a:pt x="286" y="254"/>
                      </a:cubicBezTo>
                      <a:cubicBezTo>
                        <a:pt x="294" y="253"/>
                        <a:pt x="302" y="249"/>
                        <a:pt x="310" y="246"/>
                      </a:cubicBezTo>
                      <a:cubicBezTo>
                        <a:pt x="317" y="244"/>
                        <a:pt x="325" y="243"/>
                        <a:pt x="331" y="247"/>
                      </a:cubicBezTo>
                      <a:cubicBezTo>
                        <a:pt x="333" y="248"/>
                        <a:pt x="335" y="251"/>
                        <a:pt x="336" y="248"/>
                      </a:cubicBezTo>
                      <a:cubicBezTo>
                        <a:pt x="340" y="249"/>
                        <a:pt x="344" y="252"/>
                        <a:pt x="348" y="253"/>
                      </a:cubicBezTo>
                      <a:cubicBezTo>
                        <a:pt x="353" y="254"/>
                        <a:pt x="353" y="249"/>
                        <a:pt x="357" y="248"/>
                      </a:cubicBezTo>
                      <a:cubicBezTo>
                        <a:pt x="365" y="247"/>
                        <a:pt x="374" y="250"/>
                        <a:pt x="381" y="248"/>
                      </a:cubicBezTo>
                      <a:cubicBezTo>
                        <a:pt x="388" y="246"/>
                        <a:pt x="390" y="240"/>
                        <a:pt x="398" y="244"/>
                      </a:cubicBezTo>
                      <a:cubicBezTo>
                        <a:pt x="402" y="247"/>
                        <a:pt x="407" y="247"/>
                        <a:pt x="412" y="249"/>
                      </a:cubicBezTo>
                      <a:cubicBezTo>
                        <a:pt x="417" y="251"/>
                        <a:pt x="421" y="252"/>
                        <a:pt x="427" y="252"/>
                      </a:cubicBezTo>
                      <a:cubicBezTo>
                        <a:pt x="431" y="252"/>
                        <a:pt x="435" y="252"/>
                        <a:pt x="440" y="252"/>
                      </a:cubicBezTo>
                      <a:cubicBezTo>
                        <a:pt x="444" y="252"/>
                        <a:pt x="447" y="253"/>
                        <a:pt x="451" y="256"/>
                      </a:cubicBezTo>
                      <a:cubicBezTo>
                        <a:pt x="459" y="260"/>
                        <a:pt x="462" y="249"/>
                        <a:pt x="469" y="248"/>
                      </a:cubicBezTo>
                      <a:cubicBezTo>
                        <a:pt x="478" y="246"/>
                        <a:pt x="486" y="249"/>
                        <a:pt x="494" y="250"/>
                      </a:cubicBezTo>
                      <a:cubicBezTo>
                        <a:pt x="499" y="250"/>
                        <a:pt x="503" y="249"/>
                        <a:pt x="508" y="250"/>
                      </a:cubicBezTo>
                      <a:cubicBezTo>
                        <a:pt x="511" y="251"/>
                        <a:pt x="514" y="252"/>
                        <a:pt x="518" y="251"/>
                      </a:cubicBezTo>
                      <a:cubicBezTo>
                        <a:pt x="522" y="251"/>
                        <a:pt x="526" y="248"/>
                        <a:pt x="530" y="248"/>
                      </a:cubicBezTo>
                      <a:cubicBezTo>
                        <a:pt x="545" y="246"/>
                        <a:pt x="558" y="258"/>
                        <a:pt x="573" y="255"/>
                      </a:cubicBezTo>
                      <a:cubicBezTo>
                        <a:pt x="577" y="255"/>
                        <a:pt x="578" y="253"/>
                        <a:pt x="581" y="251"/>
                      </a:cubicBezTo>
                      <a:cubicBezTo>
                        <a:pt x="585" y="249"/>
                        <a:pt x="590" y="250"/>
                        <a:pt x="594" y="250"/>
                      </a:cubicBezTo>
                      <a:cubicBezTo>
                        <a:pt x="600" y="250"/>
                        <a:pt x="606" y="250"/>
                        <a:pt x="613" y="251"/>
                      </a:cubicBezTo>
                      <a:cubicBezTo>
                        <a:pt x="616" y="252"/>
                        <a:pt x="618" y="252"/>
                        <a:pt x="622" y="251"/>
                      </a:cubicBezTo>
                      <a:cubicBezTo>
                        <a:pt x="629" y="248"/>
                        <a:pt x="636" y="245"/>
                        <a:pt x="644" y="244"/>
                      </a:cubicBezTo>
                      <a:cubicBezTo>
                        <a:pt x="656" y="242"/>
                        <a:pt x="667" y="249"/>
                        <a:pt x="679" y="251"/>
                      </a:cubicBezTo>
                      <a:cubicBezTo>
                        <a:pt x="687" y="252"/>
                        <a:pt x="695" y="255"/>
                        <a:pt x="703" y="253"/>
                      </a:cubicBezTo>
                      <a:cubicBezTo>
                        <a:pt x="714" y="251"/>
                        <a:pt x="723" y="255"/>
                        <a:pt x="733" y="257"/>
                      </a:cubicBezTo>
                      <a:cubicBezTo>
                        <a:pt x="738" y="258"/>
                        <a:pt x="738" y="256"/>
                        <a:pt x="743" y="253"/>
                      </a:cubicBezTo>
                      <a:cubicBezTo>
                        <a:pt x="747" y="251"/>
                        <a:pt x="749" y="253"/>
                        <a:pt x="754" y="254"/>
                      </a:cubicBezTo>
                      <a:cubicBezTo>
                        <a:pt x="758" y="254"/>
                        <a:pt x="757" y="254"/>
                        <a:pt x="761" y="255"/>
                      </a:cubicBezTo>
                      <a:cubicBezTo>
                        <a:pt x="763" y="257"/>
                        <a:pt x="764" y="257"/>
                        <a:pt x="767" y="257"/>
                      </a:cubicBezTo>
                      <a:cubicBezTo>
                        <a:pt x="771" y="258"/>
                        <a:pt x="774" y="257"/>
                        <a:pt x="778" y="257"/>
                      </a:cubicBezTo>
                      <a:cubicBezTo>
                        <a:pt x="781" y="257"/>
                        <a:pt x="784" y="257"/>
                        <a:pt x="787" y="257"/>
                      </a:cubicBezTo>
                      <a:cubicBezTo>
                        <a:pt x="791" y="258"/>
                        <a:pt x="794" y="260"/>
                        <a:pt x="798" y="259"/>
                      </a:cubicBezTo>
                      <a:cubicBezTo>
                        <a:pt x="803" y="258"/>
                        <a:pt x="807" y="255"/>
                        <a:pt x="812" y="253"/>
                      </a:cubicBezTo>
                      <a:cubicBezTo>
                        <a:pt x="814" y="253"/>
                        <a:pt x="816" y="251"/>
                        <a:pt x="817" y="250"/>
                      </a:cubicBezTo>
                      <a:cubicBezTo>
                        <a:pt x="821" y="249"/>
                        <a:pt x="826" y="250"/>
                        <a:pt x="830" y="250"/>
                      </a:cubicBezTo>
                      <a:cubicBezTo>
                        <a:pt x="834" y="250"/>
                        <a:pt x="837" y="248"/>
                        <a:pt x="841" y="248"/>
                      </a:cubicBezTo>
                      <a:cubicBezTo>
                        <a:pt x="842" y="243"/>
                        <a:pt x="843" y="237"/>
                        <a:pt x="846" y="235"/>
                      </a:cubicBezTo>
                      <a:cubicBezTo>
                        <a:pt x="848" y="233"/>
                        <a:pt x="851" y="233"/>
                        <a:pt x="853" y="233"/>
                      </a:cubicBezTo>
                      <a:cubicBezTo>
                        <a:pt x="858" y="233"/>
                        <a:pt x="857" y="233"/>
                        <a:pt x="858" y="228"/>
                      </a:cubicBezTo>
                      <a:cubicBezTo>
                        <a:pt x="861" y="223"/>
                        <a:pt x="864" y="219"/>
                        <a:pt x="867" y="214"/>
                      </a:cubicBezTo>
                      <a:cubicBezTo>
                        <a:pt x="869" y="210"/>
                        <a:pt x="872" y="207"/>
                        <a:pt x="872" y="202"/>
                      </a:cubicBezTo>
                      <a:cubicBezTo>
                        <a:pt x="871" y="198"/>
                        <a:pt x="869" y="194"/>
                        <a:pt x="868" y="189"/>
                      </a:cubicBezTo>
                      <a:cubicBezTo>
                        <a:pt x="868" y="183"/>
                        <a:pt x="868" y="176"/>
                        <a:pt x="871" y="170"/>
                      </a:cubicBezTo>
                      <a:close/>
                    </a:path>
                  </a:pathLst>
                </a:custGeom>
                <a:solidFill>
                  <a:schemeClr val="dk2"/>
                </a:solidFill>
                <a:ln>
                  <a:noFill/>
                </a:ln>
                <a:effectLst>
                  <a:outerShdw blurRad="57150" rotWithShape="0" algn="bl" dir="18540000" dist="19050">
                    <a:srgbClr val="000000">
                      <a:alpha val="3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17"/>
                <p:cNvSpPr/>
                <p:nvPr/>
              </p:nvSpPr>
              <p:spPr>
                <a:xfrm>
                  <a:off x="-473072" y="4645264"/>
                  <a:ext cx="3279775" cy="904875"/>
                </a:xfrm>
                <a:custGeom>
                  <a:rect b="b" l="l" r="r" t="t"/>
                  <a:pathLst>
                    <a:path extrusionOk="0" h="240" w="869">
                      <a:moveTo>
                        <a:pt x="861" y="156"/>
                      </a:moveTo>
                      <a:cubicBezTo>
                        <a:pt x="863" y="153"/>
                        <a:pt x="868" y="149"/>
                        <a:pt x="868" y="145"/>
                      </a:cubicBezTo>
                      <a:cubicBezTo>
                        <a:pt x="868" y="143"/>
                        <a:pt x="866" y="139"/>
                        <a:pt x="865" y="137"/>
                      </a:cubicBezTo>
                      <a:cubicBezTo>
                        <a:pt x="865" y="133"/>
                        <a:pt x="863" y="131"/>
                        <a:pt x="862" y="127"/>
                      </a:cubicBezTo>
                      <a:cubicBezTo>
                        <a:pt x="862" y="124"/>
                        <a:pt x="862" y="121"/>
                        <a:pt x="862" y="118"/>
                      </a:cubicBezTo>
                      <a:cubicBezTo>
                        <a:pt x="862" y="113"/>
                        <a:pt x="862" y="109"/>
                        <a:pt x="863" y="104"/>
                      </a:cubicBezTo>
                      <a:cubicBezTo>
                        <a:pt x="864" y="98"/>
                        <a:pt x="869" y="94"/>
                        <a:pt x="865" y="89"/>
                      </a:cubicBezTo>
                      <a:cubicBezTo>
                        <a:pt x="864" y="87"/>
                        <a:pt x="863" y="86"/>
                        <a:pt x="863" y="84"/>
                      </a:cubicBezTo>
                      <a:cubicBezTo>
                        <a:pt x="862" y="83"/>
                        <a:pt x="863" y="81"/>
                        <a:pt x="862" y="79"/>
                      </a:cubicBezTo>
                      <a:cubicBezTo>
                        <a:pt x="861" y="77"/>
                        <a:pt x="859" y="77"/>
                        <a:pt x="858" y="75"/>
                      </a:cubicBezTo>
                      <a:cubicBezTo>
                        <a:pt x="856" y="71"/>
                        <a:pt x="857" y="66"/>
                        <a:pt x="859" y="63"/>
                      </a:cubicBezTo>
                      <a:cubicBezTo>
                        <a:pt x="860" y="60"/>
                        <a:pt x="862" y="58"/>
                        <a:pt x="860" y="55"/>
                      </a:cubicBezTo>
                      <a:cubicBezTo>
                        <a:pt x="859" y="53"/>
                        <a:pt x="855" y="53"/>
                        <a:pt x="854" y="51"/>
                      </a:cubicBezTo>
                      <a:cubicBezTo>
                        <a:pt x="852" y="49"/>
                        <a:pt x="853" y="46"/>
                        <a:pt x="850" y="43"/>
                      </a:cubicBezTo>
                      <a:cubicBezTo>
                        <a:pt x="849" y="42"/>
                        <a:pt x="846" y="41"/>
                        <a:pt x="844" y="40"/>
                      </a:cubicBezTo>
                      <a:cubicBezTo>
                        <a:pt x="839" y="37"/>
                        <a:pt x="834" y="37"/>
                        <a:pt x="831" y="32"/>
                      </a:cubicBezTo>
                      <a:cubicBezTo>
                        <a:pt x="828" y="28"/>
                        <a:pt x="827" y="26"/>
                        <a:pt x="824" y="24"/>
                      </a:cubicBezTo>
                      <a:cubicBezTo>
                        <a:pt x="823" y="22"/>
                        <a:pt x="821" y="21"/>
                        <a:pt x="819" y="21"/>
                      </a:cubicBezTo>
                      <a:cubicBezTo>
                        <a:pt x="815" y="19"/>
                        <a:pt x="811" y="18"/>
                        <a:pt x="806" y="18"/>
                      </a:cubicBezTo>
                      <a:cubicBezTo>
                        <a:pt x="802" y="18"/>
                        <a:pt x="797" y="17"/>
                        <a:pt x="792" y="18"/>
                      </a:cubicBezTo>
                      <a:cubicBezTo>
                        <a:pt x="788" y="18"/>
                        <a:pt x="785" y="20"/>
                        <a:pt x="781" y="20"/>
                      </a:cubicBezTo>
                      <a:cubicBezTo>
                        <a:pt x="780" y="20"/>
                        <a:pt x="779" y="20"/>
                        <a:pt x="777" y="20"/>
                      </a:cubicBezTo>
                      <a:cubicBezTo>
                        <a:pt x="771" y="19"/>
                        <a:pt x="764" y="17"/>
                        <a:pt x="759" y="15"/>
                      </a:cubicBezTo>
                      <a:cubicBezTo>
                        <a:pt x="757" y="14"/>
                        <a:pt x="754" y="11"/>
                        <a:pt x="752" y="11"/>
                      </a:cubicBezTo>
                      <a:cubicBezTo>
                        <a:pt x="748" y="11"/>
                        <a:pt x="749" y="16"/>
                        <a:pt x="747" y="18"/>
                      </a:cubicBezTo>
                      <a:cubicBezTo>
                        <a:pt x="744" y="18"/>
                        <a:pt x="742" y="16"/>
                        <a:pt x="740" y="16"/>
                      </a:cubicBezTo>
                      <a:cubicBezTo>
                        <a:pt x="739" y="16"/>
                        <a:pt x="738" y="17"/>
                        <a:pt x="738" y="17"/>
                      </a:cubicBezTo>
                      <a:cubicBezTo>
                        <a:pt x="737" y="17"/>
                        <a:pt x="737" y="17"/>
                        <a:pt x="737" y="18"/>
                      </a:cubicBezTo>
                      <a:cubicBezTo>
                        <a:pt x="734" y="18"/>
                        <a:pt x="730" y="18"/>
                        <a:pt x="727" y="18"/>
                      </a:cubicBezTo>
                      <a:cubicBezTo>
                        <a:pt x="721" y="18"/>
                        <a:pt x="716" y="15"/>
                        <a:pt x="711" y="18"/>
                      </a:cubicBezTo>
                      <a:cubicBezTo>
                        <a:pt x="705" y="20"/>
                        <a:pt x="701" y="18"/>
                        <a:pt x="696" y="20"/>
                      </a:cubicBezTo>
                      <a:cubicBezTo>
                        <a:pt x="695" y="20"/>
                        <a:pt x="695" y="20"/>
                        <a:pt x="695" y="20"/>
                      </a:cubicBezTo>
                      <a:cubicBezTo>
                        <a:pt x="692" y="21"/>
                        <a:pt x="689" y="22"/>
                        <a:pt x="686" y="23"/>
                      </a:cubicBezTo>
                      <a:cubicBezTo>
                        <a:pt x="684" y="24"/>
                        <a:pt x="680" y="27"/>
                        <a:pt x="677" y="27"/>
                      </a:cubicBezTo>
                      <a:cubicBezTo>
                        <a:pt x="674" y="27"/>
                        <a:pt x="670" y="23"/>
                        <a:pt x="668" y="21"/>
                      </a:cubicBezTo>
                      <a:cubicBezTo>
                        <a:pt x="663" y="18"/>
                        <a:pt x="659" y="15"/>
                        <a:pt x="654" y="13"/>
                      </a:cubicBezTo>
                      <a:cubicBezTo>
                        <a:pt x="653" y="13"/>
                        <a:pt x="652" y="13"/>
                        <a:pt x="651" y="13"/>
                      </a:cubicBezTo>
                      <a:cubicBezTo>
                        <a:pt x="648" y="12"/>
                        <a:pt x="643" y="11"/>
                        <a:pt x="640" y="10"/>
                      </a:cubicBezTo>
                      <a:cubicBezTo>
                        <a:pt x="634" y="9"/>
                        <a:pt x="630" y="12"/>
                        <a:pt x="624" y="11"/>
                      </a:cubicBezTo>
                      <a:cubicBezTo>
                        <a:pt x="619" y="10"/>
                        <a:pt x="614" y="9"/>
                        <a:pt x="608" y="10"/>
                      </a:cubicBezTo>
                      <a:cubicBezTo>
                        <a:pt x="608" y="10"/>
                        <a:pt x="608" y="10"/>
                        <a:pt x="607" y="10"/>
                      </a:cubicBezTo>
                      <a:cubicBezTo>
                        <a:pt x="602" y="10"/>
                        <a:pt x="597" y="11"/>
                        <a:pt x="592" y="11"/>
                      </a:cubicBezTo>
                      <a:cubicBezTo>
                        <a:pt x="585" y="11"/>
                        <a:pt x="578" y="12"/>
                        <a:pt x="572" y="9"/>
                      </a:cubicBezTo>
                      <a:cubicBezTo>
                        <a:pt x="569" y="7"/>
                        <a:pt x="567" y="4"/>
                        <a:pt x="565" y="5"/>
                      </a:cubicBezTo>
                      <a:cubicBezTo>
                        <a:pt x="564" y="5"/>
                        <a:pt x="564" y="6"/>
                        <a:pt x="564" y="6"/>
                      </a:cubicBezTo>
                      <a:cubicBezTo>
                        <a:pt x="562" y="8"/>
                        <a:pt x="563" y="10"/>
                        <a:pt x="562" y="11"/>
                      </a:cubicBezTo>
                      <a:cubicBezTo>
                        <a:pt x="561" y="12"/>
                        <a:pt x="559" y="11"/>
                        <a:pt x="558" y="12"/>
                      </a:cubicBezTo>
                      <a:cubicBezTo>
                        <a:pt x="556" y="13"/>
                        <a:pt x="556" y="14"/>
                        <a:pt x="553" y="15"/>
                      </a:cubicBezTo>
                      <a:cubicBezTo>
                        <a:pt x="551" y="15"/>
                        <a:pt x="549" y="14"/>
                        <a:pt x="547" y="15"/>
                      </a:cubicBezTo>
                      <a:cubicBezTo>
                        <a:pt x="544" y="15"/>
                        <a:pt x="544" y="16"/>
                        <a:pt x="542" y="18"/>
                      </a:cubicBezTo>
                      <a:cubicBezTo>
                        <a:pt x="542" y="18"/>
                        <a:pt x="540" y="19"/>
                        <a:pt x="539" y="19"/>
                      </a:cubicBezTo>
                      <a:cubicBezTo>
                        <a:pt x="538" y="20"/>
                        <a:pt x="538" y="18"/>
                        <a:pt x="537" y="18"/>
                      </a:cubicBezTo>
                      <a:cubicBezTo>
                        <a:pt x="535" y="18"/>
                        <a:pt x="533" y="19"/>
                        <a:pt x="530" y="20"/>
                      </a:cubicBezTo>
                      <a:cubicBezTo>
                        <a:pt x="527" y="20"/>
                        <a:pt x="524" y="20"/>
                        <a:pt x="522" y="19"/>
                      </a:cubicBezTo>
                      <a:cubicBezTo>
                        <a:pt x="521" y="19"/>
                        <a:pt x="520" y="19"/>
                        <a:pt x="519" y="19"/>
                      </a:cubicBezTo>
                      <a:cubicBezTo>
                        <a:pt x="514" y="18"/>
                        <a:pt x="513" y="19"/>
                        <a:pt x="509" y="21"/>
                      </a:cubicBezTo>
                      <a:cubicBezTo>
                        <a:pt x="505" y="23"/>
                        <a:pt x="504" y="23"/>
                        <a:pt x="501" y="22"/>
                      </a:cubicBezTo>
                      <a:cubicBezTo>
                        <a:pt x="498" y="20"/>
                        <a:pt x="497" y="18"/>
                        <a:pt x="494" y="17"/>
                      </a:cubicBezTo>
                      <a:cubicBezTo>
                        <a:pt x="492" y="16"/>
                        <a:pt x="490" y="16"/>
                        <a:pt x="487" y="16"/>
                      </a:cubicBezTo>
                      <a:cubicBezTo>
                        <a:pt x="484" y="16"/>
                        <a:pt x="481" y="16"/>
                        <a:pt x="478" y="15"/>
                      </a:cubicBezTo>
                      <a:cubicBezTo>
                        <a:pt x="477" y="15"/>
                        <a:pt x="476" y="15"/>
                        <a:pt x="474" y="15"/>
                      </a:cubicBezTo>
                      <a:cubicBezTo>
                        <a:pt x="471" y="14"/>
                        <a:pt x="467" y="12"/>
                        <a:pt x="463" y="13"/>
                      </a:cubicBezTo>
                      <a:cubicBezTo>
                        <a:pt x="457" y="14"/>
                        <a:pt x="450" y="16"/>
                        <a:pt x="444" y="18"/>
                      </a:cubicBezTo>
                      <a:cubicBezTo>
                        <a:pt x="441" y="18"/>
                        <a:pt x="438" y="17"/>
                        <a:pt x="435" y="16"/>
                      </a:cubicBezTo>
                      <a:cubicBezTo>
                        <a:pt x="435" y="16"/>
                        <a:pt x="434" y="16"/>
                        <a:pt x="433" y="16"/>
                      </a:cubicBezTo>
                      <a:cubicBezTo>
                        <a:pt x="427" y="16"/>
                        <a:pt x="427" y="15"/>
                        <a:pt x="423" y="11"/>
                      </a:cubicBezTo>
                      <a:cubicBezTo>
                        <a:pt x="419" y="6"/>
                        <a:pt x="415" y="3"/>
                        <a:pt x="409" y="5"/>
                      </a:cubicBezTo>
                      <a:cubicBezTo>
                        <a:pt x="406" y="6"/>
                        <a:pt x="405" y="6"/>
                        <a:pt x="401" y="5"/>
                      </a:cubicBezTo>
                      <a:cubicBezTo>
                        <a:pt x="398" y="5"/>
                        <a:pt x="397" y="4"/>
                        <a:pt x="394" y="4"/>
                      </a:cubicBezTo>
                      <a:cubicBezTo>
                        <a:pt x="393" y="4"/>
                        <a:pt x="393" y="5"/>
                        <a:pt x="392" y="5"/>
                      </a:cubicBezTo>
                      <a:cubicBezTo>
                        <a:pt x="388" y="5"/>
                        <a:pt x="386" y="8"/>
                        <a:pt x="381" y="8"/>
                      </a:cubicBezTo>
                      <a:cubicBezTo>
                        <a:pt x="370" y="8"/>
                        <a:pt x="360" y="10"/>
                        <a:pt x="349" y="10"/>
                      </a:cubicBezTo>
                      <a:cubicBezTo>
                        <a:pt x="349" y="10"/>
                        <a:pt x="349" y="10"/>
                        <a:pt x="349" y="10"/>
                      </a:cubicBezTo>
                      <a:cubicBezTo>
                        <a:pt x="344" y="10"/>
                        <a:pt x="336" y="8"/>
                        <a:pt x="332" y="11"/>
                      </a:cubicBezTo>
                      <a:cubicBezTo>
                        <a:pt x="329" y="14"/>
                        <a:pt x="329" y="14"/>
                        <a:pt x="324" y="15"/>
                      </a:cubicBezTo>
                      <a:cubicBezTo>
                        <a:pt x="321" y="15"/>
                        <a:pt x="317" y="15"/>
                        <a:pt x="313" y="15"/>
                      </a:cubicBezTo>
                      <a:cubicBezTo>
                        <a:pt x="311" y="14"/>
                        <a:pt x="309" y="13"/>
                        <a:pt x="306" y="13"/>
                      </a:cubicBezTo>
                      <a:cubicBezTo>
                        <a:pt x="306" y="13"/>
                        <a:pt x="306" y="13"/>
                        <a:pt x="305" y="13"/>
                      </a:cubicBezTo>
                      <a:cubicBezTo>
                        <a:pt x="303" y="12"/>
                        <a:pt x="299" y="13"/>
                        <a:pt x="296" y="13"/>
                      </a:cubicBezTo>
                      <a:cubicBezTo>
                        <a:pt x="278" y="13"/>
                        <a:pt x="278" y="13"/>
                        <a:pt x="278" y="13"/>
                      </a:cubicBezTo>
                      <a:cubicBezTo>
                        <a:pt x="274" y="13"/>
                        <a:pt x="269" y="14"/>
                        <a:pt x="266" y="13"/>
                      </a:cubicBezTo>
                      <a:cubicBezTo>
                        <a:pt x="264" y="12"/>
                        <a:pt x="263" y="11"/>
                        <a:pt x="262" y="11"/>
                      </a:cubicBezTo>
                      <a:cubicBezTo>
                        <a:pt x="260" y="9"/>
                        <a:pt x="258" y="6"/>
                        <a:pt x="256" y="5"/>
                      </a:cubicBezTo>
                      <a:cubicBezTo>
                        <a:pt x="250" y="2"/>
                        <a:pt x="244" y="5"/>
                        <a:pt x="239" y="8"/>
                      </a:cubicBezTo>
                      <a:cubicBezTo>
                        <a:pt x="237" y="8"/>
                        <a:pt x="234" y="10"/>
                        <a:pt x="232" y="10"/>
                      </a:cubicBezTo>
                      <a:cubicBezTo>
                        <a:pt x="228" y="9"/>
                        <a:pt x="227" y="4"/>
                        <a:pt x="223" y="3"/>
                      </a:cubicBezTo>
                      <a:cubicBezTo>
                        <a:pt x="222" y="2"/>
                        <a:pt x="220" y="3"/>
                        <a:pt x="219" y="3"/>
                      </a:cubicBezTo>
                      <a:cubicBezTo>
                        <a:pt x="218" y="3"/>
                        <a:pt x="218" y="3"/>
                        <a:pt x="217" y="3"/>
                      </a:cubicBezTo>
                      <a:cubicBezTo>
                        <a:pt x="213" y="2"/>
                        <a:pt x="214" y="0"/>
                        <a:pt x="211" y="3"/>
                      </a:cubicBezTo>
                      <a:cubicBezTo>
                        <a:pt x="207" y="7"/>
                        <a:pt x="206" y="8"/>
                        <a:pt x="201" y="8"/>
                      </a:cubicBezTo>
                      <a:cubicBezTo>
                        <a:pt x="199" y="8"/>
                        <a:pt x="195" y="8"/>
                        <a:pt x="193" y="8"/>
                      </a:cubicBezTo>
                      <a:cubicBezTo>
                        <a:pt x="190" y="7"/>
                        <a:pt x="188" y="6"/>
                        <a:pt x="185" y="6"/>
                      </a:cubicBezTo>
                      <a:cubicBezTo>
                        <a:pt x="183" y="7"/>
                        <a:pt x="180" y="7"/>
                        <a:pt x="177" y="8"/>
                      </a:cubicBezTo>
                      <a:cubicBezTo>
                        <a:pt x="177" y="8"/>
                        <a:pt x="176" y="8"/>
                        <a:pt x="176" y="8"/>
                      </a:cubicBezTo>
                      <a:cubicBezTo>
                        <a:pt x="172" y="9"/>
                        <a:pt x="170" y="10"/>
                        <a:pt x="166" y="10"/>
                      </a:cubicBezTo>
                      <a:cubicBezTo>
                        <a:pt x="163" y="9"/>
                        <a:pt x="160" y="8"/>
                        <a:pt x="157" y="8"/>
                      </a:cubicBezTo>
                      <a:cubicBezTo>
                        <a:pt x="154" y="8"/>
                        <a:pt x="152" y="8"/>
                        <a:pt x="149" y="7"/>
                      </a:cubicBezTo>
                      <a:cubicBezTo>
                        <a:pt x="147" y="6"/>
                        <a:pt x="147" y="3"/>
                        <a:pt x="143" y="5"/>
                      </a:cubicBezTo>
                      <a:cubicBezTo>
                        <a:pt x="140" y="7"/>
                        <a:pt x="142" y="8"/>
                        <a:pt x="138" y="8"/>
                      </a:cubicBezTo>
                      <a:cubicBezTo>
                        <a:pt x="137" y="8"/>
                        <a:pt x="137" y="8"/>
                        <a:pt x="136" y="8"/>
                      </a:cubicBezTo>
                      <a:cubicBezTo>
                        <a:pt x="135" y="8"/>
                        <a:pt x="134" y="8"/>
                        <a:pt x="132" y="8"/>
                      </a:cubicBezTo>
                      <a:cubicBezTo>
                        <a:pt x="131" y="8"/>
                        <a:pt x="130" y="8"/>
                        <a:pt x="129" y="8"/>
                      </a:cubicBezTo>
                      <a:cubicBezTo>
                        <a:pt x="126" y="8"/>
                        <a:pt x="126" y="8"/>
                        <a:pt x="123" y="10"/>
                      </a:cubicBezTo>
                      <a:cubicBezTo>
                        <a:pt x="122" y="10"/>
                        <a:pt x="123" y="11"/>
                        <a:pt x="121" y="11"/>
                      </a:cubicBezTo>
                      <a:cubicBezTo>
                        <a:pt x="120" y="12"/>
                        <a:pt x="118" y="11"/>
                        <a:pt x="117" y="11"/>
                      </a:cubicBezTo>
                      <a:cubicBezTo>
                        <a:pt x="113" y="11"/>
                        <a:pt x="110" y="13"/>
                        <a:pt x="106" y="13"/>
                      </a:cubicBezTo>
                      <a:cubicBezTo>
                        <a:pt x="104" y="13"/>
                        <a:pt x="101" y="13"/>
                        <a:pt x="98" y="13"/>
                      </a:cubicBezTo>
                      <a:cubicBezTo>
                        <a:pt x="92" y="14"/>
                        <a:pt x="89" y="15"/>
                        <a:pt x="82" y="13"/>
                      </a:cubicBezTo>
                      <a:cubicBezTo>
                        <a:pt x="71" y="9"/>
                        <a:pt x="60" y="10"/>
                        <a:pt x="48" y="10"/>
                      </a:cubicBezTo>
                      <a:cubicBezTo>
                        <a:pt x="42" y="9"/>
                        <a:pt x="39" y="16"/>
                        <a:pt x="36" y="21"/>
                      </a:cubicBezTo>
                      <a:cubicBezTo>
                        <a:pt x="32" y="20"/>
                        <a:pt x="30" y="14"/>
                        <a:pt x="24" y="13"/>
                      </a:cubicBezTo>
                      <a:cubicBezTo>
                        <a:pt x="20" y="12"/>
                        <a:pt x="16" y="13"/>
                        <a:pt x="12" y="14"/>
                      </a:cubicBezTo>
                      <a:cubicBezTo>
                        <a:pt x="7" y="16"/>
                        <a:pt x="4" y="12"/>
                        <a:pt x="0" y="10"/>
                      </a:cubicBezTo>
                      <a:cubicBezTo>
                        <a:pt x="0" y="239"/>
                        <a:pt x="0" y="239"/>
                        <a:pt x="0" y="239"/>
                      </a:cubicBezTo>
                      <a:cubicBezTo>
                        <a:pt x="4" y="239"/>
                        <a:pt x="8" y="239"/>
                        <a:pt x="11" y="237"/>
                      </a:cubicBezTo>
                      <a:cubicBezTo>
                        <a:pt x="17" y="234"/>
                        <a:pt x="22" y="232"/>
                        <a:pt x="28" y="232"/>
                      </a:cubicBezTo>
                      <a:cubicBezTo>
                        <a:pt x="34" y="232"/>
                        <a:pt x="40" y="232"/>
                        <a:pt x="46" y="232"/>
                      </a:cubicBezTo>
                      <a:cubicBezTo>
                        <a:pt x="48" y="232"/>
                        <a:pt x="49" y="232"/>
                        <a:pt x="51" y="232"/>
                      </a:cubicBezTo>
                      <a:cubicBezTo>
                        <a:pt x="53" y="233"/>
                        <a:pt x="55" y="235"/>
                        <a:pt x="57" y="236"/>
                      </a:cubicBezTo>
                      <a:cubicBezTo>
                        <a:pt x="61" y="237"/>
                        <a:pt x="61" y="234"/>
                        <a:pt x="64" y="232"/>
                      </a:cubicBezTo>
                      <a:cubicBezTo>
                        <a:pt x="65" y="232"/>
                        <a:pt x="68" y="232"/>
                        <a:pt x="70" y="231"/>
                      </a:cubicBezTo>
                      <a:cubicBezTo>
                        <a:pt x="73" y="231"/>
                        <a:pt x="75" y="232"/>
                        <a:pt x="79" y="232"/>
                      </a:cubicBezTo>
                      <a:cubicBezTo>
                        <a:pt x="83" y="232"/>
                        <a:pt x="87" y="228"/>
                        <a:pt x="91" y="228"/>
                      </a:cubicBezTo>
                      <a:cubicBezTo>
                        <a:pt x="98" y="227"/>
                        <a:pt x="100" y="234"/>
                        <a:pt x="107" y="234"/>
                      </a:cubicBezTo>
                      <a:cubicBezTo>
                        <a:pt x="111" y="234"/>
                        <a:pt x="116" y="234"/>
                        <a:pt x="120" y="234"/>
                      </a:cubicBezTo>
                      <a:cubicBezTo>
                        <a:pt x="124" y="234"/>
                        <a:pt x="129" y="235"/>
                        <a:pt x="132" y="234"/>
                      </a:cubicBezTo>
                      <a:cubicBezTo>
                        <a:pt x="133" y="234"/>
                        <a:pt x="133" y="234"/>
                        <a:pt x="133" y="234"/>
                      </a:cubicBezTo>
                      <a:cubicBezTo>
                        <a:pt x="135" y="233"/>
                        <a:pt x="136" y="232"/>
                        <a:pt x="138" y="232"/>
                      </a:cubicBezTo>
                      <a:cubicBezTo>
                        <a:pt x="143" y="232"/>
                        <a:pt x="148" y="233"/>
                        <a:pt x="152" y="232"/>
                      </a:cubicBezTo>
                      <a:cubicBezTo>
                        <a:pt x="157" y="231"/>
                        <a:pt x="160" y="229"/>
                        <a:pt x="165" y="231"/>
                      </a:cubicBezTo>
                      <a:cubicBezTo>
                        <a:pt x="168" y="231"/>
                        <a:pt x="171" y="234"/>
                        <a:pt x="174" y="235"/>
                      </a:cubicBezTo>
                      <a:cubicBezTo>
                        <a:pt x="174" y="235"/>
                        <a:pt x="175" y="235"/>
                        <a:pt x="176" y="235"/>
                      </a:cubicBezTo>
                      <a:cubicBezTo>
                        <a:pt x="177" y="235"/>
                        <a:pt x="179" y="235"/>
                        <a:pt x="180" y="235"/>
                      </a:cubicBezTo>
                      <a:cubicBezTo>
                        <a:pt x="188" y="236"/>
                        <a:pt x="197" y="240"/>
                        <a:pt x="205" y="239"/>
                      </a:cubicBezTo>
                      <a:cubicBezTo>
                        <a:pt x="210" y="238"/>
                        <a:pt x="214" y="236"/>
                        <a:pt x="219" y="235"/>
                      </a:cubicBezTo>
                      <a:cubicBezTo>
                        <a:pt x="223" y="234"/>
                        <a:pt x="227" y="233"/>
                        <a:pt x="232" y="234"/>
                      </a:cubicBezTo>
                      <a:cubicBezTo>
                        <a:pt x="235" y="234"/>
                        <a:pt x="238" y="236"/>
                        <a:pt x="241" y="236"/>
                      </a:cubicBezTo>
                      <a:cubicBezTo>
                        <a:pt x="243" y="235"/>
                        <a:pt x="245" y="233"/>
                        <a:pt x="247" y="232"/>
                      </a:cubicBezTo>
                      <a:cubicBezTo>
                        <a:pt x="250" y="231"/>
                        <a:pt x="251" y="230"/>
                        <a:pt x="254" y="229"/>
                      </a:cubicBezTo>
                      <a:cubicBezTo>
                        <a:pt x="257" y="229"/>
                        <a:pt x="259" y="230"/>
                        <a:pt x="262" y="230"/>
                      </a:cubicBezTo>
                      <a:cubicBezTo>
                        <a:pt x="263" y="230"/>
                        <a:pt x="263" y="230"/>
                        <a:pt x="264" y="231"/>
                      </a:cubicBezTo>
                      <a:cubicBezTo>
                        <a:pt x="267" y="231"/>
                        <a:pt x="271" y="230"/>
                        <a:pt x="274" y="231"/>
                      </a:cubicBezTo>
                      <a:cubicBezTo>
                        <a:pt x="277" y="232"/>
                        <a:pt x="279" y="232"/>
                        <a:pt x="283" y="232"/>
                      </a:cubicBezTo>
                      <a:cubicBezTo>
                        <a:pt x="291" y="232"/>
                        <a:pt x="298" y="228"/>
                        <a:pt x="305" y="226"/>
                      </a:cubicBezTo>
                      <a:cubicBezTo>
                        <a:pt x="306" y="226"/>
                        <a:pt x="306" y="226"/>
                        <a:pt x="307" y="225"/>
                      </a:cubicBezTo>
                      <a:cubicBezTo>
                        <a:pt x="313" y="224"/>
                        <a:pt x="322" y="222"/>
                        <a:pt x="328" y="226"/>
                      </a:cubicBezTo>
                      <a:cubicBezTo>
                        <a:pt x="330" y="227"/>
                        <a:pt x="331" y="230"/>
                        <a:pt x="332" y="227"/>
                      </a:cubicBezTo>
                      <a:cubicBezTo>
                        <a:pt x="336" y="228"/>
                        <a:pt x="340" y="231"/>
                        <a:pt x="344" y="231"/>
                      </a:cubicBezTo>
                      <a:cubicBezTo>
                        <a:pt x="346" y="232"/>
                        <a:pt x="347" y="231"/>
                        <a:pt x="349" y="230"/>
                      </a:cubicBezTo>
                      <a:cubicBezTo>
                        <a:pt x="350" y="229"/>
                        <a:pt x="351" y="227"/>
                        <a:pt x="353" y="227"/>
                      </a:cubicBezTo>
                      <a:cubicBezTo>
                        <a:pt x="361" y="226"/>
                        <a:pt x="370" y="229"/>
                        <a:pt x="377" y="227"/>
                      </a:cubicBezTo>
                      <a:cubicBezTo>
                        <a:pt x="384" y="225"/>
                        <a:pt x="385" y="220"/>
                        <a:pt x="392" y="223"/>
                      </a:cubicBezTo>
                      <a:cubicBezTo>
                        <a:pt x="392" y="223"/>
                        <a:pt x="393" y="223"/>
                        <a:pt x="393" y="224"/>
                      </a:cubicBezTo>
                      <a:cubicBezTo>
                        <a:pt x="397" y="226"/>
                        <a:pt x="402" y="226"/>
                        <a:pt x="407" y="228"/>
                      </a:cubicBezTo>
                      <a:cubicBezTo>
                        <a:pt x="413" y="230"/>
                        <a:pt x="416" y="230"/>
                        <a:pt x="422" y="230"/>
                      </a:cubicBezTo>
                      <a:cubicBezTo>
                        <a:pt x="426" y="230"/>
                        <a:pt x="430" y="230"/>
                        <a:pt x="435" y="230"/>
                      </a:cubicBezTo>
                      <a:cubicBezTo>
                        <a:pt x="435" y="230"/>
                        <a:pt x="435" y="230"/>
                        <a:pt x="435" y="230"/>
                      </a:cubicBezTo>
                      <a:cubicBezTo>
                        <a:pt x="439" y="231"/>
                        <a:pt x="442" y="232"/>
                        <a:pt x="446" y="234"/>
                      </a:cubicBezTo>
                      <a:cubicBezTo>
                        <a:pt x="454" y="238"/>
                        <a:pt x="457" y="228"/>
                        <a:pt x="464" y="227"/>
                      </a:cubicBezTo>
                      <a:cubicBezTo>
                        <a:pt x="469" y="226"/>
                        <a:pt x="474" y="227"/>
                        <a:pt x="478" y="227"/>
                      </a:cubicBezTo>
                      <a:cubicBezTo>
                        <a:pt x="482" y="228"/>
                        <a:pt x="485" y="229"/>
                        <a:pt x="489" y="229"/>
                      </a:cubicBezTo>
                      <a:cubicBezTo>
                        <a:pt x="493" y="229"/>
                        <a:pt x="498" y="228"/>
                        <a:pt x="502" y="229"/>
                      </a:cubicBezTo>
                      <a:cubicBezTo>
                        <a:pt x="506" y="230"/>
                        <a:pt x="509" y="231"/>
                        <a:pt x="512" y="230"/>
                      </a:cubicBezTo>
                      <a:cubicBezTo>
                        <a:pt x="515" y="230"/>
                        <a:pt x="518" y="228"/>
                        <a:pt x="522" y="228"/>
                      </a:cubicBezTo>
                      <a:cubicBezTo>
                        <a:pt x="522" y="227"/>
                        <a:pt x="523" y="227"/>
                        <a:pt x="524" y="227"/>
                      </a:cubicBezTo>
                      <a:cubicBezTo>
                        <a:pt x="538" y="226"/>
                        <a:pt x="551" y="236"/>
                        <a:pt x="565" y="234"/>
                      </a:cubicBezTo>
                      <a:cubicBezTo>
                        <a:pt x="566" y="234"/>
                        <a:pt x="566" y="234"/>
                        <a:pt x="567" y="234"/>
                      </a:cubicBezTo>
                      <a:cubicBezTo>
                        <a:pt x="571" y="233"/>
                        <a:pt x="571" y="231"/>
                        <a:pt x="575" y="229"/>
                      </a:cubicBezTo>
                      <a:cubicBezTo>
                        <a:pt x="579" y="228"/>
                        <a:pt x="584" y="229"/>
                        <a:pt x="587" y="229"/>
                      </a:cubicBezTo>
                      <a:cubicBezTo>
                        <a:pt x="594" y="229"/>
                        <a:pt x="600" y="229"/>
                        <a:pt x="606" y="230"/>
                      </a:cubicBezTo>
                      <a:cubicBezTo>
                        <a:pt x="607" y="230"/>
                        <a:pt x="607" y="230"/>
                        <a:pt x="608" y="230"/>
                      </a:cubicBezTo>
                      <a:cubicBezTo>
                        <a:pt x="611" y="231"/>
                        <a:pt x="612" y="230"/>
                        <a:pt x="615" y="230"/>
                      </a:cubicBezTo>
                      <a:cubicBezTo>
                        <a:pt x="622" y="227"/>
                        <a:pt x="629" y="225"/>
                        <a:pt x="637" y="224"/>
                      </a:cubicBezTo>
                      <a:cubicBezTo>
                        <a:pt x="642" y="223"/>
                        <a:pt x="647" y="223"/>
                        <a:pt x="651" y="225"/>
                      </a:cubicBezTo>
                      <a:cubicBezTo>
                        <a:pt x="658" y="226"/>
                        <a:pt x="665" y="229"/>
                        <a:pt x="672" y="230"/>
                      </a:cubicBezTo>
                      <a:cubicBezTo>
                        <a:pt x="680" y="231"/>
                        <a:pt x="687" y="233"/>
                        <a:pt x="695" y="232"/>
                      </a:cubicBezTo>
                      <a:cubicBezTo>
                        <a:pt x="695" y="232"/>
                        <a:pt x="695" y="232"/>
                        <a:pt x="695" y="232"/>
                      </a:cubicBezTo>
                      <a:cubicBezTo>
                        <a:pt x="706" y="229"/>
                        <a:pt x="715" y="233"/>
                        <a:pt x="725" y="235"/>
                      </a:cubicBezTo>
                      <a:cubicBezTo>
                        <a:pt x="730" y="236"/>
                        <a:pt x="730" y="234"/>
                        <a:pt x="734" y="232"/>
                      </a:cubicBezTo>
                      <a:cubicBezTo>
                        <a:pt x="736" y="231"/>
                        <a:pt x="737" y="231"/>
                        <a:pt x="738" y="231"/>
                      </a:cubicBezTo>
                      <a:cubicBezTo>
                        <a:pt x="740" y="231"/>
                        <a:pt x="742" y="232"/>
                        <a:pt x="746" y="232"/>
                      </a:cubicBezTo>
                      <a:cubicBezTo>
                        <a:pt x="749" y="233"/>
                        <a:pt x="749" y="232"/>
                        <a:pt x="752" y="234"/>
                      </a:cubicBezTo>
                      <a:cubicBezTo>
                        <a:pt x="755" y="235"/>
                        <a:pt x="756" y="236"/>
                        <a:pt x="759" y="236"/>
                      </a:cubicBezTo>
                      <a:cubicBezTo>
                        <a:pt x="762" y="236"/>
                        <a:pt x="765" y="236"/>
                        <a:pt x="769" y="236"/>
                      </a:cubicBezTo>
                      <a:cubicBezTo>
                        <a:pt x="772" y="236"/>
                        <a:pt x="775" y="235"/>
                        <a:pt x="778" y="236"/>
                      </a:cubicBezTo>
                      <a:cubicBezTo>
                        <a:pt x="779" y="236"/>
                        <a:pt x="780" y="236"/>
                        <a:pt x="781" y="236"/>
                      </a:cubicBezTo>
                      <a:cubicBezTo>
                        <a:pt x="784" y="237"/>
                        <a:pt x="786" y="238"/>
                        <a:pt x="790" y="237"/>
                      </a:cubicBezTo>
                      <a:cubicBezTo>
                        <a:pt x="794" y="236"/>
                        <a:pt x="798" y="234"/>
                        <a:pt x="803" y="232"/>
                      </a:cubicBezTo>
                      <a:cubicBezTo>
                        <a:pt x="805" y="231"/>
                        <a:pt x="807" y="230"/>
                        <a:pt x="808" y="229"/>
                      </a:cubicBezTo>
                      <a:cubicBezTo>
                        <a:pt x="812" y="228"/>
                        <a:pt x="817" y="229"/>
                        <a:pt x="821" y="229"/>
                      </a:cubicBezTo>
                      <a:cubicBezTo>
                        <a:pt x="822" y="229"/>
                        <a:pt x="823" y="229"/>
                        <a:pt x="824" y="228"/>
                      </a:cubicBezTo>
                      <a:cubicBezTo>
                        <a:pt x="827" y="228"/>
                        <a:pt x="829" y="227"/>
                        <a:pt x="832" y="227"/>
                      </a:cubicBezTo>
                      <a:cubicBezTo>
                        <a:pt x="832" y="223"/>
                        <a:pt x="834" y="217"/>
                        <a:pt x="837" y="215"/>
                      </a:cubicBezTo>
                      <a:cubicBezTo>
                        <a:pt x="839" y="214"/>
                        <a:pt x="841" y="214"/>
                        <a:pt x="844" y="213"/>
                      </a:cubicBezTo>
                      <a:cubicBezTo>
                        <a:pt x="848" y="213"/>
                        <a:pt x="847" y="213"/>
                        <a:pt x="849" y="209"/>
                      </a:cubicBezTo>
                      <a:cubicBezTo>
                        <a:pt x="851" y="204"/>
                        <a:pt x="854" y="200"/>
                        <a:pt x="857" y="196"/>
                      </a:cubicBezTo>
                      <a:cubicBezTo>
                        <a:pt x="860" y="193"/>
                        <a:pt x="862" y="189"/>
                        <a:pt x="862" y="185"/>
                      </a:cubicBezTo>
                      <a:cubicBezTo>
                        <a:pt x="862" y="181"/>
                        <a:pt x="859" y="177"/>
                        <a:pt x="859" y="173"/>
                      </a:cubicBezTo>
                      <a:cubicBezTo>
                        <a:pt x="858" y="168"/>
                        <a:pt x="858" y="161"/>
                        <a:pt x="861" y="156"/>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54" name="Google Shape;554;p17"/>
              <p:cNvSpPr/>
              <p:nvPr/>
            </p:nvSpPr>
            <p:spPr>
              <a:xfrm rot="-2684652">
                <a:off x="-35670" y="4238119"/>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 name="Google Shape;555;p17"/>
            <p:cNvGrpSpPr/>
            <p:nvPr/>
          </p:nvGrpSpPr>
          <p:grpSpPr>
            <a:xfrm>
              <a:off x="-273806" y="-490448"/>
              <a:ext cx="1744609" cy="2037494"/>
              <a:chOff x="2672079" y="1102715"/>
              <a:chExt cx="2047663" cy="2391425"/>
            </a:xfrm>
          </p:grpSpPr>
          <p:sp>
            <p:nvSpPr>
              <p:cNvPr id="556" name="Google Shape;556;p17"/>
              <p:cNvSpPr/>
              <p:nvPr/>
            </p:nvSpPr>
            <p:spPr>
              <a:xfrm flipH="1" rot="5400000">
                <a:off x="2528789" y="1303186"/>
                <a:ext cx="2334244" cy="2047663"/>
              </a:xfrm>
              <a:custGeom>
                <a:rect b="b" l="l" r="r" t="t"/>
                <a:pathLst>
                  <a:path extrusionOk="0" h="58786" w="67023">
                    <a:moveTo>
                      <a:pt x="55047" y="0"/>
                    </a:moveTo>
                    <a:cubicBezTo>
                      <a:pt x="54712" y="61"/>
                      <a:pt x="54408" y="182"/>
                      <a:pt x="54135" y="365"/>
                    </a:cubicBezTo>
                    <a:cubicBezTo>
                      <a:pt x="53649" y="790"/>
                      <a:pt x="53557" y="1641"/>
                      <a:pt x="53253" y="2189"/>
                    </a:cubicBezTo>
                    <a:cubicBezTo>
                      <a:pt x="52980" y="2675"/>
                      <a:pt x="52554" y="3100"/>
                      <a:pt x="52038" y="3313"/>
                    </a:cubicBezTo>
                    <a:cubicBezTo>
                      <a:pt x="51946" y="3374"/>
                      <a:pt x="51825" y="3404"/>
                      <a:pt x="51703" y="3404"/>
                    </a:cubicBezTo>
                    <a:cubicBezTo>
                      <a:pt x="51673" y="3465"/>
                      <a:pt x="51612" y="3526"/>
                      <a:pt x="51582" y="3556"/>
                    </a:cubicBezTo>
                    <a:cubicBezTo>
                      <a:pt x="51490" y="4012"/>
                      <a:pt x="51247" y="4438"/>
                      <a:pt x="50852" y="4711"/>
                    </a:cubicBezTo>
                    <a:cubicBezTo>
                      <a:pt x="50700" y="4985"/>
                      <a:pt x="50548" y="5259"/>
                      <a:pt x="50427" y="5562"/>
                    </a:cubicBezTo>
                    <a:cubicBezTo>
                      <a:pt x="50335" y="5866"/>
                      <a:pt x="50123" y="6110"/>
                      <a:pt x="49880" y="6322"/>
                    </a:cubicBezTo>
                    <a:cubicBezTo>
                      <a:pt x="49880" y="6292"/>
                      <a:pt x="49880" y="6292"/>
                      <a:pt x="49880" y="6262"/>
                    </a:cubicBezTo>
                    <a:cubicBezTo>
                      <a:pt x="49846" y="6183"/>
                      <a:pt x="49774" y="6146"/>
                      <a:pt x="49673" y="6146"/>
                    </a:cubicBezTo>
                    <a:cubicBezTo>
                      <a:pt x="49501" y="6146"/>
                      <a:pt x="49243" y="6253"/>
                      <a:pt x="48937" y="6444"/>
                    </a:cubicBezTo>
                    <a:cubicBezTo>
                      <a:pt x="48694" y="6930"/>
                      <a:pt x="48421" y="7386"/>
                      <a:pt x="48117" y="7842"/>
                    </a:cubicBezTo>
                    <a:cubicBezTo>
                      <a:pt x="48238" y="8237"/>
                      <a:pt x="47904" y="8815"/>
                      <a:pt x="47752" y="9301"/>
                    </a:cubicBezTo>
                    <a:cubicBezTo>
                      <a:pt x="47661" y="9332"/>
                      <a:pt x="47600" y="9362"/>
                      <a:pt x="47509" y="9392"/>
                    </a:cubicBezTo>
                    <a:cubicBezTo>
                      <a:pt x="47357" y="9423"/>
                      <a:pt x="47144" y="9423"/>
                      <a:pt x="46962" y="9453"/>
                    </a:cubicBezTo>
                    <a:cubicBezTo>
                      <a:pt x="45776" y="10882"/>
                      <a:pt x="44348" y="12310"/>
                      <a:pt x="42980" y="13739"/>
                    </a:cubicBezTo>
                    <a:cubicBezTo>
                      <a:pt x="41308" y="15471"/>
                      <a:pt x="39849" y="16991"/>
                      <a:pt x="38420" y="18359"/>
                    </a:cubicBezTo>
                    <a:cubicBezTo>
                      <a:pt x="38086" y="19058"/>
                      <a:pt x="37569" y="19605"/>
                      <a:pt x="36901" y="19970"/>
                    </a:cubicBezTo>
                    <a:cubicBezTo>
                      <a:pt x="36779" y="20031"/>
                      <a:pt x="36627" y="20092"/>
                      <a:pt x="36475" y="20092"/>
                    </a:cubicBezTo>
                    <a:cubicBezTo>
                      <a:pt x="35320" y="21064"/>
                      <a:pt x="34135" y="21976"/>
                      <a:pt x="32888" y="22797"/>
                    </a:cubicBezTo>
                    <a:cubicBezTo>
                      <a:pt x="32645" y="22949"/>
                      <a:pt x="32372" y="23101"/>
                      <a:pt x="32098" y="23192"/>
                    </a:cubicBezTo>
                    <a:cubicBezTo>
                      <a:pt x="32037" y="23283"/>
                      <a:pt x="31976" y="23374"/>
                      <a:pt x="31916" y="23465"/>
                    </a:cubicBezTo>
                    <a:cubicBezTo>
                      <a:pt x="31217" y="24377"/>
                      <a:pt x="30609" y="25320"/>
                      <a:pt x="30001" y="26262"/>
                    </a:cubicBezTo>
                    <a:lnTo>
                      <a:pt x="29150" y="26687"/>
                    </a:lnTo>
                    <a:cubicBezTo>
                      <a:pt x="28137" y="27760"/>
                      <a:pt x="26803" y="28482"/>
                      <a:pt x="25806" y="28482"/>
                    </a:cubicBezTo>
                    <a:cubicBezTo>
                      <a:pt x="25786" y="28482"/>
                      <a:pt x="25766" y="28481"/>
                      <a:pt x="25745" y="28481"/>
                    </a:cubicBezTo>
                    <a:cubicBezTo>
                      <a:pt x="23982" y="30274"/>
                      <a:pt x="22554" y="31156"/>
                      <a:pt x="20244" y="32797"/>
                    </a:cubicBezTo>
                    <a:cubicBezTo>
                      <a:pt x="19727" y="33162"/>
                      <a:pt x="19149" y="33466"/>
                      <a:pt x="18542" y="33618"/>
                    </a:cubicBezTo>
                    <a:cubicBezTo>
                      <a:pt x="18146" y="33891"/>
                      <a:pt x="17812" y="34226"/>
                      <a:pt x="17538" y="34621"/>
                    </a:cubicBezTo>
                    <a:cubicBezTo>
                      <a:pt x="17569" y="34712"/>
                      <a:pt x="17599" y="34803"/>
                      <a:pt x="17630" y="34894"/>
                    </a:cubicBezTo>
                    <a:cubicBezTo>
                      <a:pt x="17417" y="34985"/>
                      <a:pt x="17204" y="35046"/>
                      <a:pt x="16991" y="35168"/>
                    </a:cubicBezTo>
                    <a:cubicBezTo>
                      <a:pt x="16657" y="35350"/>
                      <a:pt x="16323" y="35593"/>
                      <a:pt x="15988" y="35836"/>
                    </a:cubicBezTo>
                    <a:cubicBezTo>
                      <a:pt x="15745" y="36140"/>
                      <a:pt x="15502" y="36475"/>
                      <a:pt x="15228" y="36779"/>
                    </a:cubicBezTo>
                    <a:cubicBezTo>
                      <a:pt x="14803" y="36900"/>
                      <a:pt x="14438" y="37265"/>
                      <a:pt x="14286" y="37691"/>
                    </a:cubicBezTo>
                    <a:cubicBezTo>
                      <a:pt x="14195" y="37782"/>
                      <a:pt x="14104" y="37873"/>
                      <a:pt x="14043" y="37934"/>
                    </a:cubicBezTo>
                    <a:cubicBezTo>
                      <a:pt x="13405" y="38815"/>
                      <a:pt x="12858" y="39666"/>
                      <a:pt x="12250" y="40517"/>
                    </a:cubicBezTo>
                    <a:cubicBezTo>
                      <a:pt x="12858" y="40943"/>
                      <a:pt x="11490" y="41824"/>
                      <a:pt x="11125" y="42463"/>
                    </a:cubicBezTo>
                    <a:cubicBezTo>
                      <a:pt x="10608" y="42706"/>
                      <a:pt x="10183" y="43071"/>
                      <a:pt x="9909" y="43557"/>
                    </a:cubicBezTo>
                    <a:cubicBezTo>
                      <a:pt x="9575" y="44165"/>
                      <a:pt x="9240" y="44742"/>
                      <a:pt x="9362" y="45198"/>
                    </a:cubicBezTo>
                    <a:cubicBezTo>
                      <a:pt x="9757" y="46597"/>
                      <a:pt x="9696" y="46627"/>
                      <a:pt x="7326" y="47843"/>
                    </a:cubicBezTo>
                    <a:cubicBezTo>
                      <a:pt x="7204" y="47904"/>
                      <a:pt x="7082" y="47964"/>
                      <a:pt x="6961" y="48025"/>
                    </a:cubicBezTo>
                    <a:cubicBezTo>
                      <a:pt x="6809" y="48207"/>
                      <a:pt x="6505" y="48511"/>
                      <a:pt x="6535" y="48572"/>
                    </a:cubicBezTo>
                    <a:cubicBezTo>
                      <a:pt x="6657" y="48785"/>
                      <a:pt x="6535" y="49089"/>
                      <a:pt x="6322" y="49393"/>
                    </a:cubicBezTo>
                    <a:cubicBezTo>
                      <a:pt x="6292" y="49545"/>
                      <a:pt x="6231" y="49666"/>
                      <a:pt x="6140" y="49758"/>
                    </a:cubicBezTo>
                    <a:cubicBezTo>
                      <a:pt x="5867" y="49970"/>
                      <a:pt x="5593" y="50153"/>
                      <a:pt x="5289" y="50274"/>
                    </a:cubicBezTo>
                    <a:cubicBezTo>
                      <a:pt x="5198" y="50518"/>
                      <a:pt x="5046" y="50730"/>
                      <a:pt x="4863" y="50943"/>
                    </a:cubicBezTo>
                    <a:cubicBezTo>
                      <a:pt x="4316" y="51733"/>
                      <a:pt x="3708" y="52493"/>
                      <a:pt x="3009" y="53162"/>
                    </a:cubicBezTo>
                    <a:cubicBezTo>
                      <a:pt x="2888" y="53253"/>
                      <a:pt x="2736" y="53314"/>
                      <a:pt x="2553" y="53344"/>
                    </a:cubicBezTo>
                    <a:cubicBezTo>
                      <a:pt x="2401" y="53527"/>
                      <a:pt x="2189" y="53679"/>
                      <a:pt x="2006" y="53861"/>
                    </a:cubicBezTo>
                    <a:cubicBezTo>
                      <a:pt x="1702" y="54165"/>
                      <a:pt x="1459" y="54530"/>
                      <a:pt x="1398" y="54955"/>
                    </a:cubicBezTo>
                    <a:cubicBezTo>
                      <a:pt x="1338" y="55411"/>
                      <a:pt x="1094" y="55776"/>
                      <a:pt x="760" y="56050"/>
                    </a:cubicBezTo>
                    <a:cubicBezTo>
                      <a:pt x="517" y="56293"/>
                      <a:pt x="243" y="56536"/>
                      <a:pt x="0" y="56779"/>
                    </a:cubicBezTo>
                    <a:lnTo>
                      <a:pt x="0" y="58785"/>
                    </a:lnTo>
                    <a:lnTo>
                      <a:pt x="65169" y="58785"/>
                    </a:lnTo>
                    <a:lnTo>
                      <a:pt x="67023" y="0"/>
                    </a:lnTo>
                    <a:close/>
                  </a:path>
                </a:pathLst>
              </a:custGeom>
              <a:solidFill>
                <a:schemeClr val="accent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7"/>
              <p:cNvSpPr/>
              <p:nvPr/>
            </p:nvSpPr>
            <p:spPr>
              <a:xfrm flipH="1" rot="5400000">
                <a:off x="2560534" y="1214259"/>
                <a:ext cx="2270753" cy="2047663"/>
              </a:xfrm>
              <a:custGeom>
                <a:rect b="b" l="l" r="r" t="t"/>
                <a:pathLst>
                  <a:path extrusionOk="0" h="58786" w="65200">
                    <a:moveTo>
                      <a:pt x="52767" y="0"/>
                    </a:moveTo>
                    <a:cubicBezTo>
                      <a:pt x="52342" y="486"/>
                      <a:pt x="51886" y="973"/>
                      <a:pt x="51399" y="1489"/>
                    </a:cubicBezTo>
                    <a:cubicBezTo>
                      <a:pt x="51308" y="1763"/>
                      <a:pt x="51156" y="2037"/>
                      <a:pt x="50943" y="2249"/>
                    </a:cubicBezTo>
                    <a:lnTo>
                      <a:pt x="51095" y="2280"/>
                    </a:lnTo>
                    <a:lnTo>
                      <a:pt x="50244" y="3496"/>
                    </a:lnTo>
                    <a:cubicBezTo>
                      <a:pt x="50184" y="3952"/>
                      <a:pt x="49940" y="4347"/>
                      <a:pt x="49576" y="4620"/>
                    </a:cubicBezTo>
                    <a:cubicBezTo>
                      <a:pt x="49454" y="4894"/>
                      <a:pt x="49302" y="5167"/>
                      <a:pt x="49211" y="5441"/>
                    </a:cubicBezTo>
                    <a:cubicBezTo>
                      <a:pt x="49120" y="5714"/>
                      <a:pt x="48937" y="5988"/>
                      <a:pt x="48694" y="6170"/>
                    </a:cubicBezTo>
                    <a:lnTo>
                      <a:pt x="48694" y="6140"/>
                    </a:lnTo>
                    <a:cubicBezTo>
                      <a:pt x="48658" y="6055"/>
                      <a:pt x="48588" y="6014"/>
                      <a:pt x="48486" y="6014"/>
                    </a:cubicBezTo>
                    <a:cubicBezTo>
                      <a:pt x="48332" y="6014"/>
                      <a:pt x="48106" y="6109"/>
                      <a:pt x="47813" y="6292"/>
                    </a:cubicBezTo>
                    <a:cubicBezTo>
                      <a:pt x="47600" y="6778"/>
                      <a:pt x="47357" y="7234"/>
                      <a:pt x="47083" y="7690"/>
                    </a:cubicBezTo>
                    <a:cubicBezTo>
                      <a:pt x="47205" y="8055"/>
                      <a:pt x="46901" y="8602"/>
                      <a:pt x="46779" y="9088"/>
                    </a:cubicBezTo>
                    <a:cubicBezTo>
                      <a:pt x="46718" y="9119"/>
                      <a:pt x="46658" y="9180"/>
                      <a:pt x="46567" y="9180"/>
                    </a:cubicBezTo>
                    <a:cubicBezTo>
                      <a:pt x="46415" y="9210"/>
                      <a:pt x="46202" y="9240"/>
                      <a:pt x="46019" y="9240"/>
                    </a:cubicBezTo>
                    <a:cubicBezTo>
                      <a:pt x="44956" y="10669"/>
                      <a:pt x="43679" y="12098"/>
                      <a:pt x="42433" y="13496"/>
                    </a:cubicBezTo>
                    <a:cubicBezTo>
                      <a:pt x="40913" y="15228"/>
                      <a:pt x="39575" y="16778"/>
                      <a:pt x="38208" y="18237"/>
                    </a:cubicBezTo>
                    <a:cubicBezTo>
                      <a:pt x="37904" y="18937"/>
                      <a:pt x="37387" y="19544"/>
                      <a:pt x="36749" y="19970"/>
                    </a:cubicBezTo>
                    <a:cubicBezTo>
                      <a:pt x="36627" y="20061"/>
                      <a:pt x="36475" y="20122"/>
                      <a:pt x="36323" y="20122"/>
                    </a:cubicBezTo>
                    <a:cubicBezTo>
                      <a:pt x="35199" y="21216"/>
                      <a:pt x="34013" y="22250"/>
                      <a:pt x="32767" y="23222"/>
                    </a:cubicBezTo>
                    <a:cubicBezTo>
                      <a:pt x="32524" y="23405"/>
                      <a:pt x="32281" y="23557"/>
                      <a:pt x="31977" y="23678"/>
                    </a:cubicBezTo>
                    <a:cubicBezTo>
                      <a:pt x="31946" y="23800"/>
                      <a:pt x="31885" y="23891"/>
                      <a:pt x="31825" y="23982"/>
                    </a:cubicBezTo>
                    <a:cubicBezTo>
                      <a:pt x="31095" y="25016"/>
                      <a:pt x="30487" y="26049"/>
                      <a:pt x="29818" y="27083"/>
                    </a:cubicBezTo>
                    <a:lnTo>
                      <a:pt x="28967" y="27630"/>
                    </a:lnTo>
                    <a:cubicBezTo>
                      <a:pt x="27873" y="28846"/>
                      <a:pt x="26384" y="29697"/>
                      <a:pt x="25320" y="29727"/>
                    </a:cubicBezTo>
                    <a:cubicBezTo>
                      <a:pt x="23435" y="31612"/>
                      <a:pt x="21916" y="32554"/>
                      <a:pt x="19423" y="34165"/>
                    </a:cubicBezTo>
                    <a:cubicBezTo>
                      <a:pt x="18876" y="34529"/>
                      <a:pt x="18268" y="34803"/>
                      <a:pt x="17630" y="34925"/>
                    </a:cubicBezTo>
                    <a:cubicBezTo>
                      <a:pt x="17235" y="35168"/>
                      <a:pt x="16870" y="35472"/>
                      <a:pt x="16596" y="35836"/>
                    </a:cubicBezTo>
                    <a:cubicBezTo>
                      <a:pt x="16627" y="35928"/>
                      <a:pt x="16657" y="36019"/>
                      <a:pt x="16688" y="36110"/>
                    </a:cubicBezTo>
                    <a:cubicBezTo>
                      <a:pt x="16475" y="36201"/>
                      <a:pt x="16262" y="36232"/>
                      <a:pt x="16049" y="36353"/>
                    </a:cubicBezTo>
                    <a:cubicBezTo>
                      <a:pt x="15684" y="36536"/>
                      <a:pt x="15350" y="36718"/>
                      <a:pt x="15046" y="36961"/>
                    </a:cubicBezTo>
                    <a:cubicBezTo>
                      <a:pt x="14803" y="37235"/>
                      <a:pt x="14560" y="37508"/>
                      <a:pt x="14317" y="37782"/>
                    </a:cubicBezTo>
                    <a:cubicBezTo>
                      <a:pt x="13861" y="37873"/>
                      <a:pt x="13496" y="38207"/>
                      <a:pt x="13374" y="38633"/>
                    </a:cubicBezTo>
                    <a:cubicBezTo>
                      <a:pt x="13283" y="38694"/>
                      <a:pt x="13192" y="38754"/>
                      <a:pt x="13131" y="38846"/>
                    </a:cubicBezTo>
                    <a:cubicBezTo>
                      <a:pt x="12523" y="39606"/>
                      <a:pt x="12007" y="40396"/>
                      <a:pt x="11459" y="41156"/>
                    </a:cubicBezTo>
                    <a:cubicBezTo>
                      <a:pt x="12098" y="41581"/>
                      <a:pt x="10791" y="42311"/>
                      <a:pt x="10426" y="42888"/>
                    </a:cubicBezTo>
                    <a:cubicBezTo>
                      <a:pt x="9970" y="43071"/>
                      <a:pt x="9545" y="43405"/>
                      <a:pt x="9301" y="43861"/>
                    </a:cubicBezTo>
                    <a:cubicBezTo>
                      <a:pt x="9028" y="44408"/>
                      <a:pt x="8724" y="44955"/>
                      <a:pt x="8876" y="45381"/>
                    </a:cubicBezTo>
                    <a:cubicBezTo>
                      <a:pt x="9332" y="46688"/>
                      <a:pt x="9301" y="46718"/>
                      <a:pt x="7022" y="47843"/>
                    </a:cubicBezTo>
                    <a:cubicBezTo>
                      <a:pt x="6900" y="47873"/>
                      <a:pt x="6779" y="47934"/>
                      <a:pt x="6687" y="47995"/>
                    </a:cubicBezTo>
                    <a:cubicBezTo>
                      <a:pt x="6505" y="48177"/>
                      <a:pt x="6231" y="48451"/>
                      <a:pt x="6262" y="48511"/>
                    </a:cubicBezTo>
                    <a:cubicBezTo>
                      <a:pt x="6444" y="48815"/>
                      <a:pt x="6231" y="49180"/>
                      <a:pt x="5897" y="49636"/>
                    </a:cubicBezTo>
                    <a:cubicBezTo>
                      <a:pt x="5836" y="49545"/>
                      <a:pt x="5836" y="49484"/>
                      <a:pt x="5836" y="49393"/>
                    </a:cubicBezTo>
                    <a:cubicBezTo>
                      <a:pt x="5502" y="49879"/>
                      <a:pt x="5016" y="50092"/>
                      <a:pt x="4803" y="50670"/>
                    </a:cubicBezTo>
                    <a:cubicBezTo>
                      <a:pt x="4590" y="51217"/>
                      <a:pt x="4225" y="51429"/>
                      <a:pt x="3921" y="51885"/>
                    </a:cubicBezTo>
                    <a:cubicBezTo>
                      <a:pt x="3374" y="52676"/>
                      <a:pt x="2706" y="53344"/>
                      <a:pt x="1915" y="53861"/>
                    </a:cubicBezTo>
                    <a:cubicBezTo>
                      <a:pt x="1611" y="54135"/>
                      <a:pt x="1459" y="54499"/>
                      <a:pt x="1398" y="54864"/>
                    </a:cubicBezTo>
                    <a:cubicBezTo>
                      <a:pt x="1338" y="55320"/>
                      <a:pt x="1095" y="55715"/>
                      <a:pt x="760" y="55989"/>
                    </a:cubicBezTo>
                    <a:cubicBezTo>
                      <a:pt x="517" y="56232"/>
                      <a:pt x="243" y="56475"/>
                      <a:pt x="0" y="56749"/>
                    </a:cubicBezTo>
                    <a:lnTo>
                      <a:pt x="0" y="58785"/>
                    </a:lnTo>
                    <a:lnTo>
                      <a:pt x="65199" y="58785"/>
                    </a:lnTo>
                    <a:lnTo>
                      <a:pt x="651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 name="Google Shape;558;p17"/>
              <p:cNvGrpSpPr/>
              <p:nvPr/>
            </p:nvGrpSpPr>
            <p:grpSpPr>
              <a:xfrm>
                <a:off x="2672083" y="1237279"/>
                <a:ext cx="2047660" cy="1960492"/>
                <a:chOff x="2672083" y="1237279"/>
                <a:chExt cx="2047660" cy="1960492"/>
              </a:xfrm>
            </p:grpSpPr>
            <p:sp>
              <p:nvSpPr>
                <p:cNvPr id="559" name="Google Shape;559;p17"/>
                <p:cNvSpPr/>
                <p:nvPr/>
              </p:nvSpPr>
              <p:spPr>
                <a:xfrm flipH="1" rot="5400000">
                  <a:off x="3079729" y="2340190"/>
                  <a:ext cx="18041" cy="833298"/>
                </a:xfrm>
                <a:custGeom>
                  <a:rect b="b" l="l" r="r" t="t"/>
                  <a:pathLst>
                    <a:path extrusionOk="0" h="23923" w="518">
                      <a:moveTo>
                        <a:pt x="517" y="1"/>
                      </a:moveTo>
                      <a:cubicBezTo>
                        <a:pt x="396" y="31"/>
                        <a:pt x="274" y="62"/>
                        <a:pt x="152" y="62"/>
                      </a:cubicBezTo>
                      <a:lnTo>
                        <a:pt x="0" y="183"/>
                      </a:lnTo>
                      <a:lnTo>
                        <a:pt x="0" y="23922"/>
                      </a:lnTo>
                      <a:lnTo>
                        <a:pt x="517" y="23922"/>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7"/>
                <p:cNvSpPr/>
                <p:nvPr/>
              </p:nvSpPr>
              <p:spPr>
                <a:xfrm flipH="1" rot="5400000">
                  <a:off x="3150680" y="2053316"/>
                  <a:ext cx="18006" cy="975171"/>
                </a:xfrm>
                <a:custGeom>
                  <a:rect b="b" l="l" r="r" t="t"/>
                  <a:pathLst>
                    <a:path extrusionOk="0" h="27996" w="517">
                      <a:moveTo>
                        <a:pt x="517" y="1"/>
                      </a:moveTo>
                      <a:cubicBezTo>
                        <a:pt x="334" y="153"/>
                        <a:pt x="183" y="305"/>
                        <a:pt x="0" y="426"/>
                      </a:cubicBezTo>
                      <a:lnTo>
                        <a:pt x="0" y="27995"/>
                      </a:lnTo>
                      <a:lnTo>
                        <a:pt x="517" y="2799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7"/>
                <p:cNvSpPr/>
                <p:nvPr/>
              </p:nvSpPr>
              <p:spPr>
                <a:xfrm flipH="1" rot="5400000">
                  <a:off x="2820863" y="3030977"/>
                  <a:ext cx="18041" cy="315548"/>
                </a:xfrm>
                <a:custGeom>
                  <a:rect b="b" l="l" r="r" t="t"/>
                  <a:pathLst>
                    <a:path extrusionOk="0" h="9059" w="518">
                      <a:moveTo>
                        <a:pt x="518" y="0"/>
                      </a:moveTo>
                      <a:cubicBezTo>
                        <a:pt x="366" y="152"/>
                        <a:pt x="153" y="304"/>
                        <a:pt x="1" y="517"/>
                      </a:cubicBezTo>
                      <a:lnTo>
                        <a:pt x="1" y="9058"/>
                      </a:lnTo>
                      <a:lnTo>
                        <a:pt x="518" y="9058"/>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7"/>
                <p:cNvSpPr/>
                <p:nvPr/>
              </p:nvSpPr>
              <p:spPr>
                <a:xfrm flipH="1" rot="5400000">
                  <a:off x="3230061" y="1757977"/>
                  <a:ext cx="18041" cy="1133972"/>
                </a:xfrm>
                <a:custGeom>
                  <a:rect b="b" l="l" r="r" t="t"/>
                  <a:pathLst>
                    <a:path extrusionOk="0" h="32555" w="518">
                      <a:moveTo>
                        <a:pt x="518" y="0"/>
                      </a:moveTo>
                      <a:lnTo>
                        <a:pt x="1" y="791"/>
                      </a:lnTo>
                      <a:lnTo>
                        <a:pt x="1" y="32554"/>
                      </a:lnTo>
                      <a:lnTo>
                        <a:pt x="518" y="32554"/>
                      </a:lnTo>
                      <a:lnTo>
                        <a:pt x="518"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7"/>
                <p:cNvSpPr/>
                <p:nvPr/>
              </p:nvSpPr>
              <p:spPr>
                <a:xfrm flipH="1" rot="5400000">
                  <a:off x="2976489" y="2657265"/>
                  <a:ext cx="20165" cy="628936"/>
                </a:xfrm>
                <a:custGeom>
                  <a:rect b="b" l="l" r="r" t="t"/>
                  <a:pathLst>
                    <a:path extrusionOk="0" h="18056" w="579">
                      <a:moveTo>
                        <a:pt x="517" y="0"/>
                      </a:moveTo>
                      <a:cubicBezTo>
                        <a:pt x="426" y="152"/>
                        <a:pt x="305" y="304"/>
                        <a:pt x="213" y="426"/>
                      </a:cubicBezTo>
                      <a:cubicBezTo>
                        <a:pt x="578" y="669"/>
                        <a:pt x="335" y="973"/>
                        <a:pt x="1" y="1338"/>
                      </a:cubicBezTo>
                      <a:lnTo>
                        <a:pt x="1" y="18055"/>
                      </a:lnTo>
                      <a:lnTo>
                        <a:pt x="517" y="180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7"/>
                <p:cNvSpPr/>
                <p:nvPr/>
              </p:nvSpPr>
              <p:spPr>
                <a:xfrm flipH="1" rot="5400000">
                  <a:off x="3584208" y="755986"/>
                  <a:ext cx="16961" cy="1841211"/>
                </a:xfrm>
                <a:custGeom>
                  <a:rect b="b" l="l" r="r" t="t"/>
                  <a:pathLst>
                    <a:path extrusionOk="0" h="52859" w="487">
                      <a:moveTo>
                        <a:pt x="487" y="0"/>
                      </a:moveTo>
                      <a:cubicBezTo>
                        <a:pt x="426" y="91"/>
                        <a:pt x="335" y="152"/>
                        <a:pt x="244" y="243"/>
                      </a:cubicBezTo>
                      <a:cubicBezTo>
                        <a:pt x="244" y="243"/>
                        <a:pt x="244" y="213"/>
                        <a:pt x="244" y="213"/>
                      </a:cubicBezTo>
                      <a:cubicBezTo>
                        <a:pt x="183" y="122"/>
                        <a:pt x="92" y="91"/>
                        <a:pt x="0" y="91"/>
                      </a:cubicBezTo>
                      <a:lnTo>
                        <a:pt x="0" y="52858"/>
                      </a:lnTo>
                      <a:lnTo>
                        <a:pt x="487" y="52858"/>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7"/>
                <p:cNvSpPr/>
                <p:nvPr/>
              </p:nvSpPr>
              <p:spPr>
                <a:xfrm flipH="1" rot="5400000">
                  <a:off x="3337515" y="1434563"/>
                  <a:ext cx="18041" cy="1348889"/>
                </a:xfrm>
                <a:custGeom>
                  <a:rect b="b" l="l" r="r" t="t"/>
                  <a:pathLst>
                    <a:path extrusionOk="0" h="38725" w="518">
                      <a:moveTo>
                        <a:pt x="517" y="0"/>
                      </a:moveTo>
                      <a:cubicBezTo>
                        <a:pt x="426" y="31"/>
                        <a:pt x="365" y="61"/>
                        <a:pt x="274" y="61"/>
                      </a:cubicBezTo>
                      <a:lnTo>
                        <a:pt x="1" y="335"/>
                      </a:lnTo>
                      <a:lnTo>
                        <a:pt x="1" y="38724"/>
                      </a:lnTo>
                      <a:lnTo>
                        <a:pt x="517" y="38724"/>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7"/>
                <p:cNvSpPr/>
                <p:nvPr/>
              </p:nvSpPr>
              <p:spPr>
                <a:xfrm flipH="1" rot="5400000">
                  <a:off x="3687970" y="222468"/>
                  <a:ext cx="16961" cy="2046584"/>
                </a:xfrm>
                <a:custGeom>
                  <a:rect b="b" l="l" r="r" t="t"/>
                  <a:pathLst>
                    <a:path extrusionOk="0" h="58755" w="487">
                      <a:moveTo>
                        <a:pt x="0" y="0"/>
                      </a:moveTo>
                      <a:lnTo>
                        <a:pt x="0" y="58755"/>
                      </a:lnTo>
                      <a:lnTo>
                        <a:pt x="487" y="58755"/>
                      </a:lnTo>
                      <a:lnTo>
                        <a:pt x="48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7"/>
                <p:cNvSpPr/>
                <p:nvPr/>
              </p:nvSpPr>
              <p:spPr>
                <a:xfrm flipH="1" rot="5400000">
                  <a:off x="3687430" y="437884"/>
                  <a:ext cx="18041" cy="2046584"/>
                </a:xfrm>
                <a:custGeom>
                  <a:rect b="b" l="l" r="r" t="t"/>
                  <a:pathLst>
                    <a:path extrusionOk="0" h="58755" w="518">
                      <a:moveTo>
                        <a:pt x="1" y="0"/>
                      </a:moveTo>
                      <a:lnTo>
                        <a:pt x="1" y="58755"/>
                      </a:lnTo>
                      <a:lnTo>
                        <a:pt x="517" y="58755"/>
                      </a:lnTo>
                      <a:lnTo>
                        <a:pt x="517"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7"/>
                <p:cNvSpPr/>
                <p:nvPr/>
              </p:nvSpPr>
              <p:spPr>
                <a:xfrm flipH="1" rot="5400000">
                  <a:off x="3458223" y="1097895"/>
                  <a:ext cx="18041" cy="1590313"/>
                </a:xfrm>
                <a:custGeom>
                  <a:rect b="b" l="l" r="r" t="t"/>
                  <a:pathLst>
                    <a:path extrusionOk="0" h="45656" w="518">
                      <a:moveTo>
                        <a:pt x="517" y="1"/>
                      </a:moveTo>
                      <a:cubicBezTo>
                        <a:pt x="395" y="123"/>
                        <a:pt x="274" y="244"/>
                        <a:pt x="183" y="366"/>
                      </a:cubicBezTo>
                      <a:lnTo>
                        <a:pt x="0" y="548"/>
                      </a:lnTo>
                      <a:lnTo>
                        <a:pt x="0" y="45655"/>
                      </a:lnTo>
                      <a:lnTo>
                        <a:pt x="517" y="45655"/>
                      </a:lnTo>
                      <a:lnTo>
                        <a:pt x="517"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17"/>
              <p:cNvSpPr/>
              <p:nvPr/>
            </p:nvSpPr>
            <p:spPr>
              <a:xfrm flipH="1" rot="5400000">
                <a:off x="3272436" y="2623865"/>
                <a:ext cx="389615" cy="524945"/>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0" name="Google Shape;570;p17"/>
          <p:cNvSpPr txBox="1"/>
          <p:nvPr>
            <p:ph idx="12" type="sldNum"/>
          </p:nvPr>
        </p:nvSpPr>
        <p:spPr>
          <a:xfrm>
            <a:off x="8556784" y="4850851"/>
            <a:ext cx="548700" cy="393600"/>
          </a:xfrm>
          <a:prstGeom prst="rect">
            <a:avLst/>
          </a:prstGeom>
        </p:spPr>
        <p:txBody>
          <a:bodyPr anchorCtr="0" anchor="t" bIns="91425" lIns="91425" spcFirstLastPara="1" rIns="91425" wrap="square" tIns="91425">
            <a:noAutofit/>
          </a:bodyPr>
          <a:lstStyle>
            <a:lvl1pPr lvl="0">
              <a:buNone/>
              <a:defRPr b="1"/>
            </a:lvl1pPr>
            <a:lvl2pPr lvl="1">
              <a:buNone/>
              <a:defRPr b="1"/>
            </a:lvl2pPr>
            <a:lvl3pPr lvl="2">
              <a:buNone/>
              <a:defRPr b="1"/>
            </a:lvl3pPr>
            <a:lvl4pPr lvl="3">
              <a:buNone/>
              <a:defRPr b="1"/>
            </a:lvl4pPr>
            <a:lvl5pPr lvl="4">
              <a:buNone/>
              <a:defRPr b="1"/>
            </a:lvl5pPr>
            <a:lvl6pPr lvl="5">
              <a:buNone/>
              <a:defRPr b="1"/>
            </a:lvl6pPr>
            <a:lvl7pPr lvl="6">
              <a:buNone/>
              <a:defRPr b="1"/>
            </a:lvl7pPr>
            <a:lvl8pPr lvl="7">
              <a:buNone/>
              <a:defRPr b="1"/>
            </a:lvl8pPr>
            <a:lvl9pPr lvl="8">
              <a:buNone/>
              <a:defRPr b="1"/>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71" name="Shape 571"/>
        <p:cNvGrpSpPr/>
        <p:nvPr/>
      </p:nvGrpSpPr>
      <p:grpSpPr>
        <a:xfrm>
          <a:off x="0" y="0"/>
          <a:ext cx="0" cy="0"/>
          <a:chOff x="0" y="0"/>
          <a:chExt cx="0" cy="0"/>
        </a:xfrm>
      </p:grpSpPr>
      <p:pic>
        <p:nvPicPr>
          <p:cNvPr id="572" name="Google Shape;572;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73" name="Google Shape;573;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574" name="Google Shape;574;p18"/>
          <p:cNvSpPr txBox="1"/>
          <p:nvPr>
            <p:ph idx="1" type="subTitle"/>
          </p:nvPr>
        </p:nvSpPr>
        <p:spPr>
          <a:xfrm>
            <a:off x="713250" y="1594450"/>
            <a:ext cx="3801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75" name="Google Shape;575;p18"/>
          <p:cNvSpPr txBox="1"/>
          <p:nvPr>
            <p:ph idx="2" type="subTitle"/>
          </p:nvPr>
        </p:nvSpPr>
        <p:spPr>
          <a:xfrm>
            <a:off x="4629152" y="1594450"/>
            <a:ext cx="3801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76" name="Google Shape;576;p18"/>
          <p:cNvSpPr txBox="1"/>
          <p:nvPr>
            <p:ph idx="3" type="subTitle"/>
          </p:nvPr>
        </p:nvSpPr>
        <p:spPr>
          <a:xfrm>
            <a:off x="713275" y="3396200"/>
            <a:ext cx="3801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77" name="Google Shape;577;p18"/>
          <p:cNvSpPr txBox="1"/>
          <p:nvPr>
            <p:ph idx="4" type="subTitle"/>
          </p:nvPr>
        </p:nvSpPr>
        <p:spPr>
          <a:xfrm>
            <a:off x="4629181" y="3396200"/>
            <a:ext cx="38016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578" name="Google Shape;578;p18"/>
          <p:cNvSpPr txBox="1"/>
          <p:nvPr>
            <p:ph idx="5" type="subTitle"/>
          </p:nvPr>
        </p:nvSpPr>
        <p:spPr>
          <a:xfrm>
            <a:off x="713250" y="1122875"/>
            <a:ext cx="3801600" cy="479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79" name="Google Shape;579;p18"/>
          <p:cNvSpPr txBox="1"/>
          <p:nvPr>
            <p:ph idx="6" type="subTitle"/>
          </p:nvPr>
        </p:nvSpPr>
        <p:spPr>
          <a:xfrm>
            <a:off x="713275" y="2924775"/>
            <a:ext cx="3801600" cy="479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80" name="Google Shape;580;p18"/>
          <p:cNvSpPr txBox="1"/>
          <p:nvPr>
            <p:ph idx="7" type="subTitle"/>
          </p:nvPr>
        </p:nvSpPr>
        <p:spPr>
          <a:xfrm>
            <a:off x="4629124" y="1122875"/>
            <a:ext cx="3801600" cy="479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581" name="Google Shape;581;p18"/>
          <p:cNvSpPr txBox="1"/>
          <p:nvPr>
            <p:ph idx="8" type="subTitle"/>
          </p:nvPr>
        </p:nvSpPr>
        <p:spPr>
          <a:xfrm>
            <a:off x="4629149" y="2924775"/>
            <a:ext cx="3801600" cy="479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582" name="Google Shape;582;p18"/>
          <p:cNvGrpSpPr/>
          <p:nvPr/>
        </p:nvGrpSpPr>
        <p:grpSpPr>
          <a:xfrm>
            <a:off x="-522889" y="-2117587"/>
            <a:ext cx="11069190" cy="9489297"/>
            <a:chOff x="-522889" y="-2117587"/>
            <a:chExt cx="11069190" cy="9489297"/>
          </a:xfrm>
        </p:grpSpPr>
        <p:grpSp>
          <p:nvGrpSpPr>
            <p:cNvPr id="583" name="Google Shape;583;p18"/>
            <p:cNvGrpSpPr/>
            <p:nvPr/>
          </p:nvGrpSpPr>
          <p:grpSpPr>
            <a:xfrm rot="-5591228">
              <a:off x="7947152" y="436434"/>
              <a:ext cx="3085329" cy="1944441"/>
              <a:chOff x="-1887271" y="3488301"/>
              <a:chExt cx="3085184" cy="1944350"/>
            </a:xfrm>
          </p:grpSpPr>
          <p:sp>
            <p:nvSpPr>
              <p:cNvPr id="584" name="Google Shape;584;p18"/>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18"/>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86" name="Google Shape;586;p18"/>
            <p:cNvGrpSpPr/>
            <p:nvPr/>
          </p:nvGrpSpPr>
          <p:grpSpPr>
            <a:xfrm rot="10445970">
              <a:off x="-394318" y="4596387"/>
              <a:ext cx="2729438" cy="2642028"/>
              <a:chOff x="-1614876" y="-1008200"/>
              <a:chExt cx="3010620" cy="2914205"/>
            </a:xfrm>
          </p:grpSpPr>
          <p:sp>
            <p:nvSpPr>
              <p:cNvPr id="587" name="Google Shape;587;p18"/>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18"/>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89" name="Google Shape;589;p18"/>
            <p:cNvSpPr/>
            <p:nvPr/>
          </p:nvSpPr>
          <p:spPr>
            <a:xfrm rot="-2684652">
              <a:off x="8548630" y="1822594"/>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8"/>
            <p:cNvSpPr/>
            <p:nvPr/>
          </p:nvSpPr>
          <p:spPr>
            <a:xfrm flipH="1" rot="-317318">
              <a:off x="518419" y="4743930"/>
              <a:ext cx="389596" cy="324111"/>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1" name="Google Shape;591;p18"/>
            <p:cNvGrpSpPr/>
            <p:nvPr/>
          </p:nvGrpSpPr>
          <p:grpSpPr>
            <a:xfrm flipH="1">
              <a:off x="-64312" y="-2117587"/>
              <a:ext cx="3254375" cy="2457450"/>
              <a:chOff x="2257425" y="-2154812"/>
              <a:chExt cx="3254375" cy="2457450"/>
            </a:xfrm>
          </p:grpSpPr>
          <p:sp>
            <p:nvSpPr>
              <p:cNvPr id="592" name="Google Shape;592;p18"/>
              <p:cNvSpPr/>
              <p:nvPr/>
            </p:nvSpPr>
            <p:spPr>
              <a:xfrm>
                <a:off x="2257425" y="-2154812"/>
                <a:ext cx="3254375" cy="2457450"/>
              </a:xfrm>
              <a:custGeom>
                <a:rect b="b" l="l" r="r" t="t"/>
                <a:pathLst>
                  <a:path extrusionOk="0" h="652" w="862">
                    <a:moveTo>
                      <a:pt x="862" y="0"/>
                    </a:moveTo>
                    <a:cubicBezTo>
                      <a:pt x="862" y="650"/>
                      <a:pt x="862" y="650"/>
                      <a:pt x="862" y="650"/>
                    </a:cubicBezTo>
                    <a:cubicBezTo>
                      <a:pt x="850" y="650"/>
                      <a:pt x="850" y="650"/>
                      <a:pt x="850" y="650"/>
                    </a:cubicBezTo>
                    <a:cubicBezTo>
                      <a:pt x="846" y="648"/>
                      <a:pt x="842" y="647"/>
                      <a:pt x="838" y="647"/>
                    </a:cubicBezTo>
                    <a:cubicBezTo>
                      <a:pt x="831" y="647"/>
                      <a:pt x="826" y="652"/>
                      <a:pt x="820" y="647"/>
                    </a:cubicBezTo>
                    <a:cubicBezTo>
                      <a:pt x="813" y="642"/>
                      <a:pt x="806" y="634"/>
                      <a:pt x="797" y="635"/>
                    </a:cubicBezTo>
                    <a:cubicBezTo>
                      <a:pt x="795" y="635"/>
                      <a:pt x="792" y="637"/>
                      <a:pt x="791" y="637"/>
                    </a:cubicBezTo>
                    <a:cubicBezTo>
                      <a:pt x="787" y="638"/>
                      <a:pt x="787" y="636"/>
                      <a:pt x="784" y="634"/>
                    </a:cubicBezTo>
                    <a:cubicBezTo>
                      <a:pt x="781" y="632"/>
                      <a:pt x="777" y="631"/>
                      <a:pt x="774" y="632"/>
                    </a:cubicBezTo>
                    <a:cubicBezTo>
                      <a:pt x="771" y="632"/>
                      <a:pt x="771" y="634"/>
                      <a:pt x="768" y="633"/>
                    </a:cubicBezTo>
                    <a:cubicBezTo>
                      <a:pt x="765" y="633"/>
                      <a:pt x="762" y="628"/>
                      <a:pt x="758" y="628"/>
                    </a:cubicBezTo>
                    <a:cubicBezTo>
                      <a:pt x="755" y="628"/>
                      <a:pt x="753" y="630"/>
                      <a:pt x="749" y="630"/>
                    </a:cubicBezTo>
                    <a:cubicBezTo>
                      <a:pt x="744" y="630"/>
                      <a:pt x="743" y="627"/>
                      <a:pt x="739" y="630"/>
                    </a:cubicBezTo>
                    <a:cubicBezTo>
                      <a:pt x="737" y="631"/>
                      <a:pt x="735" y="634"/>
                      <a:pt x="733" y="635"/>
                    </a:cubicBezTo>
                    <a:cubicBezTo>
                      <a:pt x="725" y="632"/>
                      <a:pt x="717" y="636"/>
                      <a:pt x="708" y="634"/>
                    </a:cubicBezTo>
                    <a:cubicBezTo>
                      <a:pt x="707" y="633"/>
                      <a:pt x="704" y="632"/>
                      <a:pt x="703" y="631"/>
                    </a:cubicBezTo>
                    <a:cubicBezTo>
                      <a:pt x="701" y="630"/>
                      <a:pt x="699" y="631"/>
                      <a:pt x="697" y="630"/>
                    </a:cubicBezTo>
                    <a:cubicBezTo>
                      <a:pt x="694" y="629"/>
                      <a:pt x="694" y="628"/>
                      <a:pt x="691" y="628"/>
                    </a:cubicBezTo>
                    <a:cubicBezTo>
                      <a:pt x="689" y="628"/>
                      <a:pt x="687" y="628"/>
                      <a:pt x="685" y="628"/>
                    </a:cubicBezTo>
                    <a:cubicBezTo>
                      <a:pt x="683" y="628"/>
                      <a:pt x="681" y="628"/>
                      <a:pt x="679" y="628"/>
                    </a:cubicBezTo>
                    <a:cubicBezTo>
                      <a:pt x="678" y="628"/>
                      <a:pt x="677" y="630"/>
                      <a:pt x="676" y="630"/>
                    </a:cubicBezTo>
                    <a:cubicBezTo>
                      <a:pt x="671" y="631"/>
                      <a:pt x="667" y="629"/>
                      <a:pt x="662" y="628"/>
                    </a:cubicBezTo>
                    <a:cubicBezTo>
                      <a:pt x="660" y="627"/>
                      <a:pt x="659" y="628"/>
                      <a:pt x="656" y="627"/>
                    </a:cubicBezTo>
                    <a:cubicBezTo>
                      <a:pt x="654" y="626"/>
                      <a:pt x="653" y="624"/>
                      <a:pt x="651" y="624"/>
                    </a:cubicBezTo>
                    <a:cubicBezTo>
                      <a:pt x="647" y="623"/>
                      <a:pt x="642" y="624"/>
                      <a:pt x="638" y="624"/>
                    </a:cubicBezTo>
                    <a:cubicBezTo>
                      <a:pt x="633" y="624"/>
                      <a:pt x="628" y="625"/>
                      <a:pt x="624" y="624"/>
                    </a:cubicBezTo>
                    <a:cubicBezTo>
                      <a:pt x="621" y="623"/>
                      <a:pt x="618" y="620"/>
                      <a:pt x="614" y="620"/>
                    </a:cubicBezTo>
                    <a:cubicBezTo>
                      <a:pt x="609" y="620"/>
                      <a:pt x="606" y="620"/>
                      <a:pt x="601" y="618"/>
                    </a:cubicBezTo>
                    <a:cubicBezTo>
                      <a:pt x="599" y="617"/>
                      <a:pt x="600" y="617"/>
                      <a:pt x="597" y="617"/>
                    </a:cubicBezTo>
                    <a:cubicBezTo>
                      <a:pt x="595" y="616"/>
                      <a:pt x="592" y="614"/>
                      <a:pt x="590" y="614"/>
                    </a:cubicBezTo>
                    <a:cubicBezTo>
                      <a:pt x="585" y="614"/>
                      <a:pt x="583" y="618"/>
                      <a:pt x="580" y="620"/>
                    </a:cubicBezTo>
                    <a:cubicBezTo>
                      <a:pt x="578" y="621"/>
                      <a:pt x="576" y="620"/>
                      <a:pt x="574" y="620"/>
                    </a:cubicBezTo>
                    <a:cubicBezTo>
                      <a:pt x="572" y="621"/>
                      <a:pt x="571" y="622"/>
                      <a:pt x="569" y="622"/>
                    </a:cubicBezTo>
                    <a:cubicBezTo>
                      <a:pt x="564" y="622"/>
                      <a:pt x="560" y="615"/>
                      <a:pt x="555" y="614"/>
                    </a:cubicBezTo>
                    <a:cubicBezTo>
                      <a:pt x="553" y="614"/>
                      <a:pt x="551" y="615"/>
                      <a:pt x="549" y="614"/>
                    </a:cubicBezTo>
                    <a:cubicBezTo>
                      <a:pt x="546" y="613"/>
                      <a:pt x="544" y="610"/>
                      <a:pt x="541" y="609"/>
                    </a:cubicBezTo>
                    <a:cubicBezTo>
                      <a:pt x="536" y="608"/>
                      <a:pt x="527" y="608"/>
                      <a:pt x="522" y="610"/>
                    </a:cubicBezTo>
                    <a:cubicBezTo>
                      <a:pt x="519" y="611"/>
                      <a:pt x="515" y="615"/>
                      <a:pt x="512" y="615"/>
                    </a:cubicBezTo>
                    <a:cubicBezTo>
                      <a:pt x="508" y="615"/>
                      <a:pt x="506" y="611"/>
                      <a:pt x="503" y="609"/>
                    </a:cubicBezTo>
                    <a:cubicBezTo>
                      <a:pt x="499" y="604"/>
                      <a:pt x="498" y="605"/>
                      <a:pt x="493" y="606"/>
                    </a:cubicBezTo>
                    <a:cubicBezTo>
                      <a:pt x="491" y="607"/>
                      <a:pt x="490" y="608"/>
                      <a:pt x="488" y="607"/>
                    </a:cubicBezTo>
                    <a:cubicBezTo>
                      <a:pt x="487" y="606"/>
                      <a:pt x="487" y="604"/>
                      <a:pt x="484" y="603"/>
                    </a:cubicBezTo>
                    <a:cubicBezTo>
                      <a:pt x="481" y="602"/>
                      <a:pt x="481" y="604"/>
                      <a:pt x="478" y="605"/>
                    </a:cubicBezTo>
                    <a:cubicBezTo>
                      <a:pt x="477" y="606"/>
                      <a:pt x="476" y="607"/>
                      <a:pt x="474" y="607"/>
                    </a:cubicBezTo>
                    <a:cubicBezTo>
                      <a:pt x="473" y="607"/>
                      <a:pt x="472" y="606"/>
                      <a:pt x="471" y="605"/>
                    </a:cubicBezTo>
                    <a:cubicBezTo>
                      <a:pt x="467" y="605"/>
                      <a:pt x="467" y="608"/>
                      <a:pt x="465" y="609"/>
                    </a:cubicBezTo>
                    <a:cubicBezTo>
                      <a:pt x="462" y="609"/>
                      <a:pt x="460" y="606"/>
                      <a:pt x="458" y="605"/>
                    </a:cubicBezTo>
                    <a:cubicBezTo>
                      <a:pt x="455" y="603"/>
                      <a:pt x="452" y="602"/>
                      <a:pt x="449" y="601"/>
                    </a:cubicBezTo>
                    <a:cubicBezTo>
                      <a:pt x="449" y="601"/>
                      <a:pt x="443" y="598"/>
                      <a:pt x="443" y="598"/>
                    </a:cubicBezTo>
                    <a:cubicBezTo>
                      <a:pt x="441" y="598"/>
                      <a:pt x="441" y="599"/>
                      <a:pt x="439" y="599"/>
                    </a:cubicBezTo>
                    <a:cubicBezTo>
                      <a:pt x="435" y="599"/>
                      <a:pt x="431" y="596"/>
                      <a:pt x="427" y="596"/>
                    </a:cubicBezTo>
                    <a:cubicBezTo>
                      <a:pt x="426" y="597"/>
                      <a:pt x="426" y="597"/>
                      <a:pt x="425" y="597"/>
                    </a:cubicBezTo>
                    <a:cubicBezTo>
                      <a:pt x="423" y="597"/>
                      <a:pt x="421" y="597"/>
                      <a:pt x="419" y="597"/>
                    </a:cubicBezTo>
                    <a:cubicBezTo>
                      <a:pt x="418" y="597"/>
                      <a:pt x="416" y="597"/>
                      <a:pt x="415" y="597"/>
                    </a:cubicBezTo>
                    <a:cubicBezTo>
                      <a:pt x="411" y="597"/>
                      <a:pt x="409" y="597"/>
                      <a:pt x="405" y="595"/>
                    </a:cubicBezTo>
                    <a:cubicBezTo>
                      <a:pt x="402" y="594"/>
                      <a:pt x="400" y="595"/>
                      <a:pt x="398" y="593"/>
                    </a:cubicBezTo>
                    <a:cubicBezTo>
                      <a:pt x="396" y="592"/>
                      <a:pt x="394" y="589"/>
                      <a:pt x="392" y="588"/>
                    </a:cubicBezTo>
                    <a:cubicBezTo>
                      <a:pt x="389" y="588"/>
                      <a:pt x="389" y="591"/>
                      <a:pt x="387" y="592"/>
                    </a:cubicBezTo>
                    <a:cubicBezTo>
                      <a:pt x="386" y="593"/>
                      <a:pt x="384" y="594"/>
                      <a:pt x="383" y="593"/>
                    </a:cubicBezTo>
                    <a:cubicBezTo>
                      <a:pt x="382" y="593"/>
                      <a:pt x="382" y="592"/>
                      <a:pt x="382" y="592"/>
                    </a:cubicBezTo>
                    <a:cubicBezTo>
                      <a:pt x="376" y="592"/>
                      <a:pt x="371" y="594"/>
                      <a:pt x="365" y="594"/>
                    </a:cubicBezTo>
                    <a:cubicBezTo>
                      <a:pt x="362" y="594"/>
                      <a:pt x="357" y="594"/>
                      <a:pt x="354" y="593"/>
                    </a:cubicBezTo>
                    <a:cubicBezTo>
                      <a:pt x="353" y="592"/>
                      <a:pt x="353" y="591"/>
                      <a:pt x="351" y="590"/>
                    </a:cubicBezTo>
                    <a:cubicBezTo>
                      <a:pt x="349" y="589"/>
                      <a:pt x="348" y="590"/>
                      <a:pt x="346" y="590"/>
                    </a:cubicBezTo>
                    <a:cubicBezTo>
                      <a:pt x="342" y="589"/>
                      <a:pt x="338" y="585"/>
                      <a:pt x="334" y="584"/>
                    </a:cubicBezTo>
                    <a:cubicBezTo>
                      <a:pt x="330" y="582"/>
                      <a:pt x="326" y="580"/>
                      <a:pt x="321" y="580"/>
                    </a:cubicBezTo>
                    <a:cubicBezTo>
                      <a:pt x="319" y="580"/>
                      <a:pt x="317" y="580"/>
                      <a:pt x="315" y="580"/>
                    </a:cubicBezTo>
                    <a:cubicBezTo>
                      <a:pt x="311" y="579"/>
                      <a:pt x="313" y="579"/>
                      <a:pt x="309" y="580"/>
                    </a:cubicBezTo>
                    <a:cubicBezTo>
                      <a:pt x="301" y="581"/>
                      <a:pt x="300" y="574"/>
                      <a:pt x="293" y="572"/>
                    </a:cubicBezTo>
                    <a:cubicBezTo>
                      <a:pt x="285" y="571"/>
                      <a:pt x="285" y="576"/>
                      <a:pt x="281" y="578"/>
                    </a:cubicBezTo>
                    <a:cubicBezTo>
                      <a:pt x="279" y="578"/>
                      <a:pt x="277" y="578"/>
                      <a:pt x="276" y="579"/>
                    </a:cubicBezTo>
                    <a:cubicBezTo>
                      <a:pt x="274" y="580"/>
                      <a:pt x="272" y="582"/>
                      <a:pt x="270" y="584"/>
                    </a:cubicBezTo>
                    <a:cubicBezTo>
                      <a:pt x="269" y="584"/>
                      <a:pt x="267" y="584"/>
                      <a:pt x="265" y="584"/>
                    </a:cubicBezTo>
                    <a:cubicBezTo>
                      <a:pt x="261" y="584"/>
                      <a:pt x="256" y="584"/>
                      <a:pt x="252" y="584"/>
                    </a:cubicBezTo>
                    <a:cubicBezTo>
                      <a:pt x="246" y="584"/>
                      <a:pt x="242" y="587"/>
                      <a:pt x="237" y="588"/>
                    </a:cubicBezTo>
                    <a:cubicBezTo>
                      <a:pt x="234" y="588"/>
                      <a:pt x="230" y="585"/>
                      <a:pt x="227" y="587"/>
                    </a:cubicBezTo>
                    <a:cubicBezTo>
                      <a:pt x="224" y="589"/>
                      <a:pt x="225" y="591"/>
                      <a:pt x="223" y="593"/>
                    </a:cubicBezTo>
                    <a:cubicBezTo>
                      <a:pt x="219" y="594"/>
                      <a:pt x="215" y="589"/>
                      <a:pt x="210" y="589"/>
                    </a:cubicBezTo>
                    <a:cubicBezTo>
                      <a:pt x="204" y="590"/>
                      <a:pt x="204" y="594"/>
                      <a:pt x="198" y="592"/>
                    </a:cubicBezTo>
                    <a:cubicBezTo>
                      <a:pt x="194" y="590"/>
                      <a:pt x="193" y="589"/>
                      <a:pt x="190" y="591"/>
                    </a:cubicBezTo>
                    <a:cubicBezTo>
                      <a:pt x="187" y="594"/>
                      <a:pt x="187" y="597"/>
                      <a:pt x="183" y="599"/>
                    </a:cubicBezTo>
                    <a:cubicBezTo>
                      <a:pt x="181" y="599"/>
                      <a:pt x="179" y="600"/>
                      <a:pt x="178" y="601"/>
                    </a:cubicBezTo>
                    <a:cubicBezTo>
                      <a:pt x="177" y="602"/>
                      <a:pt x="176" y="603"/>
                      <a:pt x="175" y="603"/>
                    </a:cubicBezTo>
                    <a:cubicBezTo>
                      <a:pt x="173" y="603"/>
                      <a:pt x="169" y="599"/>
                      <a:pt x="167" y="598"/>
                    </a:cubicBezTo>
                    <a:cubicBezTo>
                      <a:pt x="159" y="593"/>
                      <a:pt x="156" y="599"/>
                      <a:pt x="149" y="597"/>
                    </a:cubicBezTo>
                    <a:cubicBezTo>
                      <a:pt x="145" y="596"/>
                      <a:pt x="142" y="592"/>
                      <a:pt x="137" y="593"/>
                    </a:cubicBezTo>
                    <a:cubicBezTo>
                      <a:pt x="135" y="593"/>
                      <a:pt x="134" y="594"/>
                      <a:pt x="133" y="595"/>
                    </a:cubicBezTo>
                    <a:cubicBezTo>
                      <a:pt x="132" y="595"/>
                      <a:pt x="131" y="595"/>
                      <a:pt x="131" y="594"/>
                    </a:cubicBezTo>
                    <a:cubicBezTo>
                      <a:pt x="126" y="594"/>
                      <a:pt x="124" y="594"/>
                      <a:pt x="120" y="598"/>
                    </a:cubicBezTo>
                    <a:cubicBezTo>
                      <a:pt x="116" y="601"/>
                      <a:pt x="115" y="603"/>
                      <a:pt x="110" y="603"/>
                    </a:cubicBezTo>
                    <a:cubicBezTo>
                      <a:pt x="108" y="603"/>
                      <a:pt x="104" y="602"/>
                      <a:pt x="103" y="603"/>
                    </a:cubicBezTo>
                    <a:cubicBezTo>
                      <a:pt x="100" y="605"/>
                      <a:pt x="99" y="612"/>
                      <a:pt x="98" y="614"/>
                    </a:cubicBezTo>
                    <a:cubicBezTo>
                      <a:pt x="92" y="613"/>
                      <a:pt x="89" y="608"/>
                      <a:pt x="83" y="606"/>
                    </a:cubicBezTo>
                    <a:cubicBezTo>
                      <a:pt x="80" y="606"/>
                      <a:pt x="78" y="604"/>
                      <a:pt x="75" y="605"/>
                    </a:cubicBezTo>
                    <a:cubicBezTo>
                      <a:pt x="73" y="605"/>
                      <a:pt x="72" y="606"/>
                      <a:pt x="70" y="607"/>
                    </a:cubicBezTo>
                    <a:cubicBezTo>
                      <a:pt x="64" y="609"/>
                      <a:pt x="57" y="606"/>
                      <a:pt x="50" y="607"/>
                    </a:cubicBezTo>
                    <a:cubicBezTo>
                      <a:pt x="46" y="609"/>
                      <a:pt x="40" y="608"/>
                      <a:pt x="37" y="611"/>
                    </a:cubicBezTo>
                    <a:cubicBezTo>
                      <a:pt x="35" y="613"/>
                      <a:pt x="35" y="616"/>
                      <a:pt x="33" y="618"/>
                    </a:cubicBezTo>
                    <a:cubicBezTo>
                      <a:pt x="31" y="619"/>
                      <a:pt x="28" y="618"/>
                      <a:pt x="26" y="619"/>
                    </a:cubicBezTo>
                    <a:cubicBezTo>
                      <a:pt x="24" y="619"/>
                      <a:pt x="22" y="620"/>
                      <a:pt x="20" y="620"/>
                    </a:cubicBezTo>
                    <a:cubicBezTo>
                      <a:pt x="17" y="620"/>
                      <a:pt x="14" y="621"/>
                      <a:pt x="12" y="623"/>
                    </a:cubicBezTo>
                    <a:cubicBezTo>
                      <a:pt x="9" y="625"/>
                      <a:pt x="10" y="627"/>
                      <a:pt x="6" y="628"/>
                    </a:cubicBezTo>
                    <a:cubicBezTo>
                      <a:pt x="4" y="629"/>
                      <a:pt x="2" y="628"/>
                      <a:pt x="0" y="628"/>
                    </a:cubicBezTo>
                    <a:cubicBezTo>
                      <a:pt x="0" y="0"/>
                      <a:pt x="0" y="0"/>
                      <a:pt x="0" y="0"/>
                    </a:cubicBezTo>
                    <a:cubicBezTo>
                      <a:pt x="32" y="0"/>
                      <a:pt x="32" y="0"/>
                      <a:pt x="32" y="0"/>
                    </a:cubicBezTo>
                    <a:cubicBezTo>
                      <a:pt x="29" y="8"/>
                      <a:pt x="26" y="16"/>
                      <a:pt x="28" y="24"/>
                    </a:cubicBezTo>
                    <a:cubicBezTo>
                      <a:pt x="24" y="26"/>
                      <a:pt x="21" y="29"/>
                      <a:pt x="21" y="34"/>
                    </a:cubicBezTo>
                    <a:cubicBezTo>
                      <a:pt x="21" y="40"/>
                      <a:pt x="26" y="45"/>
                      <a:pt x="32" y="45"/>
                    </a:cubicBezTo>
                    <a:cubicBezTo>
                      <a:pt x="38" y="45"/>
                      <a:pt x="43" y="40"/>
                      <a:pt x="43" y="34"/>
                    </a:cubicBezTo>
                    <a:cubicBezTo>
                      <a:pt x="43" y="29"/>
                      <a:pt x="40" y="25"/>
                      <a:pt x="35" y="23"/>
                    </a:cubicBezTo>
                    <a:cubicBezTo>
                      <a:pt x="34" y="16"/>
                      <a:pt x="37" y="8"/>
                      <a:pt x="40" y="0"/>
                    </a:cubicBezTo>
                    <a:cubicBezTo>
                      <a:pt x="96" y="0"/>
                      <a:pt x="96" y="0"/>
                      <a:pt x="96" y="0"/>
                    </a:cubicBezTo>
                    <a:cubicBezTo>
                      <a:pt x="93" y="2"/>
                      <a:pt x="89" y="5"/>
                      <a:pt x="87" y="8"/>
                    </a:cubicBezTo>
                    <a:cubicBezTo>
                      <a:pt x="84" y="13"/>
                      <a:pt x="83" y="19"/>
                      <a:pt x="84" y="24"/>
                    </a:cubicBezTo>
                    <a:cubicBezTo>
                      <a:pt x="81" y="26"/>
                      <a:pt x="78" y="30"/>
                      <a:pt x="78" y="34"/>
                    </a:cubicBezTo>
                    <a:cubicBezTo>
                      <a:pt x="78" y="40"/>
                      <a:pt x="83" y="45"/>
                      <a:pt x="89" y="45"/>
                    </a:cubicBezTo>
                    <a:cubicBezTo>
                      <a:pt x="95" y="45"/>
                      <a:pt x="100" y="40"/>
                      <a:pt x="100" y="34"/>
                    </a:cubicBezTo>
                    <a:cubicBezTo>
                      <a:pt x="100" y="29"/>
                      <a:pt x="96" y="24"/>
                      <a:pt x="92" y="23"/>
                    </a:cubicBezTo>
                    <a:cubicBezTo>
                      <a:pt x="91" y="22"/>
                      <a:pt x="91" y="20"/>
                      <a:pt x="91" y="18"/>
                    </a:cubicBezTo>
                    <a:cubicBezTo>
                      <a:pt x="91" y="18"/>
                      <a:pt x="91" y="18"/>
                      <a:pt x="91" y="18"/>
                    </a:cubicBezTo>
                    <a:cubicBezTo>
                      <a:pt x="91" y="18"/>
                      <a:pt x="91" y="18"/>
                      <a:pt x="92" y="18"/>
                    </a:cubicBezTo>
                    <a:cubicBezTo>
                      <a:pt x="92" y="18"/>
                      <a:pt x="92" y="17"/>
                      <a:pt x="92" y="17"/>
                    </a:cubicBezTo>
                    <a:cubicBezTo>
                      <a:pt x="92" y="16"/>
                      <a:pt x="92" y="16"/>
                      <a:pt x="92" y="15"/>
                    </a:cubicBezTo>
                    <a:cubicBezTo>
                      <a:pt x="92" y="15"/>
                      <a:pt x="92" y="15"/>
                      <a:pt x="92" y="15"/>
                    </a:cubicBezTo>
                    <a:cubicBezTo>
                      <a:pt x="93" y="14"/>
                      <a:pt x="93" y="14"/>
                      <a:pt x="93" y="14"/>
                    </a:cubicBezTo>
                    <a:cubicBezTo>
                      <a:pt x="93" y="13"/>
                      <a:pt x="94" y="13"/>
                      <a:pt x="94" y="12"/>
                    </a:cubicBezTo>
                    <a:cubicBezTo>
                      <a:pt x="94" y="12"/>
                      <a:pt x="94" y="12"/>
                      <a:pt x="94" y="12"/>
                    </a:cubicBezTo>
                    <a:cubicBezTo>
                      <a:pt x="94" y="12"/>
                      <a:pt x="94" y="12"/>
                      <a:pt x="94" y="12"/>
                    </a:cubicBezTo>
                    <a:cubicBezTo>
                      <a:pt x="94" y="12"/>
                      <a:pt x="95" y="11"/>
                      <a:pt x="95" y="11"/>
                    </a:cubicBezTo>
                    <a:cubicBezTo>
                      <a:pt x="95" y="11"/>
                      <a:pt x="96" y="10"/>
                      <a:pt x="96" y="10"/>
                    </a:cubicBezTo>
                    <a:cubicBezTo>
                      <a:pt x="97" y="9"/>
                      <a:pt x="97" y="9"/>
                      <a:pt x="98" y="8"/>
                    </a:cubicBezTo>
                    <a:cubicBezTo>
                      <a:pt x="98" y="8"/>
                      <a:pt x="98" y="8"/>
                      <a:pt x="98" y="8"/>
                    </a:cubicBezTo>
                    <a:cubicBezTo>
                      <a:pt x="99" y="8"/>
                      <a:pt x="99" y="7"/>
                      <a:pt x="99" y="7"/>
                    </a:cubicBezTo>
                    <a:cubicBezTo>
                      <a:pt x="102" y="5"/>
                      <a:pt x="105" y="4"/>
                      <a:pt x="108" y="2"/>
                    </a:cubicBezTo>
                    <a:cubicBezTo>
                      <a:pt x="109" y="1"/>
                      <a:pt x="109" y="1"/>
                      <a:pt x="109" y="0"/>
                    </a:cubicBezTo>
                    <a:cubicBezTo>
                      <a:pt x="144" y="0"/>
                      <a:pt x="144" y="0"/>
                      <a:pt x="144" y="0"/>
                    </a:cubicBezTo>
                    <a:cubicBezTo>
                      <a:pt x="143" y="3"/>
                      <a:pt x="142" y="5"/>
                      <a:pt x="142" y="8"/>
                    </a:cubicBezTo>
                    <a:cubicBezTo>
                      <a:pt x="141" y="13"/>
                      <a:pt x="141" y="19"/>
                      <a:pt x="142" y="24"/>
                    </a:cubicBezTo>
                    <a:cubicBezTo>
                      <a:pt x="138" y="26"/>
                      <a:pt x="135" y="29"/>
                      <a:pt x="135" y="34"/>
                    </a:cubicBezTo>
                    <a:cubicBezTo>
                      <a:pt x="135" y="40"/>
                      <a:pt x="140" y="45"/>
                      <a:pt x="146" y="45"/>
                    </a:cubicBezTo>
                    <a:cubicBezTo>
                      <a:pt x="152" y="45"/>
                      <a:pt x="157" y="40"/>
                      <a:pt x="157" y="34"/>
                    </a:cubicBezTo>
                    <a:cubicBezTo>
                      <a:pt x="157" y="29"/>
                      <a:pt x="154" y="25"/>
                      <a:pt x="149" y="23"/>
                    </a:cubicBezTo>
                    <a:cubicBezTo>
                      <a:pt x="149" y="15"/>
                      <a:pt x="149" y="7"/>
                      <a:pt x="152" y="0"/>
                    </a:cubicBezTo>
                    <a:cubicBezTo>
                      <a:pt x="204" y="0"/>
                      <a:pt x="204" y="0"/>
                      <a:pt x="204" y="0"/>
                    </a:cubicBezTo>
                    <a:cubicBezTo>
                      <a:pt x="202" y="4"/>
                      <a:pt x="200" y="8"/>
                      <a:pt x="199" y="12"/>
                    </a:cubicBezTo>
                    <a:cubicBezTo>
                      <a:pt x="198" y="16"/>
                      <a:pt x="198" y="20"/>
                      <a:pt x="198" y="24"/>
                    </a:cubicBezTo>
                    <a:cubicBezTo>
                      <a:pt x="195" y="26"/>
                      <a:pt x="192" y="30"/>
                      <a:pt x="192" y="34"/>
                    </a:cubicBezTo>
                    <a:cubicBezTo>
                      <a:pt x="192" y="40"/>
                      <a:pt x="197" y="45"/>
                      <a:pt x="203" y="45"/>
                    </a:cubicBezTo>
                    <a:cubicBezTo>
                      <a:pt x="209" y="45"/>
                      <a:pt x="214" y="40"/>
                      <a:pt x="214" y="34"/>
                    </a:cubicBezTo>
                    <a:cubicBezTo>
                      <a:pt x="214" y="29"/>
                      <a:pt x="211" y="25"/>
                      <a:pt x="206" y="23"/>
                    </a:cubicBezTo>
                    <a:cubicBezTo>
                      <a:pt x="206" y="22"/>
                      <a:pt x="206" y="21"/>
                      <a:pt x="206" y="20"/>
                    </a:cubicBezTo>
                    <a:cubicBezTo>
                      <a:pt x="206" y="19"/>
                      <a:pt x="206" y="18"/>
                      <a:pt x="206" y="17"/>
                    </a:cubicBezTo>
                    <a:cubicBezTo>
                      <a:pt x="206" y="16"/>
                      <a:pt x="206" y="16"/>
                      <a:pt x="206" y="16"/>
                    </a:cubicBezTo>
                    <a:cubicBezTo>
                      <a:pt x="206" y="16"/>
                      <a:pt x="206" y="16"/>
                      <a:pt x="206" y="16"/>
                    </a:cubicBezTo>
                    <a:cubicBezTo>
                      <a:pt x="206" y="16"/>
                      <a:pt x="206" y="16"/>
                      <a:pt x="206" y="16"/>
                    </a:cubicBezTo>
                    <a:cubicBezTo>
                      <a:pt x="206" y="15"/>
                      <a:pt x="207" y="14"/>
                      <a:pt x="207" y="14"/>
                    </a:cubicBezTo>
                    <a:cubicBezTo>
                      <a:pt x="208" y="9"/>
                      <a:pt x="210" y="5"/>
                      <a:pt x="213" y="1"/>
                    </a:cubicBezTo>
                    <a:cubicBezTo>
                      <a:pt x="213" y="0"/>
                      <a:pt x="213" y="0"/>
                      <a:pt x="213" y="0"/>
                    </a:cubicBezTo>
                    <a:cubicBezTo>
                      <a:pt x="257" y="0"/>
                      <a:pt x="257" y="0"/>
                      <a:pt x="257" y="0"/>
                    </a:cubicBezTo>
                    <a:cubicBezTo>
                      <a:pt x="256" y="2"/>
                      <a:pt x="255" y="5"/>
                      <a:pt x="255" y="7"/>
                    </a:cubicBezTo>
                    <a:cubicBezTo>
                      <a:pt x="254" y="13"/>
                      <a:pt x="255" y="18"/>
                      <a:pt x="255" y="24"/>
                    </a:cubicBezTo>
                    <a:cubicBezTo>
                      <a:pt x="252" y="26"/>
                      <a:pt x="249" y="29"/>
                      <a:pt x="249" y="34"/>
                    </a:cubicBezTo>
                    <a:cubicBezTo>
                      <a:pt x="249" y="40"/>
                      <a:pt x="254" y="45"/>
                      <a:pt x="260" y="45"/>
                    </a:cubicBezTo>
                    <a:cubicBezTo>
                      <a:pt x="266" y="45"/>
                      <a:pt x="271" y="40"/>
                      <a:pt x="271" y="34"/>
                    </a:cubicBezTo>
                    <a:cubicBezTo>
                      <a:pt x="271" y="29"/>
                      <a:pt x="268" y="25"/>
                      <a:pt x="263" y="23"/>
                    </a:cubicBezTo>
                    <a:cubicBezTo>
                      <a:pt x="262" y="18"/>
                      <a:pt x="261" y="13"/>
                      <a:pt x="262" y="8"/>
                    </a:cubicBezTo>
                    <a:cubicBezTo>
                      <a:pt x="263" y="5"/>
                      <a:pt x="264" y="3"/>
                      <a:pt x="265" y="0"/>
                    </a:cubicBezTo>
                    <a:cubicBezTo>
                      <a:pt x="313" y="0"/>
                      <a:pt x="313" y="0"/>
                      <a:pt x="313" y="0"/>
                    </a:cubicBezTo>
                    <a:cubicBezTo>
                      <a:pt x="313" y="3"/>
                      <a:pt x="313" y="6"/>
                      <a:pt x="313" y="9"/>
                    </a:cubicBezTo>
                    <a:cubicBezTo>
                      <a:pt x="313" y="14"/>
                      <a:pt x="313" y="19"/>
                      <a:pt x="313" y="24"/>
                    </a:cubicBezTo>
                    <a:cubicBezTo>
                      <a:pt x="309" y="25"/>
                      <a:pt x="306" y="29"/>
                      <a:pt x="306" y="34"/>
                    </a:cubicBezTo>
                    <a:cubicBezTo>
                      <a:pt x="306" y="40"/>
                      <a:pt x="311" y="45"/>
                      <a:pt x="317" y="45"/>
                    </a:cubicBezTo>
                    <a:cubicBezTo>
                      <a:pt x="323" y="45"/>
                      <a:pt x="328" y="40"/>
                      <a:pt x="328" y="34"/>
                    </a:cubicBezTo>
                    <a:cubicBezTo>
                      <a:pt x="328" y="29"/>
                      <a:pt x="325" y="25"/>
                      <a:pt x="321" y="24"/>
                    </a:cubicBezTo>
                    <a:cubicBezTo>
                      <a:pt x="321" y="18"/>
                      <a:pt x="321" y="13"/>
                      <a:pt x="321" y="8"/>
                    </a:cubicBezTo>
                    <a:cubicBezTo>
                      <a:pt x="321" y="5"/>
                      <a:pt x="321" y="3"/>
                      <a:pt x="320" y="0"/>
                    </a:cubicBezTo>
                    <a:cubicBezTo>
                      <a:pt x="371" y="0"/>
                      <a:pt x="371" y="0"/>
                      <a:pt x="371" y="0"/>
                    </a:cubicBezTo>
                    <a:cubicBezTo>
                      <a:pt x="368" y="7"/>
                      <a:pt x="370" y="15"/>
                      <a:pt x="372" y="23"/>
                    </a:cubicBezTo>
                    <a:cubicBezTo>
                      <a:pt x="367" y="24"/>
                      <a:pt x="363" y="29"/>
                      <a:pt x="363" y="34"/>
                    </a:cubicBezTo>
                    <a:cubicBezTo>
                      <a:pt x="363" y="40"/>
                      <a:pt x="368" y="45"/>
                      <a:pt x="374" y="45"/>
                    </a:cubicBezTo>
                    <a:cubicBezTo>
                      <a:pt x="380" y="45"/>
                      <a:pt x="385" y="40"/>
                      <a:pt x="385" y="34"/>
                    </a:cubicBezTo>
                    <a:cubicBezTo>
                      <a:pt x="385" y="30"/>
                      <a:pt x="383" y="27"/>
                      <a:pt x="380" y="25"/>
                    </a:cubicBezTo>
                    <a:cubicBezTo>
                      <a:pt x="380" y="23"/>
                      <a:pt x="379" y="22"/>
                      <a:pt x="379" y="20"/>
                    </a:cubicBezTo>
                    <a:cubicBezTo>
                      <a:pt x="378" y="17"/>
                      <a:pt x="378" y="14"/>
                      <a:pt x="377" y="11"/>
                    </a:cubicBezTo>
                    <a:cubicBezTo>
                      <a:pt x="377" y="7"/>
                      <a:pt x="377" y="5"/>
                      <a:pt x="378" y="2"/>
                    </a:cubicBezTo>
                    <a:cubicBezTo>
                      <a:pt x="378" y="2"/>
                      <a:pt x="378" y="2"/>
                      <a:pt x="378" y="2"/>
                    </a:cubicBezTo>
                    <a:cubicBezTo>
                      <a:pt x="378" y="2"/>
                      <a:pt x="378" y="2"/>
                      <a:pt x="378" y="2"/>
                    </a:cubicBezTo>
                    <a:cubicBezTo>
                      <a:pt x="378" y="1"/>
                      <a:pt x="379" y="1"/>
                      <a:pt x="379" y="1"/>
                    </a:cubicBezTo>
                    <a:cubicBezTo>
                      <a:pt x="379" y="0"/>
                      <a:pt x="379" y="0"/>
                      <a:pt x="379" y="0"/>
                    </a:cubicBezTo>
                    <a:cubicBezTo>
                      <a:pt x="424" y="0"/>
                      <a:pt x="424" y="0"/>
                      <a:pt x="424" y="0"/>
                    </a:cubicBezTo>
                    <a:cubicBezTo>
                      <a:pt x="423" y="8"/>
                      <a:pt x="423" y="16"/>
                      <a:pt x="426" y="24"/>
                    </a:cubicBezTo>
                    <a:cubicBezTo>
                      <a:pt x="422" y="26"/>
                      <a:pt x="420" y="30"/>
                      <a:pt x="420" y="34"/>
                    </a:cubicBezTo>
                    <a:cubicBezTo>
                      <a:pt x="420" y="40"/>
                      <a:pt x="425" y="45"/>
                      <a:pt x="431" y="45"/>
                    </a:cubicBezTo>
                    <a:cubicBezTo>
                      <a:pt x="437" y="45"/>
                      <a:pt x="442" y="40"/>
                      <a:pt x="442" y="34"/>
                    </a:cubicBezTo>
                    <a:cubicBezTo>
                      <a:pt x="442" y="29"/>
                      <a:pt x="438" y="24"/>
                      <a:pt x="433" y="23"/>
                    </a:cubicBezTo>
                    <a:cubicBezTo>
                      <a:pt x="431" y="16"/>
                      <a:pt x="431" y="8"/>
                      <a:pt x="432" y="0"/>
                    </a:cubicBezTo>
                    <a:cubicBezTo>
                      <a:pt x="486" y="0"/>
                      <a:pt x="486" y="0"/>
                      <a:pt x="486" y="0"/>
                    </a:cubicBezTo>
                    <a:cubicBezTo>
                      <a:pt x="484" y="6"/>
                      <a:pt x="482" y="12"/>
                      <a:pt x="485" y="18"/>
                    </a:cubicBezTo>
                    <a:cubicBezTo>
                      <a:pt x="484" y="20"/>
                      <a:pt x="483" y="22"/>
                      <a:pt x="482" y="25"/>
                    </a:cubicBezTo>
                    <a:cubicBezTo>
                      <a:pt x="480" y="26"/>
                      <a:pt x="479" y="28"/>
                      <a:pt x="478" y="30"/>
                    </a:cubicBezTo>
                    <a:cubicBezTo>
                      <a:pt x="477" y="31"/>
                      <a:pt x="477" y="32"/>
                      <a:pt x="477" y="33"/>
                    </a:cubicBezTo>
                    <a:cubicBezTo>
                      <a:pt x="477" y="33"/>
                      <a:pt x="477" y="33"/>
                      <a:pt x="477" y="34"/>
                    </a:cubicBezTo>
                    <a:cubicBezTo>
                      <a:pt x="477" y="40"/>
                      <a:pt x="482" y="45"/>
                      <a:pt x="488" y="45"/>
                    </a:cubicBezTo>
                    <a:cubicBezTo>
                      <a:pt x="494" y="45"/>
                      <a:pt x="499" y="40"/>
                      <a:pt x="499" y="34"/>
                    </a:cubicBezTo>
                    <a:cubicBezTo>
                      <a:pt x="499" y="29"/>
                      <a:pt x="495" y="25"/>
                      <a:pt x="491" y="23"/>
                    </a:cubicBezTo>
                    <a:cubicBezTo>
                      <a:pt x="492" y="22"/>
                      <a:pt x="492" y="20"/>
                      <a:pt x="493" y="19"/>
                    </a:cubicBezTo>
                    <a:cubicBezTo>
                      <a:pt x="494" y="17"/>
                      <a:pt x="493" y="16"/>
                      <a:pt x="492" y="15"/>
                    </a:cubicBezTo>
                    <a:cubicBezTo>
                      <a:pt x="489" y="12"/>
                      <a:pt x="492" y="7"/>
                      <a:pt x="493" y="4"/>
                    </a:cubicBezTo>
                    <a:cubicBezTo>
                      <a:pt x="494" y="2"/>
                      <a:pt x="494" y="1"/>
                      <a:pt x="495" y="0"/>
                    </a:cubicBezTo>
                    <a:cubicBezTo>
                      <a:pt x="540" y="0"/>
                      <a:pt x="540" y="0"/>
                      <a:pt x="540" y="0"/>
                    </a:cubicBezTo>
                    <a:cubicBezTo>
                      <a:pt x="539" y="5"/>
                      <a:pt x="539" y="9"/>
                      <a:pt x="540" y="14"/>
                    </a:cubicBezTo>
                    <a:cubicBezTo>
                      <a:pt x="541" y="17"/>
                      <a:pt x="542" y="20"/>
                      <a:pt x="543" y="23"/>
                    </a:cubicBezTo>
                    <a:cubicBezTo>
                      <a:pt x="538" y="24"/>
                      <a:pt x="534" y="28"/>
                      <a:pt x="534" y="34"/>
                    </a:cubicBezTo>
                    <a:cubicBezTo>
                      <a:pt x="534" y="40"/>
                      <a:pt x="539" y="45"/>
                      <a:pt x="545" y="45"/>
                    </a:cubicBezTo>
                    <a:cubicBezTo>
                      <a:pt x="551" y="45"/>
                      <a:pt x="556" y="40"/>
                      <a:pt x="556" y="34"/>
                    </a:cubicBezTo>
                    <a:cubicBezTo>
                      <a:pt x="556" y="31"/>
                      <a:pt x="555" y="29"/>
                      <a:pt x="554" y="27"/>
                    </a:cubicBezTo>
                    <a:cubicBezTo>
                      <a:pt x="554" y="26"/>
                      <a:pt x="554" y="24"/>
                      <a:pt x="553" y="23"/>
                    </a:cubicBezTo>
                    <a:cubicBezTo>
                      <a:pt x="552" y="22"/>
                      <a:pt x="551" y="21"/>
                      <a:pt x="550" y="19"/>
                    </a:cubicBezTo>
                    <a:cubicBezTo>
                      <a:pt x="550" y="19"/>
                      <a:pt x="550" y="19"/>
                      <a:pt x="549" y="18"/>
                    </a:cubicBezTo>
                    <a:cubicBezTo>
                      <a:pt x="549" y="18"/>
                      <a:pt x="549" y="16"/>
                      <a:pt x="549" y="16"/>
                    </a:cubicBezTo>
                    <a:cubicBezTo>
                      <a:pt x="547" y="10"/>
                      <a:pt x="547" y="5"/>
                      <a:pt x="548" y="0"/>
                    </a:cubicBezTo>
                    <a:cubicBezTo>
                      <a:pt x="600" y="0"/>
                      <a:pt x="600" y="0"/>
                      <a:pt x="600" y="0"/>
                    </a:cubicBezTo>
                    <a:cubicBezTo>
                      <a:pt x="597" y="8"/>
                      <a:pt x="594" y="17"/>
                      <a:pt x="595" y="25"/>
                    </a:cubicBezTo>
                    <a:cubicBezTo>
                      <a:pt x="593" y="27"/>
                      <a:pt x="591" y="30"/>
                      <a:pt x="591" y="34"/>
                    </a:cubicBezTo>
                    <a:cubicBezTo>
                      <a:pt x="591" y="40"/>
                      <a:pt x="596" y="45"/>
                      <a:pt x="602" y="45"/>
                    </a:cubicBezTo>
                    <a:cubicBezTo>
                      <a:pt x="608" y="45"/>
                      <a:pt x="613" y="40"/>
                      <a:pt x="613" y="34"/>
                    </a:cubicBezTo>
                    <a:cubicBezTo>
                      <a:pt x="613" y="28"/>
                      <a:pt x="608" y="24"/>
                      <a:pt x="603" y="23"/>
                    </a:cubicBezTo>
                    <a:cubicBezTo>
                      <a:pt x="602" y="15"/>
                      <a:pt x="605" y="7"/>
                      <a:pt x="608" y="0"/>
                    </a:cubicBezTo>
                    <a:cubicBezTo>
                      <a:pt x="657" y="0"/>
                      <a:pt x="657" y="0"/>
                      <a:pt x="657" y="0"/>
                    </a:cubicBezTo>
                    <a:cubicBezTo>
                      <a:pt x="657" y="5"/>
                      <a:pt x="654" y="10"/>
                      <a:pt x="651" y="14"/>
                    </a:cubicBezTo>
                    <a:cubicBezTo>
                      <a:pt x="650" y="16"/>
                      <a:pt x="655" y="22"/>
                      <a:pt x="656" y="23"/>
                    </a:cubicBezTo>
                    <a:cubicBezTo>
                      <a:pt x="651" y="25"/>
                      <a:pt x="648" y="29"/>
                      <a:pt x="648" y="34"/>
                    </a:cubicBezTo>
                    <a:cubicBezTo>
                      <a:pt x="648" y="40"/>
                      <a:pt x="653" y="45"/>
                      <a:pt x="659" y="45"/>
                    </a:cubicBezTo>
                    <a:cubicBezTo>
                      <a:pt x="665" y="45"/>
                      <a:pt x="669" y="40"/>
                      <a:pt x="669" y="34"/>
                    </a:cubicBezTo>
                    <a:cubicBezTo>
                      <a:pt x="669" y="30"/>
                      <a:pt x="667" y="26"/>
                      <a:pt x="664" y="24"/>
                    </a:cubicBezTo>
                    <a:cubicBezTo>
                      <a:pt x="663" y="21"/>
                      <a:pt x="665" y="5"/>
                      <a:pt x="665" y="0"/>
                    </a:cubicBezTo>
                    <a:cubicBezTo>
                      <a:pt x="705" y="0"/>
                      <a:pt x="705" y="0"/>
                      <a:pt x="705" y="0"/>
                    </a:cubicBezTo>
                    <a:cubicBezTo>
                      <a:pt x="704" y="4"/>
                      <a:pt x="704" y="9"/>
                      <a:pt x="705" y="13"/>
                    </a:cubicBezTo>
                    <a:cubicBezTo>
                      <a:pt x="706" y="17"/>
                      <a:pt x="708" y="21"/>
                      <a:pt x="710" y="25"/>
                    </a:cubicBezTo>
                    <a:cubicBezTo>
                      <a:pt x="707" y="27"/>
                      <a:pt x="705" y="30"/>
                      <a:pt x="705" y="34"/>
                    </a:cubicBezTo>
                    <a:cubicBezTo>
                      <a:pt x="705" y="40"/>
                      <a:pt x="710" y="45"/>
                      <a:pt x="716" y="45"/>
                    </a:cubicBezTo>
                    <a:cubicBezTo>
                      <a:pt x="722" y="45"/>
                      <a:pt x="726" y="40"/>
                      <a:pt x="726" y="34"/>
                    </a:cubicBezTo>
                    <a:cubicBezTo>
                      <a:pt x="726" y="29"/>
                      <a:pt x="723" y="24"/>
                      <a:pt x="718" y="23"/>
                    </a:cubicBezTo>
                    <a:cubicBezTo>
                      <a:pt x="718" y="15"/>
                      <a:pt x="717" y="8"/>
                      <a:pt x="716" y="0"/>
                    </a:cubicBezTo>
                    <a:cubicBezTo>
                      <a:pt x="761" y="0"/>
                      <a:pt x="761" y="0"/>
                      <a:pt x="761" y="0"/>
                    </a:cubicBezTo>
                    <a:cubicBezTo>
                      <a:pt x="760" y="5"/>
                      <a:pt x="762" y="10"/>
                      <a:pt x="763" y="15"/>
                    </a:cubicBezTo>
                    <a:cubicBezTo>
                      <a:pt x="764" y="18"/>
                      <a:pt x="765" y="22"/>
                      <a:pt x="766" y="25"/>
                    </a:cubicBezTo>
                    <a:cubicBezTo>
                      <a:pt x="763" y="27"/>
                      <a:pt x="762" y="30"/>
                      <a:pt x="762" y="34"/>
                    </a:cubicBezTo>
                    <a:cubicBezTo>
                      <a:pt x="762" y="40"/>
                      <a:pt x="767" y="45"/>
                      <a:pt x="773" y="45"/>
                    </a:cubicBezTo>
                    <a:cubicBezTo>
                      <a:pt x="778" y="45"/>
                      <a:pt x="783" y="40"/>
                      <a:pt x="783" y="34"/>
                    </a:cubicBezTo>
                    <a:cubicBezTo>
                      <a:pt x="783" y="30"/>
                      <a:pt x="782" y="27"/>
                      <a:pt x="779" y="25"/>
                    </a:cubicBezTo>
                    <a:cubicBezTo>
                      <a:pt x="780" y="20"/>
                      <a:pt x="780" y="15"/>
                      <a:pt x="780" y="10"/>
                    </a:cubicBezTo>
                    <a:cubicBezTo>
                      <a:pt x="780" y="7"/>
                      <a:pt x="780" y="3"/>
                      <a:pt x="779" y="0"/>
                    </a:cubicBezTo>
                    <a:cubicBezTo>
                      <a:pt x="830" y="0"/>
                      <a:pt x="830" y="0"/>
                      <a:pt x="830" y="0"/>
                    </a:cubicBezTo>
                    <a:cubicBezTo>
                      <a:pt x="829" y="1"/>
                      <a:pt x="829" y="1"/>
                      <a:pt x="829" y="2"/>
                    </a:cubicBezTo>
                    <a:cubicBezTo>
                      <a:pt x="826" y="9"/>
                      <a:pt x="824" y="17"/>
                      <a:pt x="823" y="25"/>
                    </a:cubicBezTo>
                    <a:cubicBezTo>
                      <a:pt x="821" y="27"/>
                      <a:pt x="819" y="30"/>
                      <a:pt x="819" y="34"/>
                    </a:cubicBezTo>
                    <a:cubicBezTo>
                      <a:pt x="819" y="40"/>
                      <a:pt x="823" y="45"/>
                      <a:pt x="829" y="45"/>
                    </a:cubicBezTo>
                    <a:cubicBezTo>
                      <a:pt x="835" y="45"/>
                      <a:pt x="840" y="40"/>
                      <a:pt x="840" y="34"/>
                    </a:cubicBezTo>
                    <a:cubicBezTo>
                      <a:pt x="840" y="28"/>
                      <a:pt x="836" y="24"/>
                      <a:pt x="831" y="23"/>
                    </a:cubicBezTo>
                    <a:cubicBezTo>
                      <a:pt x="832" y="17"/>
                      <a:pt x="834" y="10"/>
                      <a:pt x="836" y="4"/>
                    </a:cubicBezTo>
                    <a:cubicBezTo>
                      <a:pt x="837" y="3"/>
                      <a:pt x="837" y="1"/>
                      <a:pt x="838" y="0"/>
                    </a:cubicBezTo>
                    <a:lnTo>
                      <a:pt x="862" y="0"/>
                    </a:lnTo>
                    <a:close/>
                  </a:path>
                </a:pathLst>
              </a:custGeom>
              <a:solidFill>
                <a:schemeClr val="accent2"/>
              </a:solidFill>
              <a:ln>
                <a:noFill/>
              </a:ln>
              <a:effectLst>
                <a:outerShdw blurRad="28575" rotWithShape="0" algn="bl" dir="540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93" name="Google Shape;593;p18"/>
              <p:cNvGrpSpPr/>
              <p:nvPr/>
            </p:nvGrpSpPr>
            <p:grpSpPr>
              <a:xfrm>
                <a:off x="2257425" y="-1661099"/>
                <a:ext cx="3254375" cy="1952626"/>
                <a:chOff x="2257425" y="-1661099"/>
                <a:chExt cx="3254375" cy="1952626"/>
              </a:xfrm>
            </p:grpSpPr>
            <p:sp>
              <p:nvSpPr>
                <p:cNvPr id="594" name="Google Shape;594;p18"/>
                <p:cNvSpPr/>
                <p:nvPr/>
              </p:nvSpPr>
              <p:spPr>
                <a:xfrm>
                  <a:off x="2257425" y="166113"/>
                  <a:ext cx="127000" cy="7938"/>
                </a:xfrm>
                <a:custGeom>
                  <a:rect b="b" l="l" r="r" t="t"/>
                  <a:pathLst>
                    <a:path extrusionOk="0" h="2" w="34">
                      <a:moveTo>
                        <a:pt x="0" y="0"/>
                      </a:moveTo>
                      <a:cubicBezTo>
                        <a:pt x="0" y="2"/>
                        <a:pt x="0" y="2"/>
                        <a:pt x="0" y="2"/>
                      </a:cubicBezTo>
                      <a:cubicBezTo>
                        <a:pt x="0" y="2"/>
                        <a:pt x="0" y="2"/>
                        <a:pt x="0" y="2"/>
                      </a:cubicBezTo>
                      <a:cubicBezTo>
                        <a:pt x="32" y="2"/>
                        <a:pt x="32" y="2"/>
                        <a:pt x="32" y="2"/>
                      </a:cubicBezTo>
                      <a:cubicBezTo>
                        <a:pt x="33" y="2"/>
                        <a:pt x="33" y="2"/>
                        <a:pt x="33" y="2"/>
                      </a:cubicBezTo>
                      <a:cubicBezTo>
                        <a:pt x="34" y="1"/>
                        <a:pt x="34" y="1"/>
                        <a:pt x="34" y="0"/>
                      </a:cubicBezTo>
                      <a:cubicBezTo>
                        <a:pt x="0" y="0"/>
                        <a:pt x="0" y="0"/>
                        <a:pt x="0" y="0"/>
                      </a:cubicBezTo>
                      <a:cubicBezTo>
                        <a:pt x="0" y="0"/>
                        <a:pt x="0" y="0"/>
                        <a:pt x="0" y="0"/>
                      </a:cubicBez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18"/>
                <p:cNvSpPr/>
                <p:nvPr/>
              </p:nvSpPr>
              <p:spPr>
                <a:xfrm>
                  <a:off x="2257425" y="-1661099"/>
                  <a:ext cx="3254375" cy="1952626"/>
                </a:xfrm>
                <a:custGeom>
                  <a:rect b="b" l="l" r="r" t="t"/>
                  <a:pathLst>
                    <a:path extrusionOk="0" h="518" w="862">
                      <a:moveTo>
                        <a:pt x="862" y="2"/>
                      </a:moveTo>
                      <a:cubicBezTo>
                        <a:pt x="862" y="2"/>
                        <a:pt x="862" y="2"/>
                        <a:pt x="862" y="2"/>
                      </a:cubicBezTo>
                      <a:cubicBezTo>
                        <a:pt x="862" y="1"/>
                        <a:pt x="862" y="1"/>
                        <a:pt x="862" y="1"/>
                      </a:cubicBezTo>
                      <a:cubicBezTo>
                        <a:pt x="862" y="1"/>
                        <a:pt x="862" y="0"/>
                        <a:pt x="862" y="0"/>
                      </a:cubicBezTo>
                      <a:cubicBezTo>
                        <a:pt x="0" y="0"/>
                        <a:pt x="0" y="0"/>
                        <a:pt x="0" y="0"/>
                      </a:cubicBezTo>
                      <a:cubicBezTo>
                        <a:pt x="0" y="0"/>
                        <a:pt x="0" y="1"/>
                        <a:pt x="0" y="1"/>
                      </a:cubicBezTo>
                      <a:cubicBezTo>
                        <a:pt x="0" y="2"/>
                        <a:pt x="0" y="2"/>
                        <a:pt x="0" y="2"/>
                      </a:cubicBezTo>
                      <a:cubicBezTo>
                        <a:pt x="0" y="2"/>
                        <a:pt x="0" y="2"/>
                        <a:pt x="0" y="2"/>
                      </a:cubicBezTo>
                      <a:cubicBezTo>
                        <a:pt x="39" y="2"/>
                        <a:pt x="39" y="2"/>
                        <a:pt x="39" y="2"/>
                      </a:cubicBezTo>
                      <a:cubicBezTo>
                        <a:pt x="39" y="37"/>
                        <a:pt x="39" y="37"/>
                        <a:pt x="39" y="37"/>
                      </a:cubicBezTo>
                      <a:cubicBezTo>
                        <a:pt x="0" y="37"/>
                        <a:pt x="0" y="37"/>
                        <a:pt x="0" y="37"/>
                      </a:cubicBezTo>
                      <a:cubicBezTo>
                        <a:pt x="0" y="37"/>
                        <a:pt x="0" y="38"/>
                        <a:pt x="0" y="38"/>
                      </a:cubicBezTo>
                      <a:cubicBezTo>
                        <a:pt x="0" y="39"/>
                        <a:pt x="0" y="39"/>
                        <a:pt x="0" y="39"/>
                      </a:cubicBezTo>
                      <a:cubicBezTo>
                        <a:pt x="0" y="39"/>
                        <a:pt x="0" y="39"/>
                        <a:pt x="0" y="39"/>
                      </a:cubicBezTo>
                      <a:cubicBezTo>
                        <a:pt x="39" y="39"/>
                        <a:pt x="39" y="39"/>
                        <a:pt x="39" y="39"/>
                      </a:cubicBezTo>
                      <a:cubicBezTo>
                        <a:pt x="39" y="74"/>
                        <a:pt x="39" y="74"/>
                        <a:pt x="39" y="74"/>
                      </a:cubicBezTo>
                      <a:cubicBezTo>
                        <a:pt x="0" y="74"/>
                        <a:pt x="0" y="74"/>
                        <a:pt x="0" y="74"/>
                      </a:cubicBezTo>
                      <a:cubicBezTo>
                        <a:pt x="0" y="74"/>
                        <a:pt x="0" y="74"/>
                        <a:pt x="0" y="74"/>
                      </a:cubicBezTo>
                      <a:cubicBezTo>
                        <a:pt x="0" y="76"/>
                        <a:pt x="0" y="76"/>
                        <a:pt x="0" y="76"/>
                      </a:cubicBezTo>
                      <a:cubicBezTo>
                        <a:pt x="0" y="76"/>
                        <a:pt x="0" y="76"/>
                        <a:pt x="0" y="76"/>
                      </a:cubicBezTo>
                      <a:cubicBezTo>
                        <a:pt x="39" y="76"/>
                        <a:pt x="39" y="76"/>
                        <a:pt x="39" y="76"/>
                      </a:cubicBezTo>
                      <a:cubicBezTo>
                        <a:pt x="39" y="111"/>
                        <a:pt x="39" y="111"/>
                        <a:pt x="39" y="111"/>
                      </a:cubicBezTo>
                      <a:cubicBezTo>
                        <a:pt x="0" y="111"/>
                        <a:pt x="0" y="111"/>
                        <a:pt x="0" y="111"/>
                      </a:cubicBezTo>
                      <a:cubicBezTo>
                        <a:pt x="0" y="111"/>
                        <a:pt x="0" y="111"/>
                        <a:pt x="0" y="111"/>
                      </a:cubicBezTo>
                      <a:cubicBezTo>
                        <a:pt x="0" y="113"/>
                        <a:pt x="0" y="113"/>
                        <a:pt x="0" y="113"/>
                      </a:cubicBezTo>
                      <a:cubicBezTo>
                        <a:pt x="0" y="113"/>
                        <a:pt x="0" y="113"/>
                        <a:pt x="0" y="113"/>
                      </a:cubicBezTo>
                      <a:cubicBezTo>
                        <a:pt x="39" y="113"/>
                        <a:pt x="39" y="113"/>
                        <a:pt x="39" y="113"/>
                      </a:cubicBezTo>
                      <a:cubicBezTo>
                        <a:pt x="39" y="148"/>
                        <a:pt x="39" y="148"/>
                        <a:pt x="39" y="148"/>
                      </a:cubicBezTo>
                      <a:cubicBezTo>
                        <a:pt x="0" y="148"/>
                        <a:pt x="0" y="148"/>
                        <a:pt x="0" y="148"/>
                      </a:cubicBezTo>
                      <a:cubicBezTo>
                        <a:pt x="0" y="148"/>
                        <a:pt x="0" y="148"/>
                        <a:pt x="0" y="148"/>
                      </a:cubicBezTo>
                      <a:cubicBezTo>
                        <a:pt x="0" y="150"/>
                        <a:pt x="0" y="150"/>
                        <a:pt x="0" y="150"/>
                      </a:cubicBezTo>
                      <a:cubicBezTo>
                        <a:pt x="0" y="150"/>
                        <a:pt x="0" y="150"/>
                        <a:pt x="0" y="150"/>
                      </a:cubicBezTo>
                      <a:cubicBezTo>
                        <a:pt x="39" y="150"/>
                        <a:pt x="39" y="150"/>
                        <a:pt x="39" y="150"/>
                      </a:cubicBezTo>
                      <a:cubicBezTo>
                        <a:pt x="39" y="185"/>
                        <a:pt x="39" y="185"/>
                        <a:pt x="39" y="185"/>
                      </a:cubicBezTo>
                      <a:cubicBezTo>
                        <a:pt x="0" y="185"/>
                        <a:pt x="0" y="185"/>
                        <a:pt x="0" y="185"/>
                      </a:cubicBezTo>
                      <a:cubicBezTo>
                        <a:pt x="0" y="185"/>
                        <a:pt x="0" y="185"/>
                        <a:pt x="0" y="185"/>
                      </a:cubicBezTo>
                      <a:cubicBezTo>
                        <a:pt x="0" y="187"/>
                        <a:pt x="0" y="187"/>
                        <a:pt x="0" y="187"/>
                      </a:cubicBezTo>
                      <a:cubicBezTo>
                        <a:pt x="0" y="187"/>
                        <a:pt x="0" y="187"/>
                        <a:pt x="0" y="187"/>
                      </a:cubicBezTo>
                      <a:cubicBezTo>
                        <a:pt x="39" y="187"/>
                        <a:pt x="39" y="187"/>
                        <a:pt x="39" y="187"/>
                      </a:cubicBezTo>
                      <a:cubicBezTo>
                        <a:pt x="39" y="222"/>
                        <a:pt x="39" y="222"/>
                        <a:pt x="39" y="222"/>
                      </a:cubicBezTo>
                      <a:cubicBezTo>
                        <a:pt x="0" y="222"/>
                        <a:pt x="0" y="222"/>
                        <a:pt x="0" y="222"/>
                      </a:cubicBezTo>
                      <a:cubicBezTo>
                        <a:pt x="0" y="222"/>
                        <a:pt x="0" y="222"/>
                        <a:pt x="0" y="222"/>
                      </a:cubicBezTo>
                      <a:cubicBezTo>
                        <a:pt x="0" y="224"/>
                        <a:pt x="0" y="224"/>
                        <a:pt x="0" y="224"/>
                      </a:cubicBezTo>
                      <a:cubicBezTo>
                        <a:pt x="0" y="224"/>
                        <a:pt x="0" y="224"/>
                        <a:pt x="0" y="224"/>
                      </a:cubicBezTo>
                      <a:cubicBezTo>
                        <a:pt x="39" y="224"/>
                        <a:pt x="39" y="224"/>
                        <a:pt x="39" y="224"/>
                      </a:cubicBezTo>
                      <a:cubicBezTo>
                        <a:pt x="39" y="259"/>
                        <a:pt x="39" y="259"/>
                        <a:pt x="39" y="259"/>
                      </a:cubicBezTo>
                      <a:cubicBezTo>
                        <a:pt x="0" y="259"/>
                        <a:pt x="0" y="259"/>
                        <a:pt x="0" y="259"/>
                      </a:cubicBezTo>
                      <a:cubicBezTo>
                        <a:pt x="0" y="259"/>
                        <a:pt x="0" y="259"/>
                        <a:pt x="0" y="259"/>
                      </a:cubicBezTo>
                      <a:cubicBezTo>
                        <a:pt x="0" y="261"/>
                        <a:pt x="0" y="261"/>
                        <a:pt x="0" y="261"/>
                      </a:cubicBezTo>
                      <a:cubicBezTo>
                        <a:pt x="0" y="261"/>
                        <a:pt x="0" y="261"/>
                        <a:pt x="0" y="261"/>
                      </a:cubicBezTo>
                      <a:cubicBezTo>
                        <a:pt x="39" y="261"/>
                        <a:pt x="39" y="261"/>
                        <a:pt x="39" y="261"/>
                      </a:cubicBezTo>
                      <a:cubicBezTo>
                        <a:pt x="39" y="296"/>
                        <a:pt x="39" y="296"/>
                        <a:pt x="39" y="296"/>
                      </a:cubicBezTo>
                      <a:cubicBezTo>
                        <a:pt x="0" y="296"/>
                        <a:pt x="0" y="296"/>
                        <a:pt x="0" y="296"/>
                      </a:cubicBezTo>
                      <a:cubicBezTo>
                        <a:pt x="0" y="296"/>
                        <a:pt x="0" y="296"/>
                        <a:pt x="0" y="296"/>
                      </a:cubicBezTo>
                      <a:cubicBezTo>
                        <a:pt x="0" y="298"/>
                        <a:pt x="0" y="298"/>
                        <a:pt x="0" y="298"/>
                      </a:cubicBezTo>
                      <a:cubicBezTo>
                        <a:pt x="0" y="298"/>
                        <a:pt x="0" y="298"/>
                        <a:pt x="0" y="298"/>
                      </a:cubicBezTo>
                      <a:cubicBezTo>
                        <a:pt x="39" y="298"/>
                        <a:pt x="39" y="298"/>
                        <a:pt x="39" y="298"/>
                      </a:cubicBezTo>
                      <a:cubicBezTo>
                        <a:pt x="39" y="333"/>
                        <a:pt x="39" y="333"/>
                        <a:pt x="39" y="333"/>
                      </a:cubicBezTo>
                      <a:cubicBezTo>
                        <a:pt x="0" y="333"/>
                        <a:pt x="0" y="333"/>
                        <a:pt x="0" y="333"/>
                      </a:cubicBezTo>
                      <a:cubicBezTo>
                        <a:pt x="0" y="333"/>
                        <a:pt x="0" y="333"/>
                        <a:pt x="0" y="333"/>
                      </a:cubicBezTo>
                      <a:cubicBezTo>
                        <a:pt x="0" y="334"/>
                        <a:pt x="0" y="334"/>
                        <a:pt x="0" y="334"/>
                      </a:cubicBezTo>
                      <a:cubicBezTo>
                        <a:pt x="0" y="335"/>
                        <a:pt x="0" y="335"/>
                        <a:pt x="0" y="335"/>
                      </a:cubicBezTo>
                      <a:cubicBezTo>
                        <a:pt x="39" y="335"/>
                        <a:pt x="39" y="335"/>
                        <a:pt x="39" y="335"/>
                      </a:cubicBezTo>
                      <a:cubicBezTo>
                        <a:pt x="39" y="370"/>
                        <a:pt x="39" y="370"/>
                        <a:pt x="39" y="370"/>
                      </a:cubicBezTo>
                      <a:cubicBezTo>
                        <a:pt x="0" y="370"/>
                        <a:pt x="0" y="370"/>
                        <a:pt x="0" y="370"/>
                      </a:cubicBezTo>
                      <a:cubicBezTo>
                        <a:pt x="0" y="370"/>
                        <a:pt x="0" y="370"/>
                        <a:pt x="0" y="370"/>
                      </a:cubicBezTo>
                      <a:cubicBezTo>
                        <a:pt x="0" y="371"/>
                        <a:pt x="0" y="371"/>
                        <a:pt x="0" y="371"/>
                      </a:cubicBezTo>
                      <a:cubicBezTo>
                        <a:pt x="0" y="371"/>
                        <a:pt x="0" y="372"/>
                        <a:pt x="0" y="372"/>
                      </a:cubicBezTo>
                      <a:cubicBezTo>
                        <a:pt x="39" y="372"/>
                        <a:pt x="39" y="372"/>
                        <a:pt x="39" y="372"/>
                      </a:cubicBezTo>
                      <a:cubicBezTo>
                        <a:pt x="39" y="406"/>
                        <a:pt x="39" y="406"/>
                        <a:pt x="39" y="406"/>
                      </a:cubicBezTo>
                      <a:cubicBezTo>
                        <a:pt x="0" y="406"/>
                        <a:pt x="0" y="406"/>
                        <a:pt x="0" y="406"/>
                      </a:cubicBezTo>
                      <a:cubicBezTo>
                        <a:pt x="0" y="406"/>
                        <a:pt x="0" y="407"/>
                        <a:pt x="0" y="407"/>
                      </a:cubicBezTo>
                      <a:cubicBezTo>
                        <a:pt x="0" y="408"/>
                        <a:pt x="0" y="408"/>
                        <a:pt x="0" y="408"/>
                      </a:cubicBezTo>
                      <a:cubicBezTo>
                        <a:pt x="0" y="408"/>
                        <a:pt x="0" y="408"/>
                        <a:pt x="0" y="408"/>
                      </a:cubicBezTo>
                      <a:cubicBezTo>
                        <a:pt x="39" y="408"/>
                        <a:pt x="39" y="408"/>
                        <a:pt x="39" y="408"/>
                      </a:cubicBezTo>
                      <a:cubicBezTo>
                        <a:pt x="39" y="446"/>
                        <a:pt x="39" y="446"/>
                        <a:pt x="39" y="446"/>
                      </a:cubicBezTo>
                      <a:cubicBezTo>
                        <a:pt x="0" y="446"/>
                        <a:pt x="0" y="446"/>
                        <a:pt x="0" y="446"/>
                      </a:cubicBezTo>
                      <a:cubicBezTo>
                        <a:pt x="0" y="446"/>
                        <a:pt x="0" y="446"/>
                        <a:pt x="0" y="446"/>
                      </a:cubicBezTo>
                      <a:cubicBezTo>
                        <a:pt x="0" y="448"/>
                        <a:pt x="0" y="448"/>
                        <a:pt x="0" y="448"/>
                      </a:cubicBezTo>
                      <a:cubicBezTo>
                        <a:pt x="0" y="448"/>
                        <a:pt x="0" y="448"/>
                        <a:pt x="0" y="448"/>
                      </a:cubicBezTo>
                      <a:cubicBezTo>
                        <a:pt x="39" y="448"/>
                        <a:pt x="39" y="448"/>
                        <a:pt x="39" y="448"/>
                      </a:cubicBezTo>
                      <a:cubicBezTo>
                        <a:pt x="39" y="479"/>
                        <a:pt x="39" y="479"/>
                        <a:pt x="39" y="479"/>
                      </a:cubicBezTo>
                      <a:cubicBezTo>
                        <a:pt x="40" y="479"/>
                        <a:pt x="40" y="478"/>
                        <a:pt x="41" y="478"/>
                      </a:cubicBezTo>
                      <a:cubicBezTo>
                        <a:pt x="41" y="448"/>
                        <a:pt x="41" y="448"/>
                        <a:pt x="41" y="448"/>
                      </a:cubicBezTo>
                      <a:cubicBezTo>
                        <a:pt x="78" y="448"/>
                        <a:pt x="78" y="448"/>
                        <a:pt x="78" y="448"/>
                      </a:cubicBezTo>
                      <a:cubicBezTo>
                        <a:pt x="78" y="474"/>
                        <a:pt x="78" y="474"/>
                        <a:pt x="78" y="474"/>
                      </a:cubicBezTo>
                      <a:cubicBezTo>
                        <a:pt x="79" y="474"/>
                        <a:pt x="80" y="474"/>
                        <a:pt x="80" y="474"/>
                      </a:cubicBezTo>
                      <a:cubicBezTo>
                        <a:pt x="80" y="448"/>
                        <a:pt x="80" y="448"/>
                        <a:pt x="80" y="448"/>
                      </a:cubicBezTo>
                      <a:cubicBezTo>
                        <a:pt x="118" y="448"/>
                        <a:pt x="118" y="448"/>
                        <a:pt x="118" y="448"/>
                      </a:cubicBezTo>
                      <a:cubicBezTo>
                        <a:pt x="118" y="469"/>
                        <a:pt x="118" y="469"/>
                        <a:pt x="118" y="469"/>
                      </a:cubicBezTo>
                      <a:cubicBezTo>
                        <a:pt x="118" y="469"/>
                        <a:pt x="119" y="468"/>
                        <a:pt x="120" y="467"/>
                      </a:cubicBezTo>
                      <a:cubicBezTo>
                        <a:pt x="120" y="448"/>
                        <a:pt x="120" y="448"/>
                        <a:pt x="120" y="448"/>
                      </a:cubicBezTo>
                      <a:cubicBezTo>
                        <a:pt x="154" y="448"/>
                        <a:pt x="154" y="448"/>
                        <a:pt x="154" y="448"/>
                      </a:cubicBezTo>
                      <a:cubicBezTo>
                        <a:pt x="154" y="466"/>
                        <a:pt x="154" y="466"/>
                        <a:pt x="154" y="466"/>
                      </a:cubicBezTo>
                      <a:cubicBezTo>
                        <a:pt x="155" y="466"/>
                        <a:pt x="156" y="466"/>
                        <a:pt x="156" y="466"/>
                      </a:cubicBezTo>
                      <a:cubicBezTo>
                        <a:pt x="156" y="448"/>
                        <a:pt x="156" y="448"/>
                        <a:pt x="156" y="448"/>
                      </a:cubicBezTo>
                      <a:cubicBezTo>
                        <a:pt x="191" y="448"/>
                        <a:pt x="191" y="448"/>
                        <a:pt x="191" y="448"/>
                      </a:cubicBezTo>
                      <a:cubicBezTo>
                        <a:pt x="191" y="459"/>
                        <a:pt x="191" y="459"/>
                        <a:pt x="191" y="459"/>
                      </a:cubicBezTo>
                      <a:cubicBezTo>
                        <a:pt x="192" y="459"/>
                        <a:pt x="193" y="459"/>
                        <a:pt x="193" y="459"/>
                      </a:cubicBezTo>
                      <a:cubicBezTo>
                        <a:pt x="193" y="448"/>
                        <a:pt x="193" y="448"/>
                        <a:pt x="193" y="448"/>
                      </a:cubicBezTo>
                      <a:cubicBezTo>
                        <a:pt x="228" y="448"/>
                        <a:pt x="228" y="448"/>
                        <a:pt x="228" y="448"/>
                      </a:cubicBezTo>
                      <a:cubicBezTo>
                        <a:pt x="228" y="455"/>
                        <a:pt x="228" y="455"/>
                        <a:pt x="228" y="455"/>
                      </a:cubicBezTo>
                      <a:cubicBezTo>
                        <a:pt x="229" y="455"/>
                        <a:pt x="230" y="455"/>
                        <a:pt x="230" y="455"/>
                      </a:cubicBezTo>
                      <a:cubicBezTo>
                        <a:pt x="230" y="448"/>
                        <a:pt x="230" y="448"/>
                        <a:pt x="230" y="448"/>
                      </a:cubicBezTo>
                      <a:cubicBezTo>
                        <a:pt x="265" y="448"/>
                        <a:pt x="265" y="448"/>
                        <a:pt x="265" y="448"/>
                      </a:cubicBezTo>
                      <a:cubicBezTo>
                        <a:pt x="265" y="453"/>
                        <a:pt x="265" y="453"/>
                        <a:pt x="265" y="453"/>
                      </a:cubicBezTo>
                      <a:cubicBezTo>
                        <a:pt x="266" y="453"/>
                        <a:pt x="266" y="453"/>
                        <a:pt x="267" y="453"/>
                      </a:cubicBezTo>
                      <a:cubicBezTo>
                        <a:pt x="267" y="448"/>
                        <a:pt x="267" y="448"/>
                        <a:pt x="267" y="448"/>
                      </a:cubicBezTo>
                      <a:cubicBezTo>
                        <a:pt x="276" y="448"/>
                        <a:pt x="276" y="448"/>
                        <a:pt x="276" y="448"/>
                      </a:cubicBezTo>
                      <a:cubicBezTo>
                        <a:pt x="278" y="447"/>
                        <a:pt x="279" y="447"/>
                        <a:pt x="281" y="447"/>
                      </a:cubicBezTo>
                      <a:cubicBezTo>
                        <a:pt x="282" y="447"/>
                        <a:pt x="282" y="446"/>
                        <a:pt x="283" y="446"/>
                      </a:cubicBezTo>
                      <a:cubicBezTo>
                        <a:pt x="267" y="446"/>
                        <a:pt x="267" y="446"/>
                        <a:pt x="267" y="446"/>
                      </a:cubicBezTo>
                      <a:cubicBezTo>
                        <a:pt x="267" y="408"/>
                        <a:pt x="267" y="408"/>
                        <a:pt x="267" y="408"/>
                      </a:cubicBezTo>
                      <a:cubicBezTo>
                        <a:pt x="302" y="408"/>
                        <a:pt x="302" y="408"/>
                        <a:pt x="302" y="408"/>
                      </a:cubicBezTo>
                      <a:cubicBezTo>
                        <a:pt x="302" y="446"/>
                        <a:pt x="302" y="446"/>
                        <a:pt x="302" y="446"/>
                      </a:cubicBezTo>
                      <a:cubicBezTo>
                        <a:pt x="300" y="446"/>
                        <a:pt x="300" y="446"/>
                        <a:pt x="300" y="446"/>
                      </a:cubicBezTo>
                      <a:cubicBezTo>
                        <a:pt x="301" y="447"/>
                        <a:pt x="303" y="448"/>
                        <a:pt x="304" y="448"/>
                      </a:cubicBezTo>
                      <a:cubicBezTo>
                        <a:pt x="304" y="448"/>
                        <a:pt x="304" y="448"/>
                        <a:pt x="304" y="448"/>
                      </a:cubicBezTo>
                      <a:cubicBezTo>
                        <a:pt x="339" y="448"/>
                        <a:pt x="339" y="448"/>
                        <a:pt x="339" y="448"/>
                      </a:cubicBezTo>
                      <a:cubicBezTo>
                        <a:pt x="339" y="455"/>
                        <a:pt x="339" y="455"/>
                        <a:pt x="339" y="455"/>
                      </a:cubicBezTo>
                      <a:cubicBezTo>
                        <a:pt x="340" y="456"/>
                        <a:pt x="340" y="456"/>
                        <a:pt x="341" y="457"/>
                      </a:cubicBezTo>
                      <a:cubicBezTo>
                        <a:pt x="341" y="448"/>
                        <a:pt x="341" y="448"/>
                        <a:pt x="341" y="448"/>
                      </a:cubicBezTo>
                      <a:cubicBezTo>
                        <a:pt x="376" y="448"/>
                        <a:pt x="376" y="448"/>
                        <a:pt x="376" y="448"/>
                      </a:cubicBezTo>
                      <a:cubicBezTo>
                        <a:pt x="376" y="461"/>
                        <a:pt x="376" y="461"/>
                        <a:pt x="376" y="461"/>
                      </a:cubicBezTo>
                      <a:cubicBezTo>
                        <a:pt x="377" y="461"/>
                        <a:pt x="377" y="461"/>
                        <a:pt x="378" y="461"/>
                      </a:cubicBezTo>
                      <a:cubicBezTo>
                        <a:pt x="378" y="448"/>
                        <a:pt x="378" y="448"/>
                        <a:pt x="378" y="448"/>
                      </a:cubicBezTo>
                      <a:cubicBezTo>
                        <a:pt x="413" y="448"/>
                        <a:pt x="413" y="448"/>
                        <a:pt x="413" y="448"/>
                      </a:cubicBezTo>
                      <a:cubicBezTo>
                        <a:pt x="413" y="466"/>
                        <a:pt x="413" y="466"/>
                        <a:pt x="413" y="466"/>
                      </a:cubicBezTo>
                      <a:cubicBezTo>
                        <a:pt x="413" y="466"/>
                        <a:pt x="414" y="466"/>
                        <a:pt x="415" y="466"/>
                      </a:cubicBezTo>
                      <a:cubicBezTo>
                        <a:pt x="415" y="448"/>
                        <a:pt x="415" y="448"/>
                        <a:pt x="415" y="448"/>
                      </a:cubicBezTo>
                      <a:cubicBezTo>
                        <a:pt x="450" y="448"/>
                        <a:pt x="450" y="448"/>
                        <a:pt x="450" y="448"/>
                      </a:cubicBezTo>
                      <a:cubicBezTo>
                        <a:pt x="450" y="470"/>
                        <a:pt x="450" y="470"/>
                        <a:pt x="450" y="470"/>
                      </a:cubicBezTo>
                      <a:cubicBezTo>
                        <a:pt x="450" y="470"/>
                        <a:pt x="451" y="470"/>
                        <a:pt x="452" y="471"/>
                      </a:cubicBezTo>
                      <a:cubicBezTo>
                        <a:pt x="452" y="448"/>
                        <a:pt x="452" y="448"/>
                        <a:pt x="452" y="448"/>
                      </a:cubicBezTo>
                      <a:cubicBezTo>
                        <a:pt x="487" y="448"/>
                        <a:pt x="487" y="448"/>
                        <a:pt x="487" y="448"/>
                      </a:cubicBezTo>
                      <a:cubicBezTo>
                        <a:pt x="487" y="474"/>
                        <a:pt x="487" y="474"/>
                        <a:pt x="487" y="474"/>
                      </a:cubicBezTo>
                      <a:cubicBezTo>
                        <a:pt x="487" y="474"/>
                        <a:pt x="488" y="475"/>
                        <a:pt x="488" y="476"/>
                      </a:cubicBezTo>
                      <a:cubicBezTo>
                        <a:pt x="488" y="476"/>
                        <a:pt x="488" y="476"/>
                        <a:pt x="489" y="476"/>
                      </a:cubicBezTo>
                      <a:cubicBezTo>
                        <a:pt x="489" y="448"/>
                        <a:pt x="489" y="448"/>
                        <a:pt x="489" y="448"/>
                      </a:cubicBezTo>
                      <a:cubicBezTo>
                        <a:pt x="524" y="448"/>
                        <a:pt x="524" y="448"/>
                        <a:pt x="524" y="448"/>
                      </a:cubicBezTo>
                      <a:cubicBezTo>
                        <a:pt x="524" y="479"/>
                        <a:pt x="524" y="479"/>
                        <a:pt x="524" y="479"/>
                      </a:cubicBezTo>
                      <a:cubicBezTo>
                        <a:pt x="524" y="478"/>
                        <a:pt x="525" y="478"/>
                        <a:pt x="526" y="478"/>
                      </a:cubicBezTo>
                      <a:cubicBezTo>
                        <a:pt x="526" y="448"/>
                        <a:pt x="526" y="448"/>
                        <a:pt x="526" y="448"/>
                      </a:cubicBezTo>
                      <a:cubicBezTo>
                        <a:pt x="563" y="448"/>
                        <a:pt x="563" y="448"/>
                        <a:pt x="563" y="448"/>
                      </a:cubicBezTo>
                      <a:cubicBezTo>
                        <a:pt x="563" y="485"/>
                        <a:pt x="563" y="485"/>
                        <a:pt x="563" y="485"/>
                      </a:cubicBezTo>
                      <a:cubicBezTo>
                        <a:pt x="558" y="485"/>
                        <a:pt x="558" y="485"/>
                        <a:pt x="558" y="485"/>
                      </a:cubicBezTo>
                      <a:cubicBezTo>
                        <a:pt x="559" y="486"/>
                        <a:pt x="560" y="486"/>
                        <a:pt x="561" y="487"/>
                      </a:cubicBezTo>
                      <a:cubicBezTo>
                        <a:pt x="563" y="487"/>
                        <a:pt x="563" y="487"/>
                        <a:pt x="563" y="487"/>
                      </a:cubicBezTo>
                      <a:cubicBezTo>
                        <a:pt x="563" y="488"/>
                        <a:pt x="563" y="488"/>
                        <a:pt x="563" y="488"/>
                      </a:cubicBezTo>
                      <a:cubicBezTo>
                        <a:pt x="563" y="489"/>
                        <a:pt x="564" y="489"/>
                        <a:pt x="565" y="489"/>
                      </a:cubicBezTo>
                      <a:cubicBezTo>
                        <a:pt x="565" y="487"/>
                        <a:pt x="565" y="487"/>
                        <a:pt x="565" y="487"/>
                      </a:cubicBezTo>
                      <a:cubicBezTo>
                        <a:pt x="582" y="487"/>
                        <a:pt x="582" y="487"/>
                        <a:pt x="582" y="487"/>
                      </a:cubicBezTo>
                      <a:cubicBezTo>
                        <a:pt x="583" y="486"/>
                        <a:pt x="584" y="486"/>
                        <a:pt x="585" y="485"/>
                      </a:cubicBezTo>
                      <a:cubicBezTo>
                        <a:pt x="565" y="485"/>
                        <a:pt x="565" y="485"/>
                        <a:pt x="565" y="485"/>
                      </a:cubicBezTo>
                      <a:cubicBezTo>
                        <a:pt x="565" y="448"/>
                        <a:pt x="565" y="448"/>
                        <a:pt x="565" y="448"/>
                      </a:cubicBezTo>
                      <a:cubicBezTo>
                        <a:pt x="599" y="448"/>
                        <a:pt x="599" y="448"/>
                        <a:pt x="599" y="448"/>
                      </a:cubicBezTo>
                      <a:cubicBezTo>
                        <a:pt x="599" y="485"/>
                        <a:pt x="599" y="485"/>
                        <a:pt x="599" y="485"/>
                      </a:cubicBezTo>
                      <a:cubicBezTo>
                        <a:pt x="595" y="485"/>
                        <a:pt x="595" y="485"/>
                        <a:pt x="595" y="485"/>
                      </a:cubicBezTo>
                      <a:cubicBezTo>
                        <a:pt x="596" y="485"/>
                        <a:pt x="596" y="485"/>
                        <a:pt x="597" y="486"/>
                      </a:cubicBezTo>
                      <a:cubicBezTo>
                        <a:pt x="600" y="486"/>
                        <a:pt x="599" y="486"/>
                        <a:pt x="601" y="487"/>
                      </a:cubicBezTo>
                      <a:cubicBezTo>
                        <a:pt x="602" y="487"/>
                        <a:pt x="602" y="487"/>
                        <a:pt x="602" y="487"/>
                      </a:cubicBezTo>
                      <a:cubicBezTo>
                        <a:pt x="636" y="487"/>
                        <a:pt x="636" y="487"/>
                        <a:pt x="636" y="487"/>
                      </a:cubicBezTo>
                      <a:cubicBezTo>
                        <a:pt x="636" y="493"/>
                        <a:pt x="636" y="493"/>
                        <a:pt x="636" y="493"/>
                      </a:cubicBezTo>
                      <a:cubicBezTo>
                        <a:pt x="637" y="493"/>
                        <a:pt x="637" y="493"/>
                        <a:pt x="638" y="493"/>
                      </a:cubicBezTo>
                      <a:cubicBezTo>
                        <a:pt x="638" y="493"/>
                        <a:pt x="638" y="493"/>
                        <a:pt x="638" y="493"/>
                      </a:cubicBezTo>
                      <a:cubicBezTo>
                        <a:pt x="638" y="487"/>
                        <a:pt x="638" y="487"/>
                        <a:pt x="638" y="487"/>
                      </a:cubicBezTo>
                      <a:cubicBezTo>
                        <a:pt x="673" y="487"/>
                        <a:pt x="673" y="487"/>
                        <a:pt x="673" y="487"/>
                      </a:cubicBezTo>
                      <a:cubicBezTo>
                        <a:pt x="673" y="499"/>
                        <a:pt x="673" y="499"/>
                        <a:pt x="673" y="499"/>
                      </a:cubicBezTo>
                      <a:cubicBezTo>
                        <a:pt x="674" y="499"/>
                        <a:pt x="675" y="499"/>
                        <a:pt x="675" y="499"/>
                      </a:cubicBezTo>
                      <a:cubicBezTo>
                        <a:pt x="675" y="487"/>
                        <a:pt x="675" y="487"/>
                        <a:pt x="675" y="487"/>
                      </a:cubicBezTo>
                      <a:cubicBezTo>
                        <a:pt x="710" y="487"/>
                        <a:pt x="710" y="487"/>
                        <a:pt x="710" y="487"/>
                      </a:cubicBezTo>
                      <a:cubicBezTo>
                        <a:pt x="710" y="503"/>
                        <a:pt x="710" y="503"/>
                        <a:pt x="710" y="503"/>
                      </a:cubicBezTo>
                      <a:cubicBezTo>
                        <a:pt x="711" y="503"/>
                        <a:pt x="712" y="503"/>
                        <a:pt x="712" y="503"/>
                      </a:cubicBezTo>
                      <a:cubicBezTo>
                        <a:pt x="712" y="487"/>
                        <a:pt x="712" y="487"/>
                        <a:pt x="712" y="487"/>
                      </a:cubicBezTo>
                      <a:cubicBezTo>
                        <a:pt x="747" y="487"/>
                        <a:pt x="747" y="487"/>
                        <a:pt x="747" y="487"/>
                      </a:cubicBezTo>
                      <a:cubicBezTo>
                        <a:pt x="747" y="499"/>
                        <a:pt x="747" y="499"/>
                        <a:pt x="747" y="499"/>
                      </a:cubicBezTo>
                      <a:cubicBezTo>
                        <a:pt x="748" y="499"/>
                        <a:pt x="748" y="499"/>
                        <a:pt x="749" y="499"/>
                      </a:cubicBezTo>
                      <a:cubicBezTo>
                        <a:pt x="749" y="499"/>
                        <a:pt x="749" y="499"/>
                        <a:pt x="749" y="499"/>
                      </a:cubicBezTo>
                      <a:cubicBezTo>
                        <a:pt x="749" y="487"/>
                        <a:pt x="749" y="487"/>
                        <a:pt x="749" y="487"/>
                      </a:cubicBezTo>
                      <a:cubicBezTo>
                        <a:pt x="784" y="487"/>
                        <a:pt x="784" y="487"/>
                        <a:pt x="784" y="487"/>
                      </a:cubicBezTo>
                      <a:cubicBezTo>
                        <a:pt x="784" y="503"/>
                        <a:pt x="784" y="503"/>
                        <a:pt x="784" y="503"/>
                      </a:cubicBezTo>
                      <a:cubicBezTo>
                        <a:pt x="785" y="503"/>
                        <a:pt x="786" y="504"/>
                        <a:pt x="786" y="504"/>
                      </a:cubicBezTo>
                      <a:cubicBezTo>
                        <a:pt x="786" y="487"/>
                        <a:pt x="786" y="487"/>
                        <a:pt x="786" y="487"/>
                      </a:cubicBezTo>
                      <a:cubicBezTo>
                        <a:pt x="821" y="487"/>
                        <a:pt x="821" y="487"/>
                        <a:pt x="821" y="487"/>
                      </a:cubicBezTo>
                      <a:cubicBezTo>
                        <a:pt x="821" y="517"/>
                        <a:pt x="821" y="517"/>
                        <a:pt x="821" y="517"/>
                      </a:cubicBezTo>
                      <a:cubicBezTo>
                        <a:pt x="822" y="517"/>
                        <a:pt x="822" y="517"/>
                        <a:pt x="823" y="518"/>
                      </a:cubicBezTo>
                      <a:cubicBezTo>
                        <a:pt x="823" y="487"/>
                        <a:pt x="823" y="487"/>
                        <a:pt x="823" y="487"/>
                      </a:cubicBezTo>
                      <a:cubicBezTo>
                        <a:pt x="862" y="487"/>
                        <a:pt x="862" y="487"/>
                        <a:pt x="862" y="487"/>
                      </a:cubicBezTo>
                      <a:cubicBezTo>
                        <a:pt x="862" y="487"/>
                        <a:pt x="862" y="487"/>
                        <a:pt x="862" y="487"/>
                      </a:cubicBezTo>
                      <a:cubicBezTo>
                        <a:pt x="862" y="485"/>
                        <a:pt x="862" y="485"/>
                        <a:pt x="862" y="485"/>
                      </a:cubicBezTo>
                      <a:cubicBezTo>
                        <a:pt x="862" y="485"/>
                        <a:pt x="862" y="485"/>
                        <a:pt x="862" y="485"/>
                      </a:cubicBezTo>
                      <a:cubicBezTo>
                        <a:pt x="823" y="485"/>
                        <a:pt x="823" y="485"/>
                        <a:pt x="823" y="485"/>
                      </a:cubicBezTo>
                      <a:cubicBezTo>
                        <a:pt x="823" y="448"/>
                        <a:pt x="823" y="448"/>
                        <a:pt x="823" y="448"/>
                      </a:cubicBezTo>
                      <a:cubicBezTo>
                        <a:pt x="862" y="448"/>
                        <a:pt x="862" y="448"/>
                        <a:pt x="862" y="448"/>
                      </a:cubicBezTo>
                      <a:cubicBezTo>
                        <a:pt x="862" y="448"/>
                        <a:pt x="862" y="448"/>
                        <a:pt x="862" y="448"/>
                      </a:cubicBezTo>
                      <a:cubicBezTo>
                        <a:pt x="862" y="446"/>
                        <a:pt x="862" y="446"/>
                        <a:pt x="862" y="446"/>
                      </a:cubicBezTo>
                      <a:cubicBezTo>
                        <a:pt x="862" y="446"/>
                        <a:pt x="862" y="446"/>
                        <a:pt x="862" y="446"/>
                      </a:cubicBezTo>
                      <a:cubicBezTo>
                        <a:pt x="823" y="446"/>
                        <a:pt x="823" y="446"/>
                        <a:pt x="823" y="446"/>
                      </a:cubicBezTo>
                      <a:cubicBezTo>
                        <a:pt x="823" y="408"/>
                        <a:pt x="823" y="408"/>
                        <a:pt x="823" y="408"/>
                      </a:cubicBezTo>
                      <a:cubicBezTo>
                        <a:pt x="862" y="408"/>
                        <a:pt x="862" y="408"/>
                        <a:pt x="862" y="408"/>
                      </a:cubicBezTo>
                      <a:cubicBezTo>
                        <a:pt x="862" y="408"/>
                        <a:pt x="862" y="408"/>
                        <a:pt x="862" y="408"/>
                      </a:cubicBezTo>
                      <a:cubicBezTo>
                        <a:pt x="862" y="407"/>
                        <a:pt x="862" y="407"/>
                        <a:pt x="862" y="407"/>
                      </a:cubicBezTo>
                      <a:cubicBezTo>
                        <a:pt x="862" y="407"/>
                        <a:pt x="862" y="406"/>
                        <a:pt x="862" y="406"/>
                      </a:cubicBezTo>
                      <a:cubicBezTo>
                        <a:pt x="823" y="406"/>
                        <a:pt x="823" y="406"/>
                        <a:pt x="823" y="406"/>
                      </a:cubicBezTo>
                      <a:cubicBezTo>
                        <a:pt x="823" y="372"/>
                        <a:pt x="823" y="372"/>
                        <a:pt x="823" y="372"/>
                      </a:cubicBezTo>
                      <a:cubicBezTo>
                        <a:pt x="862" y="372"/>
                        <a:pt x="862" y="372"/>
                        <a:pt x="862" y="372"/>
                      </a:cubicBezTo>
                      <a:cubicBezTo>
                        <a:pt x="862" y="372"/>
                        <a:pt x="862" y="371"/>
                        <a:pt x="862" y="371"/>
                      </a:cubicBezTo>
                      <a:cubicBezTo>
                        <a:pt x="862" y="370"/>
                        <a:pt x="862" y="370"/>
                        <a:pt x="862" y="370"/>
                      </a:cubicBezTo>
                      <a:cubicBezTo>
                        <a:pt x="862" y="370"/>
                        <a:pt x="862" y="370"/>
                        <a:pt x="862" y="370"/>
                      </a:cubicBezTo>
                      <a:cubicBezTo>
                        <a:pt x="823" y="370"/>
                        <a:pt x="823" y="370"/>
                        <a:pt x="823" y="370"/>
                      </a:cubicBezTo>
                      <a:cubicBezTo>
                        <a:pt x="823" y="335"/>
                        <a:pt x="823" y="335"/>
                        <a:pt x="823" y="335"/>
                      </a:cubicBezTo>
                      <a:cubicBezTo>
                        <a:pt x="862" y="335"/>
                        <a:pt x="862" y="335"/>
                        <a:pt x="862" y="335"/>
                      </a:cubicBezTo>
                      <a:cubicBezTo>
                        <a:pt x="862" y="335"/>
                        <a:pt x="862" y="335"/>
                        <a:pt x="862" y="334"/>
                      </a:cubicBezTo>
                      <a:cubicBezTo>
                        <a:pt x="862" y="333"/>
                        <a:pt x="862" y="333"/>
                        <a:pt x="862" y="333"/>
                      </a:cubicBezTo>
                      <a:cubicBezTo>
                        <a:pt x="862" y="333"/>
                        <a:pt x="862" y="333"/>
                        <a:pt x="862" y="333"/>
                      </a:cubicBezTo>
                      <a:cubicBezTo>
                        <a:pt x="823" y="333"/>
                        <a:pt x="823" y="333"/>
                        <a:pt x="823" y="333"/>
                      </a:cubicBezTo>
                      <a:cubicBezTo>
                        <a:pt x="823" y="298"/>
                        <a:pt x="823" y="298"/>
                        <a:pt x="823" y="298"/>
                      </a:cubicBezTo>
                      <a:cubicBezTo>
                        <a:pt x="862" y="298"/>
                        <a:pt x="862" y="298"/>
                        <a:pt x="862" y="298"/>
                      </a:cubicBezTo>
                      <a:cubicBezTo>
                        <a:pt x="862" y="298"/>
                        <a:pt x="862" y="298"/>
                        <a:pt x="862" y="298"/>
                      </a:cubicBezTo>
                      <a:cubicBezTo>
                        <a:pt x="862" y="296"/>
                        <a:pt x="862" y="296"/>
                        <a:pt x="862" y="296"/>
                      </a:cubicBezTo>
                      <a:cubicBezTo>
                        <a:pt x="862" y="296"/>
                        <a:pt x="862" y="296"/>
                        <a:pt x="862" y="296"/>
                      </a:cubicBezTo>
                      <a:cubicBezTo>
                        <a:pt x="823" y="296"/>
                        <a:pt x="823" y="296"/>
                        <a:pt x="823" y="296"/>
                      </a:cubicBezTo>
                      <a:cubicBezTo>
                        <a:pt x="823" y="261"/>
                        <a:pt x="823" y="261"/>
                        <a:pt x="823" y="261"/>
                      </a:cubicBezTo>
                      <a:cubicBezTo>
                        <a:pt x="862" y="261"/>
                        <a:pt x="862" y="261"/>
                        <a:pt x="862" y="261"/>
                      </a:cubicBezTo>
                      <a:cubicBezTo>
                        <a:pt x="862" y="261"/>
                        <a:pt x="862" y="261"/>
                        <a:pt x="862" y="261"/>
                      </a:cubicBezTo>
                      <a:cubicBezTo>
                        <a:pt x="862" y="259"/>
                        <a:pt x="862" y="259"/>
                        <a:pt x="862" y="259"/>
                      </a:cubicBezTo>
                      <a:cubicBezTo>
                        <a:pt x="862" y="259"/>
                        <a:pt x="862" y="259"/>
                        <a:pt x="862" y="259"/>
                      </a:cubicBezTo>
                      <a:cubicBezTo>
                        <a:pt x="823" y="259"/>
                        <a:pt x="823" y="259"/>
                        <a:pt x="823" y="259"/>
                      </a:cubicBezTo>
                      <a:cubicBezTo>
                        <a:pt x="823" y="224"/>
                        <a:pt x="823" y="224"/>
                        <a:pt x="823" y="224"/>
                      </a:cubicBezTo>
                      <a:cubicBezTo>
                        <a:pt x="862" y="224"/>
                        <a:pt x="862" y="224"/>
                        <a:pt x="862" y="224"/>
                      </a:cubicBezTo>
                      <a:cubicBezTo>
                        <a:pt x="862" y="224"/>
                        <a:pt x="862" y="224"/>
                        <a:pt x="862" y="224"/>
                      </a:cubicBezTo>
                      <a:cubicBezTo>
                        <a:pt x="862" y="222"/>
                        <a:pt x="862" y="222"/>
                        <a:pt x="862" y="222"/>
                      </a:cubicBezTo>
                      <a:cubicBezTo>
                        <a:pt x="862" y="222"/>
                        <a:pt x="862" y="222"/>
                        <a:pt x="862" y="222"/>
                      </a:cubicBezTo>
                      <a:cubicBezTo>
                        <a:pt x="823" y="222"/>
                        <a:pt x="823" y="222"/>
                        <a:pt x="823" y="222"/>
                      </a:cubicBezTo>
                      <a:cubicBezTo>
                        <a:pt x="823" y="187"/>
                        <a:pt x="823" y="187"/>
                        <a:pt x="823" y="187"/>
                      </a:cubicBezTo>
                      <a:cubicBezTo>
                        <a:pt x="862" y="187"/>
                        <a:pt x="862" y="187"/>
                        <a:pt x="862" y="187"/>
                      </a:cubicBezTo>
                      <a:cubicBezTo>
                        <a:pt x="862" y="187"/>
                        <a:pt x="862" y="187"/>
                        <a:pt x="862" y="187"/>
                      </a:cubicBezTo>
                      <a:cubicBezTo>
                        <a:pt x="862" y="185"/>
                        <a:pt x="862" y="185"/>
                        <a:pt x="862" y="185"/>
                      </a:cubicBezTo>
                      <a:cubicBezTo>
                        <a:pt x="862" y="185"/>
                        <a:pt x="862" y="185"/>
                        <a:pt x="862" y="185"/>
                      </a:cubicBezTo>
                      <a:cubicBezTo>
                        <a:pt x="823" y="185"/>
                        <a:pt x="823" y="185"/>
                        <a:pt x="823" y="185"/>
                      </a:cubicBezTo>
                      <a:cubicBezTo>
                        <a:pt x="823" y="150"/>
                        <a:pt x="823" y="150"/>
                        <a:pt x="823" y="150"/>
                      </a:cubicBezTo>
                      <a:cubicBezTo>
                        <a:pt x="862" y="150"/>
                        <a:pt x="862" y="150"/>
                        <a:pt x="862" y="150"/>
                      </a:cubicBezTo>
                      <a:cubicBezTo>
                        <a:pt x="862" y="150"/>
                        <a:pt x="862" y="150"/>
                        <a:pt x="862" y="150"/>
                      </a:cubicBezTo>
                      <a:cubicBezTo>
                        <a:pt x="862" y="148"/>
                        <a:pt x="862" y="148"/>
                        <a:pt x="862" y="148"/>
                      </a:cubicBezTo>
                      <a:cubicBezTo>
                        <a:pt x="862" y="148"/>
                        <a:pt x="862" y="148"/>
                        <a:pt x="862" y="148"/>
                      </a:cubicBezTo>
                      <a:cubicBezTo>
                        <a:pt x="823" y="148"/>
                        <a:pt x="823" y="148"/>
                        <a:pt x="823" y="148"/>
                      </a:cubicBezTo>
                      <a:cubicBezTo>
                        <a:pt x="823" y="113"/>
                        <a:pt x="823" y="113"/>
                        <a:pt x="823" y="113"/>
                      </a:cubicBezTo>
                      <a:cubicBezTo>
                        <a:pt x="862" y="113"/>
                        <a:pt x="862" y="113"/>
                        <a:pt x="862" y="113"/>
                      </a:cubicBezTo>
                      <a:cubicBezTo>
                        <a:pt x="862" y="113"/>
                        <a:pt x="862" y="113"/>
                        <a:pt x="862" y="113"/>
                      </a:cubicBezTo>
                      <a:cubicBezTo>
                        <a:pt x="862" y="111"/>
                        <a:pt x="862" y="111"/>
                        <a:pt x="862" y="111"/>
                      </a:cubicBezTo>
                      <a:cubicBezTo>
                        <a:pt x="862" y="111"/>
                        <a:pt x="862" y="111"/>
                        <a:pt x="862" y="111"/>
                      </a:cubicBezTo>
                      <a:cubicBezTo>
                        <a:pt x="823" y="111"/>
                        <a:pt x="823" y="111"/>
                        <a:pt x="823" y="111"/>
                      </a:cubicBezTo>
                      <a:cubicBezTo>
                        <a:pt x="823" y="76"/>
                        <a:pt x="823" y="76"/>
                        <a:pt x="823" y="76"/>
                      </a:cubicBezTo>
                      <a:cubicBezTo>
                        <a:pt x="862" y="76"/>
                        <a:pt x="862" y="76"/>
                        <a:pt x="862" y="76"/>
                      </a:cubicBezTo>
                      <a:cubicBezTo>
                        <a:pt x="862" y="76"/>
                        <a:pt x="862" y="76"/>
                        <a:pt x="862" y="76"/>
                      </a:cubicBezTo>
                      <a:cubicBezTo>
                        <a:pt x="862" y="74"/>
                        <a:pt x="862" y="74"/>
                        <a:pt x="862" y="74"/>
                      </a:cubicBezTo>
                      <a:cubicBezTo>
                        <a:pt x="862" y="74"/>
                        <a:pt x="862" y="74"/>
                        <a:pt x="862" y="74"/>
                      </a:cubicBezTo>
                      <a:cubicBezTo>
                        <a:pt x="823" y="74"/>
                        <a:pt x="823" y="74"/>
                        <a:pt x="823" y="74"/>
                      </a:cubicBezTo>
                      <a:cubicBezTo>
                        <a:pt x="823" y="39"/>
                        <a:pt x="823" y="39"/>
                        <a:pt x="823" y="39"/>
                      </a:cubicBezTo>
                      <a:cubicBezTo>
                        <a:pt x="862" y="39"/>
                        <a:pt x="862" y="39"/>
                        <a:pt x="862" y="39"/>
                      </a:cubicBezTo>
                      <a:cubicBezTo>
                        <a:pt x="862" y="39"/>
                        <a:pt x="862" y="39"/>
                        <a:pt x="862" y="39"/>
                      </a:cubicBezTo>
                      <a:cubicBezTo>
                        <a:pt x="862" y="38"/>
                        <a:pt x="862" y="38"/>
                        <a:pt x="862" y="38"/>
                      </a:cubicBezTo>
                      <a:cubicBezTo>
                        <a:pt x="862" y="38"/>
                        <a:pt x="862" y="37"/>
                        <a:pt x="862" y="37"/>
                      </a:cubicBezTo>
                      <a:cubicBezTo>
                        <a:pt x="823" y="37"/>
                        <a:pt x="823" y="37"/>
                        <a:pt x="823" y="37"/>
                      </a:cubicBezTo>
                      <a:cubicBezTo>
                        <a:pt x="823" y="2"/>
                        <a:pt x="823" y="2"/>
                        <a:pt x="823" y="2"/>
                      </a:cubicBezTo>
                      <a:lnTo>
                        <a:pt x="862" y="2"/>
                      </a:lnTo>
                      <a:close/>
                      <a:moveTo>
                        <a:pt x="78" y="446"/>
                      </a:moveTo>
                      <a:cubicBezTo>
                        <a:pt x="41" y="446"/>
                        <a:pt x="41" y="446"/>
                        <a:pt x="41" y="446"/>
                      </a:cubicBezTo>
                      <a:cubicBezTo>
                        <a:pt x="41" y="408"/>
                        <a:pt x="41" y="408"/>
                        <a:pt x="41" y="408"/>
                      </a:cubicBezTo>
                      <a:cubicBezTo>
                        <a:pt x="78" y="408"/>
                        <a:pt x="78" y="408"/>
                        <a:pt x="78" y="408"/>
                      </a:cubicBezTo>
                      <a:lnTo>
                        <a:pt x="78" y="446"/>
                      </a:lnTo>
                      <a:close/>
                      <a:moveTo>
                        <a:pt x="78" y="406"/>
                      </a:moveTo>
                      <a:cubicBezTo>
                        <a:pt x="41" y="406"/>
                        <a:pt x="41" y="406"/>
                        <a:pt x="41" y="406"/>
                      </a:cubicBezTo>
                      <a:cubicBezTo>
                        <a:pt x="41" y="372"/>
                        <a:pt x="41" y="372"/>
                        <a:pt x="41" y="372"/>
                      </a:cubicBezTo>
                      <a:cubicBezTo>
                        <a:pt x="78" y="372"/>
                        <a:pt x="78" y="372"/>
                        <a:pt x="78" y="372"/>
                      </a:cubicBezTo>
                      <a:lnTo>
                        <a:pt x="78" y="406"/>
                      </a:lnTo>
                      <a:close/>
                      <a:moveTo>
                        <a:pt x="78" y="370"/>
                      </a:moveTo>
                      <a:cubicBezTo>
                        <a:pt x="41" y="370"/>
                        <a:pt x="41" y="370"/>
                        <a:pt x="41" y="370"/>
                      </a:cubicBezTo>
                      <a:cubicBezTo>
                        <a:pt x="41" y="335"/>
                        <a:pt x="41" y="335"/>
                        <a:pt x="41" y="335"/>
                      </a:cubicBezTo>
                      <a:cubicBezTo>
                        <a:pt x="78" y="335"/>
                        <a:pt x="78" y="335"/>
                        <a:pt x="78" y="335"/>
                      </a:cubicBezTo>
                      <a:lnTo>
                        <a:pt x="78" y="370"/>
                      </a:lnTo>
                      <a:close/>
                      <a:moveTo>
                        <a:pt x="78" y="333"/>
                      </a:moveTo>
                      <a:cubicBezTo>
                        <a:pt x="41" y="333"/>
                        <a:pt x="41" y="333"/>
                        <a:pt x="41" y="333"/>
                      </a:cubicBezTo>
                      <a:cubicBezTo>
                        <a:pt x="41" y="298"/>
                        <a:pt x="41" y="298"/>
                        <a:pt x="41" y="298"/>
                      </a:cubicBezTo>
                      <a:cubicBezTo>
                        <a:pt x="78" y="298"/>
                        <a:pt x="78" y="298"/>
                        <a:pt x="78" y="298"/>
                      </a:cubicBezTo>
                      <a:lnTo>
                        <a:pt x="78" y="333"/>
                      </a:lnTo>
                      <a:close/>
                      <a:moveTo>
                        <a:pt x="78" y="296"/>
                      </a:moveTo>
                      <a:cubicBezTo>
                        <a:pt x="41" y="296"/>
                        <a:pt x="41" y="296"/>
                        <a:pt x="41" y="296"/>
                      </a:cubicBezTo>
                      <a:cubicBezTo>
                        <a:pt x="41" y="261"/>
                        <a:pt x="41" y="261"/>
                        <a:pt x="41" y="261"/>
                      </a:cubicBezTo>
                      <a:cubicBezTo>
                        <a:pt x="78" y="261"/>
                        <a:pt x="78" y="261"/>
                        <a:pt x="78" y="261"/>
                      </a:cubicBezTo>
                      <a:lnTo>
                        <a:pt x="78" y="296"/>
                      </a:lnTo>
                      <a:close/>
                      <a:moveTo>
                        <a:pt x="78" y="259"/>
                      </a:moveTo>
                      <a:cubicBezTo>
                        <a:pt x="41" y="259"/>
                        <a:pt x="41" y="259"/>
                        <a:pt x="41" y="259"/>
                      </a:cubicBezTo>
                      <a:cubicBezTo>
                        <a:pt x="41" y="224"/>
                        <a:pt x="41" y="224"/>
                        <a:pt x="41" y="224"/>
                      </a:cubicBezTo>
                      <a:cubicBezTo>
                        <a:pt x="78" y="224"/>
                        <a:pt x="78" y="224"/>
                        <a:pt x="78" y="224"/>
                      </a:cubicBezTo>
                      <a:lnTo>
                        <a:pt x="78" y="259"/>
                      </a:lnTo>
                      <a:close/>
                      <a:moveTo>
                        <a:pt x="78" y="222"/>
                      </a:moveTo>
                      <a:cubicBezTo>
                        <a:pt x="41" y="222"/>
                        <a:pt x="41" y="222"/>
                        <a:pt x="41" y="222"/>
                      </a:cubicBezTo>
                      <a:cubicBezTo>
                        <a:pt x="41" y="187"/>
                        <a:pt x="41" y="187"/>
                        <a:pt x="41" y="187"/>
                      </a:cubicBezTo>
                      <a:cubicBezTo>
                        <a:pt x="78" y="187"/>
                        <a:pt x="78" y="187"/>
                        <a:pt x="78" y="187"/>
                      </a:cubicBezTo>
                      <a:lnTo>
                        <a:pt x="78" y="222"/>
                      </a:lnTo>
                      <a:close/>
                      <a:moveTo>
                        <a:pt x="78" y="185"/>
                      </a:moveTo>
                      <a:cubicBezTo>
                        <a:pt x="41" y="185"/>
                        <a:pt x="41" y="185"/>
                        <a:pt x="41" y="185"/>
                      </a:cubicBezTo>
                      <a:cubicBezTo>
                        <a:pt x="41" y="150"/>
                        <a:pt x="41" y="150"/>
                        <a:pt x="41" y="150"/>
                      </a:cubicBezTo>
                      <a:cubicBezTo>
                        <a:pt x="78" y="150"/>
                        <a:pt x="78" y="150"/>
                        <a:pt x="78" y="150"/>
                      </a:cubicBezTo>
                      <a:lnTo>
                        <a:pt x="78" y="185"/>
                      </a:lnTo>
                      <a:close/>
                      <a:moveTo>
                        <a:pt x="78" y="148"/>
                      </a:moveTo>
                      <a:cubicBezTo>
                        <a:pt x="41" y="148"/>
                        <a:pt x="41" y="148"/>
                        <a:pt x="41" y="148"/>
                      </a:cubicBezTo>
                      <a:cubicBezTo>
                        <a:pt x="41" y="113"/>
                        <a:pt x="41" y="113"/>
                        <a:pt x="41" y="113"/>
                      </a:cubicBezTo>
                      <a:cubicBezTo>
                        <a:pt x="78" y="113"/>
                        <a:pt x="78" y="113"/>
                        <a:pt x="78" y="113"/>
                      </a:cubicBezTo>
                      <a:lnTo>
                        <a:pt x="78" y="148"/>
                      </a:lnTo>
                      <a:close/>
                      <a:moveTo>
                        <a:pt x="78" y="111"/>
                      </a:moveTo>
                      <a:cubicBezTo>
                        <a:pt x="41" y="111"/>
                        <a:pt x="41" y="111"/>
                        <a:pt x="41" y="111"/>
                      </a:cubicBezTo>
                      <a:cubicBezTo>
                        <a:pt x="41" y="76"/>
                        <a:pt x="41" y="76"/>
                        <a:pt x="41" y="76"/>
                      </a:cubicBezTo>
                      <a:cubicBezTo>
                        <a:pt x="78" y="76"/>
                        <a:pt x="78" y="76"/>
                        <a:pt x="78" y="76"/>
                      </a:cubicBezTo>
                      <a:lnTo>
                        <a:pt x="78" y="111"/>
                      </a:lnTo>
                      <a:close/>
                      <a:moveTo>
                        <a:pt x="78" y="74"/>
                      </a:moveTo>
                      <a:cubicBezTo>
                        <a:pt x="41" y="74"/>
                        <a:pt x="41" y="74"/>
                        <a:pt x="41" y="74"/>
                      </a:cubicBezTo>
                      <a:cubicBezTo>
                        <a:pt x="41" y="39"/>
                        <a:pt x="41" y="39"/>
                        <a:pt x="41" y="39"/>
                      </a:cubicBezTo>
                      <a:cubicBezTo>
                        <a:pt x="78" y="39"/>
                        <a:pt x="78" y="39"/>
                        <a:pt x="78" y="39"/>
                      </a:cubicBezTo>
                      <a:lnTo>
                        <a:pt x="78" y="74"/>
                      </a:lnTo>
                      <a:close/>
                      <a:moveTo>
                        <a:pt x="78" y="37"/>
                      </a:moveTo>
                      <a:cubicBezTo>
                        <a:pt x="41" y="37"/>
                        <a:pt x="41" y="37"/>
                        <a:pt x="41" y="37"/>
                      </a:cubicBezTo>
                      <a:cubicBezTo>
                        <a:pt x="41" y="2"/>
                        <a:pt x="41" y="2"/>
                        <a:pt x="41" y="2"/>
                      </a:cubicBezTo>
                      <a:cubicBezTo>
                        <a:pt x="78" y="2"/>
                        <a:pt x="78" y="2"/>
                        <a:pt x="78" y="2"/>
                      </a:cubicBezTo>
                      <a:lnTo>
                        <a:pt x="78" y="37"/>
                      </a:lnTo>
                      <a:close/>
                      <a:moveTo>
                        <a:pt x="118" y="446"/>
                      </a:moveTo>
                      <a:cubicBezTo>
                        <a:pt x="80" y="446"/>
                        <a:pt x="80" y="446"/>
                        <a:pt x="80" y="446"/>
                      </a:cubicBezTo>
                      <a:cubicBezTo>
                        <a:pt x="80" y="408"/>
                        <a:pt x="80" y="408"/>
                        <a:pt x="80" y="408"/>
                      </a:cubicBezTo>
                      <a:cubicBezTo>
                        <a:pt x="118" y="408"/>
                        <a:pt x="118" y="408"/>
                        <a:pt x="118" y="408"/>
                      </a:cubicBezTo>
                      <a:lnTo>
                        <a:pt x="118" y="446"/>
                      </a:lnTo>
                      <a:close/>
                      <a:moveTo>
                        <a:pt x="118" y="406"/>
                      </a:moveTo>
                      <a:cubicBezTo>
                        <a:pt x="80" y="406"/>
                        <a:pt x="80" y="406"/>
                        <a:pt x="80" y="406"/>
                      </a:cubicBezTo>
                      <a:cubicBezTo>
                        <a:pt x="80" y="372"/>
                        <a:pt x="80" y="372"/>
                        <a:pt x="80" y="372"/>
                      </a:cubicBezTo>
                      <a:cubicBezTo>
                        <a:pt x="118" y="372"/>
                        <a:pt x="118" y="372"/>
                        <a:pt x="118" y="372"/>
                      </a:cubicBezTo>
                      <a:lnTo>
                        <a:pt x="118" y="406"/>
                      </a:lnTo>
                      <a:close/>
                      <a:moveTo>
                        <a:pt x="118" y="370"/>
                      </a:moveTo>
                      <a:cubicBezTo>
                        <a:pt x="80" y="370"/>
                        <a:pt x="80" y="370"/>
                        <a:pt x="80" y="370"/>
                      </a:cubicBezTo>
                      <a:cubicBezTo>
                        <a:pt x="80" y="335"/>
                        <a:pt x="80" y="335"/>
                        <a:pt x="80" y="335"/>
                      </a:cubicBezTo>
                      <a:cubicBezTo>
                        <a:pt x="118" y="335"/>
                        <a:pt x="118" y="335"/>
                        <a:pt x="118" y="335"/>
                      </a:cubicBezTo>
                      <a:lnTo>
                        <a:pt x="118" y="370"/>
                      </a:lnTo>
                      <a:close/>
                      <a:moveTo>
                        <a:pt x="118" y="333"/>
                      </a:moveTo>
                      <a:cubicBezTo>
                        <a:pt x="80" y="333"/>
                        <a:pt x="80" y="333"/>
                        <a:pt x="80" y="333"/>
                      </a:cubicBezTo>
                      <a:cubicBezTo>
                        <a:pt x="80" y="298"/>
                        <a:pt x="80" y="298"/>
                        <a:pt x="80" y="298"/>
                      </a:cubicBezTo>
                      <a:cubicBezTo>
                        <a:pt x="118" y="298"/>
                        <a:pt x="118" y="298"/>
                        <a:pt x="118" y="298"/>
                      </a:cubicBezTo>
                      <a:lnTo>
                        <a:pt x="118" y="333"/>
                      </a:lnTo>
                      <a:close/>
                      <a:moveTo>
                        <a:pt x="118" y="296"/>
                      </a:moveTo>
                      <a:cubicBezTo>
                        <a:pt x="80" y="296"/>
                        <a:pt x="80" y="296"/>
                        <a:pt x="80" y="296"/>
                      </a:cubicBezTo>
                      <a:cubicBezTo>
                        <a:pt x="80" y="261"/>
                        <a:pt x="80" y="261"/>
                        <a:pt x="80" y="261"/>
                      </a:cubicBezTo>
                      <a:cubicBezTo>
                        <a:pt x="118" y="261"/>
                        <a:pt x="118" y="261"/>
                        <a:pt x="118" y="261"/>
                      </a:cubicBezTo>
                      <a:lnTo>
                        <a:pt x="118" y="296"/>
                      </a:lnTo>
                      <a:close/>
                      <a:moveTo>
                        <a:pt x="118" y="259"/>
                      </a:moveTo>
                      <a:cubicBezTo>
                        <a:pt x="80" y="259"/>
                        <a:pt x="80" y="259"/>
                        <a:pt x="80" y="259"/>
                      </a:cubicBezTo>
                      <a:cubicBezTo>
                        <a:pt x="80" y="224"/>
                        <a:pt x="80" y="224"/>
                        <a:pt x="80" y="224"/>
                      </a:cubicBezTo>
                      <a:cubicBezTo>
                        <a:pt x="118" y="224"/>
                        <a:pt x="118" y="224"/>
                        <a:pt x="118" y="224"/>
                      </a:cubicBezTo>
                      <a:lnTo>
                        <a:pt x="118" y="259"/>
                      </a:lnTo>
                      <a:close/>
                      <a:moveTo>
                        <a:pt x="118" y="222"/>
                      </a:moveTo>
                      <a:cubicBezTo>
                        <a:pt x="80" y="222"/>
                        <a:pt x="80" y="222"/>
                        <a:pt x="80" y="222"/>
                      </a:cubicBezTo>
                      <a:cubicBezTo>
                        <a:pt x="80" y="187"/>
                        <a:pt x="80" y="187"/>
                        <a:pt x="80" y="187"/>
                      </a:cubicBezTo>
                      <a:cubicBezTo>
                        <a:pt x="118" y="187"/>
                        <a:pt x="118" y="187"/>
                        <a:pt x="118" y="187"/>
                      </a:cubicBezTo>
                      <a:lnTo>
                        <a:pt x="118" y="222"/>
                      </a:lnTo>
                      <a:close/>
                      <a:moveTo>
                        <a:pt x="118" y="185"/>
                      </a:moveTo>
                      <a:cubicBezTo>
                        <a:pt x="80" y="185"/>
                        <a:pt x="80" y="185"/>
                        <a:pt x="80" y="185"/>
                      </a:cubicBezTo>
                      <a:cubicBezTo>
                        <a:pt x="80" y="150"/>
                        <a:pt x="80" y="150"/>
                        <a:pt x="80" y="150"/>
                      </a:cubicBezTo>
                      <a:cubicBezTo>
                        <a:pt x="118" y="150"/>
                        <a:pt x="118" y="150"/>
                        <a:pt x="118" y="150"/>
                      </a:cubicBezTo>
                      <a:lnTo>
                        <a:pt x="118" y="185"/>
                      </a:lnTo>
                      <a:close/>
                      <a:moveTo>
                        <a:pt x="118" y="148"/>
                      </a:moveTo>
                      <a:cubicBezTo>
                        <a:pt x="80" y="148"/>
                        <a:pt x="80" y="148"/>
                        <a:pt x="80" y="148"/>
                      </a:cubicBezTo>
                      <a:cubicBezTo>
                        <a:pt x="80" y="113"/>
                        <a:pt x="80" y="113"/>
                        <a:pt x="80" y="113"/>
                      </a:cubicBezTo>
                      <a:cubicBezTo>
                        <a:pt x="118" y="113"/>
                        <a:pt x="118" y="113"/>
                        <a:pt x="118" y="113"/>
                      </a:cubicBezTo>
                      <a:lnTo>
                        <a:pt x="118" y="148"/>
                      </a:lnTo>
                      <a:close/>
                      <a:moveTo>
                        <a:pt x="118" y="111"/>
                      </a:moveTo>
                      <a:cubicBezTo>
                        <a:pt x="80" y="111"/>
                        <a:pt x="80" y="111"/>
                        <a:pt x="80" y="111"/>
                      </a:cubicBezTo>
                      <a:cubicBezTo>
                        <a:pt x="80" y="76"/>
                        <a:pt x="80" y="76"/>
                        <a:pt x="80" y="76"/>
                      </a:cubicBezTo>
                      <a:cubicBezTo>
                        <a:pt x="118" y="76"/>
                        <a:pt x="118" y="76"/>
                        <a:pt x="118" y="76"/>
                      </a:cubicBezTo>
                      <a:lnTo>
                        <a:pt x="118" y="111"/>
                      </a:lnTo>
                      <a:close/>
                      <a:moveTo>
                        <a:pt x="118" y="74"/>
                      </a:moveTo>
                      <a:cubicBezTo>
                        <a:pt x="80" y="74"/>
                        <a:pt x="80" y="74"/>
                        <a:pt x="80" y="74"/>
                      </a:cubicBezTo>
                      <a:cubicBezTo>
                        <a:pt x="80" y="39"/>
                        <a:pt x="80" y="39"/>
                        <a:pt x="80" y="39"/>
                      </a:cubicBezTo>
                      <a:cubicBezTo>
                        <a:pt x="118" y="39"/>
                        <a:pt x="118" y="39"/>
                        <a:pt x="118" y="39"/>
                      </a:cubicBezTo>
                      <a:lnTo>
                        <a:pt x="118" y="74"/>
                      </a:lnTo>
                      <a:close/>
                      <a:moveTo>
                        <a:pt x="118" y="37"/>
                      </a:moveTo>
                      <a:cubicBezTo>
                        <a:pt x="80" y="37"/>
                        <a:pt x="80" y="37"/>
                        <a:pt x="80" y="37"/>
                      </a:cubicBezTo>
                      <a:cubicBezTo>
                        <a:pt x="80" y="2"/>
                        <a:pt x="80" y="2"/>
                        <a:pt x="80" y="2"/>
                      </a:cubicBezTo>
                      <a:cubicBezTo>
                        <a:pt x="118" y="2"/>
                        <a:pt x="118" y="2"/>
                        <a:pt x="118" y="2"/>
                      </a:cubicBezTo>
                      <a:lnTo>
                        <a:pt x="118" y="37"/>
                      </a:lnTo>
                      <a:close/>
                      <a:moveTo>
                        <a:pt x="154" y="446"/>
                      </a:moveTo>
                      <a:cubicBezTo>
                        <a:pt x="120" y="446"/>
                        <a:pt x="120" y="446"/>
                        <a:pt x="120" y="446"/>
                      </a:cubicBezTo>
                      <a:cubicBezTo>
                        <a:pt x="120" y="408"/>
                        <a:pt x="120" y="408"/>
                        <a:pt x="120" y="408"/>
                      </a:cubicBezTo>
                      <a:cubicBezTo>
                        <a:pt x="154" y="408"/>
                        <a:pt x="154" y="408"/>
                        <a:pt x="154" y="408"/>
                      </a:cubicBezTo>
                      <a:lnTo>
                        <a:pt x="154" y="446"/>
                      </a:lnTo>
                      <a:close/>
                      <a:moveTo>
                        <a:pt x="154" y="406"/>
                      </a:moveTo>
                      <a:cubicBezTo>
                        <a:pt x="120" y="406"/>
                        <a:pt x="120" y="406"/>
                        <a:pt x="120" y="406"/>
                      </a:cubicBezTo>
                      <a:cubicBezTo>
                        <a:pt x="120" y="372"/>
                        <a:pt x="120" y="372"/>
                        <a:pt x="120" y="372"/>
                      </a:cubicBezTo>
                      <a:cubicBezTo>
                        <a:pt x="154" y="372"/>
                        <a:pt x="154" y="372"/>
                        <a:pt x="154" y="372"/>
                      </a:cubicBezTo>
                      <a:lnTo>
                        <a:pt x="154" y="406"/>
                      </a:lnTo>
                      <a:close/>
                      <a:moveTo>
                        <a:pt x="154" y="370"/>
                      </a:moveTo>
                      <a:cubicBezTo>
                        <a:pt x="120" y="370"/>
                        <a:pt x="120" y="370"/>
                        <a:pt x="120" y="370"/>
                      </a:cubicBezTo>
                      <a:cubicBezTo>
                        <a:pt x="120" y="335"/>
                        <a:pt x="120" y="335"/>
                        <a:pt x="120" y="335"/>
                      </a:cubicBezTo>
                      <a:cubicBezTo>
                        <a:pt x="154" y="335"/>
                        <a:pt x="154" y="335"/>
                        <a:pt x="154" y="335"/>
                      </a:cubicBezTo>
                      <a:lnTo>
                        <a:pt x="154" y="370"/>
                      </a:lnTo>
                      <a:close/>
                      <a:moveTo>
                        <a:pt x="154" y="333"/>
                      </a:moveTo>
                      <a:cubicBezTo>
                        <a:pt x="120" y="333"/>
                        <a:pt x="120" y="333"/>
                        <a:pt x="120" y="333"/>
                      </a:cubicBezTo>
                      <a:cubicBezTo>
                        <a:pt x="120" y="298"/>
                        <a:pt x="120" y="298"/>
                        <a:pt x="120" y="298"/>
                      </a:cubicBezTo>
                      <a:cubicBezTo>
                        <a:pt x="154" y="298"/>
                        <a:pt x="154" y="298"/>
                        <a:pt x="154" y="298"/>
                      </a:cubicBezTo>
                      <a:lnTo>
                        <a:pt x="154" y="333"/>
                      </a:lnTo>
                      <a:close/>
                      <a:moveTo>
                        <a:pt x="154" y="296"/>
                      </a:moveTo>
                      <a:cubicBezTo>
                        <a:pt x="120" y="296"/>
                        <a:pt x="120" y="296"/>
                        <a:pt x="120" y="296"/>
                      </a:cubicBezTo>
                      <a:cubicBezTo>
                        <a:pt x="120" y="261"/>
                        <a:pt x="120" y="261"/>
                        <a:pt x="120" y="261"/>
                      </a:cubicBezTo>
                      <a:cubicBezTo>
                        <a:pt x="154" y="261"/>
                        <a:pt x="154" y="261"/>
                        <a:pt x="154" y="261"/>
                      </a:cubicBezTo>
                      <a:lnTo>
                        <a:pt x="154" y="296"/>
                      </a:lnTo>
                      <a:close/>
                      <a:moveTo>
                        <a:pt x="154" y="259"/>
                      </a:moveTo>
                      <a:cubicBezTo>
                        <a:pt x="120" y="259"/>
                        <a:pt x="120" y="259"/>
                        <a:pt x="120" y="259"/>
                      </a:cubicBezTo>
                      <a:cubicBezTo>
                        <a:pt x="120" y="224"/>
                        <a:pt x="120" y="224"/>
                        <a:pt x="120" y="224"/>
                      </a:cubicBezTo>
                      <a:cubicBezTo>
                        <a:pt x="154" y="224"/>
                        <a:pt x="154" y="224"/>
                        <a:pt x="154" y="224"/>
                      </a:cubicBezTo>
                      <a:lnTo>
                        <a:pt x="154" y="259"/>
                      </a:lnTo>
                      <a:close/>
                      <a:moveTo>
                        <a:pt x="154" y="222"/>
                      </a:moveTo>
                      <a:cubicBezTo>
                        <a:pt x="120" y="222"/>
                        <a:pt x="120" y="222"/>
                        <a:pt x="120" y="222"/>
                      </a:cubicBezTo>
                      <a:cubicBezTo>
                        <a:pt x="120" y="187"/>
                        <a:pt x="120" y="187"/>
                        <a:pt x="120" y="187"/>
                      </a:cubicBezTo>
                      <a:cubicBezTo>
                        <a:pt x="154" y="187"/>
                        <a:pt x="154" y="187"/>
                        <a:pt x="154" y="187"/>
                      </a:cubicBezTo>
                      <a:lnTo>
                        <a:pt x="154" y="222"/>
                      </a:lnTo>
                      <a:close/>
                      <a:moveTo>
                        <a:pt x="154" y="185"/>
                      </a:moveTo>
                      <a:cubicBezTo>
                        <a:pt x="120" y="185"/>
                        <a:pt x="120" y="185"/>
                        <a:pt x="120" y="185"/>
                      </a:cubicBezTo>
                      <a:cubicBezTo>
                        <a:pt x="120" y="150"/>
                        <a:pt x="120" y="150"/>
                        <a:pt x="120" y="150"/>
                      </a:cubicBezTo>
                      <a:cubicBezTo>
                        <a:pt x="154" y="150"/>
                        <a:pt x="154" y="150"/>
                        <a:pt x="154" y="150"/>
                      </a:cubicBezTo>
                      <a:lnTo>
                        <a:pt x="154" y="185"/>
                      </a:lnTo>
                      <a:close/>
                      <a:moveTo>
                        <a:pt x="154" y="148"/>
                      </a:moveTo>
                      <a:cubicBezTo>
                        <a:pt x="120" y="148"/>
                        <a:pt x="120" y="148"/>
                        <a:pt x="120" y="148"/>
                      </a:cubicBezTo>
                      <a:cubicBezTo>
                        <a:pt x="120" y="113"/>
                        <a:pt x="120" y="113"/>
                        <a:pt x="120" y="113"/>
                      </a:cubicBezTo>
                      <a:cubicBezTo>
                        <a:pt x="154" y="113"/>
                        <a:pt x="154" y="113"/>
                        <a:pt x="154" y="113"/>
                      </a:cubicBezTo>
                      <a:lnTo>
                        <a:pt x="154" y="148"/>
                      </a:lnTo>
                      <a:close/>
                      <a:moveTo>
                        <a:pt x="154" y="111"/>
                      </a:moveTo>
                      <a:cubicBezTo>
                        <a:pt x="120" y="111"/>
                        <a:pt x="120" y="111"/>
                        <a:pt x="120" y="111"/>
                      </a:cubicBezTo>
                      <a:cubicBezTo>
                        <a:pt x="120" y="76"/>
                        <a:pt x="120" y="76"/>
                        <a:pt x="120" y="76"/>
                      </a:cubicBezTo>
                      <a:cubicBezTo>
                        <a:pt x="154" y="76"/>
                        <a:pt x="154" y="76"/>
                        <a:pt x="154" y="76"/>
                      </a:cubicBezTo>
                      <a:lnTo>
                        <a:pt x="154" y="111"/>
                      </a:lnTo>
                      <a:close/>
                      <a:moveTo>
                        <a:pt x="154" y="74"/>
                      </a:moveTo>
                      <a:cubicBezTo>
                        <a:pt x="120" y="74"/>
                        <a:pt x="120" y="74"/>
                        <a:pt x="120" y="74"/>
                      </a:cubicBezTo>
                      <a:cubicBezTo>
                        <a:pt x="120" y="39"/>
                        <a:pt x="120" y="39"/>
                        <a:pt x="120" y="39"/>
                      </a:cubicBezTo>
                      <a:cubicBezTo>
                        <a:pt x="154" y="39"/>
                        <a:pt x="154" y="39"/>
                        <a:pt x="154" y="39"/>
                      </a:cubicBezTo>
                      <a:lnTo>
                        <a:pt x="154" y="74"/>
                      </a:lnTo>
                      <a:close/>
                      <a:moveTo>
                        <a:pt x="154" y="37"/>
                      </a:moveTo>
                      <a:cubicBezTo>
                        <a:pt x="120" y="37"/>
                        <a:pt x="120" y="37"/>
                        <a:pt x="120" y="37"/>
                      </a:cubicBezTo>
                      <a:cubicBezTo>
                        <a:pt x="120" y="2"/>
                        <a:pt x="120" y="2"/>
                        <a:pt x="120" y="2"/>
                      </a:cubicBezTo>
                      <a:cubicBezTo>
                        <a:pt x="154" y="2"/>
                        <a:pt x="154" y="2"/>
                        <a:pt x="154" y="2"/>
                      </a:cubicBezTo>
                      <a:lnTo>
                        <a:pt x="154" y="37"/>
                      </a:lnTo>
                      <a:close/>
                      <a:moveTo>
                        <a:pt x="191" y="446"/>
                      </a:moveTo>
                      <a:cubicBezTo>
                        <a:pt x="156" y="446"/>
                        <a:pt x="156" y="446"/>
                        <a:pt x="156" y="446"/>
                      </a:cubicBezTo>
                      <a:cubicBezTo>
                        <a:pt x="156" y="408"/>
                        <a:pt x="156" y="408"/>
                        <a:pt x="156" y="408"/>
                      </a:cubicBezTo>
                      <a:cubicBezTo>
                        <a:pt x="191" y="408"/>
                        <a:pt x="191" y="408"/>
                        <a:pt x="191" y="408"/>
                      </a:cubicBezTo>
                      <a:lnTo>
                        <a:pt x="191" y="446"/>
                      </a:lnTo>
                      <a:close/>
                      <a:moveTo>
                        <a:pt x="191" y="406"/>
                      </a:moveTo>
                      <a:cubicBezTo>
                        <a:pt x="156" y="406"/>
                        <a:pt x="156" y="406"/>
                        <a:pt x="156" y="406"/>
                      </a:cubicBezTo>
                      <a:cubicBezTo>
                        <a:pt x="156" y="372"/>
                        <a:pt x="156" y="372"/>
                        <a:pt x="156" y="372"/>
                      </a:cubicBezTo>
                      <a:cubicBezTo>
                        <a:pt x="191" y="372"/>
                        <a:pt x="191" y="372"/>
                        <a:pt x="191" y="372"/>
                      </a:cubicBezTo>
                      <a:lnTo>
                        <a:pt x="191" y="406"/>
                      </a:lnTo>
                      <a:close/>
                      <a:moveTo>
                        <a:pt x="191" y="370"/>
                      </a:moveTo>
                      <a:cubicBezTo>
                        <a:pt x="156" y="370"/>
                        <a:pt x="156" y="370"/>
                        <a:pt x="156" y="370"/>
                      </a:cubicBezTo>
                      <a:cubicBezTo>
                        <a:pt x="156" y="335"/>
                        <a:pt x="156" y="335"/>
                        <a:pt x="156" y="335"/>
                      </a:cubicBezTo>
                      <a:cubicBezTo>
                        <a:pt x="191" y="335"/>
                        <a:pt x="191" y="335"/>
                        <a:pt x="191" y="335"/>
                      </a:cubicBezTo>
                      <a:lnTo>
                        <a:pt x="191" y="370"/>
                      </a:lnTo>
                      <a:close/>
                      <a:moveTo>
                        <a:pt x="191" y="333"/>
                      </a:moveTo>
                      <a:cubicBezTo>
                        <a:pt x="156" y="333"/>
                        <a:pt x="156" y="333"/>
                        <a:pt x="156" y="333"/>
                      </a:cubicBezTo>
                      <a:cubicBezTo>
                        <a:pt x="156" y="298"/>
                        <a:pt x="156" y="298"/>
                        <a:pt x="156" y="298"/>
                      </a:cubicBezTo>
                      <a:cubicBezTo>
                        <a:pt x="191" y="298"/>
                        <a:pt x="191" y="298"/>
                        <a:pt x="191" y="298"/>
                      </a:cubicBezTo>
                      <a:lnTo>
                        <a:pt x="191" y="333"/>
                      </a:lnTo>
                      <a:close/>
                      <a:moveTo>
                        <a:pt x="191" y="296"/>
                      </a:moveTo>
                      <a:cubicBezTo>
                        <a:pt x="156" y="296"/>
                        <a:pt x="156" y="296"/>
                        <a:pt x="156" y="296"/>
                      </a:cubicBezTo>
                      <a:cubicBezTo>
                        <a:pt x="156" y="261"/>
                        <a:pt x="156" y="261"/>
                        <a:pt x="156" y="261"/>
                      </a:cubicBezTo>
                      <a:cubicBezTo>
                        <a:pt x="191" y="261"/>
                        <a:pt x="191" y="261"/>
                        <a:pt x="191" y="261"/>
                      </a:cubicBezTo>
                      <a:lnTo>
                        <a:pt x="191" y="296"/>
                      </a:lnTo>
                      <a:close/>
                      <a:moveTo>
                        <a:pt x="191" y="259"/>
                      </a:moveTo>
                      <a:cubicBezTo>
                        <a:pt x="156" y="259"/>
                        <a:pt x="156" y="259"/>
                        <a:pt x="156" y="259"/>
                      </a:cubicBezTo>
                      <a:cubicBezTo>
                        <a:pt x="156" y="224"/>
                        <a:pt x="156" y="224"/>
                        <a:pt x="156" y="224"/>
                      </a:cubicBezTo>
                      <a:cubicBezTo>
                        <a:pt x="191" y="224"/>
                        <a:pt x="191" y="224"/>
                        <a:pt x="191" y="224"/>
                      </a:cubicBezTo>
                      <a:lnTo>
                        <a:pt x="191" y="259"/>
                      </a:lnTo>
                      <a:close/>
                      <a:moveTo>
                        <a:pt x="191" y="222"/>
                      </a:moveTo>
                      <a:cubicBezTo>
                        <a:pt x="156" y="222"/>
                        <a:pt x="156" y="222"/>
                        <a:pt x="156" y="222"/>
                      </a:cubicBezTo>
                      <a:cubicBezTo>
                        <a:pt x="156" y="187"/>
                        <a:pt x="156" y="187"/>
                        <a:pt x="156" y="187"/>
                      </a:cubicBezTo>
                      <a:cubicBezTo>
                        <a:pt x="191" y="187"/>
                        <a:pt x="191" y="187"/>
                        <a:pt x="191" y="187"/>
                      </a:cubicBezTo>
                      <a:lnTo>
                        <a:pt x="191" y="222"/>
                      </a:lnTo>
                      <a:close/>
                      <a:moveTo>
                        <a:pt x="191" y="185"/>
                      </a:moveTo>
                      <a:cubicBezTo>
                        <a:pt x="156" y="185"/>
                        <a:pt x="156" y="185"/>
                        <a:pt x="156" y="185"/>
                      </a:cubicBezTo>
                      <a:cubicBezTo>
                        <a:pt x="156" y="150"/>
                        <a:pt x="156" y="150"/>
                        <a:pt x="156" y="150"/>
                      </a:cubicBezTo>
                      <a:cubicBezTo>
                        <a:pt x="191" y="150"/>
                        <a:pt x="191" y="150"/>
                        <a:pt x="191" y="150"/>
                      </a:cubicBezTo>
                      <a:lnTo>
                        <a:pt x="191" y="185"/>
                      </a:lnTo>
                      <a:close/>
                      <a:moveTo>
                        <a:pt x="191" y="148"/>
                      </a:moveTo>
                      <a:cubicBezTo>
                        <a:pt x="156" y="148"/>
                        <a:pt x="156" y="148"/>
                        <a:pt x="156" y="148"/>
                      </a:cubicBezTo>
                      <a:cubicBezTo>
                        <a:pt x="156" y="113"/>
                        <a:pt x="156" y="113"/>
                        <a:pt x="156" y="113"/>
                      </a:cubicBezTo>
                      <a:cubicBezTo>
                        <a:pt x="191" y="113"/>
                        <a:pt x="191" y="113"/>
                        <a:pt x="191" y="113"/>
                      </a:cubicBezTo>
                      <a:lnTo>
                        <a:pt x="191" y="148"/>
                      </a:lnTo>
                      <a:close/>
                      <a:moveTo>
                        <a:pt x="191" y="111"/>
                      </a:moveTo>
                      <a:cubicBezTo>
                        <a:pt x="156" y="111"/>
                        <a:pt x="156" y="111"/>
                        <a:pt x="156" y="111"/>
                      </a:cubicBezTo>
                      <a:cubicBezTo>
                        <a:pt x="156" y="76"/>
                        <a:pt x="156" y="76"/>
                        <a:pt x="156" y="76"/>
                      </a:cubicBezTo>
                      <a:cubicBezTo>
                        <a:pt x="191" y="76"/>
                        <a:pt x="191" y="76"/>
                        <a:pt x="191" y="76"/>
                      </a:cubicBezTo>
                      <a:lnTo>
                        <a:pt x="191" y="111"/>
                      </a:lnTo>
                      <a:close/>
                      <a:moveTo>
                        <a:pt x="191" y="74"/>
                      </a:moveTo>
                      <a:cubicBezTo>
                        <a:pt x="156" y="74"/>
                        <a:pt x="156" y="74"/>
                        <a:pt x="156" y="74"/>
                      </a:cubicBezTo>
                      <a:cubicBezTo>
                        <a:pt x="156" y="39"/>
                        <a:pt x="156" y="39"/>
                        <a:pt x="156" y="39"/>
                      </a:cubicBezTo>
                      <a:cubicBezTo>
                        <a:pt x="191" y="39"/>
                        <a:pt x="191" y="39"/>
                        <a:pt x="191" y="39"/>
                      </a:cubicBezTo>
                      <a:lnTo>
                        <a:pt x="191" y="74"/>
                      </a:lnTo>
                      <a:close/>
                      <a:moveTo>
                        <a:pt x="191" y="37"/>
                      </a:moveTo>
                      <a:cubicBezTo>
                        <a:pt x="156" y="37"/>
                        <a:pt x="156" y="37"/>
                        <a:pt x="156" y="37"/>
                      </a:cubicBezTo>
                      <a:cubicBezTo>
                        <a:pt x="156" y="2"/>
                        <a:pt x="156" y="2"/>
                        <a:pt x="156" y="2"/>
                      </a:cubicBezTo>
                      <a:cubicBezTo>
                        <a:pt x="191" y="2"/>
                        <a:pt x="191" y="2"/>
                        <a:pt x="191" y="2"/>
                      </a:cubicBezTo>
                      <a:lnTo>
                        <a:pt x="191" y="37"/>
                      </a:lnTo>
                      <a:close/>
                      <a:moveTo>
                        <a:pt x="228" y="446"/>
                      </a:moveTo>
                      <a:cubicBezTo>
                        <a:pt x="193" y="446"/>
                        <a:pt x="193" y="446"/>
                        <a:pt x="193" y="446"/>
                      </a:cubicBezTo>
                      <a:cubicBezTo>
                        <a:pt x="193" y="408"/>
                        <a:pt x="193" y="408"/>
                        <a:pt x="193" y="408"/>
                      </a:cubicBezTo>
                      <a:cubicBezTo>
                        <a:pt x="228" y="408"/>
                        <a:pt x="228" y="408"/>
                        <a:pt x="228" y="408"/>
                      </a:cubicBezTo>
                      <a:lnTo>
                        <a:pt x="228" y="446"/>
                      </a:lnTo>
                      <a:close/>
                      <a:moveTo>
                        <a:pt x="228" y="406"/>
                      </a:moveTo>
                      <a:cubicBezTo>
                        <a:pt x="193" y="406"/>
                        <a:pt x="193" y="406"/>
                        <a:pt x="193" y="406"/>
                      </a:cubicBezTo>
                      <a:cubicBezTo>
                        <a:pt x="193" y="372"/>
                        <a:pt x="193" y="372"/>
                        <a:pt x="193" y="372"/>
                      </a:cubicBezTo>
                      <a:cubicBezTo>
                        <a:pt x="228" y="372"/>
                        <a:pt x="228" y="372"/>
                        <a:pt x="228" y="372"/>
                      </a:cubicBezTo>
                      <a:lnTo>
                        <a:pt x="228" y="406"/>
                      </a:lnTo>
                      <a:close/>
                      <a:moveTo>
                        <a:pt x="228" y="370"/>
                      </a:moveTo>
                      <a:cubicBezTo>
                        <a:pt x="193" y="370"/>
                        <a:pt x="193" y="370"/>
                        <a:pt x="193" y="370"/>
                      </a:cubicBezTo>
                      <a:cubicBezTo>
                        <a:pt x="193" y="335"/>
                        <a:pt x="193" y="335"/>
                        <a:pt x="193" y="335"/>
                      </a:cubicBezTo>
                      <a:cubicBezTo>
                        <a:pt x="228" y="335"/>
                        <a:pt x="228" y="335"/>
                        <a:pt x="228" y="335"/>
                      </a:cubicBezTo>
                      <a:lnTo>
                        <a:pt x="228" y="370"/>
                      </a:lnTo>
                      <a:close/>
                      <a:moveTo>
                        <a:pt x="228" y="333"/>
                      </a:moveTo>
                      <a:cubicBezTo>
                        <a:pt x="193" y="333"/>
                        <a:pt x="193" y="333"/>
                        <a:pt x="193" y="333"/>
                      </a:cubicBezTo>
                      <a:cubicBezTo>
                        <a:pt x="193" y="298"/>
                        <a:pt x="193" y="298"/>
                        <a:pt x="193" y="298"/>
                      </a:cubicBezTo>
                      <a:cubicBezTo>
                        <a:pt x="228" y="298"/>
                        <a:pt x="228" y="298"/>
                        <a:pt x="228" y="298"/>
                      </a:cubicBezTo>
                      <a:lnTo>
                        <a:pt x="228" y="333"/>
                      </a:lnTo>
                      <a:close/>
                      <a:moveTo>
                        <a:pt x="228" y="296"/>
                      </a:moveTo>
                      <a:cubicBezTo>
                        <a:pt x="193" y="296"/>
                        <a:pt x="193" y="296"/>
                        <a:pt x="193" y="296"/>
                      </a:cubicBezTo>
                      <a:cubicBezTo>
                        <a:pt x="193" y="261"/>
                        <a:pt x="193" y="261"/>
                        <a:pt x="193" y="261"/>
                      </a:cubicBezTo>
                      <a:cubicBezTo>
                        <a:pt x="228" y="261"/>
                        <a:pt x="228" y="261"/>
                        <a:pt x="228" y="261"/>
                      </a:cubicBezTo>
                      <a:lnTo>
                        <a:pt x="228" y="296"/>
                      </a:lnTo>
                      <a:close/>
                      <a:moveTo>
                        <a:pt x="228" y="259"/>
                      </a:moveTo>
                      <a:cubicBezTo>
                        <a:pt x="193" y="259"/>
                        <a:pt x="193" y="259"/>
                        <a:pt x="193" y="259"/>
                      </a:cubicBezTo>
                      <a:cubicBezTo>
                        <a:pt x="193" y="224"/>
                        <a:pt x="193" y="224"/>
                        <a:pt x="193" y="224"/>
                      </a:cubicBezTo>
                      <a:cubicBezTo>
                        <a:pt x="228" y="224"/>
                        <a:pt x="228" y="224"/>
                        <a:pt x="228" y="224"/>
                      </a:cubicBezTo>
                      <a:lnTo>
                        <a:pt x="228" y="259"/>
                      </a:lnTo>
                      <a:close/>
                      <a:moveTo>
                        <a:pt x="228" y="222"/>
                      </a:moveTo>
                      <a:cubicBezTo>
                        <a:pt x="193" y="222"/>
                        <a:pt x="193" y="222"/>
                        <a:pt x="193" y="222"/>
                      </a:cubicBezTo>
                      <a:cubicBezTo>
                        <a:pt x="193" y="187"/>
                        <a:pt x="193" y="187"/>
                        <a:pt x="193" y="187"/>
                      </a:cubicBezTo>
                      <a:cubicBezTo>
                        <a:pt x="228" y="187"/>
                        <a:pt x="228" y="187"/>
                        <a:pt x="228" y="187"/>
                      </a:cubicBezTo>
                      <a:lnTo>
                        <a:pt x="228" y="222"/>
                      </a:lnTo>
                      <a:close/>
                      <a:moveTo>
                        <a:pt x="228" y="185"/>
                      </a:moveTo>
                      <a:cubicBezTo>
                        <a:pt x="193" y="185"/>
                        <a:pt x="193" y="185"/>
                        <a:pt x="193" y="185"/>
                      </a:cubicBezTo>
                      <a:cubicBezTo>
                        <a:pt x="193" y="150"/>
                        <a:pt x="193" y="150"/>
                        <a:pt x="193" y="150"/>
                      </a:cubicBezTo>
                      <a:cubicBezTo>
                        <a:pt x="228" y="150"/>
                        <a:pt x="228" y="150"/>
                        <a:pt x="228" y="150"/>
                      </a:cubicBezTo>
                      <a:lnTo>
                        <a:pt x="228" y="185"/>
                      </a:lnTo>
                      <a:close/>
                      <a:moveTo>
                        <a:pt x="228" y="148"/>
                      </a:moveTo>
                      <a:cubicBezTo>
                        <a:pt x="193" y="148"/>
                        <a:pt x="193" y="148"/>
                        <a:pt x="193" y="148"/>
                      </a:cubicBezTo>
                      <a:cubicBezTo>
                        <a:pt x="193" y="113"/>
                        <a:pt x="193" y="113"/>
                        <a:pt x="193" y="113"/>
                      </a:cubicBezTo>
                      <a:cubicBezTo>
                        <a:pt x="228" y="113"/>
                        <a:pt x="228" y="113"/>
                        <a:pt x="228" y="113"/>
                      </a:cubicBezTo>
                      <a:lnTo>
                        <a:pt x="228" y="148"/>
                      </a:lnTo>
                      <a:close/>
                      <a:moveTo>
                        <a:pt x="228" y="111"/>
                      </a:moveTo>
                      <a:cubicBezTo>
                        <a:pt x="193" y="111"/>
                        <a:pt x="193" y="111"/>
                        <a:pt x="193" y="111"/>
                      </a:cubicBezTo>
                      <a:cubicBezTo>
                        <a:pt x="193" y="76"/>
                        <a:pt x="193" y="76"/>
                        <a:pt x="193" y="76"/>
                      </a:cubicBezTo>
                      <a:cubicBezTo>
                        <a:pt x="228" y="76"/>
                        <a:pt x="228" y="76"/>
                        <a:pt x="228" y="76"/>
                      </a:cubicBezTo>
                      <a:lnTo>
                        <a:pt x="228" y="111"/>
                      </a:lnTo>
                      <a:close/>
                      <a:moveTo>
                        <a:pt x="228" y="74"/>
                      </a:moveTo>
                      <a:cubicBezTo>
                        <a:pt x="193" y="74"/>
                        <a:pt x="193" y="74"/>
                        <a:pt x="193" y="74"/>
                      </a:cubicBezTo>
                      <a:cubicBezTo>
                        <a:pt x="193" y="39"/>
                        <a:pt x="193" y="39"/>
                        <a:pt x="193" y="39"/>
                      </a:cubicBezTo>
                      <a:cubicBezTo>
                        <a:pt x="228" y="39"/>
                        <a:pt x="228" y="39"/>
                        <a:pt x="228" y="39"/>
                      </a:cubicBezTo>
                      <a:lnTo>
                        <a:pt x="228" y="74"/>
                      </a:lnTo>
                      <a:close/>
                      <a:moveTo>
                        <a:pt x="228" y="37"/>
                      </a:moveTo>
                      <a:cubicBezTo>
                        <a:pt x="193" y="37"/>
                        <a:pt x="193" y="37"/>
                        <a:pt x="193" y="37"/>
                      </a:cubicBezTo>
                      <a:cubicBezTo>
                        <a:pt x="193" y="2"/>
                        <a:pt x="193" y="2"/>
                        <a:pt x="193" y="2"/>
                      </a:cubicBezTo>
                      <a:cubicBezTo>
                        <a:pt x="228" y="2"/>
                        <a:pt x="228" y="2"/>
                        <a:pt x="228" y="2"/>
                      </a:cubicBezTo>
                      <a:lnTo>
                        <a:pt x="228" y="37"/>
                      </a:lnTo>
                      <a:close/>
                      <a:moveTo>
                        <a:pt x="265" y="446"/>
                      </a:moveTo>
                      <a:cubicBezTo>
                        <a:pt x="230" y="446"/>
                        <a:pt x="230" y="446"/>
                        <a:pt x="230" y="446"/>
                      </a:cubicBezTo>
                      <a:cubicBezTo>
                        <a:pt x="230" y="408"/>
                        <a:pt x="230" y="408"/>
                        <a:pt x="230" y="408"/>
                      </a:cubicBezTo>
                      <a:cubicBezTo>
                        <a:pt x="265" y="408"/>
                        <a:pt x="265" y="408"/>
                        <a:pt x="265" y="408"/>
                      </a:cubicBezTo>
                      <a:lnTo>
                        <a:pt x="265" y="446"/>
                      </a:lnTo>
                      <a:close/>
                      <a:moveTo>
                        <a:pt x="265" y="406"/>
                      </a:moveTo>
                      <a:cubicBezTo>
                        <a:pt x="230" y="406"/>
                        <a:pt x="230" y="406"/>
                        <a:pt x="230" y="406"/>
                      </a:cubicBezTo>
                      <a:cubicBezTo>
                        <a:pt x="230" y="372"/>
                        <a:pt x="230" y="372"/>
                        <a:pt x="230" y="372"/>
                      </a:cubicBezTo>
                      <a:cubicBezTo>
                        <a:pt x="265" y="372"/>
                        <a:pt x="265" y="372"/>
                        <a:pt x="265" y="372"/>
                      </a:cubicBezTo>
                      <a:lnTo>
                        <a:pt x="265" y="406"/>
                      </a:lnTo>
                      <a:close/>
                      <a:moveTo>
                        <a:pt x="265" y="370"/>
                      </a:moveTo>
                      <a:cubicBezTo>
                        <a:pt x="230" y="370"/>
                        <a:pt x="230" y="370"/>
                        <a:pt x="230" y="370"/>
                      </a:cubicBezTo>
                      <a:cubicBezTo>
                        <a:pt x="230" y="335"/>
                        <a:pt x="230" y="335"/>
                        <a:pt x="230" y="335"/>
                      </a:cubicBezTo>
                      <a:cubicBezTo>
                        <a:pt x="265" y="335"/>
                        <a:pt x="265" y="335"/>
                        <a:pt x="265" y="335"/>
                      </a:cubicBezTo>
                      <a:lnTo>
                        <a:pt x="265" y="370"/>
                      </a:lnTo>
                      <a:close/>
                      <a:moveTo>
                        <a:pt x="265" y="333"/>
                      </a:moveTo>
                      <a:cubicBezTo>
                        <a:pt x="230" y="333"/>
                        <a:pt x="230" y="333"/>
                        <a:pt x="230" y="333"/>
                      </a:cubicBezTo>
                      <a:cubicBezTo>
                        <a:pt x="230" y="298"/>
                        <a:pt x="230" y="298"/>
                        <a:pt x="230" y="298"/>
                      </a:cubicBezTo>
                      <a:cubicBezTo>
                        <a:pt x="265" y="298"/>
                        <a:pt x="265" y="298"/>
                        <a:pt x="265" y="298"/>
                      </a:cubicBezTo>
                      <a:lnTo>
                        <a:pt x="265" y="333"/>
                      </a:lnTo>
                      <a:close/>
                      <a:moveTo>
                        <a:pt x="265" y="296"/>
                      </a:moveTo>
                      <a:cubicBezTo>
                        <a:pt x="230" y="296"/>
                        <a:pt x="230" y="296"/>
                        <a:pt x="230" y="296"/>
                      </a:cubicBezTo>
                      <a:cubicBezTo>
                        <a:pt x="230" y="261"/>
                        <a:pt x="230" y="261"/>
                        <a:pt x="230" y="261"/>
                      </a:cubicBezTo>
                      <a:cubicBezTo>
                        <a:pt x="265" y="261"/>
                        <a:pt x="265" y="261"/>
                        <a:pt x="265" y="261"/>
                      </a:cubicBezTo>
                      <a:lnTo>
                        <a:pt x="265" y="296"/>
                      </a:lnTo>
                      <a:close/>
                      <a:moveTo>
                        <a:pt x="265" y="259"/>
                      </a:moveTo>
                      <a:cubicBezTo>
                        <a:pt x="230" y="259"/>
                        <a:pt x="230" y="259"/>
                        <a:pt x="230" y="259"/>
                      </a:cubicBezTo>
                      <a:cubicBezTo>
                        <a:pt x="230" y="224"/>
                        <a:pt x="230" y="224"/>
                        <a:pt x="230" y="224"/>
                      </a:cubicBezTo>
                      <a:cubicBezTo>
                        <a:pt x="265" y="224"/>
                        <a:pt x="265" y="224"/>
                        <a:pt x="265" y="224"/>
                      </a:cubicBezTo>
                      <a:lnTo>
                        <a:pt x="265" y="259"/>
                      </a:lnTo>
                      <a:close/>
                      <a:moveTo>
                        <a:pt x="265" y="222"/>
                      </a:moveTo>
                      <a:cubicBezTo>
                        <a:pt x="230" y="222"/>
                        <a:pt x="230" y="222"/>
                        <a:pt x="230" y="222"/>
                      </a:cubicBezTo>
                      <a:cubicBezTo>
                        <a:pt x="230" y="187"/>
                        <a:pt x="230" y="187"/>
                        <a:pt x="230" y="187"/>
                      </a:cubicBezTo>
                      <a:cubicBezTo>
                        <a:pt x="265" y="187"/>
                        <a:pt x="265" y="187"/>
                        <a:pt x="265" y="187"/>
                      </a:cubicBezTo>
                      <a:lnTo>
                        <a:pt x="265" y="222"/>
                      </a:lnTo>
                      <a:close/>
                      <a:moveTo>
                        <a:pt x="265" y="185"/>
                      </a:moveTo>
                      <a:cubicBezTo>
                        <a:pt x="230" y="185"/>
                        <a:pt x="230" y="185"/>
                        <a:pt x="230" y="185"/>
                      </a:cubicBezTo>
                      <a:cubicBezTo>
                        <a:pt x="230" y="150"/>
                        <a:pt x="230" y="150"/>
                        <a:pt x="230" y="150"/>
                      </a:cubicBezTo>
                      <a:cubicBezTo>
                        <a:pt x="265" y="150"/>
                        <a:pt x="265" y="150"/>
                        <a:pt x="265" y="150"/>
                      </a:cubicBezTo>
                      <a:lnTo>
                        <a:pt x="265" y="185"/>
                      </a:lnTo>
                      <a:close/>
                      <a:moveTo>
                        <a:pt x="265" y="148"/>
                      </a:moveTo>
                      <a:cubicBezTo>
                        <a:pt x="230" y="148"/>
                        <a:pt x="230" y="148"/>
                        <a:pt x="230" y="148"/>
                      </a:cubicBezTo>
                      <a:cubicBezTo>
                        <a:pt x="230" y="113"/>
                        <a:pt x="230" y="113"/>
                        <a:pt x="230" y="113"/>
                      </a:cubicBezTo>
                      <a:cubicBezTo>
                        <a:pt x="265" y="113"/>
                        <a:pt x="265" y="113"/>
                        <a:pt x="265" y="113"/>
                      </a:cubicBezTo>
                      <a:lnTo>
                        <a:pt x="265" y="148"/>
                      </a:lnTo>
                      <a:close/>
                      <a:moveTo>
                        <a:pt x="265" y="111"/>
                      </a:moveTo>
                      <a:cubicBezTo>
                        <a:pt x="230" y="111"/>
                        <a:pt x="230" y="111"/>
                        <a:pt x="230" y="111"/>
                      </a:cubicBezTo>
                      <a:cubicBezTo>
                        <a:pt x="230" y="76"/>
                        <a:pt x="230" y="76"/>
                        <a:pt x="230" y="76"/>
                      </a:cubicBezTo>
                      <a:cubicBezTo>
                        <a:pt x="265" y="76"/>
                        <a:pt x="265" y="76"/>
                        <a:pt x="265" y="76"/>
                      </a:cubicBezTo>
                      <a:lnTo>
                        <a:pt x="265" y="111"/>
                      </a:lnTo>
                      <a:close/>
                      <a:moveTo>
                        <a:pt x="265" y="74"/>
                      </a:moveTo>
                      <a:cubicBezTo>
                        <a:pt x="230" y="74"/>
                        <a:pt x="230" y="74"/>
                        <a:pt x="230" y="74"/>
                      </a:cubicBezTo>
                      <a:cubicBezTo>
                        <a:pt x="230" y="39"/>
                        <a:pt x="230" y="39"/>
                        <a:pt x="230" y="39"/>
                      </a:cubicBezTo>
                      <a:cubicBezTo>
                        <a:pt x="265" y="39"/>
                        <a:pt x="265" y="39"/>
                        <a:pt x="265" y="39"/>
                      </a:cubicBezTo>
                      <a:lnTo>
                        <a:pt x="265" y="74"/>
                      </a:lnTo>
                      <a:close/>
                      <a:moveTo>
                        <a:pt x="265" y="37"/>
                      </a:moveTo>
                      <a:cubicBezTo>
                        <a:pt x="230" y="37"/>
                        <a:pt x="230" y="37"/>
                        <a:pt x="230" y="37"/>
                      </a:cubicBezTo>
                      <a:cubicBezTo>
                        <a:pt x="230" y="2"/>
                        <a:pt x="230" y="2"/>
                        <a:pt x="230" y="2"/>
                      </a:cubicBezTo>
                      <a:cubicBezTo>
                        <a:pt x="265" y="2"/>
                        <a:pt x="265" y="2"/>
                        <a:pt x="265" y="2"/>
                      </a:cubicBezTo>
                      <a:lnTo>
                        <a:pt x="265" y="37"/>
                      </a:lnTo>
                      <a:close/>
                      <a:moveTo>
                        <a:pt x="302" y="406"/>
                      </a:moveTo>
                      <a:cubicBezTo>
                        <a:pt x="267" y="406"/>
                        <a:pt x="267" y="406"/>
                        <a:pt x="267" y="406"/>
                      </a:cubicBezTo>
                      <a:cubicBezTo>
                        <a:pt x="267" y="372"/>
                        <a:pt x="267" y="372"/>
                        <a:pt x="267" y="372"/>
                      </a:cubicBezTo>
                      <a:cubicBezTo>
                        <a:pt x="302" y="372"/>
                        <a:pt x="302" y="372"/>
                        <a:pt x="302" y="372"/>
                      </a:cubicBezTo>
                      <a:lnTo>
                        <a:pt x="302" y="406"/>
                      </a:lnTo>
                      <a:close/>
                      <a:moveTo>
                        <a:pt x="302" y="370"/>
                      </a:moveTo>
                      <a:cubicBezTo>
                        <a:pt x="267" y="370"/>
                        <a:pt x="267" y="370"/>
                        <a:pt x="267" y="370"/>
                      </a:cubicBezTo>
                      <a:cubicBezTo>
                        <a:pt x="267" y="335"/>
                        <a:pt x="267" y="335"/>
                        <a:pt x="267" y="335"/>
                      </a:cubicBezTo>
                      <a:cubicBezTo>
                        <a:pt x="302" y="335"/>
                        <a:pt x="302" y="335"/>
                        <a:pt x="302" y="335"/>
                      </a:cubicBezTo>
                      <a:lnTo>
                        <a:pt x="302" y="370"/>
                      </a:lnTo>
                      <a:close/>
                      <a:moveTo>
                        <a:pt x="302" y="333"/>
                      </a:moveTo>
                      <a:cubicBezTo>
                        <a:pt x="267" y="333"/>
                        <a:pt x="267" y="333"/>
                        <a:pt x="267" y="333"/>
                      </a:cubicBezTo>
                      <a:cubicBezTo>
                        <a:pt x="267" y="298"/>
                        <a:pt x="267" y="298"/>
                        <a:pt x="267" y="298"/>
                      </a:cubicBezTo>
                      <a:cubicBezTo>
                        <a:pt x="302" y="298"/>
                        <a:pt x="302" y="298"/>
                        <a:pt x="302" y="298"/>
                      </a:cubicBezTo>
                      <a:lnTo>
                        <a:pt x="302" y="333"/>
                      </a:lnTo>
                      <a:close/>
                      <a:moveTo>
                        <a:pt x="302" y="296"/>
                      </a:moveTo>
                      <a:cubicBezTo>
                        <a:pt x="267" y="296"/>
                        <a:pt x="267" y="296"/>
                        <a:pt x="267" y="296"/>
                      </a:cubicBezTo>
                      <a:cubicBezTo>
                        <a:pt x="267" y="261"/>
                        <a:pt x="267" y="261"/>
                        <a:pt x="267" y="261"/>
                      </a:cubicBezTo>
                      <a:cubicBezTo>
                        <a:pt x="302" y="261"/>
                        <a:pt x="302" y="261"/>
                        <a:pt x="302" y="261"/>
                      </a:cubicBezTo>
                      <a:lnTo>
                        <a:pt x="302" y="296"/>
                      </a:lnTo>
                      <a:close/>
                      <a:moveTo>
                        <a:pt x="302" y="259"/>
                      </a:moveTo>
                      <a:cubicBezTo>
                        <a:pt x="267" y="259"/>
                        <a:pt x="267" y="259"/>
                        <a:pt x="267" y="259"/>
                      </a:cubicBezTo>
                      <a:cubicBezTo>
                        <a:pt x="267" y="224"/>
                        <a:pt x="267" y="224"/>
                        <a:pt x="267" y="224"/>
                      </a:cubicBezTo>
                      <a:cubicBezTo>
                        <a:pt x="302" y="224"/>
                        <a:pt x="302" y="224"/>
                        <a:pt x="302" y="224"/>
                      </a:cubicBezTo>
                      <a:lnTo>
                        <a:pt x="302" y="259"/>
                      </a:lnTo>
                      <a:close/>
                      <a:moveTo>
                        <a:pt x="302" y="222"/>
                      </a:moveTo>
                      <a:cubicBezTo>
                        <a:pt x="267" y="222"/>
                        <a:pt x="267" y="222"/>
                        <a:pt x="267" y="222"/>
                      </a:cubicBezTo>
                      <a:cubicBezTo>
                        <a:pt x="267" y="187"/>
                        <a:pt x="267" y="187"/>
                        <a:pt x="267" y="187"/>
                      </a:cubicBezTo>
                      <a:cubicBezTo>
                        <a:pt x="302" y="187"/>
                        <a:pt x="302" y="187"/>
                        <a:pt x="302" y="187"/>
                      </a:cubicBezTo>
                      <a:lnTo>
                        <a:pt x="302" y="222"/>
                      </a:lnTo>
                      <a:close/>
                      <a:moveTo>
                        <a:pt x="302" y="185"/>
                      </a:moveTo>
                      <a:cubicBezTo>
                        <a:pt x="267" y="185"/>
                        <a:pt x="267" y="185"/>
                        <a:pt x="267" y="185"/>
                      </a:cubicBezTo>
                      <a:cubicBezTo>
                        <a:pt x="267" y="150"/>
                        <a:pt x="267" y="150"/>
                        <a:pt x="267" y="150"/>
                      </a:cubicBezTo>
                      <a:cubicBezTo>
                        <a:pt x="302" y="150"/>
                        <a:pt x="302" y="150"/>
                        <a:pt x="302" y="150"/>
                      </a:cubicBezTo>
                      <a:lnTo>
                        <a:pt x="302" y="185"/>
                      </a:lnTo>
                      <a:close/>
                      <a:moveTo>
                        <a:pt x="302" y="148"/>
                      </a:moveTo>
                      <a:cubicBezTo>
                        <a:pt x="267" y="148"/>
                        <a:pt x="267" y="148"/>
                        <a:pt x="267" y="148"/>
                      </a:cubicBezTo>
                      <a:cubicBezTo>
                        <a:pt x="267" y="113"/>
                        <a:pt x="267" y="113"/>
                        <a:pt x="267" y="113"/>
                      </a:cubicBezTo>
                      <a:cubicBezTo>
                        <a:pt x="302" y="113"/>
                        <a:pt x="302" y="113"/>
                        <a:pt x="302" y="113"/>
                      </a:cubicBezTo>
                      <a:lnTo>
                        <a:pt x="302" y="148"/>
                      </a:lnTo>
                      <a:close/>
                      <a:moveTo>
                        <a:pt x="302" y="111"/>
                      </a:moveTo>
                      <a:cubicBezTo>
                        <a:pt x="267" y="111"/>
                        <a:pt x="267" y="111"/>
                        <a:pt x="267" y="111"/>
                      </a:cubicBezTo>
                      <a:cubicBezTo>
                        <a:pt x="267" y="76"/>
                        <a:pt x="267" y="76"/>
                        <a:pt x="267" y="76"/>
                      </a:cubicBezTo>
                      <a:cubicBezTo>
                        <a:pt x="302" y="76"/>
                        <a:pt x="302" y="76"/>
                        <a:pt x="302" y="76"/>
                      </a:cubicBezTo>
                      <a:lnTo>
                        <a:pt x="302" y="111"/>
                      </a:lnTo>
                      <a:close/>
                      <a:moveTo>
                        <a:pt x="302" y="74"/>
                      </a:moveTo>
                      <a:cubicBezTo>
                        <a:pt x="267" y="74"/>
                        <a:pt x="267" y="74"/>
                        <a:pt x="267" y="74"/>
                      </a:cubicBezTo>
                      <a:cubicBezTo>
                        <a:pt x="267" y="39"/>
                        <a:pt x="267" y="39"/>
                        <a:pt x="267" y="39"/>
                      </a:cubicBezTo>
                      <a:cubicBezTo>
                        <a:pt x="302" y="39"/>
                        <a:pt x="302" y="39"/>
                        <a:pt x="302" y="39"/>
                      </a:cubicBezTo>
                      <a:lnTo>
                        <a:pt x="302" y="74"/>
                      </a:lnTo>
                      <a:close/>
                      <a:moveTo>
                        <a:pt x="302" y="37"/>
                      </a:moveTo>
                      <a:cubicBezTo>
                        <a:pt x="267" y="37"/>
                        <a:pt x="267" y="37"/>
                        <a:pt x="267" y="37"/>
                      </a:cubicBezTo>
                      <a:cubicBezTo>
                        <a:pt x="267" y="2"/>
                        <a:pt x="267" y="2"/>
                        <a:pt x="267" y="2"/>
                      </a:cubicBezTo>
                      <a:cubicBezTo>
                        <a:pt x="302" y="2"/>
                        <a:pt x="302" y="2"/>
                        <a:pt x="302" y="2"/>
                      </a:cubicBezTo>
                      <a:lnTo>
                        <a:pt x="302" y="37"/>
                      </a:lnTo>
                      <a:close/>
                      <a:moveTo>
                        <a:pt x="339" y="446"/>
                      </a:moveTo>
                      <a:cubicBezTo>
                        <a:pt x="304" y="446"/>
                        <a:pt x="304" y="446"/>
                        <a:pt x="304" y="446"/>
                      </a:cubicBezTo>
                      <a:cubicBezTo>
                        <a:pt x="304" y="408"/>
                        <a:pt x="304" y="408"/>
                        <a:pt x="304" y="408"/>
                      </a:cubicBezTo>
                      <a:cubicBezTo>
                        <a:pt x="339" y="408"/>
                        <a:pt x="339" y="408"/>
                        <a:pt x="339" y="408"/>
                      </a:cubicBezTo>
                      <a:lnTo>
                        <a:pt x="339" y="446"/>
                      </a:lnTo>
                      <a:close/>
                      <a:moveTo>
                        <a:pt x="339" y="406"/>
                      </a:moveTo>
                      <a:cubicBezTo>
                        <a:pt x="304" y="406"/>
                        <a:pt x="304" y="406"/>
                        <a:pt x="304" y="406"/>
                      </a:cubicBezTo>
                      <a:cubicBezTo>
                        <a:pt x="304" y="372"/>
                        <a:pt x="304" y="372"/>
                        <a:pt x="304" y="372"/>
                      </a:cubicBezTo>
                      <a:cubicBezTo>
                        <a:pt x="339" y="372"/>
                        <a:pt x="339" y="372"/>
                        <a:pt x="339" y="372"/>
                      </a:cubicBezTo>
                      <a:lnTo>
                        <a:pt x="339" y="406"/>
                      </a:lnTo>
                      <a:close/>
                      <a:moveTo>
                        <a:pt x="339" y="370"/>
                      </a:moveTo>
                      <a:cubicBezTo>
                        <a:pt x="304" y="370"/>
                        <a:pt x="304" y="370"/>
                        <a:pt x="304" y="370"/>
                      </a:cubicBezTo>
                      <a:cubicBezTo>
                        <a:pt x="304" y="335"/>
                        <a:pt x="304" y="335"/>
                        <a:pt x="304" y="335"/>
                      </a:cubicBezTo>
                      <a:cubicBezTo>
                        <a:pt x="339" y="335"/>
                        <a:pt x="339" y="335"/>
                        <a:pt x="339" y="335"/>
                      </a:cubicBezTo>
                      <a:lnTo>
                        <a:pt x="339" y="370"/>
                      </a:lnTo>
                      <a:close/>
                      <a:moveTo>
                        <a:pt x="339" y="333"/>
                      </a:moveTo>
                      <a:cubicBezTo>
                        <a:pt x="304" y="333"/>
                        <a:pt x="304" y="333"/>
                        <a:pt x="304" y="333"/>
                      </a:cubicBezTo>
                      <a:cubicBezTo>
                        <a:pt x="304" y="298"/>
                        <a:pt x="304" y="298"/>
                        <a:pt x="304" y="298"/>
                      </a:cubicBezTo>
                      <a:cubicBezTo>
                        <a:pt x="339" y="298"/>
                        <a:pt x="339" y="298"/>
                        <a:pt x="339" y="298"/>
                      </a:cubicBezTo>
                      <a:lnTo>
                        <a:pt x="339" y="333"/>
                      </a:lnTo>
                      <a:close/>
                      <a:moveTo>
                        <a:pt x="339" y="296"/>
                      </a:moveTo>
                      <a:cubicBezTo>
                        <a:pt x="304" y="296"/>
                        <a:pt x="304" y="296"/>
                        <a:pt x="304" y="296"/>
                      </a:cubicBezTo>
                      <a:cubicBezTo>
                        <a:pt x="304" y="261"/>
                        <a:pt x="304" y="261"/>
                        <a:pt x="304" y="261"/>
                      </a:cubicBezTo>
                      <a:cubicBezTo>
                        <a:pt x="339" y="261"/>
                        <a:pt x="339" y="261"/>
                        <a:pt x="339" y="261"/>
                      </a:cubicBezTo>
                      <a:lnTo>
                        <a:pt x="339" y="296"/>
                      </a:lnTo>
                      <a:close/>
                      <a:moveTo>
                        <a:pt x="339" y="259"/>
                      </a:moveTo>
                      <a:cubicBezTo>
                        <a:pt x="304" y="259"/>
                        <a:pt x="304" y="259"/>
                        <a:pt x="304" y="259"/>
                      </a:cubicBezTo>
                      <a:cubicBezTo>
                        <a:pt x="304" y="224"/>
                        <a:pt x="304" y="224"/>
                        <a:pt x="304" y="224"/>
                      </a:cubicBezTo>
                      <a:cubicBezTo>
                        <a:pt x="339" y="224"/>
                        <a:pt x="339" y="224"/>
                        <a:pt x="339" y="224"/>
                      </a:cubicBezTo>
                      <a:lnTo>
                        <a:pt x="339" y="259"/>
                      </a:lnTo>
                      <a:close/>
                      <a:moveTo>
                        <a:pt x="339" y="222"/>
                      </a:moveTo>
                      <a:cubicBezTo>
                        <a:pt x="304" y="222"/>
                        <a:pt x="304" y="222"/>
                        <a:pt x="304" y="222"/>
                      </a:cubicBezTo>
                      <a:cubicBezTo>
                        <a:pt x="304" y="187"/>
                        <a:pt x="304" y="187"/>
                        <a:pt x="304" y="187"/>
                      </a:cubicBezTo>
                      <a:cubicBezTo>
                        <a:pt x="339" y="187"/>
                        <a:pt x="339" y="187"/>
                        <a:pt x="339" y="187"/>
                      </a:cubicBezTo>
                      <a:lnTo>
                        <a:pt x="339" y="222"/>
                      </a:lnTo>
                      <a:close/>
                      <a:moveTo>
                        <a:pt x="339" y="185"/>
                      </a:moveTo>
                      <a:cubicBezTo>
                        <a:pt x="304" y="185"/>
                        <a:pt x="304" y="185"/>
                        <a:pt x="304" y="185"/>
                      </a:cubicBezTo>
                      <a:cubicBezTo>
                        <a:pt x="304" y="150"/>
                        <a:pt x="304" y="150"/>
                        <a:pt x="304" y="150"/>
                      </a:cubicBezTo>
                      <a:cubicBezTo>
                        <a:pt x="339" y="150"/>
                        <a:pt x="339" y="150"/>
                        <a:pt x="339" y="150"/>
                      </a:cubicBezTo>
                      <a:lnTo>
                        <a:pt x="339" y="185"/>
                      </a:lnTo>
                      <a:close/>
                      <a:moveTo>
                        <a:pt x="339" y="148"/>
                      </a:moveTo>
                      <a:cubicBezTo>
                        <a:pt x="304" y="148"/>
                        <a:pt x="304" y="148"/>
                        <a:pt x="304" y="148"/>
                      </a:cubicBezTo>
                      <a:cubicBezTo>
                        <a:pt x="304" y="113"/>
                        <a:pt x="304" y="113"/>
                        <a:pt x="304" y="113"/>
                      </a:cubicBezTo>
                      <a:cubicBezTo>
                        <a:pt x="339" y="113"/>
                        <a:pt x="339" y="113"/>
                        <a:pt x="339" y="113"/>
                      </a:cubicBezTo>
                      <a:lnTo>
                        <a:pt x="339" y="148"/>
                      </a:lnTo>
                      <a:close/>
                      <a:moveTo>
                        <a:pt x="339" y="111"/>
                      </a:moveTo>
                      <a:cubicBezTo>
                        <a:pt x="304" y="111"/>
                        <a:pt x="304" y="111"/>
                        <a:pt x="304" y="111"/>
                      </a:cubicBezTo>
                      <a:cubicBezTo>
                        <a:pt x="304" y="76"/>
                        <a:pt x="304" y="76"/>
                        <a:pt x="304" y="76"/>
                      </a:cubicBezTo>
                      <a:cubicBezTo>
                        <a:pt x="339" y="76"/>
                        <a:pt x="339" y="76"/>
                        <a:pt x="339" y="76"/>
                      </a:cubicBezTo>
                      <a:lnTo>
                        <a:pt x="339" y="111"/>
                      </a:lnTo>
                      <a:close/>
                      <a:moveTo>
                        <a:pt x="339" y="74"/>
                      </a:moveTo>
                      <a:cubicBezTo>
                        <a:pt x="304" y="74"/>
                        <a:pt x="304" y="74"/>
                        <a:pt x="304" y="74"/>
                      </a:cubicBezTo>
                      <a:cubicBezTo>
                        <a:pt x="304" y="39"/>
                        <a:pt x="304" y="39"/>
                        <a:pt x="304" y="39"/>
                      </a:cubicBezTo>
                      <a:cubicBezTo>
                        <a:pt x="339" y="39"/>
                        <a:pt x="339" y="39"/>
                        <a:pt x="339" y="39"/>
                      </a:cubicBezTo>
                      <a:lnTo>
                        <a:pt x="339" y="74"/>
                      </a:lnTo>
                      <a:close/>
                      <a:moveTo>
                        <a:pt x="339" y="37"/>
                      </a:moveTo>
                      <a:cubicBezTo>
                        <a:pt x="304" y="37"/>
                        <a:pt x="304" y="37"/>
                        <a:pt x="304" y="37"/>
                      </a:cubicBezTo>
                      <a:cubicBezTo>
                        <a:pt x="304" y="2"/>
                        <a:pt x="304" y="2"/>
                        <a:pt x="304" y="2"/>
                      </a:cubicBezTo>
                      <a:cubicBezTo>
                        <a:pt x="339" y="2"/>
                        <a:pt x="339" y="2"/>
                        <a:pt x="339" y="2"/>
                      </a:cubicBezTo>
                      <a:lnTo>
                        <a:pt x="339" y="37"/>
                      </a:lnTo>
                      <a:close/>
                      <a:moveTo>
                        <a:pt x="376" y="446"/>
                      </a:moveTo>
                      <a:cubicBezTo>
                        <a:pt x="341" y="446"/>
                        <a:pt x="341" y="446"/>
                        <a:pt x="341" y="446"/>
                      </a:cubicBezTo>
                      <a:cubicBezTo>
                        <a:pt x="341" y="408"/>
                        <a:pt x="341" y="408"/>
                        <a:pt x="341" y="408"/>
                      </a:cubicBezTo>
                      <a:cubicBezTo>
                        <a:pt x="376" y="408"/>
                        <a:pt x="376" y="408"/>
                        <a:pt x="376" y="408"/>
                      </a:cubicBezTo>
                      <a:lnTo>
                        <a:pt x="376" y="446"/>
                      </a:lnTo>
                      <a:close/>
                      <a:moveTo>
                        <a:pt x="376" y="406"/>
                      </a:moveTo>
                      <a:cubicBezTo>
                        <a:pt x="341" y="406"/>
                        <a:pt x="341" y="406"/>
                        <a:pt x="341" y="406"/>
                      </a:cubicBezTo>
                      <a:cubicBezTo>
                        <a:pt x="341" y="372"/>
                        <a:pt x="341" y="372"/>
                        <a:pt x="341" y="372"/>
                      </a:cubicBezTo>
                      <a:cubicBezTo>
                        <a:pt x="376" y="372"/>
                        <a:pt x="376" y="372"/>
                        <a:pt x="376" y="372"/>
                      </a:cubicBezTo>
                      <a:lnTo>
                        <a:pt x="376" y="406"/>
                      </a:lnTo>
                      <a:close/>
                      <a:moveTo>
                        <a:pt x="376" y="370"/>
                      </a:moveTo>
                      <a:cubicBezTo>
                        <a:pt x="341" y="370"/>
                        <a:pt x="341" y="370"/>
                        <a:pt x="341" y="370"/>
                      </a:cubicBezTo>
                      <a:cubicBezTo>
                        <a:pt x="341" y="335"/>
                        <a:pt x="341" y="335"/>
                        <a:pt x="341" y="335"/>
                      </a:cubicBezTo>
                      <a:cubicBezTo>
                        <a:pt x="376" y="335"/>
                        <a:pt x="376" y="335"/>
                        <a:pt x="376" y="335"/>
                      </a:cubicBezTo>
                      <a:lnTo>
                        <a:pt x="376" y="370"/>
                      </a:lnTo>
                      <a:close/>
                      <a:moveTo>
                        <a:pt x="376" y="333"/>
                      </a:moveTo>
                      <a:cubicBezTo>
                        <a:pt x="341" y="333"/>
                        <a:pt x="341" y="333"/>
                        <a:pt x="341" y="333"/>
                      </a:cubicBezTo>
                      <a:cubicBezTo>
                        <a:pt x="341" y="298"/>
                        <a:pt x="341" y="298"/>
                        <a:pt x="341" y="298"/>
                      </a:cubicBezTo>
                      <a:cubicBezTo>
                        <a:pt x="376" y="298"/>
                        <a:pt x="376" y="298"/>
                        <a:pt x="376" y="298"/>
                      </a:cubicBezTo>
                      <a:lnTo>
                        <a:pt x="376" y="333"/>
                      </a:lnTo>
                      <a:close/>
                      <a:moveTo>
                        <a:pt x="376" y="296"/>
                      </a:moveTo>
                      <a:cubicBezTo>
                        <a:pt x="341" y="296"/>
                        <a:pt x="341" y="296"/>
                        <a:pt x="341" y="296"/>
                      </a:cubicBezTo>
                      <a:cubicBezTo>
                        <a:pt x="341" y="261"/>
                        <a:pt x="341" y="261"/>
                        <a:pt x="341" y="261"/>
                      </a:cubicBezTo>
                      <a:cubicBezTo>
                        <a:pt x="376" y="261"/>
                        <a:pt x="376" y="261"/>
                        <a:pt x="376" y="261"/>
                      </a:cubicBezTo>
                      <a:lnTo>
                        <a:pt x="376" y="296"/>
                      </a:lnTo>
                      <a:close/>
                      <a:moveTo>
                        <a:pt x="376" y="259"/>
                      </a:moveTo>
                      <a:cubicBezTo>
                        <a:pt x="341" y="259"/>
                        <a:pt x="341" y="259"/>
                        <a:pt x="341" y="259"/>
                      </a:cubicBezTo>
                      <a:cubicBezTo>
                        <a:pt x="341" y="224"/>
                        <a:pt x="341" y="224"/>
                        <a:pt x="341" y="224"/>
                      </a:cubicBezTo>
                      <a:cubicBezTo>
                        <a:pt x="376" y="224"/>
                        <a:pt x="376" y="224"/>
                        <a:pt x="376" y="224"/>
                      </a:cubicBezTo>
                      <a:lnTo>
                        <a:pt x="376" y="259"/>
                      </a:lnTo>
                      <a:close/>
                      <a:moveTo>
                        <a:pt x="376" y="222"/>
                      </a:moveTo>
                      <a:cubicBezTo>
                        <a:pt x="341" y="222"/>
                        <a:pt x="341" y="222"/>
                        <a:pt x="341" y="222"/>
                      </a:cubicBezTo>
                      <a:cubicBezTo>
                        <a:pt x="341" y="187"/>
                        <a:pt x="341" y="187"/>
                        <a:pt x="341" y="187"/>
                      </a:cubicBezTo>
                      <a:cubicBezTo>
                        <a:pt x="376" y="187"/>
                        <a:pt x="376" y="187"/>
                        <a:pt x="376" y="187"/>
                      </a:cubicBezTo>
                      <a:lnTo>
                        <a:pt x="376" y="222"/>
                      </a:lnTo>
                      <a:close/>
                      <a:moveTo>
                        <a:pt x="376" y="185"/>
                      </a:moveTo>
                      <a:cubicBezTo>
                        <a:pt x="341" y="185"/>
                        <a:pt x="341" y="185"/>
                        <a:pt x="341" y="185"/>
                      </a:cubicBezTo>
                      <a:cubicBezTo>
                        <a:pt x="341" y="150"/>
                        <a:pt x="341" y="150"/>
                        <a:pt x="341" y="150"/>
                      </a:cubicBezTo>
                      <a:cubicBezTo>
                        <a:pt x="376" y="150"/>
                        <a:pt x="376" y="150"/>
                        <a:pt x="376" y="150"/>
                      </a:cubicBezTo>
                      <a:lnTo>
                        <a:pt x="376" y="185"/>
                      </a:lnTo>
                      <a:close/>
                      <a:moveTo>
                        <a:pt x="376" y="148"/>
                      </a:moveTo>
                      <a:cubicBezTo>
                        <a:pt x="341" y="148"/>
                        <a:pt x="341" y="148"/>
                        <a:pt x="341" y="148"/>
                      </a:cubicBezTo>
                      <a:cubicBezTo>
                        <a:pt x="341" y="113"/>
                        <a:pt x="341" y="113"/>
                        <a:pt x="341" y="113"/>
                      </a:cubicBezTo>
                      <a:cubicBezTo>
                        <a:pt x="376" y="113"/>
                        <a:pt x="376" y="113"/>
                        <a:pt x="376" y="113"/>
                      </a:cubicBezTo>
                      <a:lnTo>
                        <a:pt x="376" y="148"/>
                      </a:lnTo>
                      <a:close/>
                      <a:moveTo>
                        <a:pt x="376" y="111"/>
                      </a:moveTo>
                      <a:cubicBezTo>
                        <a:pt x="341" y="111"/>
                        <a:pt x="341" y="111"/>
                        <a:pt x="341" y="111"/>
                      </a:cubicBezTo>
                      <a:cubicBezTo>
                        <a:pt x="341" y="76"/>
                        <a:pt x="341" y="76"/>
                        <a:pt x="341" y="76"/>
                      </a:cubicBezTo>
                      <a:cubicBezTo>
                        <a:pt x="376" y="76"/>
                        <a:pt x="376" y="76"/>
                        <a:pt x="376" y="76"/>
                      </a:cubicBezTo>
                      <a:lnTo>
                        <a:pt x="376" y="111"/>
                      </a:lnTo>
                      <a:close/>
                      <a:moveTo>
                        <a:pt x="376" y="74"/>
                      </a:moveTo>
                      <a:cubicBezTo>
                        <a:pt x="341" y="74"/>
                        <a:pt x="341" y="74"/>
                        <a:pt x="341" y="74"/>
                      </a:cubicBezTo>
                      <a:cubicBezTo>
                        <a:pt x="341" y="39"/>
                        <a:pt x="341" y="39"/>
                        <a:pt x="341" y="39"/>
                      </a:cubicBezTo>
                      <a:cubicBezTo>
                        <a:pt x="376" y="39"/>
                        <a:pt x="376" y="39"/>
                        <a:pt x="376" y="39"/>
                      </a:cubicBezTo>
                      <a:lnTo>
                        <a:pt x="376" y="74"/>
                      </a:lnTo>
                      <a:close/>
                      <a:moveTo>
                        <a:pt x="376" y="37"/>
                      </a:moveTo>
                      <a:cubicBezTo>
                        <a:pt x="341" y="37"/>
                        <a:pt x="341" y="37"/>
                        <a:pt x="341" y="37"/>
                      </a:cubicBezTo>
                      <a:cubicBezTo>
                        <a:pt x="341" y="2"/>
                        <a:pt x="341" y="2"/>
                        <a:pt x="341" y="2"/>
                      </a:cubicBezTo>
                      <a:cubicBezTo>
                        <a:pt x="376" y="2"/>
                        <a:pt x="376" y="2"/>
                        <a:pt x="376" y="2"/>
                      </a:cubicBezTo>
                      <a:lnTo>
                        <a:pt x="376" y="37"/>
                      </a:lnTo>
                      <a:close/>
                      <a:moveTo>
                        <a:pt x="413" y="446"/>
                      </a:moveTo>
                      <a:cubicBezTo>
                        <a:pt x="378" y="446"/>
                        <a:pt x="378" y="446"/>
                        <a:pt x="378" y="446"/>
                      </a:cubicBezTo>
                      <a:cubicBezTo>
                        <a:pt x="378" y="408"/>
                        <a:pt x="378" y="408"/>
                        <a:pt x="378" y="408"/>
                      </a:cubicBezTo>
                      <a:cubicBezTo>
                        <a:pt x="413" y="408"/>
                        <a:pt x="413" y="408"/>
                        <a:pt x="413" y="408"/>
                      </a:cubicBezTo>
                      <a:lnTo>
                        <a:pt x="413" y="446"/>
                      </a:lnTo>
                      <a:close/>
                      <a:moveTo>
                        <a:pt x="413" y="406"/>
                      </a:moveTo>
                      <a:cubicBezTo>
                        <a:pt x="378" y="406"/>
                        <a:pt x="378" y="406"/>
                        <a:pt x="378" y="406"/>
                      </a:cubicBezTo>
                      <a:cubicBezTo>
                        <a:pt x="378" y="372"/>
                        <a:pt x="378" y="372"/>
                        <a:pt x="378" y="372"/>
                      </a:cubicBezTo>
                      <a:cubicBezTo>
                        <a:pt x="413" y="372"/>
                        <a:pt x="413" y="372"/>
                        <a:pt x="413" y="372"/>
                      </a:cubicBezTo>
                      <a:lnTo>
                        <a:pt x="413" y="406"/>
                      </a:lnTo>
                      <a:close/>
                      <a:moveTo>
                        <a:pt x="413" y="370"/>
                      </a:moveTo>
                      <a:cubicBezTo>
                        <a:pt x="378" y="370"/>
                        <a:pt x="378" y="370"/>
                        <a:pt x="378" y="370"/>
                      </a:cubicBezTo>
                      <a:cubicBezTo>
                        <a:pt x="378" y="335"/>
                        <a:pt x="378" y="335"/>
                        <a:pt x="378" y="335"/>
                      </a:cubicBezTo>
                      <a:cubicBezTo>
                        <a:pt x="413" y="335"/>
                        <a:pt x="413" y="335"/>
                        <a:pt x="413" y="335"/>
                      </a:cubicBezTo>
                      <a:lnTo>
                        <a:pt x="413" y="370"/>
                      </a:lnTo>
                      <a:close/>
                      <a:moveTo>
                        <a:pt x="413" y="333"/>
                      </a:moveTo>
                      <a:cubicBezTo>
                        <a:pt x="378" y="333"/>
                        <a:pt x="378" y="333"/>
                        <a:pt x="378" y="333"/>
                      </a:cubicBezTo>
                      <a:cubicBezTo>
                        <a:pt x="378" y="298"/>
                        <a:pt x="378" y="298"/>
                        <a:pt x="378" y="298"/>
                      </a:cubicBezTo>
                      <a:cubicBezTo>
                        <a:pt x="413" y="298"/>
                        <a:pt x="413" y="298"/>
                        <a:pt x="413" y="298"/>
                      </a:cubicBezTo>
                      <a:lnTo>
                        <a:pt x="413" y="333"/>
                      </a:lnTo>
                      <a:close/>
                      <a:moveTo>
                        <a:pt x="413" y="296"/>
                      </a:moveTo>
                      <a:cubicBezTo>
                        <a:pt x="378" y="296"/>
                        <a:pt x="378" y="296"/>
                        <a:pt x="378" y="296"/>
                      </a:cubicBezTo>
                      <a:cubicBezTo>
                        <a:pt x="378" y="261"/>
                        <a:pt x="378" y="261"/>
                        <a:pt x="378" y="261"/>
                      </a:cubicBezTo>
                      <a:cubicBezTo>
                        <a:pt x="413" y="261"/>
                        <a:pt x="413" y="261"/>
                        <a:pt x="413" y="261"/>
                      </a:cubicBezTo>
                      <a:lnTo>
                        <a:pt x="413" y="296"/>
                      </a:lnTo>
                      <a:close/>
                      <a:moveTo>
                        <a:pt x="413" y="259"/>
                      </a:moveTo>
                      <a:cubicBezTo>
                        <a:pt x="378" y="259"/>
                        <a:pt x="378" y="259"/>
                        <a:pt x="378" y="259"/>
                      </a:cubicBezTo>
                      <a:cubicBezTo>
                        <a:pt x="378" y="224"/>
                        <a:pt x="378" y="224"/>
                        <a:pt x="378" y="224"/>
                      </a:cubicBezTo>
                      <a:cubicBezTo>
                        <a:pt x="413" y="224"/>
                        <a:pt x="413" y="224"/>
                        <a:pt x="413" y="224"/>
                      </a:cubicBezTo>
                      <a:lnTo>
                        <a:pt x="413" y="259"/>
                      </a:lnTo>
                      <a:close/>
                      <a:moveTo>
                        <a:pt x="413" y="222"/>
                      </a:moveTo>
                      <a:cubicBezTo>
                        <a:pt x="378" y="222"/>
                        <a:pt x="378" y="222"/>
                        <a:pt x="378" y="222"/>
                      </a:cubicBezTo>
                      <a:cubicBezTo>
                        <a:pt x="378" y="187"/>
                        <a:pt x="378" y="187"/>
                        <a:pt x="378" y="187"/>
                      </a:cubicBezTo>
                      <a:cubicBezTo>
                        <a:pt x="413" y="187"/>
                        <a:pt x="413" y="187"/>
                        <a:pt x="413" y="187"/>
                      </a:cubicBezTo>
                      <a:lnTo>
                        <a:pt x="413" y="222"/>
                      </a:lnTo>
                      <a:close/>
                      <a:moveTo>
                        <a:pt x="413" y="185"/>
                      </a:moveTo>
                      <a:cubicBezTo>
                        <a:pt x="378" y="185"/>
                        <a:pt x="378" y="185"/>
                        <a:pt x="378" y="185"/>
                      </a:cubicBezTo>
                      <a:cubicBezTo>
                        <a:pt x="378" y="150"/>
                        <a:pt x="378" y="150"/>
                        <a:pt x="378" y="150"/>
                      </a:cubicBezTo>
                      <a:cubicBezTo>
                        <a:pt x="413" y="150"/>
                        <a:pt x="413" y="150"/>
                        <a:pt x="413" y="150"/>
                      </a:cubicBezTo>
                      <a:lnTo>
                        <a:pt x="413" y="185"/>
                      </a:lnTo>
                      <a:close/>
                      <a:moveTo>
                        <a:pt x="413" y="148"/>
                      </a:moveTo>
                      <a:cubicBezTo>
                        <a:pt x="378" y="148"/>
                        <a:pt x="378" y="148"/>
                        <a:pt x="378" y="148"/>
                      </a:cubicBezTo>
                      <a:cubicBezTo>
                        <a:pt x="378" y="113"/>
                        <a:pt x="378" y="113"/>
                        <a:pt x="378" y="113"/>
                      </a:cubicBezTo>
                      <a:cubicBezTo>
                        <a:pt x="413" y="113"/>
                        <a:pt x="413" y="113"/>
                        <a:pt x="413" y="113"/>
                      </a:cubicBezTo>
                      <a:lnTo>
                        <a:pt x="413" y="148"/>
                      </a:lnTo>
                      <a:close/>
                      <a:moveTo>
                        <a:pt x="413" y="111"/>
                      </a:moveTo>
                      <a:cubicBezTo>
                        <a:pt x="378" y="111"/>
                        <a:pt x="378" y="111"/>
                        <a:pt x="378" y="111"/>
                      </a:cubicBezTo>
                      <a:cubicBezTo>
                        <a:pt x="378" y="76"/>
                        <a:pt x="378" y="76"/>
                        <a:pt x="378" y="76"/>
                      </a:cubicBezTo>
                      <a:cubicBezTo>
                        <a:pt x="413" y="76"/>
                        <a:pt x="413" y="76"/>
                        <a:pt x="413" y="76"/>
                      </a:cubicBezTo>
                      <a:lnTo>
                        <a:pt x="413" y="111"/>
                      </a:lnTo>
                      <a:close/>
                      <a:moveTo>
                        <a:pt x="413" y="74"/>
                      </a:moveTo>
                      <a:cubicBezTo>
                        <a:pt x="378" y="74"/>
                        <a:pt x="378" y="74"/>
                        <a:pt x="378" y="74"/>
                      </a:cubicBezTo>
                      <a:cubicBezTo>
                        <a:pt x="378" y="39"/>
                        <a:pt x="378" y="39"/>
                        <a:pt x="378" y="39"/>
                      </a:cubicBezTo>
                      <a:cubicBezTo>
                        <a:pt x="413" y="39"/>
                        <a:pt x="413" y="39"/>
                        <a:pt x="413" y="39"/>
                      </a:cubicBezTo>
                      <a:lnTo>
                        <a:pt x="413" y="74"/>
                      </a:lnTo>
                      <a:close/>
                      <a:moveTo>
                        <a:pt x="413" y="37"/>
                      </a:moveTo>
                      <a:cubicBezTo>
                        <a:pt x="378" y="37"/>
                        <a:pt x="378" y="37"/>
                        <a:pt x="378" y="37"/>
                      </a:cubicBezTo>
                      <a:cubicBezTo>
                        <a:pt x="378" y="2"/>
                        <a:pt x="378" y="2"/>
                        <a:pt x="378" y="2"/>
                      </a:cubicBezTo>
                      <a:cubicBezTo>
                        <a:pt x="413" y="2"/>
                        <a:pt x="413" y="2"/>
                        <a:pt x="413" y="2"/>
                      </a:cubicBezTo>
                      <a:lnTo>
                        <a:pt x="413" y="37"/>
                      </a:lnTo>
                      <a:close/>
                      <a:moveTo>
                        <a:pt x="450" y="446"/>
                      </a:moveTo>
                      <a:cubicBezTo>
                        <a:pt x="415" y="446"/>
                        <a:pt x="415" y="446"/>
                        <a:pt x="415" y="446"/>
                      </a:cubicBezTo>
                      <a:cubicBezTo>
                        <a:pt x="415" y="408"/>
                        <a:pt x="415" y="408"/>
                        <a:pt x="415" y="408"/>
                      </a:cubicBezTo>
                      <a:cubicBezTo>
                        <a:pt x="450" y="408"/>
                        <a:pt x="450" y="408"/>
                        <a:pt x="450" y="408"/>
                      </a:cubicBezTo>
                      <a:lnTo>
                        <a:pt x="450" y="446"/>
                      </a:lnTo>
                      <a:close/>
                      <a:moveTo>
                        <a:pt x="450" y="406"/>
                      </a:moveTo>
                      <a:cubicBezTo>
                        <a:pt x="415" y="406"/>
                        <a:pt x="415" y="406"/>
                        <a:pt x="415" y="406"/>
                      </a:cubicBezTo>
                      <a:cubicBezTo>
                        <a:pt x="415" y="372"/>
                        <a:pt x="415" y="372"/>
                        <a:pt x="415" y="372"/>
                      </a:cubicBezTo>
                      <a:cubicBezTo>
                        <a:pt x="450" y="372"/>
                        <a:pt x="450" y="372"/>
                        <a:pt x="450" y="372"/>
                      </a:cubicBezTo>
                      <a:lnTo>
                        <a:pt x="450" y="406"/>
                      </a:lnTo>
                      <a:close/>
                      <a:moveTo>
                        <a:pt x="450" y="370"/>
                      </a:moveTo>
                      <a:cubicBezTo>
                        <a:pt x="415" y="370"/>
                        <a:pt x="415" y="370"/>
                        <a:pt x="415" y="370"/>
                      </a:cubicBezTo>
                      <a:cubicBezTo>
                        <a:pt x="415" y="335"/>
                        <a:pt x="415" y="335"/>
                        <a:pt x="415" y="335"/>
                      </a:cubicBezTo>
                      <a:cubicBezTo>
                        <a:pt x="450" y="335"/>
                        <a:pt x="450" y="335"/>
                        <a:pt x="450" y="335"/>
                      </a:cubicBezTo>
                      <a:lnTo>
                        <a:pt x="450" y="370"/>
                      </a:lnTo>
                      <a:close/>
                      <a:moveTo>
                        <a:pt x="450" y="333"/>
                      </a:moveTo>
                      <a:cubicBezTo>
                        <a:pt x="415" y="333"/>
                        <a:pt x="415" y="333"/>
                        <a:pt x="415" y="333"/>
                      </a:cubicBezTo>
                      <a:cubicBezTo>
                        <a:pt x="415" y="298"/>
                        <a:pt x="415" y="298"/>
                        <a:pt x="415" y="298"/>
                      </a:cubicBezTo>
                      <a:cubicBezTo>
                        <a:pt x="450" y="298"/>
                        <a:pt x="450" y="298"/>
                        <a:pt x="450" y="298"/>
                      </a:cubicBezTo>
                      <a:lnTo>
                        <a:pt x="450" y="333"/>
                      </a:lnTo>
                      <a:close/>
                      <a:moveTo>
                        <a:pt x="450" y="296"/>
                      </a:moveTo>
                      <a:cubicBezTo>
                        <a:pt x="415" y="296"/>
                        <a:pt x="415" y="296"/>
                        <a:pt x="415" y="296"/>
                      </a:cubicBezTo>
                      <a:cubicBezTo>
                        <a:pt x="415" y="261"/>
                        <a:pt x="415" y="261"/>
                        <a:pt x="415" y="261"/>
                      </a:cubicBezTo>
                      <a:cubicBezTo>
                        <a:pt x="450" y="261"/>
                        <a:pt x="450" y="261"/>
                        <a:pt x="450" y="261"/>
                      </a:cubicBezTo>
                      <a:lnTo>
                        <a:pt x="450" y="296"/>
                      </a:lnTo>
                      <a:close/>
                      <a:moveTo>
                        <a:pt x="450" y="259"/>
                      </a:moveTo>
                      <a:cubicBezTo>
                        <a:pt x="415" y="259"/>
                        <a:pt x="415" y="259"/>
                        <a:pt x="415" y="259"/>
                      </a:cubicBezTo>
                      <a:cubicBezTo>
                        <a:pt x="415" y="224"/>
                        <a:pt x="415" y="224"/>
                        <a:pt x="415" y="224"/>
                      </a:cubicBezTo>
                      <a:cubicBezTo>
                        <a:pt x="450" y="224"/>
                        <a:pt x="450" y="224"/>
                        <a:pt x="450" y="224"/>
                      </a:cubicBezTo>
                      <a:lnTo>
                        <a:pt x="450" y="259"/>
                      </a:lnTo>
                      <a:close/>
                      <a:moveTo>
                        <a:pt x="450" y="222"/>
                      </a:moveTo>
                      <a:cubicBezTo>
                        <a:pt x="415" y="222"/>
                        <a:pt x="415" y="222"/>
                        <a:pt x="415" y="222"/>
                      </a:cubicBezTo>
                      <a:cubicBezTo>
                        <a:pt x="415" y="187"/>
                        <a:pt x="415" y="187"/>
                        <a:pt x="415" y="187"/>
                      </a:cubicBezTo>
                      <a:cubicBezTo>
                        <a:pt x="450" y="187"/>
                        <a:pt x="450" y="187"/>
                        <a:pt x="450" y="187"/>
                      </a:cubicBezTo>
                      <a:lnTo>
                        <a:pt x="450" y="222"/>
                      </a:lnTo>
                      <a:close/>
                      <a:moveTo>
                        <a:pt x="450" y="185"/>
                      </a:moveTo>
                      <a:cubicBezTo>
                        <a:pt x="415" y="185"/>
                        <a:pt x="415" y="185"/>
                        <a:pt x="415" y="185"/>
                      </a:cubicBezTo>
                      <a:cubicBezTo>
                        <a:pt x="415" y="150"/>
                        <a:pt x="415" y="150"/>
                        <a:pt x="415" y="150"/>
                      </a:cubicBezTo>
                      <a:cubicBezTo>
                        <a:pt x="450" y="150"/>
                        <a:pt x="450" y="150"/>
                        <a:pt x="450" y="150"/>
                      </a:cubicBezTo>
                      <a:lnTo>
                        <a:pt x="450" y="185"/>
                      </a:lnTo>
                      <a:close/>
                      <a:moveTo>
                        <a:pt x="450" y="148"/>
                      </a:moveTo>
                      <a:cubicBezTo>
                        <a:pt x="415" y="148"/>
                        <a:pt x="415" y="148"/>
                        <a:pt x="415" y="148"/>
                      </a:cubicBezTo>
                      <a:cubicBezTo>
                        <a:pt x="415" y="113"/>
                        <a:pt x="415" y="113"/>
                        <a:pt x="415" y="113"/>
                      </a:cubicBezTo>
                      <a:cubicBezTo>
                        <a:pt x="450" y="113"/>
                        <a:pt x="450" y="113"/>
                        <a:pt x="450" y="113"/>
                      </a:cubicBezTo>
                      <a:lnTo>
                        <a:pt x="450" y="148"/>
                      </a:lnTo>
                      <a:close/>
                      <a:moveTo>
                        <a:pt x="450" y="111"/>
                      </a:moveTo>
                      <a:cubicBezTo>
                        <a:pt x="415" y="111"/>
                        <a:pt x="415" y="111"/>
                        <a:pt x="415" y="111"/>
                      </a:cubicBezTo>
                      <a:cubicBezTo>
                        <a:pt x="415" y="76"/>
                        <a:pt x="415" y="76"/>
                        <a:pt x="415" y="76"/>
                      </a:cubicBezTo>
                      <a:cubicBezTo>
                        <a:pt x="450" y="76"/>
                        <a:pt x="450" y="76"/>
                        <a:pt x="450" y="76"/>
                      </a:cubicBezTo>
                      <a:lnTo>
                        <a:pt x="450" y="111"/>
                      </a:lnTo>
                      <a:close/>
                      <a:moveTo>
                        <a:pt x="450" y="74"/>
                      </a:moveTo>
                      <a:cubicBezTo>
                        <a:pt x="415" y="74"/>
                        <a:pt x="415" y="74"/>
                        <a:pt x="415" y="74"/>
                      </a:cubicBezTo>
                      <a:cubicBezTo>
                        <a:pt x="415" y="39"/>
                        <a:pt x="415" y="39"/>
                        <a:pt x="415" y="39"/>
                      </a:cubicBezTo>
                      <a:cubicBezTo>
                        <a:pt x="450" y="39"/>
                        <a:pt x="450" y="39"/>
                        <a:pt x="450" y="39"/>
                      </a:cubicBezTo>
                      <a:lnTo>
                        <a:pt x="450" y="74"/>
                      </a:lnTo>
                      <a:close/>
                      <a:moveTo>
                        <a:pt x="450" y="37"/>
                      </a:moveTo>
                      <a:cubicBezTo>
                        <a:pt x="415" y="37"/>
                        <a:pt x="415" y="37"/>
                        <a:pt x="415" y="37"/>
                      </a:cubicBezTo>
                      <a:cubicBezTo>
                        <a:pt x="415" y="2"/>
                        <a:pt x="415" y="2"/>
                        <a:pt x="415" y="2"/>
                      </a:cubicBezTo>
                      <a:cubicBezTo>
                        <a:pt x="450" y="2"/>
                        <a:pt x="450" y="2"/>
                        <a:pt x="450" y="2"/>
                      </a:cubicBezTo>
                      <a:lnTo>
                        <a:pt x="450" y="37"/>
                      </a:lnTo>
                      <a:close/>
                      <a:moveTo>
                        <a:pt x="487" y="446"/>
                      </a:moveTo>
                      <a:cubicBezTo>
                        <a:pt x="452" y="446"/>
                        <a:pt x="452" y="446"/>
                        <a:pt x="452" y="446"/>
                      </a:cubicBezTo>
                      <a:cubicBezTo>
                        <a:pt x="452" y="408"/>
                        <a:pt x="452" y="408"/>
                        <a:pt x="452" y="408"/>
                      </a:cubicBezTo>
                      <a:cubicBezTo>
                        <a:pt x="487" y="408"/>
                        <a:pt x="487" y="408"/>
                        <a:pt x="487" y="408"/>
                      </a:cubicBezTo>
                      <a:lnTo>
                        <a:pt x="487" y="446"/>
                      </a:lnTo>
                      <a:close/>
                      <a:moveTo>
                        <a:pt x="487" y="406"/>
                      </a:moveTo>
                      <a:cubicBezTo>
                        <a:pt x="452" y="406"/>
                        <a:pt x="452" y="406"/>
                        <a:pt x="452" y="406"/>
                      </a:cubicBezTo>
                      <a:cubicBezTo>
                        <a:pt x="452" y="372"/>
                        <a:pt x="452" y="372"/>
                        <a:pt x="452" y="372"/>
                      </a:cubicBezTo>
                      <a:cubicBezTo>
                        <a:pt x="487" y="372"/>
                        <a:pt x="487" y="372"/>
                        <a:pt x="487" y="372"/>
                      </a:cubicBezTo>
                      <a:lnTo>
                        <a:pt x="487" y="406"/>
                      </a:lnTo>
                      <a:close/>
                      <a:moveTo>
                        <a:pt x="487" y="370"/>
                      </a:moveTo>
                      <a:cubicBezTo>
                        <a:pt x="452" y="370"/>
                        <a:pt x="452" y="370"/>
                        <a:pt x="452" y="370"/>
                      </a:cubicBezTo>
                      <a:cubicBezTo>
                        <a:pt x="452" y="335"/>
                        <a:pt x="452" y="335"/>
                        <a:pt x="452" y="335"/>
                      </a:cubicBezTo>
                      <a:cubicBezTo>
                        <a:pt x="487" y="335"/>
                        <a:pt x="487" y="335"/>
                        <a:pt x="487" y="335"/>
                      </a:cubicBezTo>
                      <a:lnTo>
                        <a:pt x="487" y="370"/>
                      </a:lnTo>
                      <a:close/>
                      <a:moveTo>
                        <a:pt x="487" y="333"/>
                      </a:moveTo>
                      <a:cubicBezTo>
                        <a:pt x="452" y="333"/>
                        <a:pt x="452" y="333"/>
                        <a:pt x="452" y="333"/>
                      </a:cubicBezTo>
                      <a:cubicBezTo>
                        <a:pt x="452" y="298"/>
                        <a:pt x="452" y="298"/>
                        <a:pt x="452" y="298"/>
                      </a:cubicBezTo>
                      <a:cubicBezTo>
                        <a:pt x="487" y="298"/>
                        <a:pt x="487" y="298"/>
                        <a:pt x="487" y="298"/>
                      </a:cubicBezTo>
                      <a:lnTo>
                        <a:pt x="487" y="333"/>
                      </a:lnTo>
                      <a:close/>
                      <a:moveTo>
                        <a:pt x="487" y="296"/>
                      </a:moveTo>
                      <a:cubicBezTo>
                        <a:pt x="452" y="296"/>
                        <a:pt x="452" y="296"/>
                        <a:pt x="452" y="296"/>
                      </a:cubicBezTo>
                      <a:cubicBezTo>
                        <a:pt x="452" y="261"/>
                        <a:pt x="452" y="261"/>
                        <a:pt x="452" y="261"/>
                      </a:cubicBezTo>
                      <a:cubicBezTo>
                        <a:pt x="487" y="261"/>
                        <a:pt x="487" y="261"/>
                        <a:pt x="487" y="261"/>
                      </a:cubicBezTo>
                      <a:lnTo>
                        <a:pt x="487" y="296"/>
                      </a:lnTo>
                      <a:close/>
                      <a:moveTo>
                        <a:pt x="487" y="259"/>
                      </a:moveTo>
                      <a:cubicBezTo>
                        <a:pt x="452" y="259"/>
                        <a:pt x="452" y="259"/>
                        <a:pt x="452" y="259"/>
                      </a:cubicBezTo>
                      <a:cubicBezTo>
                        <a:pt x="452" y="224"/>
                        <a:pt x="452" y="224"/>
                        <a:pt x="452" y="224"/>
                      </a:cubicBezTo>
                      <a:cubicBezTo>
                        <a:pt x="487" y="224"/>
                        <a:pt x="487" y="224"/>
                        <a:pt x="487" y="224"/>
                      </a:cubicBezTo>
                      <a:lnTo>
                        <a:pt x="487" y="259"/>
                      </a:lnTo>
                      <a:close/>
                      <a:moveTo>
                        <a:pt x="487" y="222"/>
                      </a:moveTo>
                      <a:cubicBezTo>
                        <a:pt x="452" y="222"/>
                        <a:pt x="452" y="222"/>
                        <a:pt x="452" y="222"/>
                      </a:cubicBezTo>
                      <a:cubicBezTo>
                        <a:pt x="452" y="187"/>
                        <a:pt x="452" y="187"/>
                        <a:pt x="452" y="187"/>
                      </a:cubicBezTo>
                      <a:cubicBezTo>
                        <a:pt x="487" y="187"/>
                        <a:pt x="487" y="187"/>
                        <a:pt x="487" y="187"/>
                      </a:cubicBezTo>
                      <a:lnTo>
                        <a:pt x="487" y="222"/>
                      </a:lnTo>
                      <a:close/>
                      <a:moveTo>
                        <a:pt x="487" y="185"/>
                      </a:moveTo>
                      <a:cubicBezTo>
                        <a:pt x="452" y="185"/>
                        <a:pt x="452" y="185"/>
                        <a:pt x="452" y="185"/>
                      </a:cubicBezTo>
                      <a:cubicBezTo>
                        <a:pt x="452" y="150"/>
                        <a:pt x="452" y="150"/>
                        <a:pt x="452" y="150"/>
                      </a:cubicBezTo>
                      <a:cubicBezTo>
                        <a:pt x="487" y="150"/>
                        <a:pt x="487" y="150"/>
                        <a:pt x="487" y="150"/>
                      </a:cubicBezTo>
                      <a:lnTo>
                        <a:pt x="487" y="185"/>
                      </a:lnTo>
                      <a:close/>
                      <a:moveTo>
                        <a:pt x="487" y="148"/>
                      </a:moveTo>
                      <a:cubicBezTo>
                        <a:pt x="452" y="148"/>
                        <a:pt x="452" y="148"/>
                        <a:pt x="452" y="148"/>
                      </a:cubicBezTo>
                      <a:cubicBezTo>
                        <a:pt x="452" y="113"/>
                        <a:pt x="452" y="113"/>
                        <a:pt x="452" y="113"/>
                      </a:cubicBezTo>
                      <a:cubicBezTo>
                        <a:pt x="487" y="113"/>
                        <a:pt x="487" y="113"/>
                        <a:pt x="487" y="113"/>
                      </a:cubicBezTo>
                      <a:lnTo>
                        <a:pt x="487" y="148"/>
                      </a:lnTo>
                      <a:close/>
                      <a:moveTo>
                        <a:pt x="487" y="111"/>
                      </a:moveTo>
                      <a:cubicBezTo>
                        <a:pt x="452" y="111"/>
                        <a:pt x="452" y="111"/>
                        <a:pt x="452" y="111"/>
                      </a:cubicBezTo>
                      <a:cubicBezTo>
                        <a:pt x="452" y="76"/>
                        <a:pt x="452" y="76"/>
                        <a:pt x="452" y="76"/>
                      </a:cubicBezTo>
                      <a:cubicBezTo>
                        <a:pt x="487" y="76"/>
                        <a:pt x="487" y="76"/>
                        <a:pt x="487" y="76"/>
                      </a:cubicBezTo>
                      <a:lnTo>
                        <a:pt x="487" y="111"/>
                      </a:lnTo>
                      <a:close/>
                      <a:moveTo>
                        <a:pt x="487" y="74"/>
                      </a:moveTo>
                      <a:cubicBezTo>
                        <a:pt x="452" y="74"/>
                        <a:pt x="452" y="74"/>
                        <a:pt x="452" y="74"/>
                      </a:cubicBezTo>
                      <a:cubicBezTo>
                        <a:pt x="452" y="39"/>
                        <a:pt x="452" y="39"/>
                        <a:pt x="452" y="39"/>
                      </a:cubicBezTo>
                      <a:cubicBezTo>
                        <a:pt x="487" y="39"/>
                        <a:pt x="487" y="39"/>
                        <a:pt x="487" y="39"/>
                      </a:cubicBezTo>
                      <a:lnTo>
                        <a:pt x="487" y="74"/>
                      </a:lnTo>
                      <a:close/>
                      <a:moveTo>
                        <a:pt x="487" y="37"/>
                      </a:moveTo>
                      <a:cubicBezTo>
                        <a:pt x="452" y="37"/>
                        <a:pt x="452" y="37"/>
                        <a:pt x="452" y="37"/>
                      </a:cubicBezTo>
                      <a:cubicBezTo>
                        <a:pt x="452" y="2"/>
                        <a:pt x="452" y="2"/>
                        <a:pt x="452" y="2"/>
                      </a:cubicBezTo>
                      <a:cubicBezTo>
                        <a:pt x="487" y="2"/>
                        <a:pt x="487" y="2"/>
                        <a:pt x="487" y="2"/>
                      </a:cubicBezTo>
                      <a:lnTo>
                        <a:pt x="487" y="37"/>
                      </a:lnTo>
                      <a:close/>
                      <a:moveTo>
                        <a:pt x="524" y="446"/>
                      </a:moveTo>
                      <a:cubicBezTo>
                        <a:pt x="489" y="446"/>
                        <a:pt x="489" y="446"/>
                        <a:pt x="489" y="446"/>
                      </a:cubicBezTo>
                      <a:cubicBezTo>
                        <a:pt x="489" y="408"/>
                        <a:pt x="489" y="408"/>
                        <a:pt x="489" y="408"/>
                      </a:cubicBezTo>
                      <a:cubicBezTo>
                        <a:pt x="524" y="408"/>
                        <a:pt x="524" y="408"/>
                        <a:pt x="524" y="408"/>
                      </a:cubicBezTo>
                      <a:lnTo>
                        <a:pt x="524" y="446"/>
                      </a:lnTo>
                      <a:close/>
                      <a:moveTo>
                        <a:pt x="524" y="406"/>
                      </a:moveTo>
                      <a:cubicBezTo>
                        <a:pt x="489" y="406"/>
                        <a:pt x="489" y="406"/>
                        <a:pt x="489" y="406"/>
                      </a:cubicBezTo>
                      <a:cubicBezTo>
                        <a:pt x="489" y="372"/>
                        <a:pt x="489" y="372"/>
                        <a:pt x="489" y="372"/>
                      </a:cubicBezTo>
                      <a:cubicBezTo>
                        <a:pt x="524" y="372"/>
                        <a:pt x="524" y="372"/>
                        <a:pt x="524" y="372"/>
                      </a:cubicBezTo>
                      <a:lnTo>
                        <a:pt x="524" y="406"/>
                      </a:lnTo>
                      <a:close/>
                      <a:moveTo>
                        <a:pt x="524" y="370"/>
                      </a:moveTo>
                      <a:cubicBezTo>
                        <a:pt x="489" y="370"/>
                        <a:pt x="489" y="370"/>
                        <a:pt x="489" y="370"/>
                      </a:cubicBezTo>
                      <a:cubicBezTo>
                        <a:pt x="489" y="335"/>
                        <a:pt x="489" y="335"/>
                        <a:pt x="489" y="335"/>
                      </a:cubicBezTo>
                      <a:cubicBezTo>
                        <a:pt x="524" y="335"/>
                        <a:pt x="524" y="335"/>
                        <a:pt x="524" y="335"/>
                      </a:cubicBezTo>
                      <a:lnTo>
                        <a:pt x="524" y="370"/>
                      </a:lnTo>
                      <a:close/>
                      <a:moveTo>
                        <a:pt x="524" y="333"/>
                      </a:moveTo>
                      <a:cubicBezTo>
                        <a:pt x="489" y="333"/>
                        <a:pt x="489" y="333"/>
                        <a:pt x="489" y="333"/>
                      </a:cubicBezTo>
                      <a:cubicBezTo>
                        <a:pt x="489" y="298"/>
                        <a:pt x="489" y="298"/>
                        <a:pt x="489" y="298"/>
                      </a:cubicBezTo>
                      <a:cubicBezTo>
                        <a:pt x="524" y="298"/>
                        <a:pt x="524" y="298"/>
                        <a:pt x="524" y="298"/>
                      </a:cubicBezTo>
                      <a:lnTo>
                        <a:pt x="524" y="333"/>
                      </a:lnTo>
                      <a:close/>
                      <a:moveTo>
                        <a:pt x="524" y="296"/>
                      </a:moveTo>
                      <a:cubicBezTo>
                        <a:pt x="489" y="296"/>
                        <a:pt x="489" y="296"/>
                        <a:pt x="489" y="296"/>
                      </a:cubicBezTo>
                      <a:cubicBezTo>
                        <a:pt x="489" y="261"/>
                        <a:pt x="489" y="261"/>
                        <a:pt x="489" y="261"/>
                      </a:cubicBezTo>
                      <a:cubicBezTo>
                        <a:pt x="524" y="261"/>
                        <a:pt x="524" y="261"/>
                        <a:pt x="524" y="261"/>
                      </a:cubicBezTo>
                      <a:lnTo>
                        <a:pt x="524" y="296"/>
                      </a:lnTo>
                      <a:close/>
                      <a:moveTo>
                        <a:pt x="524" y="259"/>
                      </a:moveTo>
                      <a:cubicBezTo>
                        <a:pt x="489" y="259"/>
                        <a:pt x="489" y="259"/>
                        <a:pt x="489" y="259"/>
                      </a:cubicBezTo>
                      <a:cubicBezTo>
                        <a:pt x="489" y="224"/>
                        <a:pt x="489" y="224"/>
                        <a:pt x="489" y="224"/>
                      </a:cubicBezTo>
                      <a:cubicBezTo>
                        <a:pt x="524" y="224"/>
                        <a:pt x="524" y="224"/>
                        <a:pt x="524" y="224"/>
                      </a:cubicBezTo>
                      <a:lnTo>
                        <a:pt x="524" y="259"/>
                      </a:lnTo>
                      <a:close/>
                      <a:moveTo>
                        <a:pt x="524" y="222"/>
                      </a:moveTo>
                      <a:cubicBezTo>
                        <a:pt x="489" y="222"/>
                        <a:pt x="489" y="222"/>
                        <a:pt x="489" y="222"/>
                      </a:cubicBezTo>
                      <a:cubicBezTo>
                        <a:pt x="489" y="187"/>
                        <a:pt x="489" y="187"/>
                        <a:pt x="489" y="187"/>
                      </a:cubicBezTo>
                      <a:cubicBezTo>
                        <a:pt x="524" y="187"/>
                        <a:pt x="524" y="187"/>
                        <a:pt x="524" y="187"/>
                      </a:cubicBezTo>
                      <a:lnTo>
                        <a:pt x="524" y="222"/>
                      </a:lnTo>
                      <a:close/>
                      <a:moveTo>
                        <a:pt x="524" y="185"/>
                      </a:moveTo>
                      <a:cubicBezTo>
                        <a:pt x="489" y="185"/>
                        <a:pt x="489" y="185"/>
                        <a:pt x="489" y="185"/>
                      </a:cubicBezTo>
                      <a:cubicBezTo>
                        <a:pt x="489" y="150"/>
                        <a:pt x="489" y="150"/>
                        <a:pt x="489" y="150"/>
                      </a:cubicBezTo>
                      <a:cubicBezTo>
                        <a:pt x="524" y="150"/>
                        <a:pt x="524" y="150"/>
                        <a:pt x="524" y="150"/>
                      </a:cubicBezTo>
                      <a:lnTo>
                        <a:pt x="524" y="185"/>
                      </a:lnTo>
                      <a:close/>
                      <a:moveTo>
                        <a:pt x="524" y="148"/>
                      </a:moveTo>
                      <a:cubicBezTo>
                        <a:pt x="489" y="148"/>
                        <a:pt x="489" y="148"/>
                        <a:pt x="489" y="148"/>
                      </a:cubicBezTo>
                      <a:cubicBezTo>
                        <a:pt x="489" y="113"/>
                        <a:pt x="489" y="113"/>
                        <a:pt x="489" y="113"/>
                      </a:cubicBezTo>
                      <a:cubicBezTo>
                        <a:pt x="524" y="113"/>
                        <a:pt x="524" y="113"/>
                        <a:pt x="524" y="113"/>
                      </a:cubicBezTo>
                      <a:lnTo>
                        <a:pt x="524" y="148"/>
                      </a:lnTo>
                      <a:close/>
                      <a:moveTo>
                        <a:pt x="524" y="111"/>
                      </a:moveTo>
                      <a:cubicBezTo>
                        <a:pt x="489" y="111"/>
                        <a:pt x="489" y="111"/>
                        <a:pt x="489" y="111"/>
                      </a:cubicBezTo>
                      <a:cubicBezTo>
                        <a:pt x="489" y="76"/>
                        <a:pt x="489" y="76"/>
                        <a:pt x="489" y="76"/>
                      </a:cubicBezTo>
                      <a:cubicBezTo>
                        <a:pt x="524" y="76"/>
                        <a:pt x="524" y="76"/>
                        <a:pt x="524" y="76"/>
                      </a:cubicBezTo>
                      <a:lnTo>
                        <a:pt x="524" y="111"/>
                      </a:lnTo>
                      <a:close/>
                      <a:moveTo>
                        <a:pt x="524" y="74"/>
                      </a:moveTo>
                      <a:cubicBezTo>
                        <a:pt x="489" y="74"/>
                        <a:pt x="489" y="74"/>
                        <a:pt x="489" y="74"/>
                      </a:cubicBezTo>
                      <a:cubicBezTo>
                        <a:pt x="489" y="39"/>
                        <a:pt x="489" y="39"/>
                        <a:pt x="489" y="39"/>
                      </a:cubicBezTo>
                      <a:cubicBezTo>
                        <a:pt x="524" y="39"/>
                        <a:pt x="524" y="39"/>
                        <a:pt x="524" y="39"/>
                      </a:cubicBezTo>
                      <a:lnTo>
                        <a:pt x="524" y="74"/>
                      </a:lnTo>
                      <a:close/>
                      <a:moveTo>
                        <a:pt x="524" y="37"/>
                      </a:moveTo>
                      <a:cubicBezTo>
                        <a:pt x="489" y="37"/>
                        <a:pt x="489" y="37"/>
                        <a:pt x="489" y="37"/>
                      </a:cubicBezTo>
                      <a:cubicBezTo>
                        <a:pt x="489" y="2"/>
                        <a:pt x="489" y="2"/>
                        <a:pt x="489" y="2"/>
                      </a:cubicBezTo>
                      <a:cubicBezTo>
                        <a:pt x="524" y="2"/>
                        <a:pt x="524" y="2"/>
                        <a:pt x="524" y="2"/>
                      </a:cubicBezTo>
                      <a:lnTo>
                        <a:pt x="524" y="37"/>
                      </a:lnTo>
                      <a:close/>
                      <a:moveTo>
                        <a:pt x="563" y="446"/>
                      </a:moveTo>
                      <a:cubicBezTo>
                        <a:pt x="526" y="446"/>
                        <a:pt x="526" y="446"/>
                        <a:pt x="526" y="446"/>
                      </a:cubicBezTo>
                      <a:cubicBezTo>
                        <a:pt x="526" y="408"/>
                        <a:pt x="526" y="408"/>
                        <a:pt x="526" y="408"/>
                      </a:cubicBezTo>
                      <a:cubicBezTo>
                        <a:pt x="563" y="408"/>
                        <a:pt x="563" y="408"/>
                        <a:pt x="563" y="408"/>
                      </a:cubicBezTo>
                      <a:lnTo>
                        <a:pt x="563" y="446"/>
                      </a:lnTo>
                      <a:close/>
                      <a:moveTo>
                        <a:pt x="563" y="406"/>
                      </a:moveTo>
                      <a:cubicBezTo>
                        <a:pt x="526" y="406"/>
                        <a:pt x="526" y="406"/>
                        <a:pt x="526" y="406"/>
                      </a:cubicBezTo>
                      <a:cubicBezTo>
                        <a:pt x="526" y="372"/>
                        <a:pt x="526" y="372"/>
                        <a:pt x="526" y="372"/>
                      </a:cubicBezTo>
                      <a:cubicBezTo>
                        <a:pt x="563" y="372"/>
                        <a:pt x="563" y="372"/>
                        <a:pt x="563" y="372"/>
                      </a:cubicBezTo>
                      <a:lnTo>
                        <a:pt x="563" y="406"/>
                      </a:lnTo>
                      <a:close/>
                      <a:moveTo>
                        <a:pt x="563" y="370"/>
                      </a:moveTo>
                      <a:cubicBezTo>
                        <a:pt x="526" y="370"/>
                        <a:pt x="526" y="370"/>
                        <a:pt x="526" y="370"/>
                      </a:cubicBezTo>
                      <a:cubicBezTo>
                        <a:pt x="526" y="335"/>
                        <a:pt x="526" y="335"/>
                        <a:pt x="526" y="335"/>
                      </a:cubicBezTo>
                      <a:cubicBezTo>
                        <a:pt x="563" y="335"/>
                        <a:pt x="563" y="335"/>
                        <a:pt x="563" y="335"/>
                      </a:cubicBezTo>
                      <a:lnTo>
                        <a:pt x="563" y="370"/>
                      </a:lnTo>
                      <a:close/>
                      <a:moveTo>
                        <a:pt x="563" y="333"/>
                      </a:moveTo>
                      <a:cubicBezTo>
                        <a:pt x="526" y="333"/>
                        <a:pt x="526" y="333"/>
                        <a:pt x="526" y="333"/>
                      </a:cubicBezTo>
                      <a:cubicBezTo>
                        <a:pt x="526" y="298"/>
                        <a:pt x="526" y="298"/>
                        <a:pt x="526" y="298"/>
                      </a:cubicBezTo>
                      <a:cubicBezTo>
                        <a:pt x="563" y="298"/>
                        <a:pt x="563" y="298"/>
                        <a:pt x="563" y="298"/>
                      </a:cubicBezTo>
                      <a:lnTo>
                        <a:pt x="563" y="333"/>
                      </a:lnTo>
                      <a:close/>
                      <a:moveTo>
                        <a:pt x="563" y="296"/>
                      </a:moveTo>
                      <a:cubicBezTo>
                        <a:pt x="526" y="296"/>
                        <a:pt x="526" y="296"/>
                        <a:pt x="526" y="296"/>
                      </a:cubicBezTo>
                      <a:cubicBezTo>
                        <a:pt x="526" y="261"/>
                        <a:pt x="526" y="261"/>
                        <a:pt x="526" y="261"/>
                      </a:cubicBezTo>
                      <a:cubicBezTo>
                        <a:pt x="563" y="261"/>
                        <a:pt x="563" y="261"/>
                        <a:pt x="563" y="261"/>
                      </a:cubicBezTo>
                      <a:lnTo>
                        <a:pt x="563" y="296"/>
                      </a:lnTo>
                      <a:close/>
                      <a:moveTo>
                        <a:pt x="563" y="259"/>
                      </a:moveTo>
                      <a:cubicBezTo>
                        <a:pt x="526" y="259"/>
                        <a:pt x="526" y="259"/>
                        <a:pt x="526" y="259"/>
                      </a:cubicBezTo>
                      <a:cubicBezTo>
                        <a:pt x="526" y="224"/>
                        <a:pt x="526" y="224"/>
                        <a:pt x="526" y="224"/>
                      </a:cubicBezTo>
                      <a:cubicBezTo>
                        <a:pt x="563" y="224"/>
                        <a:pt x="563" y="224"/>
                        <a:pt x="563" y="224"/>
                      </a:cubicBezTo>
                      <a:lnTo>
                        <a:pt x="563" y="259"/>
                      </a:lnTo>
                      <a:close/>
                      <a:moveTo>
                        <a:pt x="563" y="222"/>
                      </a:moveTo>
                      <a:cubicBezTo>
                        <a:pt x="526" y="222"/>
                        <a:pt x="526" y="222"/>
                        <a:pt x="526" y="222"/>
                      </a:cubicBezTo>
                      <a:cubicBezTo>
                        <a:pt x="526" y="187"/>
                        <a:pt x="526" y="187"/>
                        <a:pt x="526" y="187"/>
                      </a:cubicBezTo>
                      <a:cubicBezTo>
                        <a:pt x="563" y="187"/>
                        <a:pt x="563" y="187"/>
                        <a:pt x="563" y="187"/>
                      </a:cubicBezTo>
                      <a:lnTo>
                        <a:pt x="563" y="222"/>
                      </a:lnTo>
                      <a:close/>
                      <a:moveTo>
                        <a:pt x="563" y="185"/>
                      </a:moveTo>
                      <a:cubicBezTo>
                        <a:pt x="526" y="185"/>
                        <a:pt x="526" y="185"/>
                        <a:pt x="526" y="185"/>
                      </a:cubicBezTo>
                      <a:cubicBezTo>
                        <a:pt x="526" y="150"/>
                        <a:pt x="526" y="150"/>
                        <a:pt x="526" y="150"/>
                      </a:cubicBezTo>
                      <a:cubicBezTo>
                        <a:pt x="563" y="150"/>
                        <a:pt x="563" y="150"/>
                        <a:pt x="563" y="150"/>
                      </a:cubicBezTo>
                      <a:lnTo>
                        <a:pt x="563" y="185"/>
                      </a:lnTo>
                      <a:close/>
                      <a:moveTo>
                        <a:pt x="563" y="148"/>
                      </a:moveTo>
                      <a:cubicBezTo>
                        <a:pt x="526" y="148"/>
                        <a:pt x="526" y="148"/>
                        <a:pt x="526" y="148"/>
                      </a:cubicBezTo>
                      <a:cubicBezTo>
                        <a:pt x="526" y="113"/>
                        <a:pt x="526" y="113"/>
                        <a:pt x="526" y="113"/>
                      </a:cubicBezTo>
                      <a:cubicBezTo>
                        <a:pt x="563" y="113"/>
                        <a:pt x="563" y="113"/>
                        <a:pt x="563" y="113"/>
                      </a:cubicBezTo>
                      <a:lnTo>
                        <a:pt x="563" y="148"/>
                      </a:lnTo>
                      <a:close/>
                      <a:moveTo>
                        <a:pt x="563" y="111"/>
                      </a:moveTo>
                      <a:cubicBezTo>
                        <a:pt x="526" y="111"/>
                        <a:pt x="526" y="111"/>
                        <a:pt x="526" y="111"/>
                      </a:cubicBezTo>
                      <a:cubicBezTo>
                        <a:pt x="526" y="76"/>
                        <a:pt x="526" y="76"/>
                        <a:pt x="526" y="76"/>
                      </a:cubicBezTo>
                      <a:cubicBezTo>
                        <a:pt x="563" y="76"/>
                        <a:pt x="563" y="76"/>
                        <a:pt x="563" y="76"/>
                      </a:cubicBezTo>
                      <a:lnTo>
                        <a:pt x="563" y="111"/>
                      </a:lnTo>
                      <a:close/>
                      <a:moveTo>
                        <a:pt x="563" y="74"/>
                      </a:moveTo>
                      <a:cubicBezTo>
                        <a:pt x="526" y="74"/>
                        <a:pt x="526" y="74"/>
                        <a:pt x="526" y="74"/>
                      </a:cubicBezTo>
                      <a:cubicBezTo>
                        <a:pt x="526" y="39"/>
                        <a:pt x="526" y="39"/>
                        <a:pt x="526" y="39"/>
                      </a:cubicBezTo>
                      <a:cubicBezTo>
                        <a:pt x="563" y="39"/>
                        <a:pt x="563" y="39"/>
                        <a:pt x="563" y="39"/>
                      </a:cubicBezTo>
                      <a:lnTo>
                        <a:pt x="563" y="74"/>
                      </a:lnTo>
                      <a:close/>
                      <a:moveTo>
                        <a:pt x="563" y="37"/>
                      </a:moveTo>
                      <a:cubicBezTo>
                        <a:pt x="526" y="37"/>
                        <a:pt x="526" y="37"/>
                        <a:pt x="526" y="37"/>
                      </a:cubicBezTo>
                      <a:cubicBezTo>
                        <a:pt x="526" y="2"/>
                        <a:pt x="526" y="2"/>
                        <a:pt x="526" y="2"/>
                      </a:cubicBezTo>
                      <a:cubicBezTo>
                        <a:pt x="563" y="2"/>
                        <a:pt x="563" y="2"/>
                        <a:pt x="563" y="2"/>
                      </a:cubicBezTo>
                      <a:lnTo>
                        <a:pt x="563" y="37"/>
                      </a:lnTo>
                      <a:close/>
                      <a:moveTo>
                        <a:pt x="599" y="446"/>
                      </a:moveTo>
                      <a:cubicBezTo>
                        <a:pt x="565" y="446"/>
                        <a:pt x="565" y="446"/>
                        <a:pt x="565" y="446"/>
                      </a:cubicBezTo>
                      <a:cubicBezTo>
                        <a:pt x="565" y="408"/>
                        <a:pt x="565" y="408"/>
                        <a:pt x="565" y="408"/>
                      </a:cubicBezTo>
                      <a:cubicBezTo>
                        <a:pt x="599" y="408"/>
                        <a:pt x="599" y="408"/>
                        <a:pt x="599" y="408"/>
                      </a:cubicBezTo>
                      <a:lnTo>
                        <a:pt x="599" y="446"/>
                      </a:lnTo>
                      <a:close/>
                      <a:moveTo>
                        <a:pt x="599" y="406"/>
                      </a:moveTo>
                      <a:cubicBezTo>
                        <a:pt x="565" y="406"/>
                        <a:pt x="565" y="406"/>
                        <a:pt x="565" y="406"/>
                      </a:cubicBezTo>
                      <a:cubicBezTo>
                        <a:pt x="565" y="372"/>
                        <a:pt x="565" y="372"/>
                        <a:pt x="565" y="372"/>
                      </a:cubicBezTo>
                      <a:cubicBezTo>
                        <a:pt x="599" y="372"/>
                        <a:pt x="599" y="372"/>
                        <a:pt x="599" y="372"/>
                      </a:cubicBezTo>
                      <a:lnTo>
                        <a:pt x="599" y="406"/>
                      </a:lnTo>
                      <a:close/>
                      <a:moveTo>
                        <a:pt x="599" y="370"/>
                      </a:moveTo>
                      <a:cubicBezTo>
                        <a:pt x="565" y="370"/>
                        <a:pt x="565" y="370"/>
                        <a:pt x="565" y="370"/>
                      </a:cubicBezTo>
                      <a:cubicBezTo>
                        <a:pt x="565" y="335"/>
                        <a:pt x="565" y="335"/>
                        <a:pt x="565" y="335"/>
                      </a:cubicBezTo>
                      <a:cubicBezTo>
                        <a:pt x="599" y="335"/>
                        <a:pt x="599" y="335"/>
                        <a:pt x="599" y="335"/>
                      </a:cubicBezTo>
                      <a:lnTo>
                        <a:pt x="599" y="370"/>
                      </a:lnTo>
                      <a:close/>
                      <a:moveTo>
                        <a:pt x="599" y="333"/>
                      </a:moveTo>
                      <a:cubicBezTo>
                        <a:pt x="565" y="333"/>
                        <a:pt x="565" y="333"/>
                        <a:pt x="565" y="333"/>
                      </a:cubicBezTo>
                      <a:cubicBezTo>
                        <a:pt x="565" y="298"/>
                        <a:pt x="565" y="298"/>
                        <a:pt x="565" y="298"/>
                      </a:cubicBezTo>
                      <a:cubicBezTo>
                        <a:pt x="599" y="298"/>
                        <a:pt x="599" y="298"/>
                        <a:pt x="599" y="298"/>
                      </a:cubicBezTo>
                      <a:lnTo>
                        <a:pt x="599" y="333"/>
                      </a:lnTo>
                      <a:close/>
                      <a:moveTo>
                        <a:pt x="599" y="296"/>
                      </a:moveTo>
                      <a:cubicBezTo>
                        <a:pt x="565" y="296"/>
                        <a:pt x="565" y="296"/>
                        <a:pt x="565" y="296"/>
                      </a:cubicBezTo>
                      <a:cubicBezTo>
                        <a:pt x="565" y="261"/>
                        <a:pt x="565" y="261"/>
                        <a:pt x="565" y="261"/>
                      </a:cubicBezTo>
                      <a:cubicBezTo>
                        <a:pt x="599" y="261"/>
                        <a:pt x="599" y="261"/>
                        <a:pt x="599" y="261"/>
                      </a:cubicBezTo>
                      <a:lnTo>
                        <a:pt x="599" y="296"/>
                      </a:lnTo>
                      <a:close/>
                      <a:moveTo>
                        <a:pt x="599" y="259"/>
                      </a:moveTo>
                      <a:cubicBezTo>
                        <a:pt x="565" y="259"/>
                        <a:pt x="565" y="259"/>
                        <a:pt x="565" y="259"/>
                      </a:cubicBezTo>
                      <a:cubicBezTo>
                        <a:pt x="565" y="224"/>
                        <a:pt x="565" y="224"/>
                        <a:pt x="565" y="224"/>
                      </a:cubicBezTo>
                      <a:cubicBezTo>
                        <a:pt x="599" y="224"/>
                        <a:pt x="599" y="224"/>
                        <a:pt x="599" y="224"/>
                      </a:cubicBezTo>
                      <a:lnTo>
                        <a:pt x="599" y="259"/>
                      </a:lnTo>
                      <a:close/>
                      <a:moveTo>
                        <a:pt x="599" y="222"/>
                      </a:moveTo>
                      <a:cubicBezTo>
                        <a:pt x="565" y="222"/>
                        <a:pt x="565" y="222"/>
                        <a:pt x="565" y="222"/>
                      </a:cubicBezTo>
                      <a:cubicBezTo>
                        <a:pt x="565" y="187"/>
                        <a:pt x="565" y="187"/>
                        <a:pt x="565" y="187"/>
                      </a:cubicBezTo>
                      <a:cubicBezTo>
                        <a:pt x="599" y="187"/>
                        <a:pt x="599" y="187"/>
                        <a:pt x="599" y="187"/>
                      </a:cubicBezTo>
                      <a:lnTo>
                        <a:pt x="599" y="222"/>
                      </a:lnTo>
                      <a:close/>
                      <a:moveTo>
                        <a:pt x="599" y="185"/>
                      </a:moveTo>
                      <a:cubicBezTo>
                        <a:pt x="565" y="185"/>
                        <a:pt x="565" y="185"/>
                        <a:pt x="565" y="185"/>
                      </a:cubicBezTo>
                      <a:cubicBezTo>
                        <a:pt x="565" y="150"/>
                        <a:pt x="565" y="150"/>
                        <a:pt x="565" y="150"/>
                      </a:cubicBezTo>
                      <a:cubicBezTo>
                        <a:pt x="599" y="150"/>
                        <a:pt x="599" y="150"/>
                        <a:pt x="599" y="150"/>
                      </a:cubicBezTo>
                      <a:lnTo>
                        <a:pt x="599" y="185"/>
                      </a:lnTo>
                      <a:close/>
                      <a:moveTo>
                        <a:pt x="599" y="148"/>
                      </a:moveTo>
                      <a:cubicBezTo>
                        <a:pt x="565" y="148"/>
                        <a:pt x="565" y="148"/>
                        <a:pt x="565" y="148"/>
                      </a:cubicBezTo>
                      <a:cubicBezTo>
                        <a:pt x="565" y="113"/>
                        <a:pt x="565" y="113"/>
                        <a:pt x="565" y="113"/>
                      </a:cubicBezTo>
                      <a:cubicBezTo>
                        <a:pt x="599" y="113"/>
                        <a:pt x="599" y="113"/>
                        <a:pt x="599" y="113"/>
                      </a:cubicBezTo>
                      <a:lnTo>
                        <a:pt x="599" y="148"/>
                      </a:lnTo>
                      <a:close/>
                      <a:moveTo>
                        <a:pt x="599" y="111"/>
                      </a:moveTo>
                      <a:cubicBezTo>
                        <a:pt x="565" y="111"/>
                        <a:pt x="565" y="111"/>
                        <a:pt x="565" y="111"/>
                      </a:cubicBezTo>
                      <a:cubicBezTo>
                        <a:pt x="565" y="76"/>
                        <a:pt x="565" y="76"/>
                        <a:pt x="565" y="76"/>
                      </a:cubicBezTo>
                      <a:cubicBezTo>
                        <a:pt x="599" y="76"/>
                        <a:pt x="599" y="76"/>
                        <a:pt x="599" y="76"/>
                      </a:cubicBezTo>
                      <a:lnTo>
                        <a:pt x="599" y="111"/>
                      </a:lnTo>
                      <a:close/>
                      <a:moveTo>
                        <a:pt x="599" y="74"/>
                      </a:moveTo>
                      <a:cubicBezTo>
                        <a:pt x="565" y="74"/>
                        <a:pt x="565" y="74"/>
                        <a:pt x="565" y="74"/>
                      </a:cubicBezTo>
                      <a:cubicBezTo>
                        <a:pt x="565" y="39"/>
                        <a:pt x="565" y="39"/>
                        <a:pt x="565" y="39"/>
                      </a:cubicBezTo>
                      <a:cubicBezTo>
                        <a:pt x="599" y="39"/>
                        <a:pt x="599" y="39"/>
                        <a:pt x="599" y="39"/>
                      </a:cubicBezTo>
                      <a:lnTo>
                        <a:pt x="599" y="74"/>
                      </a:lnTo>
                      <a:close/>
                      <a:moveTo>
                        <a:pt x="599" y="37"/>
                      </a:moveTo>
                      <a:cubicBezTo>
                        <a:pt x="565" y="37"/>
                        <a:pt x="565" y="37"/>
                        <a:pt x="565" y="37"/>
                      </a:cubicBezTo>
                      <a:cubicBezTo>
                        <a:pt x="565" y="2"/>
                        <a:pt x="565" y="2"/>
                        <a:pt x="565" y="2"/>
                      </a:cubicBezTo>
                      <a:cubicBezTo>
                        <a:pt x="599" y="2"/>
                        <a:pt x="599" y="2"/>
                        <a:pt x="599" y="2"/>
                      </a:cubicBezTo>
                      <a:lnTo>
                        <a:pt x="599" y="37"/>
                      </a:lnTo>
                      <a:close/>
                      <a:moveTo>
                        <a:pt x="636" y="485"/>
                      </a:moveTo>
                      <a:cubicBezTo>
                        <a:pt x="601" y="485"/>
                        <a:pt x="601" y="485"/>
                        <a:pt x="601" y="485"/>
                      </a:cubicBezTo>
                      <a:cubicBezTo>
                        <a:pt x="601" y="448"/>
                        <a:pt x="601" y="448"/>
                        <a:pt x="601" y="448"/>
                      </a:cubicBezTo>
                      <a:cubicBezTo>
                        <a:pt x="636" y="448"/>
                        <a:pt x="636" y="448"/>
                        <a:pt x="636" y="448"/>
                      </a:cubicBezTo>
                      <a:lnTo>
                        <a:pt x="636" y="485"/>
                      </a:lnTo>
                      <a:close/>
                      <a:moveTo>
                        <a:pt x="636" y="446"/>
                      </a:moveTo>
                      <a:cubicBezTo>
                        <a:pt x="601" y="446"/>
                        <a:pt x="601" y="446"/>
                        <a:pt x="601" y="446"/>
                      </a:cubicBezTo>
                      <a:cubicBezTo>
                        <a:pt x="601" y="408"/>
                        <a:pt x="601" y="408"/>
                        <a:pt x="601" y="408"/>
                      </a:cubicBezTo>
                      <a:cubicBezTo>
                        <a:pt x="636" y="408"/>
                        <a:pt x="636" y="408"/>
                        <a:pt x="636" y="408"/>
                      </a:cubicBezTo>
                      <a:lnTo>
                        <a:pt x="636" y="446"/>
                      </a:lnTo>
                      <a:close/>
                      <a:moveTo>
                        <a:pt x="636" y="406"/>
                      </a:moveTo>
                      <a:cubicBezTo>
                        <a:pt x="601" y="406"/>
                        <a:pt x="601" y="406"/>
                        <a:pt x="601" y="406"/>
                      </a:cubicBezTo>
                      <a:cubicBezTo>
                        <a:pt x="601" y="372"/>
                        <a:pt x="601" y="372"/>
                        <a:pt x="601" y="372"/>
                      </a:cubicBezTo>
                      <a:cubicBezTo>
                        <a:pt x="636" y="372"/>
                        <a:pt x="636" y="372"/>
                        <a:pt x="636" y="372"/>
                      </a:cubicBezTo>
                      <a:lnTo>
                        <a:pt x="636" y="406"/>
                      </a:lnTo>
                      <a:close/>
                      <a:moveTo>
                        <a:pt x="636" y="370"/>
                      </a:moveTo>
                      <a:cubicBezTo>
                        <a:pt x="601" y="370"/>
                        <a:pt x="601" y="370"/>
                        <a:pt x="601" y="370"/>
                      </a:cubicBezTo>
                      <a:cubicBezTo>
                        <a:pt x="601" y="335"/>
                        <a:pt x="601" y="335"/>
                        <a:pt x="601" y="335"/>
                      </a:cubicBezTo>
                      <a:cubicBezTo>
                        <a:pt x="636" y="335"/>
                        <a:pt x="636" y="335"/>
                        <a:pt x="636" y="335"/>
                      </a:cubicBezTo>
                      <a:lnTo>
                        <a:pt x="636" y="370"/>
                      </a:lnTo>
                      <a:close/>
                      <a:moveTo>
                        <a:pt x="636" y="333"/>
                      </a:moveTo>
                      <a:cubicBezTo>
                        <a:pt x="601" y="333"/>
                        <a:pt x="601" y="333"/>
                        <a:pt x="601" y="333"/>
                      </a:cubicBezTo>
                      <a:cubicBezTo>
                        <a:pt x="601" y="298"/>
                        <a:pt x="601" y="298"/>
                        <a:pt x="601" y="298"/>
                      </a:cubicBezTo>
                      <a:cubicBezTo>
                        <a:pt x="636" y="298"/>
                        <a:pt x="636" y="298"/>
                        <a:pt x="636" y="298"/>
                      </a:cubicBezTo>
                      <a:lnTo>
                        <a:pt x="636" y="333"/>
                      </a:lnTo>
                      <a:close/>
                      <a:moveTo>
                        <a:pt x="636" y="296"/>
                      </a:moveTo>
                      <a:cubicBezTo>
                        <a:pt x="601" y="296"/>
                        <a:pt x="601" y="296"/>
                        <a:pt x="601" y="296"/>
                      </a:cubicBezTo>
                      <a:cubicBezTo>
                        <a:pt x="601" y="261"/>
                        <a:pt x="601" y="261"/>
                        <a:pt x="601" y="261"/>
                      </a:cubicBezTo>
                      <a:cubicBezTo>
                        <a:pt x="636" y="261"/>
                        <a:pt x="636" y="261"/>
                        <a:pt x="636" y="261"/>
                      </a:cubicBezTo>
                      <a:lnTo>
                        <a:pt x="636" y="296"/>
                      </a:lnTo>
                      <a:close/>
                      <a:moveTo>
                        <a:pt x="636" y="259"/>
                      </a:moveTo>
                      <a:cubicBezTo>
                        <a:pt x="601" y="259"/>
                        <a:pt x="601" y="259"/>
                        <a:pt x="601" y="259"/>
                      </a:cubicBezTo>
                      <a:cubicBezTo>
                        <a:pt x="601" y="224"/>
                        <a:pt x="601" y="224"/>
                        <a:pt x="601" y="224"/>
                      </a:cubicBezTo>
                      <a:cubicBezTo>
                        <a:pt x="636" y="224"/>
                        <a:pt x="636" y="224"/>
                        <a:pt x="636" y="224"/>
                      </a:cubicBezTo>
                      <a:lnTo>
                        <a:pt x="636" y="259"/>
                      </a:lnTo>
                      <a:close/>
                      <a:moveTo>
                        <a:pt x="636" y="222"/>
                      </a:moveTo>
                      <a:cubicBezTo>
                        <a:pt x="601" y="222"/>
                        <a:pt x="601" y="222"/>
                        <a:pt x="601" y="222"/>
                      </a:cubicBezTo>
                      <a:cubicBezTo>
                        <a:pt x="601" y="187"/>
                        <a:pt x="601" y="187"/>
                        <a:pt x="601" y="187"/>
                      </a:cubicBezTo>
                      <a:cubicBezTo>
                        <a:pt x="636" y="187"/>
                        <a:pt x="636" y="187"/>
                        <a:pt x="636" y="187"/>
                      </a:cubicBezTo>
                      <a:lnTo>
                        <a:pt x="636" y="222"/>
                      </a:lnTo>
                      <a:close/>
                      <a:moveTo>
                        <a:pt x="636" y="185"/>
                      </a:moveTo>
                      <a:cubicBezTo>
                        <a:pt x="601" y="185"/>
                        <a:pt x="601" y="185"/>
                        <a:pt x="601" y="185"/>
                      </a:cubicBezTo>
                      <a:cubicBezTo>
                        <a:pt x="601" y="150"/>
                        <a:pt x="601" y="150"/>
                        <a:pt x="601" y="150"/>
                      </a:cubicBezTo>
                      <a:cubicBezTo>
                        <a:pt x="636" y="150"/>
                        <a:pt x="636" y="150"/>
                        <a:pt x="636" y="150"/>
                      </a:cubicBezTo>
                      <a:lnTo>
                        <a:pt x="636" y="185"/>
                      </a:lnTo>
                      <a:close/>
                      <a:moveTo>
                        <a:pt x="636" y="148"/>
                      </a:moveTo>
                      <a:cubicBezTo>
                        <a:pt x="601" y="148"/>
                        <a:pt x="601" y="148"/>
                        <a:pt x="601" y="148"/>
                      </a:cubicBezTo>
                      <a:cubicBezTo>
                        <a:pt x="601" y="113"/>
                        <a:pt x="601" y="113"/>
                        <a:pt x="601" y="113"/>
                      </a:cubicBezTo>
                      <a:cubicBezTo>
                        <a:pt x="636" y="113"/>
                        <a:pt x="636" y="113"/>
                        <a:pt x="636" y="113"/>
                      </a:cubicBezTo>
                      <a:lnTo>
                        <a:pt x="636" y="148"/>
                      </a:lnTo>
                      <a:close/>
                      <a:moveTo>
                        <a:pt x="636" y="111"/>
                      </a:moveTo>
                      <a:cubicBezTo>
                        <a:pt x="601" y="111"/>
                        <a:pt x="601" y="111"/>
                        <a:pt x="601" y="111"/>
                      </a:cubicBezTo>
                      <a:cubicBezTo>
                        <a:pt x="601" y="76"/>
                        <a:pt x="601" y="76"/>
                        <a:pt x="601" y="76"/>
                      </a:cubicBezTo>
                      <a:cubicBezTo>
                        <a:pt x="636" y="76"/>
                        <a:pt x="636" y="76"/>
                        <a:pt x="636" y="76"/>
                      </a:cubicBezTo>
                      <a:lnTo>
                        <a:pt x="636" y="111"/>
                      </a:lnTo>
                      <a:close/>
                      <a:moveTo>
                        <a:pt x="636" y="74"/>
                      </a:moveTo>
                      <a:cubicBezTo>
                        <a:pt x="601" y="74"/>
                        <a:pt x="601" y="74"/>
                        <a:pt x="601" y="74"/>
                      </a:cubicBezTo>
                      <a:cubicBezTo>
                        <a:pt x="601" y="39"/>
                        <a:pt x="601" y="39"/>
                        <a:pt x="601" y="39"/>
                      </a:cubicBezTo>
                      <a:cubicBezTo>
                        <a:pt x="636" y="39"/>
                        <a:pt x="636" y="39"/>
                        <a:pt x="636" y="39"/>
                      </a:cubicBezTo>
                      <a:lnTo>
                        <a:pt x="636" y="74"/>
                      </a:lnTo>
                      <a:close/>
                      <a:moveTo>
                        <a:pt x="636" y="37"/>
                      </a:moveTo>
                      <a:cubicBezTo>
                        <a:pt x="601" y="37"/>
                        <a:pt x="601" y="37"/>
                        <a:pt x="601" y="37"/>
                      </a:cubicBezTo>
                      <a:cubicBezTo>
                        <a:pt x="601" y="2"/>
                        <a:pt x="601" y="2"/>
                        <a:pt x="601" y="2"/>
                      </a:cubicBezTo>
                      <a:cubicBezTo>
                        <a:pt x="636" y="2"/>
                        <a:pt x="636" y="2"/>
                        <a:pt x="636" y="2"/>
                      </a:cubicBezTo>
                      <a:lnTo>
                        <a:pt x="636" y="37"/>
                      </a:lnTo>
                      <a:close/>
                      <a:moveTo>
                        <a:pt x="673" y="485"/>
                      </a:moveTo>
                      <a:cubicBezTo>
                        <a:pt x="638" y="485"/>
                        <a:pt x="638" y="485"/>
                        <a:pt x="638" y="485"/>
                      </a:cubicBezTo>
                      <a:cubicBezTo>
                        <a:pt x="638" y="448"/>
                        <a:pt x="638" y="448"/>
                        <a:pt x="638" y="448"/>
                      </a:cubicBezTo>
                      <a:cubicBezTo>
                        <a:pt x="673" y="448"/>
                        <a:pt x="673" y="448"/>
                        <a:pt x="673" y="448"/>
                      </a:cubicBezTo>
                      <a:lnTo>
                        <a:pt x="673" y="485"/>
                      </a:lnTo>
                      <a:close/>
                      <a:moveTo>
                        <a:pt x="673" y="446"/>
                      </a:moveTo>
                      <a:cubicBezTo>
                        <a:pt x="638" y="446"/>
                        <a:pt x="638" y="446"/>
                        <a:pt x="638" y="446"/>
                      </a:cubicBezTo>
                      <a:cubicBezTo>
                        <a:pt x="638" y="408"/>
                        <a:pt x="638" y="408"/>
                        <a:pt x="638" y="408"/>
                      </a:cubicBezTo>
                      <a:cubicBezTo>
                        <a:pt x="673" y="408"/>
                        <a:pt x="673" y="408"/>
                        <a:pt x="673" y="408"/>
                      </a:cubicBezTo>
                      <a:lnTo>
                        <a:pt x="673" y="446"/>
                      </a:lnTo>
                      <a:close/>
                      <a:moveTo>
                        <a:pt x="673" y="406"/>
                      </a:moveTo>
                      <a:cubicBezTo>
                        <a:pt x="638" y="406"/>
                        <a:pt x="638" y="406"/>
                        <a:pt x="638" y="406"/>
                      </a:cubicBezTo>
                      <a:cubicBezTo>
                        <a:pt x="638" y="372"/>
                        <a:pt x="638" y="372"/>
                        <a:pt x="638" y="372"/>
                      </a:cubicBezTo>
                      <a:cubicBezTo>
                        <a:pt x="673" y="372"/>
                        <a:pt x="673" y="372"/>
                        <a:pt x="673" y="372"/>
                      </a:cubicBezTo>
                      <a:lnTo>
                        <a:pt x="673" y="406"/>
                      </a:lnTo>
                      <a:close/>
                      <a:moveTo>
                        <a:pt x="673" y="370"/>
                      </a:moveTo>
                      <a:cubicBezTo>
                        <a:pt x="638" y="370"/>
                        <a:pt x="638" y="370"/>
                        <a:pt x="638" y="370"/>
                      </a:cubicBezTo>
                      <a:cubicBezTo>
                        <a:pt x="638" y="335"/>
                        <a:pt x="638" y="335"/>
                        <a:pt x="638" y="335"/>
                      </a:cubicBezTo>
                      <a:cubicBezTo>
                        <a:pt x="673" y="335"/>
                        <a:pt x="673" y="335"/>
                        <a:pt x="673" y="335"/>
                      </a:cubicBezTo>
                      <a:lnTo>
                        <a:pt x="673" y="370"/>
                      </a:lnTo>
                      <a:close/>
                      <a:moveTo>
                        <a:pt x="673" y="333"/>
                      </a:moveTo>
                      <a:cubicBezTo>
                        <a:pt x="638" y="333"/>
                        <a:pt x="638" y="333"/>
                        <a:pt x="638" y="333"/>
                      </a:cubicBezTo>
                      <a:cubicBezTo>
                        <a:pt x="638" y="298"/>
                        <a:pt x="638" y="298"/>
                        <a:pt x="638" y="298"/>
                      </a:cubicBezTo>
                      <a:cubicBezTo>
                        <a:pt x="673" y="298"/>
                        <a:pt x="673" y="298"/>
                        <a:pt x="673" y="298"/>
                      </a:cubicBezTo>
                      <a:lnTo>
                        <a:pt x="673" y="333"/>
                      </a:lnTo>
                      <a:close/>
                      <a:moveTo>
                        <a:pt x="673" y="296"/>
                      </a:moveTo>
                      <a:cubicBezTo>
                        <a:pt x="638" y="296"/>
                        <a:pt x="638" y="296"/>
                        <a:pt x="638" y="296"/>
                      </a:cubicBezTo>
                      <a:cubicBezTo>
                        <a:pt x="638" y="261"/>
                        <a:pt x="638" y="261"/>
                        <a:pt x="638" y="261"/>
                      </a:cubicBezTo>
                      <a:cubicBezTo>
                        <a:pt x="673" y="261"/>
                        <a:pt x="673" y="261"/>
                        <a:pt x="673" y="261"/>
                      </a:cubicBezTo>
                      <a:lnTo>
                        <a:pt x="673" y="296"/>
                      </a:lnTo>
                      <a:close/>
                      <a:moveTo>
                        <a:pt x="673" y="259"/>
                      </a:moveTo>
                      <a:cubicBezTo>
                        <a:pt x="638" y="259"/>
                        <a:pt x="638" y="259"/>
                        <a:pt x="638" y="259"/>
                      </a:cubicBezTo>
                      <a:cubicBezTo>
                        <a:pt x="638" y="224"/>
                        <a:pt x="638" y="224"/>
                        <a:pt x="638" y="224"/>
                      </a:cubicBezTo>
                      <a:cubicBezTo>
                        <a:pt x="673" y="224"/>
                        <a:pt x="673" y="224"/>
                        <a:pt x="673" y="224"/>
                      </a:cubicBezTo>
                      <a:lnTo>
                        <a:pt x="673" y="259"/>
                      </a:lnTo>
                      <a:close/>
                      <a:moveTo>
                        <a:pt x="673" y="222"/>
                      </a:moveTo>
                      <a:cubicBezTo>
                        <a:pt x="638" y="222"/>
                        <a:pt x="638" y="222"/>
                        <a:pt x="638" y="222"/>
                      </a:cubicBezTo>
                      <a:cubicBezTo>
                        <a:pt x="638" y="187"/>
                        <a:pt x="638" y="187"/>
                        <a:pt x="638" y="187"/>
                      </a:cubicBezTo>
                      <a:cubicBezTo>
                        <a:pt x="673" y="187"/>
                        <a:pt x="673" y="187"/>
                        <a:pt x="673" y="187"/>
                      </a:cubicBezTo>
                      <a:lnTo>
                        <a:pt x="673" y="222"/>
                      </a:lnTo>
                      <a:close/>
                      <a:moveTo>
                        <a:pt x="673" y="185"/>
                      </a:moveTo>
                      <a:cubicBezTo>
                        <a:pt x="638" y="185"/>
                        <a:pt x="638" y="185"/>
                        <a:pt x="638" y="185"/>
                      </a:cubicBezTo>
                      <a:cubicBezTo>
                        <a:pt x="638" y="150"/>
                        <a:pt x="638" y="150"/>
                        <a:pt x="638" y="150"/>
                      </a:cubicBezTo>
                      <a:cubicBezTo>
                        <a:pt x="673" y="150"/>
                        <a:pt x="673" y="150"/>
                        <a:pt x="673" y="150"/>
                      </a:cubicBezTo>
                      <a:lnTo>
                        <a:pt x="673" y="185"/>
                      </a:lnTo>
                      <a:close/>
                      <a:moveTo>
                        <a:pt x="673" y="148"/>
                      </a:moveTo>
                      <a:cubicBezTo>
                        <a:pt x="638" y="148"/>
                        <a:pt x="638" y="148"/>
                        <a:pt x="638" y="148"/>
                      </a:cubicBezTo>
                      <a:cubicBezTo>
                        <a:pt x="638" y="113"/>
                        <a:pt x="638" y="113"/>
                        <a:pt x="638" y="113"/>
                      </a:cubicBezTo>
                      <a:cubicBezTo>
                        <a:pt x="673" y="113"/>
                        <a:pt x="673" y="113"/>
                        <a:pt x="673" y="113"/>
                      </a:cubicBezTo>
                      <a:lnTo>
                        <a:pt x="673" y="148"/>
                      </a:lnTo>
                      <a:close/>
                      <a:moveTo>
                        <a:pt x="673" y="111"/>
                      </a:moveTo>
                      <a:cubicBezTo>
                        <a:pt x="638" y="111"/>
                        <a:pt x="638" y="111"/>
                        <a:pt x="638" y="111"/>
                      </a:cubicBezTo>
                      <a:cubicBezTo>
                        <a:pt x="638" y="76"/>
                        <a:pt x="638" y="76"/>
                        <a:pt x="638" y="76"/>
                      </a:cubicBezTo>
                      <a:cubicBezTo>
                        <a:pt x="673" y="76"/>
                        <a:pt x="673" y="76"/>
                        <a:pt x="673" y="76"/>
                      </a:cubicBezTo>
                      <a:lnTo>
                        <a:pt x="673" y="111"/>
                      </a:lnTo>
                      <a:close/>
                      <a:moveTo>
                        <a:pt x="673" y="74"/>
                      </a:moveTo>
                      <a:cubicBezTo>
                        <a:pt x="638" y="74"/>
                        <a:pt x="638" y="74"/>
                        <a:pt x="638" y="74"/>
                      </a:cubicBezTo>
                      <a:cubicBezTo>
                        <a:pt x="638" y="39"/>
                        <a:pt x="638" y="39"/>
                        <a:pt x="638" y="39"/>
                      </a:cubicBezTo>
                      <a:cubicBezTo>
                        <a:pt x="673" y="39"/>
                        <a:pt x="673" y="39"/>
                        <a:pt x="673" y="39"/>
                      </a:cubicBezTo>
                      <a:lnTo>
                        <a:pt x="673" y="74"/>
                      </a:lnTo>
                      <a:close/>
                      <a:moveTo>
                        <a:pt x="673" y="37"/>
                      </a:moveTo>
                      <a:cubicBezTo>
                        <a:pt x="638" y="37"/>
                        <a:pt x="638" y="37"/>
                        <a:pt x="638" y="37"/>
                      </a:cubicBezTo>
                      <a:cubicBezTo>
                        <a:pt x="638" y="2"/>
                        <a:pt x="638" y="2"/>
                        <a:pt x="638" y="2"/>
                      </a:cubicBezTo>
                      <a:cubicBezTo>
                        <a:pt x="673" y="2"/>
                        <a:pt x="673" y="2"/>
                        <a:pt x="673" y="2"/>
                      </a:cubicBezTo>
                      <a:lnTo>
                        <a:pt x="673" y="37"/>
                      </a:lnTo>
                      <a:close/>
                      <a:moveTo>
                        <a:pt x="710" y="485"/>
                      </a:moveTo>
                      <a:cubicBezTo>
                        <a:pt x="675" y="485"/>
                        <a:pt x="675" y="485"/>
                        <a:pt x="675" y="485"/>
                      </a:cubicBezTo>
                      <a:cubicBezTo>
                        <a:pt x="675" y="448"/>
                        <a:pt x="675" y="448"/>
                        <a:pt x="675" y="448"/>
                      </a:cubicBezTo>
                      <a:cubicBezTo>
                        <a:pt x="710" y="448"/>
                        <a:pt x="710" y="448"/>
                        <a:pt x="710" y="448"/>
                      </a:cubicBezTo>
                      <a:lnTo>
                        <a:pt x="710" y="485"/>
                      </a:lnTo>
                      <a:close/>
                      <a:moveTo>
                        <a:pt x="710" y="446"/>
                      </a:moveTo>
                      <a:cubicBezTo>
                        <a:pt x="675" y="446"/>
                        <a:pt x="675" y="446"/>
                        <a:pt x="675" y="446"/>
                      </a:cubicBezTo>
                      <a:cubicBezTo>
                        <a:pt x="675" y="408"/>
                        <a:pt x="675" y="408"/>
                        <a:pt x="675" y="408"/>
                      </a:cubicBezTo>
                      <a:cubicBezTo>
                        <a:pt x="710" y="408"/>
                        <a:pt x="710" y="408"/>
                        <a:pt x="710" y="408"/>
                      </a:cubicBezTo>
                      <a:lnTo>
                        <a:pt x="710" y="446"/>
                      </a:lnTo>
                      <a:close/>
                      <a:moveTo>
                        <a:pt x="710" y="406"/>
                      </a:moveTo>
                      <a:cubicBezTo>
                        <a:pt x="675" y="406"/>
                        <a:pt x="675" y="406"/>
                        <a:pt x="675" y="406"/>
                      </a:cubicBezTo>
                      <a:cubicBezTo>
                        <a:pt x="675" y="372"/>
                        <a:pt x="675" y="372"/>
                        <a:pt x="675" y="372"/>
                      </a:cubicBezTo>
                      <a:cubicBezTo>
                        <a:pt x="710" y="372"/>
                        <a:pt x="710" y="372"/>
                        <a:pt x="710" y="372"/>
                      </a:cubicBezTo>
                      <a:lnTo>
                        <a:pt x="710" y="406"/>
                      </a:lnTo>
                      <a:close/>
                      <a:moveTo>
                        <a:pt x="710" y="370"/>
                      </a:moveTo>
                      <a:cubicBezTo>
                        <a:pt x="675" y="370"/>
                        <a:pt x="675" y="370"/>
                        <a:pt x="675" y="370"/>
                      </a:cubicBezTo>
                      <a:cubicBezTo>
                        <a:pt x="675" y="335"/>
                        <a:pt x="675" y="335"/>
                        <a:pt x="675" y="335"/>
                      </a:cubicBezTo>
                      <a:cubicBezTo>
                        <a:pt x="710" y="335"/>
                        <a:pt x="710" y="335"/>
                        <a:pt x="710" y="335"/>
                      </a:cubicBezTo>
                      <a:lnTo>
                        <a:pt x="710" y="370"/>
                      </a:lnTo>
                      <a:close/>
                      <a:moveTo>
                        <a:pt x="710" y="333"/>
                      </a:moveTo>
                      <a:cubicBezTo>
                        <a:pt x="675" y="333"/>
                        <a:pt x="675" y="333"/>
                        <a:pt x="675" y="333"/>
                      </a:cubicBezTo>
                      <a:cubicBezTo>
                        <a:pt x="675" y="298"/>
                        <a:pt x="675" y="298"/>
                        <a:pt x="675" y="298"/>
                      </a:cubicBezTo>
                      <a:cubicBezTo>
                        <a:pt x="710" y="298"/>
                        <a:pt x="710" y="298"/>
                        <a:pt x="710" y="298"/>
                      </a:cubicBezTo>
                      <a:lnTo>
                        <a:pt x="710" y="333"/>
                      </a:lnTo>
                      <a:close/>
                      <a:moveTo>
                        <a:pt x="710" y="296"/>
                      </a:moveTo>
                      <a:cubicBezTo>
                        <a:pt x="675" y="296"/>
                        <a:pt x="675" y="296"/>
                        <a:pt x="675" y="296"/>
                      </a:cubicBezTo>
                      <a:cubicBezTo>
                        <a:pt x="675" y="261"/>
                        <a:pt x="675" y="261"/>
                        <a:pt x="675" y="261"/>
                      </a:cubicBezTo>
                      <a:cubicBezTo>
                        <a:pt x="710" y="261"/>
                        <a:pt x="710" y="261"/>
                        <a:pt x="710" y="261"/>
                      </a:cubicBezTo>
                      <a:lnTo>
                        <a:pt x="710" y="296"/>
                      </a:lnTo>
                      <a:close/>
                      <a:moveTo>
                        <a:pt x="710" y="259"/>
                      </a:moveTo>
                      <a:cubicBezTo>
                        <a:pt x="675" y="259"/>
                        <a:pt x="675" y="259"/>
                        <a:pt x="675" y="259"/>
                      </a:cubicBezTo>
                      <a:cubicBezTo>
                        <a:pt x="675" y="224"/>
                        <a:pt x="675" y="224"/>
                        <a:pt x="675" y="224"/>
                      </a:cubicBezTo>
                      <a:cubicBezTo>
                        <a:pt x="710" y="224"/>
                        <a:pt x="710" y="224"/>
                        <a:pt x="710" y="224"/>
                      </a:cubicBezTo>
                      <a:lnTo>
                        <a:pt x="710" y="259"/>
                      </a:lnTo>
                      <a:close/>
                      <a:moveTo>
                        <a:pt x="710" y="222"/>
                      </a:moveTo>
                      <a:cubicBezTo>
                        <a:pt x="675" y="222"/>
                        <a:pt x="675" y="222"/>
                        <a:pt x="675" y="222"/>
                      </a:cubicBezTo>
                      <a:cubicBezTo>
                        <a:pt x="675" y="187"/>
                        <a:pt x="675" y="187"/>
                        <a:pt x="675" y="187"/>
                      </a:cubicBezTo>
                      <a:cubicBezTo>
                        <a:pt x="710" y="187"/>
                        <a:pt x="710" y="187"/>
                        <a:pt x="710" y="187"/>
                      </a:cubicBezTo>
                      <a:lnTo>
                        <a:pt x="710" y="222"/>
                      </a:lnTo>
                      <a:close/>
                      <a:moveTo>
                        <a:pt x="710" y="185"/>
                      </a:moveTo>
                      <a:cubicBezTo>
                        <a:pt x="675" y="185"/>
                        <a:pt x="675" y="185"/>
                        <a:pt x="675" y="185"/>
                      </a:cubicBezTo>
                      <a:cubicBezTo>
                        <a:pt x="675" y="150"/>
                        <a:pt x="675" y="150"/>
                        <a:pt x="675" y="150"/>
                      </a:cubicBezTo>
                      <a:cubicBezTo>
                        <a:pt x="710" y="150"/>
                        <a:pt x="710" y="150"/>
                        <a:pt x="710" y="150"/>
                      </a:cubicBezTo>
                      <a:lnTo>
                        <a:pt x="710" y="185"/>
                      </a:lnTo>
                      <a:close/>
                      <a:moveTo>
                        <a:pt x="710" y="148"/>
                      </a:moveTo>
                      <a:cubicBezTo>
                        <a:pt x="675" y="148"/>
                        <a:pt x="675" y="148"/>
                        <a:pt x="675" y="148"/>
                      </a:cubicBezTo>
                      <a:cubicBezTo>
                        <a:pt x="675" y="113"/>
                        <a:pt x="675" y="113"/>
                        <a:pt x="675" y="113"/>
                      </a:cubicBezTo>
                      <a:cubicBezTo>
                        <a:pt x="710" y="113"/>
                        <a:pt x="710" y="113"/>
                        <a:pt x="710" y="113"/>
                      </a:cubicBezTo>
                      <a:lnTo>
                        <a:pt x="710" y="148"/>
                      </a:lnTo>
                      <a:close/>
                      <a:moveTo>
                        <a:pt x="710" y="111"/>
                      </a:moveTo>
                      <a:cubicBezTo>
                        <a:pt x="675" y="111"/>
                        <a:pt x="675" y="111"/>
                        <a:pt x="675" y="111"/>
                      </a:cubicBezTo>
                      <a:cubicBezTo>
                        <a:pt x="675" y="76"/>
                        <a:pt x="675" y="76"/>
                        <a:pt x="675" y="76"/>
                      </a:cubicBezTo>
                      <a:cubicBezTo>
                        <a:pt x="710" y="76"/>
                        <a:pt x="710" y="76"/>
                        <a:pt x="710" y="76"/>
                      </a:cubicBezTo>
                      <a:lnTo>
                        <a:pt x="710" y="111"/>
                      </a:lnTo>
                      <a:close/>
                      <a:moveTo>
                        <a:pt x="710" y="74"/>
                      </a:moveTo>
                      <a:cubicBezTo>
                        <a:pt x="675" y="74"/>
                        <a:pt x="675" y="74"/>
                        <a:pt x="675" y="74"/>
                      </a:cubicBezTo>
                      <a:cubicBezTo>
                        <a:pt x="675" y="39"/>
                        <a:pt x="675" y="39"/>
                        <a:pt x="675" y="39"/>
                      </a:cubicBezTo>
                      <a:cubicBezTo>
                        <a:pt x="710" y="39"/>
                        <a:pt x="710" y="39"/>
                        <a:pt x="710" y="39"/>
                      </a:cubicBezTo>
                      <a:lnTo>
                        <a:pt x="710" y="74"/>
                      </a:lnTo>
                      <a:close/>
                      <a:moveTo>
                        <a:pt x="710" y="37"/>
                      </a:moveTo>
                      <a:cubicBezTo>
                        <a:pt x="675" y="37"/>
                        <a:pt x="675" y="37"/>
                        <a:pt x="675" y="37"/>
                      </a:cubicBezTo>
                      <a:cubicBezTo>
                        <a:pt x="675" y="2"/>
                        <a:pt x="675" y="2"/>
                        <a:pt x="675" y="2"/>
                      </a:cubicBezTo>
                      <a:cubicBezTo>
                        <a:pt x="710" y="2"/>
                        <a:pt x="710" y="2"/>
                        <a:pt x="710" y="2"/>
                      </a:cubicBezTo>
                      <a:lnTo>
                        <a:pt x="710" y="37"/>
                      </a:lnTo>
                      <a:close/>
                      <a:moveTo>
                        <a:pt x="747" y="485"/>
                      </a:moveTo>
                      <a:cubicBezTo>
                        <a:pt x="712" y="485"/>
                        <a:pt x="712" y="485"/>
                        <a:pt x="712" y="485"/>
                      </a:cubicBezTo>
                      <a:cubicBezTo>
                        <a:pt x="712" y="448"/>
                        <a:pt x="712" y="448"/>
                        <a:pt x="712" y="448"/>
                      </a:cubicBezTo>
                      <a:cubicBezTo>
                        <a:pt x="747" y="448"/>
                        <a:pt x="747" y="448"/>
                        <a:pt x="747" y="448"/>
                      </a:cubicBezTo>
                      <a:lnTo>
                        <a:pt x="747" y="485"/>
                      </a:lnTo>
                      <a:close/>
                      <a:moveTo>
                        <a:pt x="747" y="446"/>
                      </a:moveTo>
                      <a:cubicBezTo>
                        <a:pt x="712" y="446"/>
                        <a:pt x="712" y="446"/>
                        <a:pt x="712" y="446"/>
                      </a:cubicBezTo>
                      <a:cubicBezTo>
                        <a:pt x="712" y="408"/>
                        <a:pt x="712" y="408"/>
                        <a:pt x="712" y="408"/>
                      </a:cubicBezTo>
                      <a:cubicBezTo>
                        <a:pt x="747" y="408"/>
                        <a:pt x="747" y="408"/>
                        <a:pt x="747" y="408"/>
                      </a:cubicBezTo>
                      <a:lnTo>
                        <a:pt x="747" y="446"/>
                      </a:lnTo>
                      <a:close/>
                      <a:moveTo>
                        <a:pt x="747" y="406"/>
                      </a:moveTo>
                      <a:cubicBezTo>
                        <a:pt x="712" y="406"/>
                        <a:pt x="712" y="406"/>
                        <a:pt x="712" y="406"/>
                      </a:cubicBezTo>
                      <a:cubicBezTo>
                        <a:pt x="712" y="372"/>
                        <a:pt x="712" y="372"/>
                        <a:pt x="712" y="372"/>
                      </a:cubicBezTo>
                      <a:cubicBezTo>
                        <a:pt x="747" y="372"/>
                        <a:pt x="747" y="372"/>
                        <a:pt x="747" y="372"/>
                      </a:cubicBezTo>
                      <a:lnTo>
                        <a:pt x="747" y="406"/>
                      </a:lnTo>
                      <a:close/>
                      <a:moveTo>
                        <a:pt x="747" y="370"/>
                      </a:moveTo>
                      <a:cubicBezTo>
                        <a:pt x="712" y="370"/>
                        <a:pt x="712" y="370"/>
                        <a:pt x="712" y="370"/>
                      </a:cubicBezTo>
                      <a:cubicBezTo>
                        <a:pt x="712" y="335"/>
                        <a:pt x="712" y="335"/>
                        <a:pt x="712" y="335"/>
                      </a:cubicBezTo>
                      <a:cubicBezTo>
                        <a:pt x="747" y="335"/>
                        <a:pt x="747" y="335"/>
                        <a:pt x="747" y="335"/>
                      </a:cubicBezTo>
                      <a:lnTo>
                        <a:pt x="747" y="370"/>
                      </a:lnTo>
                      <a:close/>
                      <a:moveTo>
                        <a:pt x="747" y="333"/>
                      </a:moveTo>
                      <a:cubicBezTo>
                        <a:pt x="712" y="333"/>
                        <a:pt x="712" y="333"/>
                        <a:pt x="712" y="333"/>
                      </a:cubicBezTo>
                      <a:cubicBezTo>
                        <a:pt x="712" y="298"/>
                        <a:pt x="712" y="298"/>
                        <a:pt x="712" y="298"/>
                      </a:cubicBezTo>
                      <a:cubicBezTo>
                        <a:pt x="747" y="298"/>
                        <a:pt x="747" y="298"/>
                        <a:pt x="747" y="298"/>
                      </a:cubicBezTo>
                      <a:lnTo>
                        <a:pt x="747" y="333"/>
                      </a:lnTo>
                      <a:close/>
                      <a:moveTo>
                        <a:pt x="747" y="296"/>
                      </a:moveTo>
                      <a:cubicBezTo>
                        <a:pt x="712" y="296"/>
                        <a:pt x="712" y="296"/>
                        <a:pt x="712" y="296"/>
                      </a:cubicBezTo>
                      <a:cubicBezTo>
                        <a:pt x="712" y="261"/>
                        <a:pt x="712" y="261"/>
                        <a:pt x="712" y="261"/>
                      </a:cubicBezTo>
                      <a:cubicBezTo>
                        <a:pt x="747" y="261"/>
                        <a:pt x="747" y="261"/>
                        <a:pt x="747" y="261"/>
                      </a:cubicBezTo>
                      <a:lnTo>
                        <a:pt x="747" y="296"/>
                      </a:lnTo>
                      <a:close/>
                      <a:moveTo>
                        <a:pt x="747" y="259"/>
                      </a:moveTo>
                      <a:cubicBezTo>
                        <a:pt x="712" y="259"/>
                        <a:pt x="712" y="259"/>
                        <a:pt x="712" y="259"/>
                      </a:cubicBezTo>
                      <a:cubicBezTo>
                        <a:pt x="712" y="224"/>
                        <a:pt x="712" y="224"/>
                        <a:pt x="712" y="224"/>
                      </a:cubicBezTo>
                      <a:cubicBezTo>
                        <a:pt x="747" y="224"/>
                        <a:pt x="747" y="224"/>
                        <a:pt x="747" y="224"/>
                      </a:cubicBezTo>
                      <a:lnTo>
                        <a:pt x="747" y="259"/>
                      </a:lnTo>
                      <a:close/>
                      <a:moveTo>
                        <a:pt x="747" y="222"/>
                      </a:moveTo>
                      <a:cubicBezTo>
                        <a:pt x="712" y="222"/>
                        <a:pt x="712" y="222"/>
                        <a:pt x="712" y="222"/>
                      </a:cubicBezTo>
                      <a:cubicBezTo>
                        <a:pt x="712" y="187"/>
                        <a:pt x="712" y="187"/>
                        <a:pt x="712" y="187"/>
                      </a:cubicBezTo>
                      <a:cubicBezTo>
                        <a:pt x="747" y="187"/>
                        <a:pt x="747" y="187"/>
                        <a:pt x="747" y="187"/>
                      </a:cubicBezTo>
                      <a:lnTo>
                        <a:pt x="747" y="222"/>
                      </a:lnTo>
                      <a:close/>
                      <a:moveTo>
                        <a:pt x="747" y="185"/>
                      </a:moveTo>
                      <a:cubicBezTo>
                        <a:pt x="712" y="185"/>
                        <a:pt x="712" y="185"/>
                        <a:pt x="712" y="185"/>
                      </a:cubicBezTo>
                      <a:cubicBezTo>
                        <a:pt x="712" y="150"/>
                        <a:pt x="712" y="150"/>
                        <a:pt x="712" y="150"/>
                      </a:cubicBezTo>
                      <a:cubicBezTo>
                        <a:pt x="747" y="150"/>
                        <a:pt x="747" y="150"/>
                        <a:pt x="747" y="150"/>
                      </a:cubicBezTo>
                      <a:lnTo>
                        <a:pt x="747" y="185"/>
                      </a:lnTo>
                      <a:close/>
                      <a:moveTo>
                        <a:pt x="747" y="148"/>
                      </a:moveTo>
                      <a:cubicBezTo>
                        <a:pt x="712" y="148"/>
                        <a:pt x="712" y="148"/>
                        <a:pt x="712" y="148"/>
                      </a:cubicBezTo>
                      <a:cubicBezTo>
                        <a:pt x="712" y="113"/>
                        <a:pt x="712" y="113"/>
                        <a:pt x="712" y="113"/>
                      </a:cubicBezTo>
                      <a:cubicBezTo>
                        <a:pt x="747" y="113"/>
                        <a:pt x="747" y="113"/>
                        <a:pt x="747" y="113"/>
                      </a:cubicBezTo>
                      <a:lnTo>
                        <a:pt x="747" y="148"/>
                      </a:lnTo>
                      <a:close/>
                      <a:moveTo>
                        <a:pt x="747" y="111"/>
                      </a:moveTo>
                      <a:cubicBezTo>
                        <a:pt x="712" y="111"/>
                        <a:pt x="712" y="111"/>
                        <a:pt x="712" y="111"/>
                      </a:cubicBezTo>
                      <a:cubicBezTo>
                        <a:pt x="712" y="76"/>
                        <a:pt x="712" y="76"/>
                        <a:pt x="712" y="76"/>
                      </a:cubicBezTo>
                      <a:cubicBezTo>
                        <a:pt x="747" y="76"/>
                        <a:pt x="747" y="76"/>
                        <a:pt x="747" y="76"/>
                      </a:cubicBezTo>
                      <a:lnTo>
                        <a:pt x="747" y="111"/>
                      </a:lnTo>
                      <a:close/>
                      <a:moveTo>
                        <a:pt x="747" y="74"/>
                      </a:moveTo>
                      <a:cubicBezTo>
                        <a:pt x="712" y="74"/>
                        <a:pt x="712" y="74"/>
                        <a:pt x="712" y="74"/>
                      </a:cubicBezTo>
                      <a:cubicBezTo>
                        <a:pt x="712" y="39"/>
                        <a:pt x="712" y="39"/>
                        <a:pt x="712" y="39"/>
                      </a:cubicBezTo>
                      <a:cubicBezTo>
                        <a:pt x="747" y="39"/>
                        <a:pt x="747" y="39"/>
                        <a:pt x="747" y="39"/>
                      </a:cubicBezTo>
                      <a:lnTo>
                        <a:pt x="747" y="74"/>
                      </a:lnTo>
                      <a:close/>
                      <a:moveTo>
                        <a:pt x="747" y="37"/>
                      </a:moveTo>
                      <a:cubicBezTo>
                        <a:pt x="712" y="37"/>
                        <a:pt x="712" y="37"/>
                        <a:pt x="712" y="37"/>
                      </a:cubicBezTo>
                      <a:cubicBezTo>
                        <a:pt x="712" y="2"/>
                        <a:pt x="712" y="2"/>
                        <a:pt x="712" y="2"/>
                      </a:cubicBezTo>
                      <a:cubicBezTo>
                        <a:pt x="747" y="2"/>
                        <a:pt x="747" y="2"/>
                        <a:pt x="747" y="2"/>
                      </a:cubicBezTo>
                      <a:lnTo>
                        <a:pt x="747" y="37"/>
                      </a:lnTo>
                      <a:close/>
                      <a:moveTo>
                        <a:pt x="784" y="485"/>
                      </a:moveTo>
                      <a:cubicBezTo>
                        <a:pt x="749" y="485"/>
                        <a:pt x="749" y="485"/>
                        <a:pt x="749" y="485"/>
                      </a:cubicBezTo>
                      <a:cubicBezTo>
                        <a:pt x="749" y="448"/>
                        <a:pt x="749" y="448"/>
                        <a:pt x="749" y="448"/>
                      </a:cubicBezTo>
                      <a:cubicBezTo>
                        <a:pt x="784" y="448"/>
                        <a:pt x="784" y="448"/>
                        <a:pt x="784" y="448"/>
                      </a:cubicBezTo>
                      <a:lnTo>
                        <a:pt x="784" y="485"/>
                      </a:lnTo>
                      <a:close/>
                      <a:moveTo>
                        <a:pt x="784" y="446"/>
                      </a:moveTo>
                      <a:cubicBezTo>
                        <a:pt x="749" y="446"/>
                        <a:pt x="749" y="446"/>
                        <a:pt x="749" y="446"/>
                      </a:cubicBezTo>
                      <a:cubicBezTo>
                        <a:pt x="749" y="408"/>
                        <a:pt x="749" y="408"/>
                        <a:pt x="749" y="408"/>
                      </a:cubicBezTo>
                      <a:cubicBezTo>
                        <a:pt x="784" y="408"/>
                        <a:pt x="784" y="408"/>
                        <a:pt x="784" y="408"/>
                      </a:cubicBezTo>
                      <a:lnTo>
                        <a:pt x="784" y="446"/>
                      </a:lnTo>
                      <a:close/>
                      <a:moveTo>
                        <a:pt x="784" y="406"/>
                      </a:moveTo>
                      <a:cubicBezTo>
                        <a:pt x="749" y="406"/>
                        <a:pt x="749" y="406"/>
                        <a:pt x="749" y="406"/>
                      </a:cubicBezTo>
                      <a:cubicBezTo>
                        <a:pt x="749" y="372"/>
                        <a:pt x="749" y="372"/>
                        <a:pt x="749" y="372"/>
                      </a:cubicBezTo>
                      <a:cubicBezTo>
                        <a:pt x="784" y="372"/>
                        <a:pt x="784" y="372"/>
                        <a:pt x="784" y="372"/>
                      </a:cubicBezTo>
                      <a:lnTo>
                        <a:pt x="784" y="406"/>
                      </a:lnTo>
                      <a:close/>
                      <a:moveTo>
                        <a:pt x="784" y="370"/>
                      </a:moveTo>
                      <a:cubicBezTo>
                        <a:pt x="749" y="370"/>
                        <a:pt x="749" y="370"/>
                        <a:pt x="749" y="370"/>
                      </a:cubicBezTo>
                      <a:cubicBezTo>
                        <a:pt x="749" y="335"/>
                        <a:pt x="749" y="335"/>
                        <a:pt x="749" y="335"/>
                      </a:cubicBezTo>
                      <a:cubicBezTo>
                        <a:pt x="784" y="335"/>
                        <a:pt x="784" y="335"/>
                        <a:pt x="784" y="335"/>
                      </a:cubicBezTo>
                      <a:lnTo>
                        <a:pt x="784" y="370"/>
                      </a:lnTo>
                      <a:close/>
                      <a:moveTo>
                        <a:pt x="784" y="333"/>
                      </a:moveTo>
                      <a:cubicBezTo>
                        <a:pt x="749" y="333"/>
                        <a:pt x="749" y="333"/>
                        <a:pt x="749" y="333"/>
                      </a:cubicBezTo>
                      <a:cubicBezTo>
                        <a:pt x="749" y="298"/>
                        <a:pt x="749" y="298"/>
                        <a:pt x="749" y="298"/>
                      </a:cubicBezTo>
                      <a:cubicBezTo>
                        <a:pt x="784" y="298"/>
                        <a:pt x="784" y="298"/>
                        <a:pt x="784" y="298"/>
                      </a:cubicBezTo>
                      <a:lnTo>
                        <a:pt x="784" y="333"/>
                      </a:lnTo>
                      <a:close/>
                      <a:moveTo>
                        <a:pt x="784" y="296"/>
                      </a:moveTo>
                      <a:cubicBezTo>
                        <a:pt x="749" y="296"/>
                        <a:pt x="749" y="296"/>
                        <a:pt x="749" y="296"/>
                      </a:cubicBezTo>
                      <a:cubicBezTo>
                        <a:pt x="749" y="261"/>
                        <a:pt x="749" y="261"/>
                        <a:pt x="749" y="261"/>
                      </a:cubicBezTo>
                      <a:cubicBezTo>
                        <a:pt x="784" y="261"/>
                        <a:pt x="784" y="261"/>
                        <a:pt x="784" y="261"/>
                      </a:cubicBezTo>
                      <a:lnTo>
                        <a:pt x="784" y="296"/>
                      </a:lnTo>
                      <a:close/>
                      <a:moveTo>
                        <a:pt x="784" y="259"/>
                      </a:moveTo>
                      <a:cubicBezTo>
                        <a:pt x="749" y="259"/>
                        <a:pt x="749" y="259"/>
                        <a:pt x="749" y="259"/>
                      </a:cubicBezTo>
                      <a:cubicBezTo>
                        <a:pt x="749" y="224"/>
                        <a:pt x="749" y="224"/>
                        <a:pt x="749" y="224"/>
                      </a:cubicBezTo>
                      <a:cubicBezTo>
                        <a:pt x="784" y="224"/>
                        <a:pt x="784" y="224"/>
                        <a:pt x="784" y="224"/>
                      </a:cubicBezTo>
                      <a:lnTo>
                        <a:pt x="784" y="259"/>
                      </a:lnTo>
                      <a:close/>
                      <a:moveTo>
                        <a:pt x="784" y="222"/>
                      </a:moveTo>
                      <a:cubicBezTo>
                        <a:pt x="749" y="222"/>
                        <a:pt x="749" y="222"/>
                        <a:pt x="749" y="222"/>
                      </a:cubicBezTo>
                      <a:cubicBezTo>
                        <a:pt x="749" y="187"/>
                        <a:pt x="749" y="187"/>
                        <a:pt x="749" y="187"/>
                      </a:cubicBezTo>
                      <a:cubicBezTo>
                        <a:pt x="784" y="187"/>
                        <a:pt x="784" y="187"/>
                        <a:pt x="784" y="187"/>
                      </a:cubicBezTo>
                      <a:lnTo>
                        <a:pt x="784" y="222"/>
                      </a:lnTo>
                      <a:close/>
                      <a:moveTo>
                        <a:pt x="784" y="185"/>
                      </a:moveTo>
                      <a:cubicBezTo>
                        <a:pt x="749" y="185"/>
                        <a:pt x="749" y="185"/>
                        <a:pt x="749" y="185"/>
                      </a:cubicBezTo>
                      <a:cubicBezTo>
                        <a:pt x="749" y="150"/>
                        <a:pt x="749" y="150"/>
                        <a:pt x="749" y="150"/>
                      </a:cubicBezTo>
                      <a:cubicBezTo>
                        <a:pt x="784" y="150"/>
                        <a:pt x="784" y="150"/>
                        <a:pt x="784" y="150"/>
                      </a:cubicBezTo>
                      <a:lnTo>
                        <a:pt x="784" y="185"/>
                      </a:lnTo>
                      <a:close/>
                      <a:moveTo>
                        <a:pt x="784" y="148"/>
                      </a:moveTo>
                      <a:cubicBezTo>
                        <a:pt x="749" y="148"/>
                        <a:pt x="749" y="148"/>
                        <a:pt x="749" y="148"/>
                      </a:cubicBezTo>
                      <a:cubicBezTo>
                        <a:pt x="749" y="113"/>
                        <a:pt x="749" y="113"/>
                        <a:pt x="749" y="113"/>
                      </a:cubicBezTo>
                      <a:cubicBezTo>
                        <a:pt x="784" y="113"/>
                        <a:pt x="784" y="113"/>
                        <a:pt x="784" y="113"/>
                      </a:cubicBezTo>
                      <a:lnTo>
                        <a:pt x="784" y="148"/>
                      </a:lnTo>
                      <a:close/>
                      <a:moveTo>
                        <a:pt x="784" y="111"/>
                      </a:moveTo>
                      <a:cubicBezTo>
                        <a:pt x="749" y="111"/>
                        <a:pt x="749" y="111"/>
                        <a:pt x="749" y="111"/>
                      </a:cubicBezTo>
                      <a:cubicBezTo>
                        <a:pt x="749" y="76"/>
                        <a:pt x="749" y="76"/>
                        <a:pt x="749" y="76"/>
                      </a:cubicBezTo>
                      <a:cubicBezTo>
                        <a:pt x="784" y="76"/>
                        <a:pt x="784" y="76"/>
                        <a:pt x="784" y="76"/>
                      </a:cubicBezTo>
                      <a:lnTo>
                        <a:pt x="784" y="111"/>
                      </a:lnTo>
                      <a:close/>
                      <a:moveTo>
                        <a:pt x="784" y="74"/>
                      </a:moveTo>
                      <a:cubicBezTo>
                        <a:pt x="749" y="74"/>
                        <a:pt x="749" y="74"/>
                        <a:pt x="749" y="74"/>
                      </a:cubicBezTo>
                      <a:cubicBezTo>
                        <a:pt x="749" y="39"/>
                        <a:pt x="749" y="39"/>
                        <a:pt x="749" y="39"/>
                      </a:cubicBezTo>
                      <a:cubicBezTo>
                        <a:pt x="784" y="39"/>
                        <a:pt x="784" y="39"/>
                        <a:pt x="784" y="39"/>
                      </a:cubicBezTo>
                      <a:lnTo>
                        <a:pt x="784" y="74"/>
                      </a:lnTo>
                      <a:close/>
                      <a:moveTo>
                        <a:pt x="784" y="37"/>
                      </a:moveTo>
                      <a:cubicBezTo>
                        <a:pt x="749" y="37"/>
                        <a:pt x="749" y="37"/>
                        <a:pt x="749" y="37"/>
                      </a:cubicBezTo>
                      <a:cubicBezTo>
                        <a:pt x="749" y="2"/>
                        <a:pt x="749" y="2"/>
                        <a:pt x="749" y="2"/>
                      </a:cubicBezTo>
                      <a:cubicBezTo>
                        <a:pt x="784" y="2"/>
                        <a:pt x="784" y="2"/>
                        <a:pt x="784" y="2"/>
                      </a:cubicBezTo>
                      <a:lnTo>
                        <a:pt x="784" y="37"/>
                      </a:lnTo>
                      <a:close/>
                      <a:moveTo>
                        <a:pt x="821" y="485"/>
                      </a:moveTo>
                      <a:cubicBezTo>
                        <a:pt x="786" y="485"/>
                        <a:pt x="786" y="485"/>
                        <a:pt x="786" y="485"/>
                      </a:cubicBezTo>
                      <a:cubicBezTo>
                        <a:pt x="786" y="448"/>
                        <a:pt x="786" y="448"/>
                        <a:pt x="786" y="448"/>
                      </a:cubicBezTo>
                      <a:cubicBezTo>
                        <a:pt x="821" y="448"/>
                        <a:pt x="821" y="448"/>
                        <a:pt x="821" y="448"/>
                      </a:cubicBezTo>
                      <a:lnTo>
                        <a:pt x="821" y="485"/>
                      </a:lnTo>
                      <a:close/>
                      <a:moveTo>
                        <a:pt x="821" y="446"/>
                      </a:moveTo>
                      <a:cubicBezTo>
                        <a:pt x="786" y="446"/>
                        <a:pt x="786" y="446"/>
                        <a:pt x="786" y="446"/>
                      </a:cubicBezTo>
                      <a:cubicBezTo>
                        <a:pt x="786" y="408"/>
                        <a:pt x="786" y="408"/>
                        <a:pt x="786" y="408"/>
                      </a:cubicBezTo>
                      <a:cubicBezTo>
                        <a:pt x="821" y="408"/>
                        <a:pt x="821" y="408"/>
                        <a:pt x="821" y="408"/>
                      </a:cubicBezTo>
                      <a:lnTo>
                        <a:pt x="821" y="446"/>
                      </a:lnTo>
                      <a:close/>
                      <a:moveTo>
                        <a:pt x="821" y="406"/>
                      </a:moveTo>
                      <a:cubicBezTo>
                        <a:pt x="786" y="406"/>
                        <a:pt x="786" y="406"/>
                        <a:pt x="786" y="406"/>
                      </a:cubicBezTo>
                      <a:cubicBezTo>
                        <a:pt x="786" y="372"/>
                        <a:pt x="786" y="372"/>
                        <a:pt x="786" y="372"/>
                      </a:cubicBezTo>
                      <a:cubicBezTo>
                        <a:pt x="821" y="372"/>
                        <a:pt x="821" y="372"/>
                        <a:pt x="821" y="372"/>
                      </a:cubicBezTo>
                      <a:lnTo>
                        <a:pt x="821" y="406"/>
                      </a:lnTo>
                      <a:close/>
                      <a:moveTo>
                        <a:pt x="821" y="370"/>
                      </a:moveTo>
                      <a:cubicBezTo>
                        <a:pt x="786" y="370"/>
                        <a:pt x="786" y="370"/>
                        <a:pt x="786" y="370"/>
                      </a:cubicBezTo>
                      <a:cubicBezTo>
                        <a:pt x="786" y="335"/>
                        <a:pt x="786" y="335"/>
                        <a:pt x="786" y="335"/>
                      </a:cubicBezTo>
                      <a:cubicBezTo>
                        <a:pt x="821" y="335"/>
                        <a:pt x="821" y="335"/>
                        <a:pt x="821" y="335"/>
                      </a:cubicBezTo>
                      <a:lnTo>
                        <a:pt x="821" y="370"/>
                      </a:lnTo>
                      <a:close/>
                      <a:moveTo>
                        <a:pt x="821" y="333"/>
                      </a:moveTo>
                      <a:cubicBezTo>
                        <a:pt x="786" y="333"/>
                        <a:pt x="786" y="333"/>
                        <a:pt x="786" y="333"/>
                      </a:cubicBezTo>
                      <a:cubicBezTo>
                        <a:pt x="786" y="298"/>
                        <a:pt x="786" y="298"/>
                        <a:pt x="786" y="298"/>
                      </a:cubicBezTo>
                      <a:cubicBezTo>
                        <a:pt x="821" y="298"/>
                        <a:pt x="821" y="298"/>
                        <a:pt x="821" y="298"/>
                      </a:cubicBezTo>
                      <a:lnTo>
                        <a:pt x="821" y="333"/>
                      </a:lnTo>
                      <a:close/>
                      <a:moveTo>
                        <a:pt x="821" y="296"/>
                      </a:moveTo>
                      <a:cubicBezTo>
                        <a:pt x="786" y="296"/>
                        <a:pt x="786" y="296"/>
                        <a:pt x="786" y="296"/>
                      </a:cubicBezTo>
                      <a:cubicBezTo>
                        <a:pt x="786" y="261"/>
                        <a:pt x="786" y="261"/>
                        <a:pt x="786" y="261"/>
                      </a:cubicBezTo>
                      <a:cubicBezTo>
                        <a:pt x="821" y="261"/>
                        <a:pt x="821" y="261"/>
                        <a:pt x="821" y="261"/>
                      </a:cubicBezTo>
                      <a:lnTo>
                        <a:pt x="821" y="296"/>
                      </a:lnTo>
                      <a:close/>
                      <a:moveTo>
                        <a:pt x="821" y="259"/>
                      </a:moveTo>
                      <a:cubicBezTo>
                        <a:pt x="786" y="259"/>
                        <a:pt x="786" y="259"/>
                        <a:pt x="786" y="259"/>
                      </a:cubicBezTo>
                      <a:cubicBezTo>
                        <a:pt x="786" y="224"/>
                        <a:pt x="786" y="224"/>
                        <a:pt x="786" y="224"/>
                      </a:cubicBezTo>
                      <a:cubicBezTo>
                        <a:pt x="821" y="224"/>
                        <a:pt x="821" y="224"/>
                        <a:pt x="821" y="224"/>
                      </a:cubicBezTo>
                      <a:lnTo>
                        <a:pt x="821" y="259"/>
                      </a:lnTo>
                      <a:close/>
                      <a:moveTo>
                        <a:pt x="821" y="222"/>
                      </a:moveTo>
                      <a:cubicBezTo>
                        <a:pt x="786" y="222"/>
                        <a:pt x="786" y="222"/>
                        <a:pt x="786" y="222"/>
                      </a:cubicBezTo>
                      <a:cubicBezTo>
                        <a:pt x="786" y="187"/>
                        <a:pt x="786" y="187"/>
                        <a:pt x="786" y="187"/>
                      </a:cubicBezTo>
                      <a:cubicBezTo>
                        <a:pt x="821" y="187"/>
                        <a:pt x="821" y="187"/>
                        <a:pt x="821" y="187"/>
                      </a:cubicBezTo>
                      <a:lnTo>
                        <a:pt x="821" y="222"/>
                      </a:lnTo>
                      <a:close/>
                      <a:moveTo>
                        <a:pt x="821" y="185"/>
                      </a:moveTo>
                      <a:cubicBezTo>
                        <a:pt x="786" y="185"/>
                        <a:pt x="786" y="185"/>
                        <a:pt x="786" y="185"/>
                      </a:cubicBezTo>
                      <a:cubicBezTo>
                        <a:pt x="786" y="150"/>
                        <a:pt x="786" y="150"/>
                        <a:pt x="786" y="150"/>
                      </a:cubicBezTo>
                      <a:cubicBezTo>
                        <a:pt x="821" y="150"/>
                        <a:pt x="821" y="150"/>
                        <a:pt x="821" y="150"/>
                      </a:cubicBezTo>
                      <a:lnTo>
                        <a:pt x="821" y="185"/>
                      </a:lnTo>
                      <a:close/>
                      <a:moveTo>
                        <a:pt x="821" y="148"/>
                      </a:moveTo>
                      <a:cubicBezTo>
                        <a:pt x="786" y="148"/>
                        <a:pt x="786" y="148"/>
                        <a:pt x="786" y="148"/>
                      </a:cubicBezTo>
                      <a:cubicBezTo>
                        <a:pt x="786" y="113"/>
                        <a:pt x="786" y="113"/>
                        <a:pt x="786" y="113"/>
                      </a:cubicBezTo>
                      <a:cubicBezTo>
                        <a:pt x="821" y="113"/>
                        <a:pt x="821" y="113"/>
                        <a:pt x="821" y="113"/>
                      </a:cubicBezTo>
                      <a:lnTo>
                        <a:pt x="821" y="148"/>
                      </a:lnTo>
                      <a:close/>
                      <a:moveTo>
                        <a:pt x="821" y="111"/>
                      </a:moveTo>
                      <a:cubicBezTo>
                        <a:pt x="786" y="111"/>
                        <a:pt x="786" y="111"/>
                        <a:pt x="786" y="111"/>
                      </a:cubicBezTo>
                      <a:cubicBezTo>
                        <a:pt x="786" y="76"/>
                        <a:pt x="786" y="76"/>
                        <a:pt x="786" y="76"/>
                      </a:cubicBezTo>
                      <a:cubicBezTo>
                        <a:pt x="821" y="76"/>
                        <a:pt x="821" y="76"/>
                        <a:pt x="821" y="76"/>
                      </a:cubicBezTo>
                      <a:lnTo>
                        <a:pt x="821" y="111"/>
                      </a:lnTo>
                      <a:close/>
                      <a:moveTo>
                        <a:pt x="821" y="74"/>
                      </a:moveTo>
                      <a:cubicBezTo>
                        <a:pt x="786" y="74"/>
                        <a:pt x="786" y="74"/>
                        <a:pt x="786" y="74"/>
                      </a:cubicBezTo>
                      <a:cubicBezTo>
                        <a:pt x="786" y="39"/>
                        <a:pt x="786" y="39"/>
                        <a:pt x="786" y="39"/>
                      </a:cubicBezTo>
                      <a:cubicBezTo>
                        <a:pt x="821" y="39"/>
                        <a:pt x="821" y="39"/>
                        <a:pt x="821" y="39"/>
                      </a:cubicBezTo>
                      <a:lnTo>
                        <a:pt x="821" y="74"/>
                      </a:lnTo>
                      <a:close/>
                      <a:moveTo>
                        <a:pt x="821" y="37"/>
                      </a:moveTo>
                      <a:cubicBezTo>
                        <a:pt x="786" y="37"/>
                        <a:pt x="786" y="37"/>
                        <a:pt x="786" y="37"/>
                      </a:cubicBezTo>
                      <a:cubicBezTo>
                        <a:pt x="786" y="2"/>
                        <a:pt x="786" y="2"/>
                        <a:pt x="786" y="2"/>
                      </a:cubicBezTo>
                      <a:cubicBezTo>
                        <a:pt x="821" y="2"/>
                        <a:pt x="821" y="2"/>
                        <a:pt x="821" y="2"/>
                      </a:cubicBezTo>
                      <a:lnTo>
                        <a:pt x="821" y="37"/>
                      </a:ln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
        <p:nvSpPr>
          <p:cNvPr id="596" name="Google Shape;596;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97" name="Shape 597"/>
        <p:cNvGrpSpPr/>
        <p:nvPr/>
      </p:nvGrpSpPr>
      <p:grpSpPr>
        <a:xfrm>
          <a:off x="0" y="0"/>
          <a:ext cx="0" cy="0"/>
          <a:chOff x="0" y="0"/>
          <a:chExt cx="0" cy="0"/>
        </a:xfrm>
      </p:grpSpPr>
      <p:pic>
        <p:nvPicPr>
          <p:cNvPr id="598" name="Google Shape;598;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99" name="Google Shape;599;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600" name="Google Shape;600;p19"/>
          <p:cNvSpPr txBox="1"/>
          <p:nvPr>
            <p:ph idx="1" type="subTitle"/>
          </p:nvPr>
        </p:nvSpPr>
        <p:spPr>
          <a:xfrm>
            <a:off x="720000" y="1633960"/>
            <a:ext cx="24402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01" name="Google Shape;601;p19"/>
          <p:cNvSpPr txBox="1"/>
          <p:nvPr>
            <p:ph idx="2" type="subTitle"/>
          </p:nvPr>
        </p:nvSpPr>
        <p:spPr>
          <a:xfrm>
            <a:off x="3350700" y="1633960"/>
            <a:ext cx="24426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02" name="Google Shape;602;p19"/>
          <p:cNvSpPr txBox="1"/>
          <p:nvPr>
            <p:ph idx="3" type="subTitle"/>
          </p:nvPr>
        </p:nvSpPr>
        <p:spPr>
          <a:xfrm>
            <a:off x="720000" y="3440452"/>
            <a:ext cx="24402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03" name="Google Shape;603;p19"/>
          <p:cNvSpPr txBox="1"/>
          <p:nvPr>
            <p:ph idx="4" type="subTitle"/>
          </p:nvPr>
        </p:nvSpPr>
        <p:spPr>
          <a:xfrm>
            <a:off x="3350700" y="3440451"/>
            <a:ext cx="24426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04" name="Google Shape;604;p19"/>
          <p:cNvSpPr txBox="1"/>
          <p:nvPr>
            <p:ph idx="5" type="subTitle"/>
          </p:nvPr>
        </p:nvSpPr>
        <p:spPr>
          <a:xfrm>
            <a:off x="5983800" y="1633960"/>
            <a:ext cx="24402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05" name="Google Shape;605;p19"/>
          <p:cNvSpPr txBox="1"/>
          <p:nvPr>
            <p:ph idx="6" type="subTitle"/>
          </p:nvPr>
        </p:nvSpPr>
        <p:spPr>
          <a:xfrm>
            <a:off x="5983800" y="3440452"/>
            <a:ext cx="2440200" cy="116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606" name="Google Shape;606;p19"/>
          <p:cNvSpPr txBox="1"/>
          <p:nvPr>
            <p:ph idx="7" type="subTitle"/>
          </p:nvPr>
        </p:nvSpPr>
        <p:spPr>
          <a:xfrm>
            <a:off x="720000" y="1205475"/>
            <a:ext cx="2440200" cy="43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07" name="Google Shape;607;p19"/>
          <p:cNvSpPr txBox="1"/>
          <p:nvPr>
            <p:ph idx="8" type="subTitle"/>
          </p:nvPr>
        </p:nvSpPr>
        <p:spPr>
          <a:xfrm>
            <a:off x="3350700" y="1205475"/>
            <a:ext cx="2440200" cy="43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08" name="Google Shape;608;p19"/>
          <p:cNvSpPr txBox="1"/>
          <p:nvPr>
            <p:ph idx="9" type="subTitle"/>
          </p:nvPr>
        </p:nvSpPr>
        <p:spPr>
          <a:xfrm>
            <a:off x="5983800" y="1205475"/>
            <a:ext cx="2437500" cy="43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09" name="Google Shape;609;p19"/>
          <p:cNvSpPr txBox="1"/>
          <p:nvPr>
            <p:ph idx="13" type="subTitle"/>
          </p:nvPr>
        </p:nvSpPr>
        <p:spPr>
          <a:xfrm>
            <a:off x="720000" y="3008824"/>
            <a:ext cx="2440200" cy="43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0" name="Google Shape;610;p19"/>
          <p:cNvSpPr txBox="1"/>
          <p:nvPr>
            <p:ph idx="14" type="subTitle"/>
          </p:nvPr>
        </p:nvSpPr>
        <p:spPr>
          <a:xfrm>
            <a:off x="3350700" y="3008829"/>
            <a:ext cx="2440200" cy="43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611" name="Google Shape;611;p19"/>
          <p:cNvSpPr txBox="1"/>
          <p:nvPr>
            <p:ph idx="15" type="subTitle"/>
          </p:nvPr>
        </p:nvSpPr>
        <p:spPr>
          <a:xfrm>
            <a:off x="5983800" y="3008830"/>
            <a:ext cx="2437500" cy="43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b="1" sz="2200">
                <a:solidFill>
                  <a:schemeClr val="dk1"/>
                </a:solidFill>
                <a:latin typeface="Aref Ruqaa"/>
                <a:ea typeface="Aref Ruqaa"/>
                <a:cs typeface="Aref Ruqaa"/>
                <a:sym typeface="Aref Ruqaa"/>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612" name="Google Shape;612;p19"/>
          <p:cNvGrpSpPr/>
          <p:nvPr/>
        </p:nvGrpSpPr>
        <p:grpSpPr>
          <a:xfrm>
            <a:off x="-572328" y="-1678401"/>
            <a:ext cx="9861141" cy="6915330"/>
            <a:chOff x="-572328" y="-1678401"/>
            <a:chExt cx="9861141" cy="6915330"/>
          </a:xfrm>
        </p:grpSpPr>
        <p:grpSp>
          <p:nvGrpSpPr>
            <p:cNvPr id="613" name="Google Shape;613;p19"/>
            <p:cNvGrpSpPr/>
            <p:nvPr/>
          </p:nvGrpSpPr>
          <p:grpSpPr>
            <a:xfrm flipH="1" rot="5400000">
              <a:off x="-1687547" y="1576932"/>
              <a:ext cx="3259139" cy="1028700"/>
              <a:chOff x="5662613" y="-252412"/>
              <a:chExt cx="3259139" cy="1028700"/>
            </a:xfrm>
          </p:grpSpPr>
          <p:sp>
            <p:nvSpPr>
              <p:cNvPr id="614" name="Google Shape;614;p19"/>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19"/>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6" name="Google Shape;616;p19"/>
            <p:cNvSpPr/>
            <p:nvPr/>
          </p:nvSpPr>
          <p:spPr>
            <a:xfrm flipH="1" rot="-5410200">
              <a:off x="-167256" y="246259"/>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7" name="Google Shape;617;p19"/>
            <p:cNvGrpSpPr/>
            <p:nvPr/>
          </p:nvGrpSpPr>
          <p:grpSpPr>
            <a:xfrm>
              <a:off x="7989224" y="4014653"/>
              <a:ext cx="1299589" cy="1222276"/>
              <a:chOff x="7071322" y="3223960"/>
              <a:chExt cx="2152706" cy="2024642"/>
            </a:xfrm>
          </p:grpSpPr>
          <p:sp>
            <p:nvSpPr>
              <p:cNvPr id="618" name="Google Shape;618;p19"/>
              <p:cNvSpPr/>
              <p:nvPr/>
            </p:nvSpPr>
            <p:spPr>
              <a:xfrm rot="10800000">
                <a:off x="7071322" y="3223960"/>
                <a:ext cx="2152706" cy="2024642"/>
              </a:xfrm>
              <a:custGeom>
                <a:rect b="b" l="l" r="r" t="t"/>
                <a:pathLst>
                  <a:path extrusionOk="0" h="57785" w="64380">
                    <a:moveTo>
                      <a:pt x="6704" y="0"/>
                    </a:moveTo>
                    <a:cubicBezTo>
                      <a:pt x="3010" y="0"/>
                      <a:pt x="1" y="2976"/>
                      <a:pt x="1" y="6690"/>
                    </a:cubicBezTo>
                    <a:lnTo>
                      <a:pt x="1" y="57784"/>
                    </a:lnTo>
                    <a:cubicBezTo>
                      <a:pt x="335" y="57420"/>
                      <a:pt x="730" y="57085"/>
                      <a:pt x="1156" y="56842"/>
                    </a:cubicBezTo>
                    <a:lnTo>
                      <a:pt x="882" y="56690"/>
                    </a:lnTo>
                    <a:lnTo>
                      <a:pt x="1217" y="56234"/>
                    </a:lnTo>
                    <a:cubicBezTo>
                      <a:pt x="1217" y="56022"/>
                      <a:pt x="1308" y="55839"/>
                      <a:pt x="1490" y="55778"/>
                    </a:cubicBezTo>
                    <a:cubicBezTo>
                      <a:pt x="1521" y="55657"/>
                      <a:pt x="1582" y="55535"/>
                      <a:pt x="1612" y="55383"/>
                    </a:cubicBezTo>
                    <a:cubicBezTo>
                      <a:pt x="1612" y="55262"/>
                      <a:pt x="1703" y="55170"/>
                      <a:pt x="1794" y="55110"/>
                    </a:cubicBezTo>
                    <a:lnTo>
                      <a:pt x="1794" y="55140"/>
                    </a:lnTo>
                    <a:cubicBezTo>
                      <a:pt x="1864" y="55233"/>
                      <a:pt x="1969" y="55273"/>
                      <a:pt x="2123" y="55273"/>
                    </a:cubicBezTo>
                    <a:cubicBezTo>
                      <a:pt x="2171" y="55273"/>
                      <a:pt x="2223" y="55269"/>
                      <a:pt x="2281" y="55262"/>
                    </a:cubicBezTo>
                    <a:cubicBezTo>
                      <a:pt x="2341" y="55049"/>
                      <a:pt x="2433" y="54867"/>
                      <a:pt x="2524" y="54654"/>
                    </a:cubicBezTo>
                    <a:cubicBezTo>
                      <a:pt x="2493" y="54441"/>
                      <a:pt x="2493" y="54198"/>
                      <a:pt x="2554" y="53955"/>
                    </a:cubicBezTo>
                    <a:lnTo>
                      <a:pt x="2676" y="53955"/>
                    </a:lnTo>
                    <a:cubicBezTo>
                      <a:pt x="2767" y="53985"/>
                      <a:pt x="2858" y="54015"/>
                      <a:pt x="2949" y="54076"/>
                    </a:cubicBezTo>
                    <a:cubicBezTo>
                      <a:pt x="3436" y="53529"/>
                      <a:pt x="3952" y="53043"/>
                      <a:pt x="4500" y="52587"/>
                    </a:cubicBezTo>
                    <a:cubicBezTo>
                      <a:pt x="5168" y="51979"/>
                      <a:pt x="5715" y="51462"/>
                      <a:pt x="6323" y="50976"/>
                    </a:cubicBezTo>
                    <a:cubicBezTo>
                      <a:pt x="6414" y="50672"/>
                      <a:pt x="6627" y="50459"/>
                      <a:pt x="6931" y="50368"/>
                    </a:cubicBezTo>
                    <a:lnTo>
                      <a:pt x="7144" y="50368"/>
                    </a:lnTo>
                    <a:cubicBezTo>
                      <a:pt x="7661" y="50034"/>
                      <a:pt x="8208" y="49760"/>
                      <a:pt x="8755" y="49517"/>
                    </a:cubicBezTo>
                    <a:cubicBezTo>
                      <a:pt x="8877" y="49486"/>
                      <a:pt x="8998" y="49456"/>
                      <a:pt x="9150" y="49456"/>
                    </a:cubicBezTo>
                    <a:cubicBezTo>
                      <a:pt x="9150" y="49426"/>
                      <a:pt x="9180" y="49365"/>
                      <a:pt x="9211" y="49335"/>
                    </a:cubicBezTo>
                    <a:cubicBezTo>
                      <a:pt x="9484" y="48939"/>
                      <a:pt x="9728" y="48514"/>
                      <a:pt x="9971" y="48119"/>
                    </a:cubicBezTo>
                    <a:lnTo>
                      <a:pt x="10366" y="48028"/>
                    </a:lnTo>
                    <a:cubicBezTo>
                      <a:pt x="10683" y="47770"/>
                      <a:pt x="11077" y="47629"/>
                      <a:pt x="11473" y="47629"/>
                    </a:cubicBezTo>
                    <a:cubicBezTo>
                      <a:pt x="11685" y="47629"/>
                      <a:pt x="11897" y="47669"/>
                      <a:pt x="12098" y="47754"/>
                    </a:cubicBezTo>
                    <a:cubicBezTo>
                      <a:pt x="12919" y="47146"/>
                      <a:pt x="13649" y="46994"/>
                      <a:pt x="14804" y="46720"/>
                    </a:cubicBezTo>
                    <a:cubicBezTo>
                      <a:pt x="14956" y="46675"/>
                      <a:pt x="15108" y="46652"/>
                      <a:pt x="15256" y="46652"/>
                    </a:cubicBezTo>
                    <a:cubicBezTo>
                      <a:pt x="15404" y="46652"/>
                      <a:pt x="15548" y="46675"/>
                      <a:pt x="15685" y="46720"/>
                    </a:cubicBezTo>
                    <a:cubicBezTo>
                      <a:pt x="15868" y="46690"/>
                      <a:pt x="16020" y="46599"/>
                      <a:pt x="16141" y="46447"/>
                    </a:cubicBezTo>
                    <a:lnTo>
                      <a:pt x="16080" y="46295"/>
                    </a:lnTo>
                    <a:cubicBezTo>
                      <a:pt x="16171" y="46295"/>
                      <a:pt x="16293" y="46325"/>
                      <a:pt x="16384" y="46325"/>
                    </a:cubicBezTo>
                    <a:cubicBezTo>
                      <a:pt x="16536" y="46295"/>
                      <a:pt x="16688" y="46265"/>
                      <a:pt x="16840" y="46234"/>
                    </a:cubicBezTo>
                    <a:cubicBezTo>
                      <a:pt x="16962" y="46143"/>
                      <a:pt x="17053" y="46021"/>
                      <a:pt x="17144" y="45930"/>
                    </a:cubicBezTo>
                    <a:cubicBezTo>
                      <a:pt x="17203" y="45945"/>
                      <a:pt x="17257" y="45953"/>
                      <a:pt x="17305" y="45953"/>
                    </a:cubicBezTo>
                    <a:cubicBezTo>
                      <a:pt x="17454" y="45953"/>
                      <a:pt x="17547" y="45879"/>
                      <a:pt x="17570" y="45717"/>
                    </a:cubicBezTo>
                    <a:cubicBezTo>
                      <a:pt x="17600" y="45687"/>
                      <a:pt x="17630" y="45687"/>
                      <a:pt x="17691" y="45657"/>
                    </a:cubicBezTo>
                    <a:cubicBezTo>
                      <a:pt x="17934" y="45383"/>
                      <a:pt x="18117" y="45079"/>
                      <a:pt x="18330" y="44806"/>
                    </a:cubicBezTo>
                    <a:cubicBezTo>
                      <a:pt x="17965" y="44410"/>
                      <a:pt x="18603" y="44319"/>
                      <a:pt x="18725" y="44106"/>
                    </a:cubicBezTo>
                    <a:cubicBezTo>
                      <a:pt x="18968" y="44106"/>
                      <a:pt x="19150" y="44046"/>
                      <a:pt x="19211" y="43863"/>
                    </a:cubicBezTo>
                    <a:cubicBezTo>
                      <a:pt x="19363" y="43651"/>
                      <a:pt x="19424" y="43407"/>
                      <a:pt x="19393" y="43164"/>
                    </a:cubicBezTo>
                    <a:cubicBezTo>
                      <a:pt x="19029" y="42344"/>
                      <a:pt x="19029" y="42344"/>
                      <a:pt x="20153" y="42283"/>
                    </a:cubicBezTo>
                    <a:lnTo>
                      <a:pt x="20305" y="42283"/>
                    </a:lnTo>
                    <a:cubicBezTo>
                      <a:pt x="20305" y="42283"/>
                      <a:pt x="20488" y="42131"/>
                      <a:pt x="20457" y="42100"/>
                    </a:cubicBezTo>
                    <a:cubicBezTo>
                      <a:pt x="20366" y="41918"/>
                      <a:pt x="20396" y="41705"/>
                      <a:pt x="20548" y="41584"/>
                    </a:cubicBezTo>
                    <a:cubicBezTo>
                      <a:pt x="20579" y="41614"/>
                      <a:pt x="20609" y="41675"/>
                      <a:pt x="20609" y="41736"/>
                    </a:cubicBezTo>
                    <a:cubicBezTo>
                      <a:pt x="20609" y="41888"/>
                      <a:pt x="20609" y="41979"/>
                      <a:pt x="20852" y="42009"/>
                    </a:cubicBezTo>
                    <a:cubicBezTo>
                      <a:pt x="21065" y="42009"/>
                      <a:pt x="21217" y="42009"/>
                      <a:pt x="21217" y="41857"/>
                    </a:cubicBezTo>
                    <a:cubicBezTo>
                      <a:pt x="21278" y="41553"/>
                      <a:pt x="21582" y="41340"/>
                      <a:pt x="21764" y="41097"/>
                    </a:cubicBezTo>
                    <a:cubicBezTo>
                      <a:pt x="21582" y="40702"/>
                      <a:pt x="21886" y="40489"/>
                      <a:pt x="22190" y="40246"/>
                    </a:cubicBezTo>
                    <a:cubicBezTo>
                      <a:pt x="22342" y="40155"/>
                      <a:pt x="22433" y="39973"/>
                      <a:pt x="22403" y="39790"/>
                    </a:cubicBezTo>
                    <a:cubicBezTo>
                      <a:pt x="22372" y="39608"/>
                      <a:pt x="22463" y="39456"/>
                      <a:pt x="22646" y="39365"/>
                    </a:cubicBezTo>
                    <a:cubicBezTo>
                      <a:pt x="22919" y="39182"/>
                      <a:pt x="23193" y="39000"/>
                      <a:pt x="23497" y="38818"/>
                    </a:cubicBezTo>
                    <a:cubicBezTo>
                      <a:pt x="23545" y="38789"/>
                      <a:pt x="23557" y="38778"/>
                      <a:pt x="23557" y="38778"/>
                    </a:cubicBezTo>
                    <a:lnTo>
                      <a:pt x="23557" y="38778"/>
                    </a:lnTo>
                    <a:cubicBezTo>
                      <a:pt x="23557" y="38778"/>
                      <a:pt x="23504" y="38827"/>
                      <a:pt x="23649" y="38848"/>
                    </a:cubicBezTo>
                    <a:cubicBezTo>
                      <a:pt x="23710" y="38848"/>
                      <a:pt x="23801" y="39000"/>
                      <a:pt x="23770" y="39061"/>
                    </a:cubicBezTo>
                    <a:lnTo>
                      <a:pt x="23710" y="39122"/>
                    </a:lnTo>
                    <a:cubicBezTo>
                      <a:pt x="24196" y="38757"/>
                      <a:pt x="24773" y="38453"/>
                      <a:pt x="25412" y="37997"/>
                    </a:cubicBezTo>
                    <a:cubicBezTo>
                      <a:pt x="25594" y="37815"/>
                      <a:pt x="25777" y="37663"/>
                      <a:pt x="25989" y="37511"/>
                    </a:cubicBezTo>
                    <a:cubicBezTo>
                      <a:pt x="26050" y="37419"/>
                      <a:pt x="26141" y="37328"/>
                      <a:pt x="26202" y="37237"/>
                    </a:cubicBezTo>
                    <a:cubicBezTo>
                      <a:pt x="26232" y="37085"/>
                      <a:pt x="26293" y="36903"/>
                      <a:pt x="26384" y="36720"/>
                    </a:cubicBezTo>
                    <a:cubicBezTo>
                      <a:pt x="26415" y="36660"/>
                      <a:pt x="26536" y="36629"/>
                      <a:pt x="26628" y="36599"/>
                    </a:cubicBezTo>
                    <a:cubicBezTo>
                      <a:pt x="26628" y="36599"/>
                      <a:pt x="26719" y="36629"/>
                      <a:pt x="26749" y="36660"/>
                    </a:cubicBezTo>
                    <a:lnTo>
                      <a:pt x="26749" y="36720"/>
                    </a:lnTo>
                    <a:cubicBezTo>
                      <a:pt x="27053" y="36416"/>
                      <a:pt x="27357" y="36143"/>
                      <a:pt x="27661" y="35900"/>
                    </a:cubicBezTo>
                    <a:cubicBezTo>
                      <a:pt x="28178" y="35322"/>
                      <a:pt x="28695" y="34775"/>
                      <a:pt x="29242" y="34258"/>
                    </a:cubicBezTo>
                    <a:cubicBezTo>
                      <a:pt x="29394" y="34089"/>
                      <a:pt x="29611" y="34005"/>
                      <a:pt x="29832" y="34005"/>
                    </a:cubicBezTo>
                    <a:cubicBezTo>
                      <a:pt x="30009" y="34005"/>
                      <a:pt x="30187" y="34059"/>
                      <a:pt x="30336" y="34167"/>
                    </a:cubicBezTo>
                    <a:cubicBezTo>
                      <a:pt x="30427" y="33985"/>
                      <a:pt x="30518" y="33802"/>
                      <a:pt x="30609" y="33620"/>
                    </a:cubicBezTo>
                    <a:cubicBezTo>
                      <a:pt x="30579" y="33590"/>
                      <a:pt x="30518" y="33529"/>
                      <a:pt x="30549" y="33498"/>
                    </a:cubicBezTo>
                    <a:cubicBezTo>
                      <a:pt x="30579" y="33377"/>
                      <a:pt x="30609" y="33286"/>
                      <a:pt x="30701" y="33194"/>
                    </a:cubicBezTo>
                    <a:cubicBezTo>
                      <a:pt x="31126" y="32708"/>
                      <a:pt x="31369" y="32161"/>
                      <a:pt x="31795" y="31735"/>
                    </a:cubicBezTo>
                    <a:cubicBezTo>
                      <a:pt x="31886" y="31675"/>
                      <a:pt x="31992" y="31644"/>
                      <a:pt x="32099" y="31644"/>
                    </a:cubicBezTo>
                    <a:cubicBezTo>
                      <a:pt x="32205" y="31644"/>
                      <a:pt x="32312" y="31675"/>
                      <a:pt x="32403" y="31735"/>
                    </a:cubicBezTo>
                    <a:cubicBezTo>
                      <a:pt x="32555" y="31887"/>
                      <a:pt x="32707" y="32070"/>
                      <a:pt x="32889" y="32222"/>
                    </a:cubicBezTo>
                    <a:lnTo>
                      <a:pt x="32950" y="32222"/>
                    </a:lnTo>
                    <a:lnTo>
                      <a:pt x="33953" y="32313"/>
                    </a:lnTo>
                    <a:lnTo>
                      <a:pt x="34196" y="32131"/>
                    </a:lnTo>
                    <a:cubicBezTo>
                      <a:pt x="34223" y="31290"/>
                      <a:pt x="34904" y="30643"/>
                      <a:pt x="35720" y="30643"/>
                    </a:cubicBezTo>
                    <a:cubicBezTo>
                      <a:pt x="35818" y="30643"/>
                      <a:pt x="35918" y="30652"/>
                      <a:pt x="36020" y="30672"/>
                    </a:cubicBezTo>
                    <a:lnTo>
                      <a:pt x="36567" y="30459"/>
                    </a:lnTo>
                    <a:lnTo>
                      <a:pt x="36597" y="30459"/>
                    </a:lnTo>
                    <a:cubicBezTo>
                      <a:pt x="36689" y="30125"/>
                      <a:pt x="36871" y="29851"/>
                      <a:pt x="37114" y="29638"/>
                    </a:cubicBezTo>
                    <a:cubicBezTo>
                      <a:pt x="37175" y="29608"/>
                      <a:pt x="37327" y="29608"/>
                      <a:pt x="37418" y="29608"/>
                    </a:cubicBezTo>
                    <a:cubicBezTo>
                      <a:pt x="37448" y="29608"/>
                      <a:pt x="37509" y="29638"/>
                      <a:pt x="37540" y="29699"/>
                    </a:cubicBezTo>
                    <a:cubicBezTo>
                      <a:pt x="37600" y="29790"/>
                      <a:pt x="37631" y="29912"/>
                      <a:pt x="37661" y="30033"/>
                    </a:cubicBezTo>
                    <a:cubicBezTo>
                      <a:pt x="37692" y="30125"/>
                      <a:pt x="37692" y="30246"/>
                      <a:pt x="37813" y="30337"/>
                    </a:cubicBezTo>
                    <a:cubicBezTo>
                      <a:pt x="37874" y="30368"/>
                      <a:pt x="37935" y="30398"/>
                      <a:pt x="38026" y="30428"/>
                    </a:cubicBezTo>
                    <a:cubicBezTo>
                      <a:pt x="38051" y="30441"/>
                      <a:pt x="38082" y="30448"/>
                      <a:pt x="38113" y="30448"/>
                    </a:cubicBezTo>
                    <a:cubicBezTo>
                      <a:pt x="38157" y="30448"/>
                      <a:pt x="38203" y="30434"/>
                      <a:pt x="38239" y="30398"/>
                    </a:cubicBezTo>
                    <a:cubicBezTo>
                      <a:pt x="38330" y="30307"/>
                      <a:pt x="38360" y="30185"/>
                      <a:pt x="38512" y="30185"/>
                    </a:cubicBezTo>
                    <a:cubicBezTo>
                      <a:pt x="38573" y="30125"/>
                      <a:pt x="38604" y="30094"/>
                      <a:pt x="38695" y="30033"/>
                    </a:cubicBezTo>
                    <a:cubicBezTo>
                      <a:pt x="38938" y="29912"/>
                      <a:pt x="39181" y="29790"/>
                      <a:pt x="39485" y="29729"/>
                    </a:cubicBezTo>
                    <a:cubicBezTo>
                      <a:pt x="39897" y="29002"/>
                      <a:pt x="40696" y="28700"/>
                      <a:pt x="41526" y="28700"/>
                    </a:cubicBezTo>
                    <a:cubicBezTo>
                      <a:pt x="41737" y="28700"/>
                      <a:pt x="41950" y="28720"/>
                      <a:pt x="42160" y="28757"/>
                    </a:cubicBezTo>
                    <a:cubicBezTo>
                      <a:pt x="42266" y="28571"/>
                      <a:pt x="42396" y="28477"/>
                      <a:pt x="42610" y="28477"/>
                    </a:cubicBezTo>
                    <a:cubicBezTo>
                      <a:pt x="42640" y="28477"/>
                      <a:pt x="42673" y="28479"/>
                      <a:pt x="42707" y="28483"/>
                    </a:cubicBezTo>
                    <a:cubicBezTo>
                      <a:pt x="42829" y="28483"/>
                      <a:pt x="42950" y="28514"/>
                      <a:pt x="43041" y="28514"/>
                    </a:cubicBezTo>
                    <a:cubicBezTo>
                      <a:pt x="43109" y="28534"/>
                      <a:pt x="43176" y="28543"/>
                      <a:pt x="43242" y="28543"/>
                    </a:cubicBezTo>
                    <a:cubicBezTo>
                      <a:pt x="43474" y="28543"/>
                      <a:pt x="43690" y="28423"/>
                      <a:pt x="43832" y="28210"/>
                    </a:cubicBezTo>
                    <a:cubicBezTo>
                      <a:pt x="43953" y="27997"/>
                      <a:pt x="44044" y="27754"/>
                      <a:pt x="44136" y="27541"/>
                    </a:cubicBezTo>
                    <a:cubicBezTo>
                      <a:pt x="44257" y="27328"/>
                      <a:pt x="44440" y="27176"/>
                      <a:pt x="44652" y="27085"/>
                    </a:cubicBezTo>
                    <a:cubicBezTo>
                      <a:pt x="44865" y="26963"/>
                      <a:pt x="45260" y="26994"/>
                      <a:pt x="45321" y="26781"/>
                    </a:cubicBezTo>
                    <a:cubicBezTo>
                      <a:pt x="45443" y="26416"/>
                      <a:pt x="45321" y="25991"/>
                      <a:pt x="45017" y="25717"/>
                    </a:cubicBezTo>
                    <a:cubicBezTo>
                      <a:pt x="44987" y="25687"/>
                      <a:pt x="44956" y="25656"/>
                      <a:pt x="44926" y="25626"/>
                    </a:cubicBezTo>
                    <a:cubicBezTo>
                      <a:pt x="44622" y="25352"/>
                      <a:pt x="44652" y="24896"/>
                      <a:pt x="44956" y="24623"/>
                    </a:cubicBezTo>
                    <a:cubicBezTo>
                      <a:pt x="45047" y="24562"/>
                      <a:pt x="45139" y="24532"/>
                      <a:pt x="45230" y="24532"/>
                    </a:cubicBezTo>
                    <a:cubicBezTo>
                      <a:pt x="45327" y="24532"/>
                      <a:pt x="45424" y="24571"/>
                      <a:pt x="45506" y="24571"/>
                    </a:cubicBezTo>
                    <a:cubicBezTo>
                      <a:pt x="45526" y="24571"/>
                      <a:pt x="45546" y="24568"/>
                      <a:pt x="45564" y="24562"/>
                    </a:cubicBezTo>
                    <a:cubicBezTo>
                      <a:pt x="45620" y="24551"/>
                      <a:pt x="45679" y="24544"/>
                      <a:pt x="45742" y="24544"/>
                    </a:cubicBezTo>
                    <a:cubicBezTo>
                      <a:pt x="45850" y="24544"/>
                      <a:pt x="45965" y="24565"/>
                      <a:pt x="46081" y="24623"/>
                    </a:cubicBezTo>
                    <a:cubicBezTo>
                      <a:pt x="46172" y="24045"/>
                      <a:pt x="46476" y="23529"/>
                      <a:pt x="46871" y="23134"/>
                    </a:cubicBezTo>
                    <a:cubicBezTo>
                      <a:pt x="47165" y="22840"/>
                      <a:pt x="47559" y="22685"/>
                      <a:pt x="47965" y="22685"/>
                    </a:cubicBezTo>
                    <a:cubicBezTo>
                      <a:pt x="48190" y="22685"/>
                      <a:pt x="48418" y="22732"/>
                      <a:pt x="48634" y="22830"/>
                    </a:cubicBezTo>
                    <a:lnTo>
                      <a:pt x="48968" y="22708"/>
                    </a:lnTo>
                    <a:cubicBezTo>
                      <a:pt x="49029" y="22434"/>
                      <a:pt x="49151" y="22191"/>
                      <a:pt x="49303" y="21948"/>
                    </a:cubicBezTo>
                    <a:cubicBezTo>
                      <a:pt x="49637" y="21492"/>
                      <a:pt x="50123" y="21127"/>
                      <a:pt x="50671" y="20945"/>
                    </a:cubicBezTo>
                    <a:cubicBezTo>
                      <a:pt x="50762" y="20520"/>
                      <a:pt x="50975" y="20124"/>
                      <a:pt x="51248" y="19790"/>
                    </a:cubicBezTo>
                    <a:cubicBezTo>
                      <a:pt x="51461" y="19608"/>
                      <a:pt x="51674" y="19425"/>
                      <a:pt x="51917" y="19304"/>
                    </a:cubicBezTo>
                    <a:cubicBezTo>
                      <a:pt x="51856" y="18453"/>
                      <a:pt x="52403" y="17602"/>
                      <a:pt x="53163" y="17054"/>
                    </a:cubicBezTo>
                    <a:cubicBezTo>
                      <a:pt x="53163" y="16659"/>
                      <a:pt x="53193" y="16234"/>
                      <a:pt x="53163" y="15808"/>
                    </a:cubicBezTo>
                    <a:cubicBezTo>
                      <a:pt x="53102" y="15383"/>
                      <a:pt x="53163" y="14927"/>
                      <a:pt x="53285" y="14532"/>
                    </a:cubicBezTo>
                    <a:cubicBezTo>
                      <a:pt x="52890" y="14136"/>
                      <a:pt x="52859" y="13346"/>
                      <a:pt x="53589" y="13225"/>
                    </a:cubicBezTo>
                    <a:cubicBezTo>
                      <a:pt x="54075" y="13133"/>
                      <a:pt x="54561" y="13012"/>
                      <a:pt x="55017" y="12829"/>
                    </a:cubicBezTo>
                    <a:cubicBezTo>
                      <a:pt x="55078" y="12799"/>
                      <a:pt x="55146" y="12784"/>
                      <a:pt x="55219" y="12784"/>
                    </a:cubicBezTo>
                    <a:cubicBezTo>
                      <a:pt x="55291" y="12784"/>
                      <a:pt x="55367" y="12799"/>
                      <a:pt x="55443" y="12829"/>
                    </a:cubicBezTo>
                    <a:cubicBezTo>
                      <a:pt x="55504" y="12708"/>
                      <a:pt x="55564" y="12617"/>
                      <a:pt x="55625" y="12525"/>
                    </a:cubicBezTo>
                    <a:cubicBezTo>
                      <a:pt x="55747" y="12343"/>
                      <a:pt x="55959" y="12191"/>
                      <a:pt x="56172" y="12130"/>
                    </a:cubicBezTo>
                    <a:cubicBezTo>
                      <a:pt x="56324" y="12070"/>
                      <a:pt x="56567" y="12100"/>
                      <a:pt x="56719" y="12039"/>
                    </a:cubicBezTo>
                    <a:cubicBezTo>
                      <a:pt x="56780" y="11948"/>
                      <a:pt x="56841" y="11857"/>
                      <a:pt x="56902" y="11766"/>
                    </a:cubicBezTo>
                    <a:cubicBezTo>
                      <a:pt x="57023" y="11462"/>
                      <a:pt x="56963" y="11127"/>
                      <a:pt x="56719" y="10884"/>
                    </a:cubicBezTo>
                    <a:cubicBezTo>
                      <a:pt x="56689" y="10854"/>
                      <a:pt x="56659" y="10793"/>
                      <a:pt x="56628" y="10763"/>
                    </a:cubicBezTo>
                    <a:cubicBezTo>
                      <a:pt x="56446" y="10550"/>
                      <a:pt x="56446" y="10215"/>
                      <a:pt x="56628" y="9972"/>
                    </a:cubicBezTo>
                    <a:cubicBezTo>
                      <a:pt x="56628" y="9638"/>
                      <a:pt x="56811" y="9334"/>
                      <a:pt x="57145" y="9182"/>
                    </a:cubicBezTo>
                    <a:cubicBezTo>
                      <a:pt x="57145" y="8817"/>
                      <a:pt x="57388" y="8452"/>
                      <a:pt x="57753" y="8361"/>
                    </a:cubicBezTo>
                    <a:cubicBezTo>
                      <a:pt x="58133" y="8240"/>
                      <a:pt x="58490" y="8224"/>
                      <a:pt x="58843" y="8224"/>
                    </a:cubicBezTo>
                    <a:cubicBezTo>
                      <a:pt x="58961" y="8224"/>
                      <a:pt x="59078" y="8226"/>
                      <a:pt x="59196" y="8226"/>
                    </a:cubicBezTo>
                    <a:cubicBezTo>
                      <a:pt x="59431" y="8226"/>
                      <a:pt x="59668" y="8219"/>
                      <a:pt x="59911" y="8179"/>
                    </a:cubicBezTo>
                    <a:cubicBezTo>
                      <a:pt x="61704" y="7814"/>
                      <a:pt x="61400" y="7054"/>
                      <a:pt x="62373" y="5990"/>
                    </a:cubicBezTo>
                    <a:cubicBezTo>
                      <a:pt x="62677" y="5717"/>
                      <a:pt x="63011" y="5504"/>
                      <a:pt x="63346" y="5291"/>
                    </a:cubicBezTo>
                    <a:cubicBezTo>
                      <a:pt x="63346" y="5139"/>
                      <a:pt x="63376" y="4957"/>
                      <a:pt x="63498" y="4805"/>
                    </a:cubicBezTo>
                    <a:cubicBezTo>
                      <a:pt x="63619" y="4653"/>
                      <a:pt x="63710" y="4501"/>
                      <a:pt x="63832" y="4349"/>
                    </a:cubicBezTo>
                    <a:cubicBezTo>
                      <a:pt x="63802" y="3650"/>
                      <a:pt x="64379" y="2282"/>
                      <a:pt x="63254" y="1249"/>
                    </a:cubicBezTo>
                    <a:cubicBezTo>
                      <a:pt x="62768" y="808"/>
                      <a:pt x="62525" y="702"/>
                      <a:pt x="62229" y="702"/>
                    </a:cubicBezTo>
                    <a:cubicBezTo>
                      <a:pt x="61952" y="702"/>
                      <a:pt x="61629" y="794"/>
                      <a:pt x="61019" y="794"/>
                    </a:cubicBezTo>
                    <a:cubicBezTo>
                      <a:pt x="60975" y="794"/>
                      <a:pt x="60930" y="794"/>
                      <a:pt x="60884" y="793"/>
                    </a:cubicBezTo>
                    <a:lnTo>
                      <a:pt x="6870" y="2"/>
                    </a:lnTo>
                    <a:cubicBezTo>
                      <a:pt x="6815" y="1"/>
                      <a:pt x="6759" y="0"/>
                      <a:pt x="6704" y="0"/>
                    </a:cubicBezTo>
                    <a:close/>
                  </a:path>
                </a:pathLst>
              </a:custGeom>
              <a:solidFill>
                <a:schemeClr val="dk2"/>
              </a:solidFill>
              <a:ln>
                <a:noFill/>
              </a:ln>
              <a:effectLst>
                <a:outerShdw blurRad="42863" rotWithShape="0" algn="bl" dir="8460000" dist="76200">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rot="10800000">
                <a:off x="7106409" y="3356921"/>
                <a:ext cx="2117619" cy="1891681"/>
              </a:xfrm>
              <a:custGeom>
                <a:rect b="b" l="l" r="r" t="t"/>
                <a:pathLst>
                  <a:path extrusionOk="0" h="54106" w="63255">
                    <a:moveTo>
                      <a:pt x="6232" y="1"/>
                    </a:moveTo>
                    <a:cubicBezTo>
                      <a:pt x="2797" y="1"/>
                      <a:pt x="1" y="2797"/>
                      <a:pt x="1" y="6232"/>
                    </a:cubicBezTo>
                    <a:lnTo>
                      <a:pt x="1" y="54105"/>
                    </a:lnTo>
                    <a:cubicBezTo>
                      <a:pt x="305" y="53771"/>
                      <a:pt x="670" y="53467"/>
                      <a:pt x="1065" y="53254"/>
                    </a:cubicBezTo>
                    <a:lnTo>
                      <a:pt x="822" y="53102"/>
                    </a:lnTo>
                    <a:lnTo>
                      <a:pt x="1156" y="52676"/>
                    </a:lnTo>
                    <a:cubicBezTo>
                      <a:pt x="1156" y="52494"/>
                      <a:pt x="1186" y="52342"/>
                      <a:pt x="1369" y="52251"/>
                    </a:cubicBezTo>
                    <a:cubicBezTo>
                      <a:pt x="1430" y="52129"/>
                      <a:pt x="1460" y="52038"/>
                      <a:pt x="1490" y="51917"/>
                    </a:cubicBezTo>
                    <a:cubicBezTo>
                      <a:pt x="1521" y="51795"/>
                      <a:pt x="1582" y="51704"/>
                      <a:pt x="1673" y="51643"/>
                    </a:cubicBezTo>
                    <a:lnTo>
                      <a:pt x="1673" y="51673"/>
                    </a:lnTo>
                    <a:cubicBezTo>
                      <a:pt x="1720" y="51791"/>
                      <a:pt x="1822" y="51836"/>
                      <a:pt x="1964" y="51836"/>
                    </a:cubicBezTo>
                    <a:cubicBezTo>
                      <a:pt x="2006" y="51836"/>
                      <a:pt x="2050" y="51832"/>
                      <a:pt x="2098" y="51825"/>
                    </a:cubicBezTo>
                    <a:cubicBezTo>
                      <a:pt x="2159" y="51613"/>
                      <a:pt x="2250" y="51430"/>
                      <a:pt x="2341" y="51278"/>
                    </a:cubicBezTo>
                    <a:cubicBezTo>
                      <a:pt x="2311" y="51035"/>
                      <a:pt x="2311" y="50822"/>
                      <a:pt x="2372" y="50610"/>
                    </a:cubicBezTo>
                    <a:cubicBezTo>
                      <a:pt x="2387" y="50594"/>
                      <a:pt x="2402" y="50587"/>
                      <a:pt x="2417" y="50587"/>
                    </a:cubicBezTo>
                    <a:cubicBezTo>
                      <a:pt x="2433" y="50587"/>
                      <a:pt x="2448" y="50594"/>
                      <a:pt x="2463" y="50610"/>
                    </a:cubicBezTo>
                    <a:cubicBezTo>
                      <a:pt x="2554" y="50640"/>
                      <a:pt x="2645" y="50670"/>
                      <a:pt x="2737" y="50701"/>
                    </a:cubicBezTo>
                    <a:cubicBezTo>
                      <a:pt x="3193" y="50214"/>
                      <a:pt x="3648" y="49758"/>
                      <a:pt x="4196" y="49363"/>
                    </a:cubicBezTo>
                    <a:cubicBezTo>
                      <a:pt x="4804" y="48847"/>
                      <a:pt x="5320" y="48360"/>
                      <a:pt x="5867" y="47935"/>
                    </a:cubicBezTo>
                    <a:cubicBezTo>
                      <a:pt x="5959" y="47661"/>
                      <a:pt x="6171" y="47418"/>
                      <a:pt x="6445" y="47357"/>
                    </a:cubicBezTo>
                    <a:cubicBezTo>
                      <a:pt x="6506" y="47357"/>
                      <a:pt x="6566" y="47357"/>
                      <a:pt x="6627" y="47388"/>
                    </a:cubicBezTo>
                    <a:cubicBezTo>
                      <a:pt x="7114" y="47084"/>
                      <a:pt x="7630" y="46840"/>
                      <a:pt x="8147" y="46658"/>
                    </a:cubicBezTo>
                    <a:cubicBezTo>
                      <a:pt x="8269" y="46628"/>
                      <a:pt x="8390" y="46597"/>
                      <a:pt x="8512" y="46597"/>
                    </a:cubicBezTo>
                    <a:cubicBezTo>
                      <a:pt x="8542" y="46567"/>
                      <a:pt x="8542" y="46537"/>
                      <a:pt x="8573" y="46476"/>
                    </a:cubicBezTo>
                    <a:cubicBezTo>
                      <a:pt x="8846" y="46111"/>
                      <a:pt x="9059" y="45716"/>
                      <a:pt x="9302" y="45351"/>
                    </a:cubicBezTo>
                    <a:lnTo>
                      <a:pt x="9667" y="45290"/>
                    </a:lnTo>
                    <a:cubicBezTo>
                      <a:pt x="9944" y="45050"/>
                      <a:pt x="10288" y="44934"/>
                      <a:pt x="10639" y="44934"/>
                    </a:cubicBezTo>
                    <a:cubicBezTo>
                      <a:pt x="10865" y="44934"/>
                      <a:pt x="11094" y="44982"/>
                      <a:pt x="11308" y="45078"/>
                    </a:cubicBezTo>
                    <a:cubicBezTo>
                      <a:pt x="12068" y="44561"/>
                      <a:pt x="12767" y="44439"/>
                      <a:pt x="13861" y="44196"/>
                    </a:cubicBezTo>
                    <a:cubicBezTo>
                      <a:pt x="13983" y="44181"/>
                      <a:pt x="14105" y="44173"/>
                      <a:pt x="14226" y="44173"/>
                    </a:cubicBezTo>
                    <a:cubicBezTo>
                      <a:pt x="14348" y="44173"/>
                      <a:pt x="14469" y="44181"/>
                      <a:pt x="14591" y="44196"/>
                    </a:cubicBezTo>
                    <a:cubicBezTo>
                      <a:pt x="14895" y="43923"/>
                      <a:pt x="15168" y="43619"/>
                      <a:pt x="15503" y="43345"/>
                    </a:cubicBezTo>
                    <a:cubicBezTo>
                      <a:pt x="15928" y="43011"/>
                      <a:pt x="16597" y="42919"/>
                      <a:pt x="16445" y="42464"/>
                    </a:cubicBezTo>
                    <a:cubicBezTo>
                      <a:pt x="16384" y="42190"/>
                      <a:pt x="16445" y="41916"/>
                      <a:pt x="16658" y="41704"/>
                    </a:cubicBezTo>
                    <a:cubicBezTo>
                      <a:pt x="16719" y="41643"/>
                      <a:pt x="16810" y="41552"/>
                      <a:pt x="16901" y="41491"/>
                    </a:cubicBezTo>
                    <a:cubicBezTo>
                      <a:pt x="16871" y="41369"/>
                      <a:pt x="16871" y="41248"/>
                      <a:pt x="16871" y="41126"/>
                    </a:cubicBezTo>
                    <a:cubicBezTo>
                      <a:pt x="16958" y="40599"/>
                      <a:pt x="17413" y="40213"/>
                      <a:pt x="17909" y="40213"/>
                    </a:cubicBezTo>
                    <a:cubicBezTo>
                      <a:pt x="17928" y="40213"/>
                      <a:pt x="17946" y="40213"/>
                      <a:pt x="17965" y="40214"/>
                    </a:cubicBezTo>
                    <a:cubicBezTo>
                      <a:pt x="18086" y="40123"/>
                      <a:pt x="18360" y="40123"/>
                      <a:pt x="18846" y="40123"/>
                    </a:cubicBezTo>
                    <a:lnTo>
                      <a:pt x="18998" y="40123"/>
                    </a:lnTo>
                    <a:cubicBezTo>
                      <a:pt x="19029" y="40093"/>
                      <a:pt x="19181" y="39971"/>
                      <a:pt x="19181" y="39941"/>
                    </a:cubicBezTo>
                    <a:cubicBezTo>
                      <a:pt x="19089" y="39789"/>
                      <a:pt x="19120" y="39576"/>
                      <a:pt x="19272" y="39454"/>
                    </a:cubicBezTo>
                    <a:cubicBezTo>
                      <a:pt x="19302" y="39485"/>
                      <a:pt x="19302" y="39546"/>
                      <a:pt x="19302" y="39606"/>
                    </a:cubicBezTo>
                    <a:cubicBezTo>
                      <a:pt x="19302" y="39728"/>
                      <a:pt x="19302" y="39850"/>
                      <a:pt x="19545" y="39880"/>
                    </a:cubicBezTo>
                    <a:cubicBezTo>
                      <a:pt x="19758" y="39880"/>
                      <a:pt x="19880" y="39880"/>
                      <a:pt x="19910" y="39728"/>
                    </a:cubicBezTo>
                    <a:cubicBezTo>
                      <a:pt x="19971" y="39454"/>
                      <a:pt x="20245" y="39272"/>
                      <a:pt x="20427" y="39029"/>
                    </a:cubicBezTo>
                    <a:cubicBezTo>
                      <a:pt x="20245" y="38664"/>
                      <a:pt x="20548" y="38451"/>
                      <a:pt x="20852" y="38239"/>
                    </a:cubicBezTo>
                    <a:cubicBezTo>
                      <a:pt x="21004" y="38147"/>
                      <a:pt x="21065" y="37965"/>
                      <a:pt x="21035" y="37813"/>
                    </a:cubicBezTo>
                    <a:cubicBezTo>
                      <a:pt x="21004" y="37631"/>
                      <a:pt x="21096" y="37479"/>
                      <a:pt x="21248" y="37387"/>
                    </a:cubicBezTo>
                    <a:cubicBezTo>
                      <a:pt x="21521" y="37205"/>
                      <a:pt x="21795" y="37053"/>
                      <a:pt x="22068" y="36901"/>
                    </a:cubicBezTo>
                    <a:cubicBezTo>
                      <a:pt x="22126" y="36872"/>
                      <a:pt x="22144" y="36862"/>
                      <a:pt x="22148" y="36862"/>
                    </a:cubicBezTo>
                    <a:cubicBezTo>
                      <a:pt x="22155" y="36862"/>
                      <a:pt x="22096" y="36911"/>
                      <a:pt x="22220" y="36932"/>
                    </a:cubicBezTo>
                    <a:cubicBezTo>
                      <a:pt x="22980" y="36080"/>
                      <a:pt x="23740" y="35442"/>
                      <a:pt x="24804" y="35138"/>
                    </a:cubicBezTo>
                    <a:cubicBezTo>
                      <a:pt x="24834" y="35077"/>
                      <a:pt x="24865" y="35017"/>
                      <a:pt x="24865" y="34956"/>
                    </a:cubicBezTo>
                    <a:cubicBezTo>
                      <a:pt x="24895" y="34895"/>
                      <a:pt x="25017" y="34834"/>
                      <a:pt x="25108" y="34804"/>
                    </a:cubicBezTo>
                    <a:cubicBezTo>
                      <a:pt x="25169" y="34834"/>
                      <a:pt x="25199" y="34865"/>
                      <a:pt x="25229" y="34895"/>
                    </a:cubicBezTo>
                    <a:lnTo>
                      <a:pt x="25260" y="34925"/>
                    </a:lnTo>
                    <a:cubicBezTo>
                      <a:pt x="25533" y="34682"/>
                      <a:pt x="25807" y="34409"/>
                      <a:pt x="26111" y="34166"/>
                    </a:cubicBezTo>
                    <a:cubicBezTo>
                      <a:pt x="26628" y="33649"/>
                      <a:pt x="27144" y="33132"/>
                      <a:pt x="27661" y="32646"/>
                    </a:cubicBezTo>
                    <a:cubicBezTo>
                      <a:pt x="27809" y="32482"/>
                      <a:pt x="28018" y="32397"/>
                      <a:pt x="28227" y="32397"/>
                    </a:cubicBezTo>
                    <a:cubicBezTo>
                      <a:pt x="28406" y="32397"/>
                      <a:pt x="28585" y="32459"/>
                      <a:pt x="28725" y="32585"/>
                    </a:cubicBezTo>
                    <a:cubicBezTo>
                      <a:pt x="28816" y="32403"/>
                      <a:pt x="28907" y="32251"/>
                      <a:pt x="28998" y="32068"/>
                    </a:cubicBezTo>
                    <a:cubicBezTo>
                      <a:pt x="28968" y="32038"/>
                      <a:pt x="28907" y="31977"/>
                      <a:pt x="28938" y="31947"/>
                    </a:cubicBezTo>
                    <a:cubicBezTo>
                      <a:pt x="28938" y="31825"/>
                      <a:pt x="28998" y="31734"/>
                      <a:pt x="29059" y="31643"/>
                    </a:cubicBezTo>
                    <a:cubicBezTo>
                      <a:pt x="29485" y="31187"/>
                      <a:pt x="29728" y="30670"/>
                      <a:pt x="30154" y="30245"/>
                    </a:cubicBezTo>
                    <a:cubicBezTo>
                      <a:pt x="30245" y="30184"/>
                      <a:pt x="30351" y="30153"/>
                      <a:pt x="30454" y="30153"/>
                    </a:cubicBezTo>
                    <a:cubicBezTo>
                      <a:pt x="30556" y="30153"/>
                      <a:pt x="30655" y="30184"/>
                      <a:pt x="30731" y="30245"/>
                    </a:cubicBezTo>
                    <a:lnTo>
                      <a:pt x="30822" y="30245"/>
                    </a:lnTo>
                    <a:cubicBezTo>
                      <a:pt x="31521" y="30214"/>
                      <a:pt x="32129" y="30001"/>
                      <a:pt x="32737" y="29910"/>
                    </a:cubicBezTo>
                    <a:cubicBezTo>
                      <a:pt x="33034" y="29515"/>
                      <a:pt x="33491" y="29260"/>
                      <a:pt x="33961" y="29260"/>
                    </a:cubicBezTo>
                    <a:cubicBezTo>
                      <a:pt x="34070" y="29260"/>
                      <a:pt x="34179" y="29274"/>
                      <a:pt x="34287" y="29302"/>
                    </a:cubicBezTo>
                    <a:lnTo>
                      <a:pt x="34865" y="29089"/>
                    </a:lnTo>
                    <a:lnTo>
                      <a:pt x="34895" y="29089"/>
                    </a:lnTo>
                    <a:cubicBezTo>
                      <a:pt x="34926" y="28938"/>
                      <a:pt x="34986" y="28786"/>
                      <a:pt x="35078" y="28664"/>
                    </a:cubicBezTo>
                    <a:cubicBezTo>
                      <a:pt x="35382" y="27813"/>
                      <a:pt x="37053" y="27934"/>
                      <a:pt x="37813" y="27904"/>
                    </a:cubicBezTo>
                    <a:cubicBezTo>
                      <a:pt x="37965" y="27889"/>
                      <a:pt x="38110" y="27881"/>
                      <a:pt x="38250" y="27881"/>
                    </a:cubicBezTo>
                    <a:cubicBezTo>
                      <a:pt x="38391" y="27881"/>
                      <a:pt x="38528" y="27889"/>
                      <a:pt x="38664" y="27904"/>
                    </a:cubicBezTo>
                    <a:cubicBezTo>
                      <a:pt x="38847" y="27843"/>
                      <a:pt x="39029" y="27722"/>
                      <a:pt x="39181" y="27570"/>
                    </a:cubicBezTo>
                    <a:cubicBezTo>
                      <a:pt x="39504" y="27354"/>
                      <a:pt x="39888" y="27231"/>
                      <a:pt x="40278" y="27231"/>
                    </a:cubicBezTo>
                    <a:cubicBezTo>
                      <a:pt x="40440" y="27231"/>
                      <a:pt x="40602" y="27252"/>
                      <a:pt x="40762" y="27296"/>
                    </a:cubicBezTo>
                    <a:cubicBezTo>
                      <a:pt x="40807" y="27281"/>
                      <a:pt x="40853" y="27273"/>
                      <a:pt x="40898" y="27273"/>
                    </a:cubicBezTo>
                    <a:cubicBezTo>
                      <a:pt x="40944" y="27273"/>
                      <a:pt x="40990" y="27281"/>
                      <a:pt x="41035" y="27296"/>
                    </a:cubicBezTo>
                    <a:cubicBezTo>
                      <a:pt x="41157" y="27296"/>
                      <a:pt x="41248" y="27327"/>
                      <a:pt x="41370" y="27327"/>
                    </a:cubicBezTo>
                    <a:cubicBezTo>
                      <a:pt x="41438" y="27337"/>
                      <a:pt x="41504" y="27342"/>
                      <a:pt x="41565" y="27342"/>
                    </a:cubicBezTo>
                    <a:cubicBezTo>
                      <a:pt x="41855" y="27342"/>
                      <a:pt x="42059" y="27229"/>
                      <a:pt x="42160" y="27053"/>
                    </a:cubicBezTo>
                    <a:cubicBezTo>
                      <a:pt x="42281" y="26810"/>
                      <a:pt x="42373" y="26597"/>
                      <a:pt x="42464" y="26384"/>
                    </a:cubicBezTo>
                    <a:cubicBezTo>
                      <a:pt x="42585" y="26172"/>
                      <a:pt x="42768" y="26020"/>
                      <a:pt x="42981" y="25928"/>
                    </a:cubicBezTo>
                    <a:cubicBezTo>
                      <a:pt x="43193" y="25837"/>
                      <a:pt x="43619" y="25868"/>
                      <a:pt x="43649" y="25655"/>
                    </a:cubicBezTo>
                    <a:cubicBezTo>
                      <a:pt x="43771" y="25290"/>
                      <a:pt x="43649" y="24864"/>
                      <a:pt x="43345" y="24621"/>
                    </a:cubicBezTo>
                    <a:cubicBezTo>
                      <a:pt x="43315" y="24591"/>
                      <a:pt x="43254" y="24561"/>
                      <a:pt x="43224" y="24530"/>
                    </a:cubicBezTo>
                    <a:cubicBezTo>
                      <a:pt x="42920" y="24257"/>
                      <a:pt x="42950" y="23770"/>
                      <a:pt x="43254" y="23527"/>
                    </a:cubicBezTo>
                    <a:cubicBezTo>
                      <a:pt x="43345" y="23466"/>
                      <a:pt x="43436" y="23436"/>
                      <a:pt x="43528" y="23436"/>
                    </a:cubicBezTo>
                    <a:cubicBezTo>
                      <a:pt x="43625" y="23436"/>
                      <a:pt x="43722" y="23475"/>
                      <a:pt x="43804" y="23475"/>
                    </a:cubicBezTo>
                    <a:cubicBezTo>
                      <a:pt x="43824" y="23475"/>
                      <a:pt x="43844" y="23472"/>
                      <a:pt x="43862" y="23466"/>
                    </a:cubicBezTo>
                    <a:cubicBezTo>
                      <a:pt x="43929" y="23455"/>
                      <a:pt x="43995" y="23448"/>
                      <a:pt x="44062" y="23448"/>
                    </a:cubicBezTo>
                    <a:cubicBezTo>
                      <a:pt x="44178" y="23448"/>
                      <a:pt x="44293" y="23469"/>
                      <a:pt x="44409" y="23527"/>
                    </a:cubicBezTo>
                    <a:cubicBezTo>
                      <a:pt x="44500" y="22980"/>
                      <a:pt x="44774" y="22463"/>
                      <a:pt x="45199" y="22068"/>
                    </a:cubicBezTo>
                    <a:cubicBezTo>
                      <a:pt x="45503" y="21783"/>
                      <a:pt x="45890" y="21641"/>
                      <a:pt x="46286" y="21641"/>
                    </a:cubicBezTo>
                    <a:cubicBezTo>
                      <a:pt x="46524" y="21641"/>
                      <a:pt x="46765" y="21692"/>
                      <a:pt x="46993" y="21795"/>
                    </a:cubicBezTo>
                    <a:lnTo>
                      <a:pt x="47357" y="21703"/>
                    </a:lnTo>
                    <a:cubicBezTo>
                      <a:pt x="47388" y="21430"/>
                      <a:pt x="47509" y="21187"/>
                      <a:pt x="47692" y="20974"/>
                    </a:cubicBezTo>
                    <a:cubicBezTo>
                      <a:pt x="48026" y="20488"/>
                      <a:pt x="48513" y="20153"/>
                      <a:pt x="49060" y="19971"/>
                    </a:cubicBezTo>
                    <a:cubicBezTo>
                      <a:pt x="49181" y="19545"/>
                      <a:pt x="49364" y="19150"/>
                      <a:pt x="49668" y="18816"/>
                    </a:cubicBezTo>
                    <a:cubicBezTo>
                      <a:pt x="49850" y="18633"/>
                      <a:pt x="50063" y="18481"/>
                      <a:pt x="50336" y="18360"/>
                    </a:cubicBezTo>
                    <a:cubicBezTo>
                      <a:pt x="50336" y="17509"/>
                      <a:pt x="50731" y="16718"/>
                      <a:pt x="51400" y="16263"/>
                    </a:cubicBezTo>
                    <a:cubicBezTo>
                      <a:pt x="51552" y="15685"/>
                      <a:pt x="51704" y="14986"/>
                      <a:pt x="51461" y="14439"/>
                    </a:cubicBezTo>
                    <a:cubicBezTo>
                      <a:pt x="51309" y="14165"/>
                      <a:pt x="51339" y="13801"/>
                      <a:pt x="51522" y="13557"/>
                    </a:cubicBezTo>
                    <a:cubicBezTo>
                      <a:pt x="51461" y="13466"/>
                      <a:pt x="51431" y="13345"/>
                      <a:pt x="51431" y="13193"/>
                    </a:cubicBezTo>
                    <a:cubicBezTo>
                      <a:pt x="51400" y="12858"/>
                      <a:pt x="51643" y="12554"/>
                      <a:pt x="51978" y="12463"/>
                    </a:cubicBezTo>
                    <a:cubicBezTo>
                      <a:pt x="52065" y="12397"/>
                      <a:pt x="52200" y="12347"/>
                      <a:pt x="52326" y="12347"/>
                    </a:cubicBezTo>
                    <a:cubicBezTo>
                      <a:pt x="52374" y="12347"/>
                      <a:pt x="52422" y="12355"/>
                      <a:pt x="52464" y="12372"/>
                    </a:cubicBezTo>
                    <a:cubicBezTo>
                      <a:pt x="52586" y="12402"/>
                      <a:pt x="52707" y="12433"/>
                      <a:pt x="52798" y="12463"/>
                    </a:cubicBezTo>
                    <a:cubicBezTo>
                      <a:pt x="52887" y="12490"/>
                      <a:pt x="52978" y="12503"/>
                      <a:pt x="53068" y="12503"/>
                    </a:cubicBezTo>
                    <a:cubicBezTo>
                      <a:pt x="53287" y="12503"/>
                      <a:pt x="53499" y="12423"/>
                      <a:pt x="53649" y="12250"/>
                    </a:cubicBezTo>
                    <a:cubicBezTo>
                      <a:pt x="53801" y="12068"/>
                      <a:pt x="53893" y="11825"/>
                      <a:pt x="54045" y="11642"/>
                    </a:cubicBezTo>
                    <a:cubicBezTo>
                      <a:pt x="54197" y="11460"/>
                      <a:pt x="54379" y="11308"/>
                      <a:pt x="54622" y="11247"/>
                    </a:cubicBezTo>
                    <a:cubicBezTo>
                      <a:pt x="54804" y="11186"/>
                      <a:pt x="55048" y="11217"/>
                      <a:pt x="55200" y="11156"/>
                    </a:cubicBezTo>
                    <a:cubicBezTo>
                      <a:pt x="55260" y="11065"/>
                      <a:pt x="55321" y="10974"/>
                      <a:pt x="55382" y="10883"/>
                    </a:cubicBezTo>
                    <a:cubicBezTo>
                      <a:pt x="55504" y="10579"/>
                      <a:pt x="55412" y="10244"/>
                      <a:pt x="55169" y="10001"/>
                    </a:cubicBezTo>
                    <a:cubicBezTo>
                      <a:pt x="55139" y="9971"/>
                      <a:pt x="55108" y="9940"/>
                      <a:pt x="55078" y="9910"/>
                    </a:cubicBezTo>
                    <a:cubicBezTo>
                      <a:pt x="54896" y="9667"/>
                      <a:pt x="54896" y="9363"/>
                      <a:pt x="55078" y="9120"/>
                    </a:cubicBezTo>
                    <a:cubicBezTo>
                      <a:pt x="55078" y="8785"/>
                      <a:pt x="55260" y="8451"/>
                      <a:pt x="55595" y="8329"/>
                    </a:cubicBezTo>
                    <a:cubicBezTo>
                      <a:pt x="55595" y="7934"/>
                      <a:pt x="55838" y="7600"/>
                      <a:pt x="56203" y="7478"/>
                    </a:cubicBezTo>
                    <a:cubicBezTo>
                      <a:pt x="56598" y="7372"/>
                      <a:pt x="56978" y="7364"/>
                      <a:pt x="57354" y="7364"/>
                    </a:cubicBezTo>
                    <a:cubicBezTo>
                      <a:pt x="57417" y="7364"/>
                      <a:pt x="57479" y="7364"/>
                      <a:pt x="57542" y="7364"/>
                    </a:cubicBezTo>
                    <a:cubicBezTo>
                      <a:pt x="57854" y="7364"/>
                      <a:pt x="58166" y="7359"/>
                      <a:pt x="58482" y="7296"/>
                    </a:cubicBezTo>
                    <a:cubicBezTo>
                      <a:pt x="60397" y="6931"/>
                      <a:pt x="60032" y="6171"/>
                      <a:pt x="61066" y="5107"/>
                    </a:cubicBezTo>
                    <a:cubicBezTo>
                      <a:pt x="61370" y="4864"/>
                      <a:pt x="61704" y="4621"/>
                      <a:pt x="62069" y="4439"/>
                    </a:cubicBezTo>
                    <a:cubicBezTo>
                      <a:pt x="62069" y="4256"/>
                      <a:pt x="62099" y="4074"/>
                      <a:pt x="62221" y="3922"/>
                    </a:cubicBezTo>
                    <a:cubicBezTo>
                      <a:pt x="62343" y="3770"/>
                      <a:pt x="62464" y="3618"/>
                      <a:pt x="62586" y="3466"/>
                    </a:cubicBezTo>
                    <a:cubicBezTo>
                      <a:pt x="62525" y="2797"/>
                      <a:pt x="62950" y="2159"/>
                      <a:pt x="63254" y="1369"/>
                    </a:cubicBezTo>
                    <a:cubicBezTo>
                      <a:pt x="62160" y="487"/>
                      <a:pt x="60792" y="1"/>
                      <a:pt x="593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0" name="Google Shape;620;p19"/>
              <p:cNvGrpSpPr/>
              <p:nvPr/>
            </p:nvGrpSpPr>
            <p:grpSpPr>
              <a:xfrm rot="10800000">
                <a:off x="7984865" y="4119996"/>
                <a:ext cx="1239152" cy="1128603"/>
                <a:chOff x="390884" y="252477"/>
                <a:chExt cx="1001254" cy="911929"/>
              </a:xfrm>
            </p:grpSpPr>
            <p:sp>
              <p:nvSpPr>
                <p:cNvPr id="621" name="Google Shape;621;p19"/>
                <p:cNvSpPr/>
                <p:nvPr/>
              </p:nvSpPr>
              <p:spPr>
                <a:xfrm>
                  <a:off x="448429" y="835607"/>
                  <a:ext cx="11187" cy="9831"/>
                </a:xfrm>
                <a:custGeom>
                  <a:rect b="b" l="l" r="r" t="t"/>
                  <a:pathLst>
                    <a:path extrusionOk="0" h="348" w="396">
                      <a:moveTo>
                        <a:pt x="212" y="1"/>
                      </a:moveTo>
                      <a:cubicBezTo>
                        <a:pt x="174" y="1"/>
                        <a:pt x="133" y="17"/>
                        <a:pt x="92" y="58"/>
                      </a:cubicBezTo>
                      <a:cubicBezTo>
                        <a:pt x="0" y="180"/>
                        <a:pt x="0" y="210"/>
                        <a:pt x="92" y="301"/>
                      </a:cubicBezTo>
                      <a:cubicBezTo>
                        <a:pt x="122" y="332"/>
                        <a:pt x="160" y="347"/>
                        <a:pt x="202" y="347"/>
                      </a:cubicBezTo>
                      <a:cubicBezTo>
                        <a:pt x="244" y="347"/>
                        <a:pt x="289" y="332"/>
                        <a:pt x="335" y="301"/>
                      </a:cubicBezTo>
                      <a:cubicBezTo>
                        <a:pt x="396" y="241"/>
                        <a:pt x="396" y="119"/>
                        <a:pt x="335" y="58"/>
                      </a:cubicBezTo>
                      <a:cubicBezTo>
                        <a:pt x="301" y="25"/>
                        <a:pt x="259" y="1"/>
                        <a:pt x="21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1229814" y="464886"/>
                  <a:ext cx="12063" cy="9605"/>
                </a:xfrm>
                <a:custGeom>
                  <a:rect b="b" l="l" r="r" t="t"/>
                  <a:pathLst>
                    <a:path extrusionOk="0" h="340" w="427">
                      <a:moveTo>
                        <a:pt x="205" y="1"/>
                      </a:moveTo>
                      <a:cubicBezTo>
                        <a:pt x="170" y="1"/>
                        <a:pt x="134" y="24"/>
                        <a:pt x="92" y="81"/>
                      </a:cubicBezTo>
                      <a:cubicBezTo>
                        <a:pt x="31" y="172"/>
                        <a:pt x="1" y="233"/>
                        <a:pt x="92" y="294"/>
                      </a:cubicBezTo>
                      <a:cubicBezTo>
                        <a:pt x="153" y="324"/>
                        <a:pt x="191" y="339"/>
                        <a:pt x="225" y="339"/>
                      </a:cubicBezTo>
                      <a:cubicBezTo>
                        <a:pt x="259" y="339"/>
                        <a:pt x="289" y="324"/>
                        <a:pt x="335" y="294"/>
                      </a:cubicBezTo>
                      <a:cubicBezTo>
                        <a:pt x="396" y="233"/>
                        <a:pt x="426" y="142"/>
                        <a:pt x="335" y="81"/>
                      </a:cubicBezTo>
                      <a:cubicBezTo>
                        <a:pt x="286" y="32"/>
                        <a:pt x="246" y="1"/>
                        <a:pt x="20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1125912" y="326491"/>
                  <a:ext cx="27516" cy="17515"/>
                </a:xfrm>
                <a:custGeom>
                  <a:rect b="b" l="l" r="r" t="t"/>
                  <a:pathLst>
                    <a:path extrusionOk="0" h="620" w="974">
                      <a:moveTo>
                        <a:pt x="514" y="1"/>
                      </a:moveTo>
                      <a:cubicBezTo>
                        <a:pt x="414" y="1"/>
                        <a:pt x="314" y="87"/>
                        <a:pt x="213" y="147"/>
                      </a:cubicBezTo>
                      <a:cubicBezTo>
                        <a:pt x="122" y="208"/>
                        <a:pt x="1" y="268"/>
                        <a:pt x="61" y="420"/>
                      </a:cubicBezTo>
                      <a:cubicBezTo>
                        <a:pt x="92" y="542"/>
                        <a:pt x="274" y="512"/>
                        <a:pt x="396" y="542"/>
                      </a:cubicBezTo>
                      <a:cubicBezTo>
                        <a:pt x="504" y="542"/>
                        <a:pt x="644" y="620"/>
                        <a:pt x="792" y="620"/>
                      </a:cubicBezTo>
                      <a:cubicBezTo>
                        <a:pt x="852" y="620"/>
                        <a:pt x="913" y="607"/>
                        <a:pt x="973" y="572"/>
                      </a:cubicBezTo>
                      <a:cubicBezTo>
                        <a:pt x="913" y="390"/>
                        <a:pt x="821" y="208"/>
                        <a:pt x="669" y="86"/>
                      </a:cubicBezTo>
                      <a:cubicBezTo>
                        <a:pt x="617" y="24"/>
                        <a:pt x="566" y="1"/>
                        <a:pt x="5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616740" y="374770"/>
                  <a:ext cx="12035" cy="9549"/>
                </a:xfrm>
                <a:custGeom>
                  <a:rect b="b" l="l" r="r" t="t"/>
                  <a:pathLst>
                    <a:path extrusionOk="0" h="338" w="426">
                      <a:moveTo>
                        <a:pt x="251" y="0"/>
                      </a:moveTo>
                      <a:cubicBezTo>
                        <a:pt x="219" y="0"/>
                        <a:pt x="185" y="7"/>
                        <a:pt x="152" y="18"/>
                      </a:cubicBezTo>
                      <a:cubicBezTo>
                        <a:pt x="61" y="110"/>
                        <a:pt x="0" y="201"/>
                        <a:pt x="122" y="292"/>
                      </a:cubicBezTo>
                      <a:cubicBezTo>
                        <a:pt x="152" y="322"/>
                        <a:pt x="190" y="338"/>
                        <a:pt x="232" y="338"/>
                      </a:cubicBezTo>
                      <a:cubicBezTo>
                        <a:pt x="274" y="338"/>
                        <a:pt x="319" y="322"/>
                        <a:pt x="365" y="292"/>
                      </a:cubicBezTo>
                      <a:cubicBezTo>
                        <a:pt x="426" y="262"/>
                        <a:pt x="426" y="140"/>
                        <a:pt x="395" y="79"/>
                      </a:cubicBezTo>
                      <a:cubicBezTo>
                        <a:pt x="357" y="21"/>
                        <a:pt x="306" y="0"/>
                        <a:pt x="25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1037463" y="347791"/>
                  <a:ext cx="4322" cy="3842"/>
                </a:xfrm>
                <a:custGeom>
                  <a:rect b="b" l="l" r="r" t="t"/>
                  <a:pathLst>
                    <a:path extrusionOk="0" h="136" w="153">
                      <a:moveTo>
                        <a:pt x="62" y="1"/>
                      </a:moveTo>
                      <a:cubicBezTo>
                        <a:pt x="31" y="62"/>
                        <a:pt x="31" y="92"/>
                        <a:pt x="1" y="122"/>
                      </a:cubicBezTo>
                      <a:cubicBezTo>
                        <a:pt x="21" y="122"/>
                        <a:pt x="41" y="136"/>
                        <a:pt x="62" y="136"/>
                      </a:cubicBezTo>
                      <a:cubicBezTo>
                        <a:pt x="72" y="136"/>
                        <a:pt x="82" y="133"/>
                        <a:pt x="92" y="122"/>
                      </a:cubicBezTo>
                      <a:cubicBezTo>
                        <a:pt x="92" y="92"/>
                        <a:pt x="123" y="62"/>
                        <a:pt x="15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1230662" y="503193"/>
                  <a:ext cx="10340" cy="8955"/>
                </a:xfrm>
                <a:custGeom>
                  <a:rect b="b" l="l" r="r" t="t"/>
                  <a:pathLst>
                    <a:path extrusionOk="0" h="317" w="366">
                      <a:moveTo>
                        <a:pt x="217" y="0"/>
                      </a:moveTo>
                      <a:cubicBezTo>
                        <a:pt x="187" y="0"/>
                        <a:pt x="155" y="10"/>
                        <a:pt x="123" y="32"/>
                      </a:cubicBezTo>
                      <a:cubicBezTo>
                        <a:pt x="1" y="62"/>
                        <a:pt x="31" y="153"/>
                        <a:pt x="62" y="214"/>
                      </a:cubicBezTo>
                      <a:cubicBezTo>
                        <a:pt x="85" y="283"/>
                        <a:pt x="142" y="317"/>
                        <a:pt x="207" y="317"/>
                      </a:cubicBezTo>
                      <a:cubicBezTo>
                        <a:pt x="229" y="317"/>
                        <a:pt x="252" y="313"/>
                        <a:pt x="275" y="305"/>
                      </a:cubicBezTo>
                      <a:cubicBezTo>
                        <a:pt x="335" y="275"/>
                        <a:pt x="366" y="184"/>
                        <a:pt x="335" y="93"/>
                      </a:cubicBezTo>
                      <a:cubicBezTo>
                        <a:pt x="316" y="34"/>
                        <a:pt x="271"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1023733" y="346096"/>
                  <a:ext cx="3475" cy="2599"/>
                </a:xfrm>
                <a:custGeom>
                  <a:rect b="b" l="l" r="r" t="t"/>
                  <a:pathLst>
                    <a:path extrusionOk="0" h="92" w="123">
                      <a:moveTo>
                        <a:pt x="1" y="0"/>
                      </a:moveTo>
                      <a:cubicBezTo>
                        <a:pt x="1" y="0"/>
                        <a:pt x="1" y="91"/>
                        <a:pt x="1" y="91"/>
                      </a:cubicBezTo>
                      <a:lnTo>
                        <a:pt x="122" y="91"/>
                      </a:lnTo>
                      <a:lnTo>
                        <a:pt x="122"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1192892" y="503221"/>
                  <a:ext cx="11187" cy="9548"/>
                </a:xfrm>
                <a:custGeom>
                  <a:rect b="b" l="l" r="r" t="t"/>
                  <a:pathLst>
                    <a:path extrusionOk="0" h="338" w="396">
                      <a:moveTo>
                        <a:pt x="192" y="0"/>
                      </a:moveTo>
                      <a:cubicBezTo>
                        <a:pt x="166" y="0"/>
                        <a:pt x="142" y="11"/>
                        <a:pt x="122" y="31"/>
                      </a:cubicBezTo>
                      <a:cubicBezTo>
                        <a:pt x="31" y="92"/>
                        <a:pt x="1" y="183"/>
                        <a:pt x="92" y="274"/>
                      </a:cubicBezTo>
                      <a:cubicBezTo>
                        <a:pt x="111" y="312"/>
                        <a:pt x="153" y="338"/>
                        <a:pt x="203" y="338"/>
                      </a:cubicBezTo>
                      <a:cubicBezTo>
                        <a:pt x="235" y="338"/>
                        <a:pt x="270" y="328"/>
                        <a:pt x="305" y="304"/>
                      </a:cubicBezTo>
                      <a:cubicBezTo>
                        <a:pt x="365" y="274"/>
                        <a:pt x="396" y="213"/>
                        <a:pt x="365" y="122"/>
                      </a:cubicBezTo>
                      <a:cubicBezTo>
                        <a:pt x="305" y="41"/>
                        <a:pt x="244" y="0"/>
                        <a:pt x="1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876891" y="362425"/>
                  <a:ext cx="19803" cy="18193"/>
                </a:xfrm>
                <a:custGeom>
                  <a:rect b="b" l="l" r="r" t="t"/>
                  <a:pathLst>
                    <a:path extrusionOk="0" h="644" w="701">
                      <a:moveTo>
                        <a:pt x="269" y="1"/>
                      </a:moveTo>
                      <a:cubicBezTo>
                        <a:pt x="224" y="1"/>
                        <a:pt x="169" y="27"/>
                        <a:pt x="92" y="91"/>
                      </a:cubicBezTo>
                      <a:cubicBezTo>
                        <a:pt x="1" y="243"/>
                        <a:pt x="123" y="364"/>
                        <a:pt x="244" y="516"/>
                      </a:cubicBezTo>
                      <a:cubicBezTo>
                        <a:pt x="300" y="591"/>
                        <a:pt x="357" y="643"/>
                        <a:pt x="420" y="643"/>
                      </a:cubicBezTo>
                      <a:cubicBezTo>
                        <a:pt x="460" y="643"/>
                        <a:pt x="502" y="624"/>
                        <a:pt x="548" y="577"/>
                      </a:cubicBezTo>
                      <a:cubicBezTo>
                        <a:pt x="700" y="395"/>
                        <a:pt x="518" y="273"/>
                        <a:pt x="426" y="121"/>
                      </a:cubicBezTo>
                      <a:cubicBezTo>
                        <a:pt x="374" y="51"/>
                        <a:pt x="331" y="1"/>
                        <a:pt x="2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599565" y="337509"/>
                  <a:ext cx="26640" cy="27883"/>
                </a:xfrm>
                <a:custGeom>
                  <a:rect b="b" l="l" r="r" t="t"/>
                  <a:pathLst>
                    <a:path extrusionOk="0" h="987" w="943">
                      <a:moveTo>
                        <a:pt x="608" y="0"/>
                      </a:moveTo>
                      <a:cubicBezTo>
                        <a:pt x="517" y="152"/>
                        <a:pt x="365" y="213"/>
                        <a:pt x="213" y="334"/>
                      </a:cubicBezTo>
                      <a:cubicBezTo>
                        <a:pt x="0" y="486"/>
                        <a:pt x="61" y="669"/>
                        <a:pt x="183" y="851"/>
                      </a:cubicBezTo>
                      <a:cubicBezTo>
                        <a:pt x="236" y="940"/>
                        <a:pt x="320" y="987"/>
                        <a:pt x="411" y="987"/>
                      </a:cubicBezTo>
                      <a:cubicBezTo>
                        <a:pt x="476" y="987"/>
                        <a:pt x="545" y="963"/>
                        <a:pt x="608" y="912"/>
                      </a:cubicBezTo>
                      <a:cubicBezTo>
                        <a:pt x="790" y="821"/>
                        <a:pt x="942" y="699"/>
                        <a:pt x="821" y="426"/>
                      </a:cubicBezTo>
                      <a:cubicBezTo>
                        <a:pt x="760" y="304"/>
                        <a:pt x="608" y="182"/>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412354" y="334062"/>
                  <a:ext cx="12910" cy="10678"/>
                </a:xfrm>
                <a:custGeom>
                  <a:rect b="b" l="l" r="r" t="t"/>
                  <a:pathLst>
                    <a:path extrusionOk="0" h="378" w="457">
                      <a:moveTo>
                        <a:pt x="244" y="0"/>
                      </a:moveTo>
                      <a:cubicBezTo>
                        <a:pt x="153" y="122"/>
                        <a:pt x="92" y="244"/>
                        <a:pt x="1" y="365"/>
                      </a:cubicBezTo>
                      <a:cubicBezTo>
                        <a:pt x="45" y="374"/>
                        <a:pt x="90" y="378"/>
                        <a:pt x="134" y="378"/>
                      </a:cubicBezTo>
                      <a:cubicBezTo>
                        <a:pt x="242" y="378"/>
                        <a:pt x="349" y="356"/>
                        <a:pt x="457" y="335"/>
                      </a:cubicBezTo>
                      <a:cubicBezTo>
                        <a:pt x="366" y="213"/>
                        <a:pt x="305" y="122"/>
                        <a:pt x="24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1142241" y="437541"/>
                  <a:ext cx="145149" cy="143849"/>
                </a:xfrm>
                <a:custGeom>
                  <a:rect b="b" l="l" r="r" t="t"/>
                  <a:pathLst>
                    <a:path extrusionOk="0" h="5092" w="5138">
                      <a:moveTo>
                        <a:pt x="3304" y="970"/>
                      </a:moveTo>
                      <a:cubicBezTo>
                        <a:pt x="3350" y="970"/>
                        <a:pt x="3398" y="1000"/>
                        <a:pt x="3435" y="1018"/>
                      </a:cubicBezTo>
                      <a:cubicBezTo>
                        <a:pt x="3496" y="1079"/>
                        <a:pt x="3496" y="1170"/>
                        <a:pt x="3435" y="1231"/>
                      </a:cubicBezTo>
                      <a:cubicBezTo>
                        <a:pt x="3407" y="1272"/>
                        <a:pt x="3374" y="1289"/>
                        <a:pt x="3340" y="1289"/>
                      </a:cubicBezTo>
                      <a:cubicBezTo>
                        <a:pt x="3298" y="1289"/>
                        <a:pt x="3256" y="1265"/>
                        <a:pt x="3222" y="1231"/>
                      </a:cubicBezTo>
                      <a:cubicBezTo>
                        <a:pt x="3161" y="1201"/>
                        <a:pt x="3161" y="1110"/>
                        <a:pt x="3222" y="1018"/>
                      </a:cubicBezTo>
                      <a:cubicBezTo>
                        <a:pt x="3246" y="983"/>
                        <a:pt x="3275" y="970"/>
                        <a:pt x="3304" y="970"/>
                      </a:cubicBezTo>
                      <a:close/>
                      <a:moveTo>
                        <a:pt x="3320" y="2314"/>
                      </a:moveTo>
                      <a:cubicBezTo>
                        <a:pt x="3387" y="2314"/>
                        <a:pt x="3450" y="2348"/>
                        <a:pt x="3496" y="2417"/>
                      </a:cubicBezTo>
                      <a:cubicBezTo>
                        <a:pt x="3496" y="2508"/>
                        <a:pt x="3496" y="2569"/>
                        <a:pt x="3405" y="2629"/>
                      </a:cubicBezTo>
                      <a:cubicBezTo>
                        <a:pt x="3384" y="2629"/>
                        <a:pt x="3361" y="2633"/>
                        <a:pt x="3336" y="2633"/>
                      </a:cubicBezTo>
                      <a:cubicBezTo>
                        <a:pt x="3286" y="2633"/>
                        <a:pt x="3232" y="2619"/>
                        <a:pt x="3192" y="2538"/>
                      </a:cubicBezTo>
                      <a:cubicBezTo>
                        <a:pt x="3161" y="2417"/>
                        <a:pt x="3161" y="2386"/>
                        <a:pt x="3253" y="2325"/>
                      </a:cubicBezTo>
                      <a:cubicBezTo>
                        <a:pt x="3275" y="2318"/>
                        <a:pt x="3298" y="2314"/>
                        <a:pt x="3320" y="2314"/>
                      </a:cubicBezTo>
                      <a:close/>
                      <a:moveTo>
                        <a:pt x="1976" y="2325"/>
                      </a:moveTo>
                      <a:cubicBezTo>
                        <a:pt x="2037" y="2325"/>
                        <a:pt x="2098" y="2366"/>
                        <a:pt x="2158" y="2447"/>
                      </a:cubicBezTo>
                      <a:cubicBezTo>
                        <a:pt x="2158" y="2538"/>
                        <a:pt x="2128" y="2599"/>
                        <a:pt x="2067" y="2629"/>
                      </a:cubicBezTo>
                      <a:cubicBezTo>
                        <a:pt x="2044" y="2653"/>
                        <a:pt x="2012" y="2663"/>
                        <a:pt x="1979" y="2663"/>
                      </a:cubicBezTo>
                      <a:cubicBezTo>
                        <a:pt x="1927" y="2663"/>
                        <a:pt x="1873" y="2637"/>
                        <a:pt x="1854" y="2599"/>
                      </a:cubicBezTo>
                      <a:cubicBezTo>
                        <a:pt x="1794" y="2508"/>
                        <a:pt x="1824" y="2417"/>
                        <a:pt x="1885" y="2356"/>
                      </a:cubicBezTo>
                      <a:cubicBezTo>
                        <a:pt x="1915" y="2336"/>
                        <a:pt x="1946" y="2325"/>
                        <a:pt x="1976" y="2325"/>
                      </a:cubicBezTo>
                      <a:close/>
                      <a:moveTo>
                        <a:pt x="3500" y="1"/>
                      </a:moveTo>
                      <a:cubicBezTo>
                        <a:pt x="3385" y="1"/>
                        <a:pt x="3255" y="34"/>
                        <a:pt x="3131" y="107"/>
                      </a:cubicBezTo>
                      <a:cubicBezTo>
                        <a:pt x="2928" y="251"/>
                        <a:pt x="2698" y="534"/>
                        <a:pt x="2493" y="534"/>
                      </a:cubicBezTo>
                      <a:cubicBezTo>
                        <a:pt x="2482" y="534"/>
                        <a:pt x="2472" y="534"/>
                        <a:pt x="2462" y="532"/>
                      </a:cubicBezTo>
                      <a:cubicBezTo>
                        <a:pt x="2358" y="515"/>
                        <a:pt x="2261" y="505"/>
                        <a:pt x="2173" y="505"/>
                      </a:cubicBezTo>
                      <a:cubicBezTo>
                        <a:pt x="1799" y="505"/>
                        <a:pt x="1575" y="679"/>
                        <a:pt x="1550" y="1170"/>
                      </a:cubicBezTo>
                      <a:cubicBezTo>
                        <a:pt x="791" y="1535"/>
                        <a:pt x="547" y="2204"/>
                        <a:pt x="304" y="2933"/>
                      </a:cubicBezTo>
                      <a:cubicBezTo>
                        <a:pt x="183" y="3207"/>
                        <a:pt x="0" y="3359"/>
                        <a:pt x="213" y="3632"/>
                      </a:cubicBezTo>
                      <a:cubicBezTo>
                        <a:pt x="377" y="3838"/>
                        <a:pt x="486" y="4029"/>
                        <a:pt x="661" y="4029"/>
                      </a:cubicBezTo>
                      <a:cubicBezTo>
                        <a:pt x="745" y="4029"/>
                        <a:pt x="844" y="3984"/>
                        <a:pt x="973" y="3876"/>
                      </a:cubicBezTo>
                      <a:cubicBezTo>
                        <a:pt x="1022" y="3834"/>
                        <a:pt x="1067" y="3818"/>
                        <a:pt x="1109" y="3818"/>
                      </a:cubicBezTo>
                      <a:cubicBezTo>
                        <a:pt x="1223" y="3818"/>
                        <a:pt x="1318" y="3939"/>
                        <a:pt x="1429" y="4028"/>
                      </a:cubicBezTo>
                      <a:cubicBezTo>
                        <a:pt x="1672" y="4332"/>
                        <a:pt x="1763" y="4727"/>
                        <a:pt x="1611" y="5091"/>
                      </a:cubicBezTo>
                      <a:cubicBezTo>
                        <a:pt x="2067" y="4909"/>
                        <a:pt x="2979" y="4423"/>
                        <a:pt x="3070" y="4240"/>
                      </a:cubicBezTo>
                      <a:cubicBezTo>
                        <a:pt x="3222" y="3906"/>
                        <a:pt x="3405" y="3541"/>
                        <a:pt x="3617" y="3237"/>
                      </a:cubicBezTo>
                      <a:cubicBezTo>
                        <a:pt x="3749" y="3000"/>
                        <a:pt x="3493" y="2467"/>
                        <a:pt x="3936" y="2467"/>
                      </a:cubicBezTo>
                      <a:cubicBezTo>
                        <a:pt x="4004" y="2467"/>
                        <a:pt x="4089" y="2479"/>
                        <a:pt x="4195" y="2508"/>
                      </a:cubicBezTo>
                      <a:cubicBezTo>
                        <a:pt x="4202" y="2510"/>
                        <a:pt x="4208" y="2511"/>
                        <a:pt x="4215" y="2511"/>
                      </a:cubicBezTo>
                      <a:cubicBezTo>
                        <a:pt x="4295" y="2511"/>
                        <a:pt x="4345" y="2347"/>
                        <a:pt x="4316" y="2234"/>
                      </a:cubicBezTo>
                      <a:cubicBezTo>
                        <a:pt x="4286" y="2113"/>
                        <a:pt x="4347" y="2021"/>
                        <a:pt x="4438" y="1930"/>
                      </a:cubicBezTo>
                      <a:cubicBezTo>
                        <a:pt x="4620" y="1748"/>
                        <a:pt x="5137" y="1626"/>
                        <a:pt x="4955" y="1383"/>
                      </a:cubicBezTo>
                      <a:cubicBezTo>
                        <a:pt x="4902" y="1293"/>
                        <a:pt x="4846" y="1259"/>
                        <a:pt x="4787" y="1259"/>
                      </a:cubicBezTo>
                      <a:cubicBezTo>
                        <a:pt x="4607" y="1259"/>
                        <a:pt x="4401" y="1581"/>
                        <a:pt x="4195" y="1626"/>
                      </a:cubicBezTo>
                      <a:cubicBezTo>
                        <a:pt x="4134" y="1626"/>
                        <a:pt x="4073" y="1657"/>
                        <a:pt x="3830" y="1748"/>
                      </a:cubicBezTo>
                      <a:cubicBezTo>
                        <a:pt x="4195" y="1201"/>
                        <a:pt x="3708" y="836"/>
                        <a:pt x="3830" y="350"/>
                      </a:cubicBezTo>
                      <a:cubicBezTo>
                        <a:pt x="3890" y="129"/>
                        <a:pt x="3725" y="1"/>
                        <a:pt x="35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999693" y="252477"/>
                  <a:ext cx="67857" cy="40397"/>
                </a:xfrm>
                <a:custGeom>
                  <a:rect b="b" l="l" r="r" t="t"/>
                  <a:pathLst>
                    <a:path extrusionOk="0" h="1430" w="2402">
                      <a:moveTo>
                        <a:pt x="1034" y="1"/>
                      </a:moveTo>
                      <a:cubicBezTo>
                        <a:pt x="1034" y="31"/>
                        <a:pt x="1034" y="92"/>
                        <a:pt x="1004" y="122"/>
                      </a:cubicBezTo>
                      <a:cubicBezTo>
                        <a:pt x="1095" y="183"/>
                        <a:pt x="1064" y="244"/>
                        <a:pt x="1004" y="305"/>
                      </a:cubicBezTo>
                      <a:cubicBezTo>
                        <a:pt x="981" y="316"/>
                        <a:pt x="959" y="323"/>
                        <a:pt x="938" y="323"/>
                      </a:cubicBezTo>
                      <a:cubicBezTo>
                        <a:pt x="902" y="323"/>
                        <a:pt x="871" y="302"/>
                        <a:pt x="852" y="244"/>
                      </a:cubicBezTo>
                      <a:lnTo>
                        <a:pt x="31" y="122"/>
                      </a:lnTo>
                      <a:lnTo>
                        <a:pt x="31" y="122"/>
                      </a:lnTo>
                      <a:cubicBezTo>
                        <a:pt x="1" y="457"/>
                        <a:pt x="274" y="366"/>
                        <a:pt x="365" y="487"/>
                      </a:cubicBezTo>
                      <a:cubicBezTo>
                        <a:pt x="517" y="670"/>
                        <a:pt x="244" y="822"/>
                        <a:pt x="335" y="974"/>
                      </a:cubicBezTo>
                      <a:cubicBezTo>
                        <a:pt x="396" y="1126"/>
                        <a:pt x="487" y="1278"/>
                        <a:pt x="608" y="1430"/>
                      </a:cubicBezTo>
                      <a:lnTo>
                        <a:pt x="1946" y="609"/>
                      </a:lnTo>
                      <a:cubicBezTo>
                        <a:pt x="2015" y="730"/>
                        <a:pt x="2094" y="802"/>
                        <a:pt x="2183" y="802"/>
                      </a:cubicBezTo>
                      <a:cubicBezTo>
                        <a:pt x="2251" y="802"/>
                        <a:pt x="2323" y="761"/>
                        <a:pt x="2402" y="670"/>
                      </a:cubicBezTo>
                      <a:cubicBezTo>
                        <a:pt x="2335" y="519"/>
                        <a:pt x="2259" y="451"/>
                        <a:pt x="2173" y="451"/>
                      </a:cubicBezTo>
                      <a:cubicBezTo>
                        <a:pt x="2104" y="451"/>
                        <a:pt x="2028" y="496"/>
                        <a:pt x="1946" y="578"/>
                      </a:cubicBezTo>
                      <a:cubicBezTo>
                        <a:pt x="1855" y="457"/>
                        <a:pt x="1733" y="335"/>
                        <a:pt x="1855" y="214"/>
                      </a:cubicBezTo>
                      <a:cubicBezTo>
                        <a:pt x="1946" y="122"/>
                        <a:pt x="2037" y="62"/>
                        <a:pt x="212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9"/>
                <p:cNvSpPr/>
                <p:nvPr/>
              </p:nvSpPr>
              <p:spPr>
                <a:xfrm>
                  <a:off x="390884" y="402313"/>
                  <a:ext cx="103932" cy="205773"/>
                </a:xfrm>
                <a:custGeom>
                  <a:rect b="b" l="l" r="r" t="t"/>
                  <a:pathLst>
                    <a:path extrusionOk="0" h="7284" w="3679">
                      <a:moveTo>
                        <a:pt x="3466" y="1"/>
                      </a:moveTo>
                      <a:cubicBezTo>
                        <a:pt x="3421" y="1"/>
                        <a:pt x="3375" y="16"/>
                        <a:pt x="3345" y="47"/>
                      </a:cubicBezTo>
                      <a:cubicBezTo>
                        <a:pt x="3162" y="168"/>
                        <a:pt x="2980" y="259"/>
                        <a:pt x="2828" y="411"/>
                      </a:cubicBezTo>
                      <a:cubicBezTo>
                        <a:pt x="2575" y="683"/>
                        <a:pt x="2211" y="831"/>
                        <a:pt x="1847" y="831"/>
                      </a:cubicBezTo>
                      <a:cubicBezTo>
                        <a:pt x="1640" y="831"/>
                        <a:pt x="1434" y="784"/>
                        <a:pt x="1247" y="685"/>
                      </a:cubicBezTo>
                      <a:cubicBezTo>
                        <a:pt x="1217" y="685"/>
                        <a:pt x="1156" y="715"/>
                        <a:pt x="1095" y="746"/>
                      </a:cubicBezTo>
                      <a:cubicBezTo>
                        <a:pt x="974" y="898"/>
                        <a:pt x="1126" y="989"/>
                        <a:pt x="1156" y="1110"/>
                      </a:cubicBezTo>
                      <a:cubicBezTo>
                        <a:pt x="1308" y="1566"/>
                        <a:pt x="1126" y="1749"/>
                        <a:pt x="670" y="1931"/>
                      </a:cubicBezTo>
                      <a:cubicBezTo>
                        <a:pt x="457" y="1992"/>
                        <a:pt x="244" y="2022"/>
                        <a:pt x="1" y="2022"/>
                      </a:cubicBezTo>
                      <a:lnTo>
                        <a:pt x="1" y="3998"/>
                      </a:lnTo>
                      <a:cubicBezTo>
                        <a:pt x="396" y="4028"/>
                        <a:pt x="761" y="4150"/>
                        <a:pt x="1095" y="4302"/>
                      </a:cubicBezTo>
                      <a:cubicBezTo>
                        <a:pt x="1186" y="4363"/>
                        <a:pt x="1278" y="4515"/>
                        <a:pt x="1369" y="4515"/>
                      </a:cubicBezTo>
                      <a:cubicBezTo>
                        <a:pt x="1411" y="4508"/>
                        <a:pt x="1451" y="4504"/>
                        <a:pt x="1490" y="4504"/>
                      </a:cubicBezTo>
                      <a:cubicBezTo>
                        <a:pt x="1786" y="4504"/>
                        <a:pt x="1970" y="4702"/>
                        <a:pt x="1916" y="4971"/>
                      </a:cubicBezTo>
                      <a:cubicBezTo>
                        <a:pt x="1891" y="5121"/>
                        <a:pt x="2011" y="5624"/>
                        <a:pt x="1660" y="5624"/>
                      </a:cubicBezTo>
                      <a:cubicBezTo>
                        <a:pt x="1586" y="5624"/>
                        <a:pt x="1491" y="5601"/>
                        <a:pt x="1369" y="5548"/>
                      </a:cubicBezTo>
                      <a:cubicBezTo>
                        <a:pt x="1354" y="5541"/>
                        <a:pt x="1341" y="5537"/>
                        <a:pt x="1331" y="5537"/>
                      </a:cubicBezTo>
                      <a:cubicBezTo>
                        <a:pt x="1253" y="5537"/>
                        <a:pt x="1270" y="5711"/>
                        <a:pt x="1217" y="5791"/>
                      </a:cubicBezTo>
                      <a:cubicBezTo>
                        <a:pt x="913" y="6217"/>
                        <a:pt x="1521" y="6642"/>
                        <a:pt x="1247" y="7068"/>
                      </a:cubicBezTo>
                      <a:cubicBezTo>
                        <a:pt x="1223" y="7117"/>
                        <a:pt x="1297" y="7206"/>
                        <a:pt x="1375" y="7206"/>
                      </a:cubicBezTo>
                      <a:cubicBezTo>
                        <a:pt x="1394" y="7206"/>
                        <a:pt x="1412" y="7201"/>
                        <a:pt x="1430" y="7189"/>
                      </a:cubicBezTo>
                      <a:cubicBezTo>
                        <a:pt x="1464" y="7165"/>
                        <a:pt x="1497" y="7156"/>
                        <a:pt x="1530" y="7156"/>
                      </a:cubicBezTo>
                      <a:cubicBezTo>
                        <a:pt x="1651" y="7156"/>
                        <a:pt x="1770" y="7284"/>
                        <a:pt x="1917" y="7284"/>
                      </a:cubicBezTo>
                      <a:cubicBezTo>
                        <a:pt x="1982" y="7284"/>
                        <a:pt x="2051" y="7259"/>
                        <a:pt x="2129" y="7189"/>
                      </a:cubicBezTo>
                      <a:cubicBezTo>
                        <a:pt x="1916" y="6703"/>
                        <a:pt x="1734" y="6126"/>
                        <a:pt x="2341" y="5700"/>
                      </a:cubicBezTo>
                      <a:cubicBezTo>
                        <a:pt x="2463" y="5609"/>
                        <a:pt x="2402" y="5487"/>
                        <a:pt x="2341" y="5396"/>
                      </a:cubicBezTo>
                      <a:cubicBezTo>
                        <a:pt x="2281" y="5275"/>
                        <a:pt x="2159" y="5123"/>
                        <a:pt x="2220" y="4910"/>
                      </a:cubicBezTo>
                      <a:cubicBezTo>
                        <a:pt x="2341" y="4545"/>
                        <a:pt x="2189" y="4332"/>
                        <a:pt x="1825" y="4302"/>
                      </a:cubicBezTo>
                      <a:cubicBezTo>
                        <a:pt x="1308" y="4211"/>
                        <a:pt x="1247" y="3724"/>
                        <a:pt x="1004" y="3420"/>
                      </a:cubicBezTo>
                      <a:cubicBezTo>
                        <a:pt x="761" y="3116"/>
                        <a:pt x="1126" y="3025"/>
                        <a:pt x="1278" y="2843"/>
                      </a:cubicBezTo>
                      <a:cubicBezTo>
                        <a:pt x="1399" y="2691"/>
                        <a:pt x="1308" y="2569"/>
                        <a:pt x="1308" y="2417"/>
                      </a:cubicBezTo>
                      <a:cubicBezTo>
                        <a:pt x="1338" y="1992"/>
                        <a:pt x="1612" y="1597"/>
                        <a:pt x="2007" y="1414"/>
                      </a:cubicBezTo>
                      <a:cubicBezTo>
                        <a:pt x="2281" y="1262"/>
                        <a:pt x="2554" y="1050"/>
                        <a:pt x="2828" y="867"/>
                      </a:cubicBezTo>
                      <a:cubicBezTo>
                        <a:pt x="3101" y="685"/>
                        <a:pt x="3314" y="533"/>
                        <a:pt x="3557" y="350"/>
                      </a:cubicBezTo>
                      <a:cubicBezTo>
                        <a:pt x="3648" y="290"/>
                        <a:pt x="3679" y="138"/>
                        <a:pt x="3588" y="47"/>
                      </a:cubicBezTo>
                      <a:cubicBezTo>
                        <a:pt x="3557" y="16"/>
                        <a:pt x="3512" y="1"/>
                        <a:pt x="346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9"/>
                <p:cNvSpPr/>
                <p:nvPr/>
              </p:nvSpPr>
              <p:spPr>
                <a:xfrm>
                  <a:off x="1049497" y="297140"/>
                  <a:ext cx="28" cy="28"/>
                </a:xfrm>
                <a:custGeom>
                  <a:rect b="b" l="l" r="r" t="t"/>
                  <a:pathLst>
                    <a:path extrusionOk="0" h="1" w="1">
                      <a:moveTo>
                        <a:pt x="0" y="0"/>
                      </a:moveTo>
                      <a:lnTo>
                        <a:pt x="0"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9"/>
                <p:cNvSpPr/>
                <p:nvPr/>
              </p:nvSpPr>
              <p:spPr>
                <a:xfrm>
                  <a:off x="940453" y="285388"/>
                  <a:ext cx="123678" cy="139527"/>
                </a:xfrm>
                <a:custGeom>
                  <a:rect b="b" l="l" r="r" t="t"/>
                  <a:pathLst>
                    <a:path extrusionOk="0" h="4939" w="4378">
                      <a:moveTo>
                        <a:pt x="3070" y="2119"/>
                      </a:moveTo>
                      <a:lnTo>
                        <a:pt x="3070" y="2240"/>
                      </a:lnTo>
                      <a:lnTo>
                        <a:pt x="2918" y="2240"/>
                      </a:lnTo>
                      <a:lnTo>
                        <a:pt x="2918" y="2149"/>
                      </a:lnTo>
                      <a:cubicBezTo>
                        <a:pt x="2979" y="2149"/>
                        <a:pt x="3009" y="2119"/>
                        <a:pt x="3070" y="2119"/>
                      </a:cubicBezTo>
                      <a:close/>
                      <a:moveTo>
                        <a:pt x="3587" y="2240"/>
                      </a:moveTo>
                      <a:cubicBezTo>
                        <a:pt x="3557" y="2271"/>
                        <a:pt x="3526" y="2301"/>
                        <a:pt x="3526" y="2362"/>
                      </a:cubicBezTo>
                      <a:lnTo>
                        <a:pt x="3435" y="2362"/>
                      </a:lnTo>
                      <a:cubicBezTo>
                        <a:pt x="3465" y="2301"/>
                        <a:pt x="3465" y="2271"/>
                        <a:pt x="3496" y="2240"/>
                      </a:cubicBezTo>
                      <a:close/>
                      <a:moveTo>
                        <a:pt x="1965" y="0"/>
                      </a:moveTo>
                      <a:cubicBezTo>
                        <a:pt x="1774" y="0"/>
                        <a:pt x="1559" y="185"/>
                        <a:pt x="1327" y="185"/>
                      </a:cubicBezTo>
                      <a:cubicBezTo>
                        <a:pt x="1251" y="185"/>
                        <a:pt x="1174" y="165"/>
                        <a:pt x="1094" y="113"/>
                      </a:cubicBezTo>
                      <a:cubicBezTo>
                        <a:pt x="1064" y="143"/>
                        <a:pt x="1003" y="204"/>
                        <a:pt x="973" y="234"/>
                      </a:cubicBezTo>
                      <a:cubicBezTo>
                        <a:pt x="1034" y="386"/>
                        <a:pt x="1186" y="538"/>
                        <a:pt x="1186" y="720"/>
                      </a:cubicBezTo>
                      <a:cubicBezTo>
                        <a:pt x="1155" y="1237"/>
                        <a:pt x="1216" y="1784"/>
                        <a:pt x="1398" y="2301"/>
                      </a:cubicBezTo>
                      <a:cubicBezTo>
                        <a:pt x="1459" y="2423"/>
                        <a:pt x="1398" y="2544"/>
                        <a:pt x="1307" y="2605"/>
                      </a:cubicBezTo>
                      <a:cubicBezTo>
                        <a:pt x="1125" y="2696"/>
                        <a:pt x="1034" y="2909"/>
                        <a:pt x="1003" y="3091"/>
                      </a:cubicBezTo>
                      <a:cubicBezTo>
                        <a:pt x="978" y="3345"/>
                        <a:pt x="1016" y="3788"/>
                        <a:pt x="642" y="3788"/>
                      </a:cubicBezTo>
                      <a:cubicBezTo>
                        <a:pt x="568" y="3788"/>
                        <a:pt x="476" y="3770"/>
                        <a:pt x="365" y="3730"/>
                      </a:cubicBezTo>
                      <a:cubicBezTo>
                        <a:pt x="356" y="3727"/>
                        <a:pt x="347" y="3726"/>
                        <a:pt x="337" y="3726"/>
                      </a:cubicBezTo>
                      <a:cubicBezTo>
                        <a:pt x="209" y="3726"/>
                        <a:pt x="0" y="3902"/>
                        <a:pt x="0" y="4155"/>
                      </a:cubicBezTo>
                      <a:cubicBezTo>
                        <a:pt x="304" y="4307"/>
                        <a:pt x="578" y="4520"/>
                        <a:pt x="851" y="4763"/>
                      </a:cubicBezTo>
                      <a:cubicBezTo>
                        <a:pt x="952" y="4878"/>
                        <a:pt x="1093" y="4938"/>
                        <a:pt x="1223" y="4938"/>
                      </a:cubicBezTo>
                      <a:cubicBezTo>
                        <a:pt x="1369" y="4938"/>
                        <a:pt x="1502" y="4863"/>
                        <a:pt x="1550" y="4702"/>
                      </a:cubicBezTo>
                      <a:cubicBezTo>
                        <a:pt x="1672" y="4277"/>
                        <a:pt x="1885" y="3790"/>
                        <a:pt x="1733" y="3426"/>
                      </a:cubicBezTo>
                      <a:cubicBezTo>
                        <a:pt x="1550" y="2939"/>
                        <a:pt x="1794" y="2544"/>
                        <a:pt x="1763" y="2119"/>
                      </a:cubicBezTo>
                      <a:cubicBezTo>
                        <a:pt x="1790" y="1901"/>
                        <a:pt x="1958" y="1799"/>
                        <a:pt x="2128" y="1799"/>
                      </a:cubicBezTo>
                      <a:cubicBezTo>
                        <a:pt x="2340" y="1799"/>
                        <a:pt x="2557" y="1955"/>
                        <a:pt x="2523" y="2240"/>
                      </a:cubicBezTo>
                      <a:cubicBezTo>
                        <a:pt x="2401" y="2423"/>
                        <a:pt x="2493" y="2666"/>
                        <a:pt x="2705" y="2757"/>
                      </a:cubicBezTo>
                      <a:cubicBezTo>
                        <a:pt x="3101" y="2848"/>
                        <a:pt x="3435" y="3122"/>
                        <a:pt x="3617" y="3486"/>
                      </a:cubicBezTo>
                      <a:cubicBezTo>
                        <a:pt x="3654" y="3560"/>
                        <a:pt x="3736" y="3600"/>
                        <a:pt x="3821" y="3600"/>
                      </a:cubicBezTo>
                      <a:cubicBezTo>
                        <a:pt x="3877" y="3600"/>
                        <a:pt x="3934" y="3583"/>
                        <a:pt x="3982" y="3547"/>
                      </a:cubicBezTo>
                      <a:cubicBezTo>
                        <a:pt x="4134" y="3456"/>
                        <a:pt x="4377" y="3334"/>
                        <a:pt x="4256" y="3152"/>
                      </a:cubicBezTo>
                      <a:cubicBezTo>
                        <a:pt x="4104" y="2879"/>
                        <a:pt x="4164" y="2605"/>
                        <a:pt x="4104" y="2331"/>
                      </a:cubicBezTo>
                      <a:cubicBezTo>
                        <a:pt x="4060" y="2155"/>
                        <a:pt x="3984" y="1899"/>
                        <a:pt x="3783" y="1899"/>
                      </a:cubicBezTo>
                      <a:cubicBezTo>
                        <a:pt x="3707" y="1899"/>
                        <a:pt x="3613" y="1936"/>
                        <a:pt x="3496" y="2027"/>
                      </a:cubicBezTo>
                      <a:cubicBezTo>
                        <a:pt x="3439" y="2075"/>
                        <a:pt x="3389" y="2095"/>
                        <a:pt x="3346" y="2095"/>
                      </a:cubicBezTo>
                      <a:cubicBezTo>
                        <a:pt x="3250" y="2095"/>
                        <a:pt x="3192" y="1992"/>
                        <a:pt x="3192" y="1845"/>
                      </a:cubicBezTo>
                      <a:cubicBezTo>
                        <a:pt x="3131" y="1511"/>
                        <a:pt x="3313" y="1176"/>
                        <a:pt x="3617" y="1055"/>
                      </a:cubicBezTo>
                      <a:cubicBezTo>
                        <a:pt x="3860" y="933"/>
                        <a:pt x="4073" y="751"/>
                        <a:pt x="3860" y="416"/>
                      </a:cubicBezTo>
                      <a:lnTo>
                        <a:pt x="3860" y="416"/>
                      </a:lnTo>
                      <a:cubicBezTo>
                        <a:pt x="3642" y="504"/>
                        <a:pt x="3471" y="794"/>
                        <a:pt x="3235" y="794"/>
                      </a:cubicBezTo>
                      <a:cubicBezTo>
                        <a:pt x="3142" y="794"/>
                        <a:pt x="3038" y="749"/>
                        <a:pt x="2918" y="629"/>
                      </a:cubicBezTo>
                      <a:cubicBezTo>
                        <a:pt x="2870" y="629"/>
                        <a:pt x="2821" y="668"/>
                        <a:pt x="2772" y="668"/>
                      </a:cubicBezTo>
                      <a:cubicBezTo>
                        <a:pt x="2760" y="668"/>
                        <a:pt x="2748" y="666"/>
                        <a:pt x="2736" y="660"/>
                      </a:cubicBezTo>
                      <a:cubicBezTo>
                        <a:pt x="2371" y="599"/>
                        <a:pt x="2371" y="113"/>
                        <a:pt x="2067" y="21"/>
                      </a:cubicBezTo>
                      <a:cubicBezTo>
                        <a:pt x="2034" y="7"/>
                        <a:pt x="2000" y="0"/>
                        <a:pt x="196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9"/>
                <p:cNvSpPr/>
                <p:nvPr/>
              </p:nvSpPr>
              <p:spPr>
                <a:xfrm>
                  <a:off x="572078" y="292846"/>
                  <a:ext cx="119385" cy="139131"/>
                </a:xfrm>
                <a:custGeom>
                  <a:rect b="b" l="l" r="r" t="t"/>
                  <a:pathLst>
                    <a:path extrusionOk="0" h="4925" w="4226">
                      <a:moveTo>
                        <a:pt x="1581" y="1581"/>
                      </a:moveTo>
                      <a:cubicBezTo>
                        <a:pt x="1581" y="1763"/>
                        <a:pt x="1733" y="1885"/>
                        <a:pt x="1794" y="2007"/>
                      </a:cubicBezTo>
                      <a:cubicBezTo>
                        <a:pt x="1946" y="2280"/>
                        <a:pt x="1763" y="2402"/>
                        <a:pt x="1581" y="2493"/>
                      </a:cubicBezTo>
                      <a:cubicBezTo>
                        <a:pt x="1533" y="2529"/>
                        <a:pt x="1476" y="2546"/>
                        <a:pt x="1420" y="2546"/>
                      </a:cubicBezTo>
                      <a:cubicBezTo>
                        <a:pt x="1335" y="2546"/>
                        <a:pt x="1253" y="2506"/>
                        <a:pt x="1216" y="2432"/>
                      </a:cubicBezTo>
                      <a:cubicBezTo>
                        <a:pt x="1034" y="2250"/>
                        <a:pt x="973" y="2067"/>
                        <a:pt x="1186" y="1915"/>
                      </a:cubicBezTo>
                      <a:lnTo>
                        <a:pt x="1216" y="1915"/>
                      </a:lnTo>
                      <a:cubicBezTo>
                        <a:pt x="1338" y="1794"/>
                        <a:pt x="1490" y="1733"/>
                        <a:pt x="1581" y="1581"/>
                      </a:cubicBezTo>
                      <a:close/>
                      <a:moveTo>
                        <a:pt x="1805" y="2907"/>
                      </a:moveTo>
                      <a:cubicBezTo>
                        <a:pt x="1869" y="2907"/>
                        <a:pt x="1924" y="2935"/>
                        <a:pt x="1946" y="2979"/>
                      </a:cubicBezTo>
                      <a:lnTo>
                        <a:pt x="1976" y="2979"/>
                      </a:lnTo>
                      <a:cubicBezTo>
                        <a:pt x="2007" y="3040"/>
                        <a:pt x="2007" y="3162"/>
                        <a:pt x="1946" y="3192"/>
                      </a:cubicBezTo>
                      <a:cubicBezTo>
                        <a:pt x="1900" y="3222"/>
                        <a:pt x="1855" y="3238"/>
                        <a:pt x="1813" y="3238"/>
                      </a:cubicBezTo>
                      <a:cubicBezTo>
                        <a:pt x="1771" y="3238"/>
                        <a:pt x="1733" y="3222"/>
                        <a:pt x="1703" y="3192"/>
                      </a:cubicBezTo>
                      <a:cubicBezTo>
                        <a:pt x="1581" y="3101"/>
                        <a:pt x="1642" y="3010"/>
                        <a:pt x="1733" y="2918"/>
                      </a:cubicBezTo>
                      <a:cubicBezTo>
                        <a:pt x="1757" y="2910"/>
                        <a:pt x="1782" y="2907"/>
                        <a:pt x="1805" y="2907"/>
                      </a:cubicBezTo>
                      <a:close/>
                      <a:moveTo>
                        <a:pt x="791" y="1"/>
                      </a:moveTo>
                      <a:cubicBezTo>
                        <a:pt x="548" y="61"/>
                        <a:pt x="274" y="152"/>
                        <a:pt x="274" y="396"/>
                      </a:cubicBezTo>
                      <a:cubicBezTo>
                        <a:pt x="274" y="639"/>
                        <a:pt x="0" y="882"/>
                        <a:pt x="183" y="1034"/>
                      </a:cubicBezTo>
                      <a:cubicBezTo>
                        <a:pt x="639" y="1429"/>
                        <a:pt x="396" y="1976"/>
                        <a:pt x="639" y="2402"/>
                      </a:cubicBezTo>
                      <a:cubicBezTo>
                        <a:pt x="779" y="2598"/>
                        <a:pt x="426" y="3081"/>
                        <a:pt x="900" y="3081"/>
                      </a:cubicBezTo>
                      <a:cubicBezTo>
                        <a:pt x="939" y="3081"/>
                        <a:pt x="983" y="3077"/>
                        <a:pt x="1034" y="3070"/>
                      </a:cubicBezTo>
                      <a:cubicBezTo>
                        <a:pt x="1064" y="3070"/>
                        <a:pt x="1095" y="3162"/>
                        <a:pt x="1095" y="3222"/>
                      </a:cubicBezTo>
                      <a:cubicBezTo>
                        <a:pt x="1368" y="4225"/>
                        <a:pt x="1459" y="4408"/>
                        <a:pt x="2159" y="4925"/>
                      </a:cubicBezTo>
                      <a:cubicBezTo>
                        <a:pt x="2219" y="4408"/>
                        <a:pt x="2311" y="3891"/>
                        <a:pt x="2432" y="3405"/>
                      </a:cubicBezTo>
                      <a:cubicBezTo>
                        <a:pt x="2584" y="2918"/>
                        <a:pt x="2007" y="2402"/>
                        <a:pt x="2584" y="1946"/>
                      </a:cubicBezTo>
                      <a:cubicBezTo>
                        <a:pt x="2645" y="2037"/>
                        <a:pt x="2736" y="2128"/>
                        <a:pt x="2827" y="2219"/>
                      </a:cubicBezTo>
                      <a:cubicBezTo>
                        <a:pt x="3011" y="2367"/>
                        <a:pt x="3229" y="2447"/>
                        <a:pt x="3453" y="2447"/>
                      </a:cubicBezTo>
                      <a:cubicBezTo>
                        <a:pt x="3599" y="2447"/>
                        <a:pt x="3747" y="2413"/>
                        <a:pt x="3891" y="2341"/>
                      </a:cubicBezTo>
                      <a:cubicBezTo>
                        <a:pt x="3982" y="2250"/>
                        <a:pt x="4074" y="2189"/>
                        <a:pt x="4013" y="2037"/>
                      </a:cubicBezTo>
                      <a:cubicBezTo>
                        <a:pt x="3979" y="1970"/>
                        <a:pt x="3927" y="1949"/>
                        <a:pt x="3872" y="1949"/>
                      </a:cubicBezTo>
                      <a:cubicBezTo>
                        <a:pt x="3827" y="1949"/>
                        <a:pt x="3780" y="1963"/>
                        <a:pt x="3739" y="1976"/>
                      </a:cubicBezTo>
                      <a:cubicBezTo>
                        <a:pt x="3660" y="1996"/>
                        <a:pt x="3555" y="2145"/>
                        <a:pt x="3415" y="2145"/>
                      </a:cubicBezTo>
                      <a:cubicBezTo>
                        <a:pt x="3341" y="2145"/>
                        <a:pt x="3257" y="2103"/>
                        <a:pt x="3162" y="1976"/>
                      </a:cubicBezTo>
                      <a:cubicBezTo>
                        <a:pt x="3496" y="1794"/>
                        <a:pt x="3496" y="1338"/>
                        <a:pt x="3739" y="1095"/>
                      </a:cubicBezTo>
                      <a:cubicBezTo>
                        <a:pt x="4225" y="669"/>
                        <a:pt x="3922" y="487"/>
                        <a:pt x="3587" y="213"/>
                      </a:cubicBezTo>
                      <a:cubicBezTo>
                        <a:pt x="3314" y="1004"/>
                        <a:pt x="2949" y="1520"/>
                        <a:pt x="2463" y="1672"/>
                      </a:cubicBezTo>
                      <a:cubicBezTo>
                        <a:pt x="2463" y="1490"/>
                        <a:pt x="2675" y="1308"/>
                        <a:pt x="2554" y="1156"/>
                      </a:cubicBezTo>
                      <a:cubicBezTo>
                        <a:pt x="2507" y="1109"/>
                        <a:pt x="2458" y="1091"/>
                        <a:pt x="2407" y="1091"/>
                      </a:cubicBezTo>
                      <a:cubicBezTo>
                        <a:pt x="2293" y="1091"/>
                        <a:pt x="2173" y="1183"/>
                        <a:pt x="2067" y="1247"/>
                      </a:cubicBezTo>
                      <a:lnTo>
                        <a:pt x="1551" y="1551"/>
                      </a:lnTo>
                      <a:cubicBezTo>
                        <a:pt x="1490" y="1490"/>
                        <a:pt x="1429" y="1429"/>
                        <a:pt x="1338" y="1429"/>
                      </a:cubicBezTo>
                      <a:cubicBezTo>
                        <a:pt x="760" y="1277"/>
                        <a:pt x="791" y="1277"/>
                        <a:pt x="821" y="669"/>
                      </a:cubicBezTo>
                      <a:cubicBezTo>
                        <a:pt x="821" y="456"/>
                        <a:pt x="1064" y="213"/>
                        <a:pt x="79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457017" y="1015839"/>
                  <a:ext cx="91050" cy="148567"/>
                </a:xfrm>
                <a:custGeom>
                  <a:rect b="b" l="l" r="r" t="t"/>
                  <a:pathLst>
                    <a:path extrusionOk="0" h="5259" w="3223">
                      <a:moveTo>
                        <a:pt x="3131" y="1"/>
                      </a:moveTo>
                      <a:lnTo>
                        <a:pt x="3131" y="1"/>
                      </a:lnTo>
                      <a:cubicBezTo>
                        <a:pt x="2706" y="365"/>
                        <a:pt x="1976" y="1"/>
                        <a:pt x="1855" y="791"/>
                      </a:cubicBezTo>
                      <a:cubicBezTo>
                        <a:pt x="1855" y="882"/>
                        <a:pt x="1672" y="943"/>
                        <a:pt x="1581" y="1004"/>
                      </a:cubicBezTo>
                      <a:cubicBezTo>
                        <a:pt x="1095" y="1247"/>
                        <a:pt x="821" y="1551"/>
                        <a:pt x="1216" y="2098"/>
                      </a:cubicBezTo>
                      <a:cubicBezTo>
                        <a:pt x="1095" y="2128"/>
                        <a:pt x="1034" y="2159"/>
                        <a:pt x="1004" y="2159"/>
                      </a:cubicBezTo>
                      <a:cubicBezTo>
                        <a:pt x="921" y="2113"/>
                        <a:pt x="835" y="2092"/>
                        <a:pt x="752" y="2092"/>
                      </a:cubicBezTo>
                      <a:cubicBezTo>
                        <a:pt x="562" y="2092"/>
                        <a:pt x="389" y="2202"/>
                        <a:pt x="304" y="2371"/>
                      </a:cubicBezTo>
                      <a:cubicBezTo>
                        <a:pt x="183" y="2615"/>
                        <a:pt x="426" y="2767"/>
                        <a:pt x="517" y="2919"/>
                      </a:cubicBezTo>
                      <a:cubicBezTo>
                        <a:pt x="608" y="3192"/>
                        <a:pt x="973" y="3374"/>
                        <a:pt x="821" y="3739"/>
                      </a:cubicBezTo>
                      <a:cubicBezTo>
                        <a:pt x="700" y="3739"/>
                        <a:pt x="578" y="3648"/>
                        <a:pt x="517" y="3557"/>
                      </a:cubicBezTo>
                      <a:cubicBezTo>
                        <a:pt x="451" y="3468"/>
                        <a:pt x="384" y="3347"/>
                        <a:pt x="294" y="3347"/>
                      </a:cubicBezTo>
                      <a:cubicBezTo>
                        <a:pt x="261" y="3347"/>
                        <a:pt x="224" y="3364"/>
                        <a:pt x="183" y="3405"/>
                      </a:cubicBezTo>
                      <a:cubicBezTo>
                        <a:pt x="0" y="3557"/>
                        <a:pt x="183" y="3709"/>
                        <a:pt x="274" y="3861"/>
                      </a:cubicBezTo>
                      <a:cubicBezTo>
                        <a:pt x="304" y="3922"/>
                        <a:pt x="365" y="3982"/>
                        <a:pt x="456" y="3982"/>
                      </a:cubicBezTo>
                      <a:cubicBezTo>
                        <a:pt x="1247" y="4074"/>
                        <a:pt x="1186" y="4651"/>
                        <a:pt x="1186" y="5259"/>
                      </a:cubicBezTo>
                      <a:cubicBezTo>
                        <a:pt x="1763" y="4955"/>
                        <a:pt x="2584" y="5259"/>
                        <a:pt x="2949" y="4378"/>
                      </a:cubicBezTo>
                      <a:cubicBezTo>
                        <a:pt x="2894" y="4365"/>
                        <a:pt x="2843" y="4359"/>
                        <a:pt x="2796" y="4359"/>
                      </a:cubicBezTo>
                      <a:cubicBezTo>
                        <a:pt x="2502" y="4359"/>
                        <a:pt x="2338" y="4577"/>
                        <a:pt x="2128" y="4681"/>
                      </a:cubicBezTo>
                      <a:cubicBezTo>
                        <a:pt x="2042" y="4725"/>
                        <a:pt x="1970" y="4754"/>
                        <a:pt x="1904" y="4754"/>
                      </a:cubicBezTo>
                      <a:cubicBezTo>
                        <a:pt x="1831" y="4754"/>
                        <a:pt x="1767" y="4717"/>
                        <a:pt x="1703" y="4621"/>
                      </a:cubicBezTo>
                      <a:cubicBezTo>
                        <a:pt x="1581" y="4408"/>
                        <a:pt x="1490" y="4256"/>
                        <a:pt x="1703" y="4165"/>
                      </a:cubicBezTo>
                      <a:cubicBezTo>
                        <a:pt x="2037" y="3952"/>
                        <a:pt x="2007" y="3587"/>
                        <a:pt x="2067" y="3314"/>
                      </a:cubicBezTo>
                      <a:cubicBezTo>
                        <a:pt x="2189" y="2919"/>
                        <a:pt x="2159" y="2493"/>
                        <a:pt x="2523" y="2128"/>
                      </a:cubicBezTo>
                      <a:cubicBezTo>
                        <a:pt x="2736" y="1916"/>
                        <a:pt x="2766" y="1551"/>
                        <a:pt x="2614" y="1277"/>
                      </a:cubicBezTo>
                      <a:cubicBezTo>
                        <a:pt x="2402" y="1004"/>
                        <a:pt x="2523" y="852"/>
                        <a:pt x="2736" y="700"/>
                      </a:cubicBezTo>
                      <a:cubicBezTo>
                        <a:pt x="2949" y="517"/>
                        <a:pt x="3222" y="487"/>
                        <a:pt x="313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9"/>
                <p:cNvSpPr/>
                <p:nvPr/>
              </p:nvSpPr>
              <p:spPr>
                <a:xfrm>
                  <a:off x="391760" y="614525"/>
                  <a:ext cx="97067" cy="116729"/>
                </a:xfrm>
                <a:custGeom>
                  <a:rect b="b" l="l" r="r" t="t"/>
                  <a:pathLst>
                    <a:path extrusionOk="0" h="4132" w="3436">
                      <a:moveTo>
                        <a:pt x="454" y="1"/>
                      </a:moveTo>
                      <a:cubicBezTo>
                        <a:pt x="371" y="1"/>
                        <a:pt x="258" y="41"/>
                        <a:pt x="304" y="133"/>
                      </a:cubicBezTo>
                      <a:cubicBezTo>
                        <a:pt x="396" y="377"/>
                        <a:pt x="92" y="559"/>
                        <a:pt x="213" y="711"/>
                      </a:cubicBezTo>
                      <a:cubicBezTo>
                        <a:pt x="517" y="1136"/>
                        <a:pt x="365" y="1380"/>
                        <a:pt x="0" y="1592"/>
                      </a:cubicBezTo>
                      <a:lnTo>
                        <a:pt x="0" y="3811"/>
                      </a:lnTo>
                      <a:lnTo>
                        <a:pt x="92" y="3933"/>
                      </a:lnTo>
                      <a:cubicBezTo>
                        <a:pt x="183" y="4070"/>
                        <a:pt x="304" y="4092"/>
                        <a:pt x="434" y="4092"/>
                      </a:cubicBezTo>
                      <a:cubicBezTo>
                        <a:pt x="498" y="4092"/>
                        <a:pt x="565" y="4087"/>
                        <a:pt x="630" y="4087"/>
                      </a:cubicBezTo>
                      <a:cubicBezTo>
                        <a:pt x="696" y="4087"/>
                        <a:pt x="760" y="4092"/>
                        <a:pt x="821" y="4115"/>
                      </a:cubicBezTo>
                      <a:cubicBezTo>
                        <a:pt x="852" y="4127"/>
                        <a:pt x="877" y="4132"/>
                        <a:pt x="897" y="4132"/>
                      </a:cubicBezTo>
                      <a:cubicBezTo>
                        <a:pt x="1036" y="4132"/>
                        <a:pt x="950" y="3883"/>
                        <a:pt x="1003" y="3751"/>
                      </a:cubicBezTo>
                      <a:cubicBezTo>
                        <a:pt x="1179" y="3417"/>
                        <a:pt x="1507" y="3235"/>
                        <a:pt x="1840" y="3235"/>
                      </a:cubicBezTo>
                      <a:cubicBezTo>
                        <a:pt x="2084" y="3235"/>
                        <a:pt x="2331" y="3332"/>
                        <a:pt x="2523" y="3538"/>
                      </a:cubicBezTo>
                      <a:cubicBezTo>
                        <a:pt x="2641" y="3656"/>
                        <a:pt x="2741" y="3700"/>
                        <a:pt x="2827" y="3700"/>
                      </a:cubicBezTo>
                      <a:cubicBezTo>
                        <a:pt x="2964" y="3700"/>
                        <a:pt x="3068" y="3589"/>
                        <a:pt x="3162" y="3477"/>
                      </a:cubicBezTo>
                      <a:cubicBezTo>
                        <a:pt x="3435" y="3203"/>
                        <a:pt x="3131" y="3051"/>
                        <a:pt x="3010" y="2899"/>
                      </a:cubicBezTo>
                      <a:cubicBezTo>
                        <a:pt x="2969" y="2849"/>
                        <a:pt x="2912" y="2839"/>
                        <a:pt x="2847" y="2839"/>
                      </a:cubicBezTo>
                      <a:cubicBezTo>
                        <a:pt x="2805" y="2839"/>
                        <a:pt x="2759" y="2843"/>
                        <a:pt x="2713" y="2843"/>
                      </a:cubicBezTo>
                      <a:cubicBezTo>
                        <a:pt x="2622" y="2843"/>
                        <a:pt x="2530" y="2825"/>
                        <a:pt x="2462" y="2717"/>
                      </a:cubicBezTo>
                      <a:cubicBezTo>
                        <a:pt x="2098" y="2200"/>
                        <a:pt x="1581" y="1836"/>
                        <a:pt x="973" y="1714"/>
                      </a:cubicBezTo>
                      <a:cubicBezTo>
                        <a:pt x="851" y="1684"/>
                        <a:pt x="669" y="1471"/>
                        <a:pt x="699" y="1410"/>
                      </a:cubicBezTo>
                      <a:cubicBezTo>
                        <a:pt x="912" y="985"/>
                        <a:pt x="365" y="620"/>
                        <a:pt x="608" y="194"/>
                      </a:cubicBezTo>
                      <a:cubicBezTo>
                        <a:pt x="669" y="103"/>
                        <a:pt x="608" y="12"/>
                        <a:pt x="517" y="12"/>
                      </a:cubicBezTo>
                      <a:cubicBezTo>
                        <a:pt x="503" y="5"/>
                        <a:pt x="480" y="1"/>
                        <a:pt x="45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
                <p:cNvSpPr/>
                <p:nvPr/>
              </p:nvSpPr>
              <p:spPr>
                <a:xfrm>
                  <a:off x="537726" y="602829"/>
                  <a:ext cx="95344" cy="100457"/>
                </a:xfrm>
                <a:custGeom>
                  <a:rect b="b" l="l" r="r" t="t"/>
                  <a:pathLst>
                    <a:path extrusionOk="0" h="3556" w="3375">
                      <a:moveTo>
                        <a:pt x="1855" y="0"/>
                      </a:moveTo>
                      <a:cubicBezTo>
                        <a:pt x="1703" y="0"/>
                        <a:pt x="1642" y="122"/>
                        <a:pt x="1612" y="274"/>
                      </a:cubicBezTo>
                      <a:cubicBezTo>
                        <a:pt x="1581" y="669"/>
                        <a:pt x="1612" y="1095"/>
                        <a:pt x="1125" y="1277"/>
                      </a:cubicBezTo>
                      <a:cubicBezTo>
                        <a:pt x="761" y="1459"/>
                        <a:pt x="821" y="1672"/>
                        <a:pt x="1004" y="2006"/>
                      </a:cubicBezTo>
                      <a:cubicBezTo>
                        <a:pt x="1216" y="2310"/>
                        <a:pt x="1551" y="2462"/>
                        <a:pt x="1368" y="3009"/>
                      </a:cubicBezTo>
                      <a:cubicBezTo>
                        <a:pt x="1160" y="2644"/>
                        <a:pt x="771" y="2413"/>
                        <a:pt x="377" y="2413"/>
                      </a:cubicBezTo>
                      <a:cubicBezTo>
                        <a:pt x="312" y="2413"/>
                        <a:pt x="247" y="2419"/>
                        <a:pt x="183" y="2432"/>
                      </a:cubicBezTo>
                      <a:cubicBezTo>
                        <a:pt x="122" y="2675"/>
                        <a:pt x="61" y="2918"/>
                        <a:pt x="1" y="3253"/>
                      </a:cubicBezTo>
                      <a:cubicBezTo>
                        <a:pt x="47" y="3242"/>
                        <a:pt x="93" y="3238"/>
                        <a:pt x="139" y="3238"/>
                      </a:cubicBezTo>
                      <a:cubicBezTo>
                        <a:pt x="354" y="3238"/>
                        <a:pt x="560" y="3336"/>
                        <a:pt x="756" y="3336"/>
                      </a:cubicBezTo>
                      <a:cubicBezTo>
                        <a:pt x="872" y="3336"/>
                        <a:pt x="985" y="3302"/>
                        <a:pt x="1095" y="3192"/>
                      </a:cubicBezTo>
                      <a:cubicBezTo>
                        <a:pt x="1133" y="3154"/>
                        <a:pt x="1182" y="3137"/>
                        <a:pt x="1233" y="3137"/>
                      </a:cubicBezTo>
                      <a:cubicBezTo>
                        <a:pt x="1303" y="3137"/>
                        <a:pt x="1376" y="3169"/>
                        <a:pt x="1429" y="3222"/>
                      </a:cubicBezTo>
                      <a:cubicBezTo>
                        <a:pt x="1519" y="3356"/>
                        <a:pt x="1608" y="3556"/>
                        <a:pt x="1770" y="3556"/>
                      </a:cubicBezTo>
                      <a:cubicBezTo>
                        <a:pt x="1828" y="3556"/>
                        <a:pt x="1896" y="3530"/>
                        <a:pt x="1976" y="3465"/>
                      </a:cubicBezTo>
                      <a:cubicBezTo>
                        <a:pt x="2159" y="3344"/>
                        <a:pt x="2493" y="3253"/>
                        <a:pt x="2493" y="3040"/>
                      </a:cubicBezTo>
                      <a:cubicBezTo>
                        <a:pt x="2493" y="2584"/>
                        <a:pt x="2858" y="2462"/>
                        <a:pt x="3071" y="2219"/>
                      </a:cubicBezTo>
                      <a:cubicBezTo>
                        <a:pt x="3283" y="2006"/>
                        <a:pt x="3375" y="1672"/>
                        <a:pt x="3283" y="1368"/>
                      </a:cubicBezTo>
                      <a:cubicBezTo>
                        <a:pt x="3259" y="1129"/>
                        <a:pt x="3066" y="965"/>
                        <a:pt x="2852" y="965"/>
                      </a:cubicBezTo>
                      <a:cubicBezTo>
                        <a:pt x="2794" y="965"/>
                        <a:pt x="2734" y="977"/>
                        <a:pt x="2675" y="1003"/>
                      </a:cubicBezTo>
                      <a:cubicBezTo>
                        <a:pt x="2669" y="1007"/>
                        <a:pt x="2662" y="1008"/>
                        <a:pt x="2654" y="1008"/>
                      </a:cubicBezTo>
                      <a:cubicBezTo>
                        <a:pt x="2594" y="1008"/>
                        <a:pt x="2513" y="912"/>
                        <a:pt x="2432" y="912"/>
                      </a:cubicBezTo>
                      <a:cubicBezTo>
                        <a:pt x="2007" y="912"/>
                        <a:pt x="1764" y="760"/>
                        <a:pt x="1946" y="304"/>
                      </a:cubicBezTo>
                      <a:cubicBezTo>
                        <a:pt x="2007" y="152"/>
                        <a:pt x="1976" y="31"/>
                        <a:pt x="185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852851" y="320954"/>
                  <a:ext cx="102208" cy="115034"/>
                </a:xfrm>
                <a:custGeom>
                  <a:rect b="b" l="l" r="r" t="t"/>
                  <a:pathLst>
                    <a:path extrusionOk="0" h="4072" w="3618">
                      <a:moveTo>
                        <a:pt x="1118" y="1477"/>
                      </a:moveTo>
                      <a:cubicBezTo>
                        <a:pt x="1192" y="1477"/>
                        <a:pt x="1240" y="1533"/>
                        <a:pt x="1277" y="1589"/>
                      </a:cubicBezTo>
                      <a:cubicBezTo>
                        <a:pt x="1338" y="1711"/>
                        <a:pt x="1551" y="1863"/>
                        <a:pt x="1399" y="2045"/>
                      </a:cubicBezTo>
                      <a:cubicBezTo>
                        <a:pt x="1361" y="2083"/>
                        <a:pt x="1324" y="2097"/>
                        <a:pt x="1288" y="2097"/>
                      </a:cubicBezTo>
                      <a:cubicBezTo>
                        <a:pt x="1208" y="2097"/>
                        <a:pt x="1137" y="2026"/>
                        <a:pt x="1095" y="1984"/>
                      </a:cubicBezTo>
                      <a:cubicBezTo>
                        <a:pt x="1004" y="1893"/>
                        <a:pt x="852" y="1741"/>
                        <a:pt x="943" y="1559"/>
                      </a:cubicBezTo>
                      <a:cubicBezTo>
                        <a:pt x="1014" y="1500"/>
                        <a:pt x="1071" y="1477"/>
                        <a:pt x="1118" y="1477"/>
                      </a:cubicBezTo>
                      <a:close/>
                      <a:moveTo>
                        <a:pt x="1911" y="0"/>
                      </a:moveTo>
                      <a:cubicBezTo>
                        <a:pt x="1800" y="0"/>
                        <a:pt x="1660" y="55"/>
                        <a:pt x="1490" y="161"/>
                      </a:cubicBezTo>
                      <a:cubicBezTo>
                        <a:pt x="1156" y="404"/>
                        <a:pt x="791" y="647"/>
                        <a:pt x="457" y="890"/>
                      </a:cubicBezTo>
                      <a:cubicBezTo>
                        <a:pt x="92" y="1133"/>
                        <a:pt x="1" y="1620"/>
                        <a:pt x="244" y="1984"/>
                      </a:cubicBezTo>
                      <a:cubicBezTo>
                        <a:pt x="332" y="1940"/>
                        <a:pt x="434" y="1889"/>
                        <a:pt x="510" y="1889"/>
                      </a:cubicBezTo>
                      <a:cubicBezTo>
                        <a:pt x="590" y="1889"/>
                        <a:pt x="640" y="1948"/>
                        <a:pt x="609" y="2136"/>
                      </a:cubicBezTo>
                      <a:cubicBezTo>
                        <a:pt x="548" y="2471"/>
                        <a:pt x="366" y="2775"/>
                        <a:pt x="548" y="3139"/>
                      </a:cubicBezTo>
                      <a:lnTo>
                        <a:pt x="1" y="3534"/>
                      </a:lnTo>
                      <a:cubicBezTo>
                        <a:pt x="1" y="3626"/>
                        <a:pt x="31" y="3686"/>
                        <a:pt x="92" y="3778"/>
                      </a:cubicBezTo>
                      <a:cubicBezTo>
                        <a:pt x="169" y="3881"/>
                        <a:pt x="203" y="4071"/>
                        <a:pt x="360" y="4071"/>
                      </a:cubicBezTo>
                      <a:cubicBezTo>
                        <a:pt x="388" y="4071"/>
                        <a:pt x="420" y="4065"/>
                        <a:pt x="457" y="4051"/>
                      </a:cubicBezTo>
                      <a:cubicBezTo>
                        <a:pt x="700" y="3960"/>
                        <a:pt x="518" y="3808"/>
                        <a:pt x="578" y="3656"/>
                      </a:cubicBezTo>
                      <a:cubicBezTo>
                        <a:pt x="639" y="3474"/>
                        <a:pt x="730" y="3291"/>
                        <a:pt x="578" y="3109"/>
                      </a:cubicBezTo>
                      <a:cubicBezTo>
                        <a:pt x="761" y="3018"/>
                        <a:pt x="974" y="2866"/>
                        <a:pt x="1126" y="2744"/>
                      </a:cubicBezTo>
                      <a:cubicBezTo>
                        <a:pt x="1429" y="2440"/>
                        <a:pt x="2007" y="2440"/>
                        <a:pt x="1977" y="1832"/>
                      </a:cubicBezTo>
                      <a:cubicBezTo>
                        <a:pt x="1977" y="1711"/>
                        <a:pt x="2098" y="1741"/>
                        <a:pt x="2250" y="1711"/>
                      </a:cubicBezTo>
                      <a:cubicBezTo>
                        <a:pt x="2269" y="1710"/>
                        <a:pt x="2287" y="1709"/>
                        <a:pt x="2304" y="1709"/>
                      </a:cubicBezTo>
                      <a:cubicBezTo>
                        <a:pt x="2789" y="1709"/>
                        <a:pt x="2677" y="2116"/>
                        <a:pt x="2706" y="2410"/>
                      </a:cubicBezTo>
                      <a:cubicBezTo>
                        <a:pt x="3010" y="2349"/>
                        <a:pt x="3314" y="2197"/>
                        <a:pt x="3527" y="1984"/>
                      </a:cubicBezTo>
                      <a:cubicBezTo>
                        <a:pt x="3588" y="1923"/>
                        <a:pt x="3618" y="1893"/>
                        <a:pt x="3618" y="1832"/>
                      </a:cubicBezTo>
                      <a:cubicBezTo>
                        <a:pt x="3618" y="1528"/>
                        <a:pt x="3405" y="1346"/>
                        <a:pt x="3253" y="1133"/>
                      </a:cubicBezTo>
                      <a:cubicBezTo>
                        <a:pt x="3071" y="920"/>
                        <a:pt x="3527" y="708"/>
                        <a:pt x="3192" y="495"/>
                      </a:cubicBezTo>
                      <a:cubicBezTo>
                        <a:pt x="3181" y="494"/>
                        <a:pt x="3169" y="493"/>
                        <a:pt x="3158" y="493"/>
                      </a:cubicBezTo>
                      <a:cubicBezTo>
                        <a:pt x="2827" y="493"/>
                        <a:pt x="2646" y="891"/>
                        <a:pt x="2315" y="891"/>
                      </a:cubicBezTo>
                      <a:cubicBezTo>
                        <a:pt x="2304" y="891"/>
                        <a:pt x="2292" y="891"/>
                        <a:pt x="2281" y="890"/>
                      </a:cubicBezTo>
                      <a:cubicBezTo>
                        <a:pt x="2250" y="829"/>
                        <a:pt x="2220" y="799"/>
                        <a:pt x="2189" y="738"/>
                      </a:cubicBezTo>
                      <a:cubicBezTo>
                        <a:pt x="2189" y="708"/>
                        <a:pt x="2250" y="647"/>
                        <a:pt x="2250" y="586"/>
                      </a:cubicBezTo>
                      <a:cubicBezTo>
                        <a:pt x="2230" y="190"/>
                        <a:pt x="2120" y="0"/>
                        <a:pt x="191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9"/>
                <p:cNvSpPr/>
                <p:nvPr/>
              </p:nvSpPr>
              <p:spPr>
                <a:xfrm>
                  <a:off x="495662" y="430930"/>
                  <a:ext cx="76360" cy="173653"/>
                </a:xfrm>
                <a:custGeom>
                  <a:rect b="b" l="l" r="r" t="t"/>
                  <a:pathLst>
                    <a:path extrusionOk="0" h="6147" w="2703">
                      <a:moveTo>
                        <a:pt x="912" y="0"/>
                      </a:moveTo>
                      <a:cubicBezTo>
                        <a:pt x="823" y="0"/>
                        <a:pt x="735" y="32"/>
                        <a:pt x="669" y="97"/>
                      </a:cubicBezTo>
                      <a:cubicBezTo>
                        <a:pt x="487" y="280"/>
                        <a:pt x="152" y="341"/>
                        <a:pt x="152" y="736"/>
                      </a:cubicBezTo>
                      <a:cubicBezTo>
                        <a:pt x="517" y="736"/>
                        <a:pt x="851" y="979"/>
                        <a:pt x="973" y="1313"/>
                      </a:cubicBezTo>
                      <a:cubicBezTo>
                        <a:pt x="1125" y="1678"/>
                        <a:pt x="973" y="2073"/>
                        <a:pt x="1186" y="2407"/>
                      </a:cubicBezTo>
                      <a:cubicBezTo>
                        <a:pt x="730" y="2620"/>
                        <a:pt x="882" y="3319"/>
                        <a:pt x="335" y="3502"/>
                      </a:cubicBezTo>
                      <a:cubicBezTo>
                        <a:pt x="91" y="3623"/>
                        <a:pt x="0" y="3806"/>
                        <a:pt x="183" y="4079"/>
                      </a:cubicBezTo>
                      <a:cubicBezTo>
                        <a:pt x="304" y="4201"/>
                        <a:pt x="243" y="4322"/>
                        <a:pt x="243" y="4474"/>
                      </a:cubicBezTo>
                      <a:cubicBezTo>
                        <a:pt x="243" y="4878"/>
                        <a:pt x="332" y="5059"/>
                        <a:pt x="572" y="5059"/>
                      </a:cubicBezTo>
                      <a:cubicBezTo>
                        <a:pt x="676" y="5059"/>
                        <a:pt x="808" y="5025"/>
                        <a:pt x="973" y="4961"/>
                      </a:cubicBezTo>
                      <a:cubicBezTo>
                        <a:pt x="1011" y="4935"/>
                        <a:pt x="1050" y="4926"/>
                        <a:pt x="1089" y="4926"/>
                      </a:cubicBezTo>
                      <a:cubicBezTo>
                        <a:pt x="1141" y="4926"/>
                        <a:pt x="1194" y="4943"/>
                        <a:pt x="1246" y="4961"/>
                      </a:cubicBezTo>
                      <a:cubicBezTo>
                        <a:pt x="973" y="5477"/>
                        <a:pt x="1368" y="5781"/>
                        <a:pt x="1642" y="6116"/>
                      </a:cubicBezTo>
                      <a:cubicBezTo>
                        <a:pt x="1672" y="6146"/>
                        <a:pt x="1763" y="6146"/>
                        <a:pt x="1794" y="6146"/>
                      </a:cubicBezTo>
                      <a:cubicBezTo>
                        <a:pt x="1854" y="6116"/>
                        <a:pt x="1946" y="5994"/>
                        <a:pt x="1915" y="5933"/>
                      </a:cubicBezTo>
                      <a:cubicBezTo>
                        <a:pt x="1520" y="5477"/>
                        <a:pt x="1915" y="4991"/>
                        <a:pt x="1854" y="4444"/>
                      </a:cubicBezTo>
                      <a:lnTo>
                        <a:pt x="1854" y="4444"/>
                      </a:lnTo>
                      <a:cubicBezTo>
                        <a:pt x="1567" y="4540"/>
                        <a:pt x="1380" y="4602"/>
                        <a:pt x="1242" y="4602"/>
                      </a:cubicBezTo>
                      <a:cubicBezTo>
                        <a:pt x="985" y="4602"/>
                        <a:pt x="895" y="4388"/>
                        <a:pt x="639" y="3775"/>
                      </a:cubicBezTo>
                      <a:cubicBezTo>
                        <a:pt x="1611" y="3471"/>
                        <a:pt x="1368" y="2529"/>
                        <a:pt x="1581" y="1800"/>
                      </a:cubicBezTo>
                      <a:lnTo>
                        <a:pt x="1581" y="1800"/>
                      </a:lnTo>
                      <a:cubicBezTo>
                        <a:pt x="1885" y="1921"/>
                        <a:pt x="2189" y="1800"/>
                        <a:pt x="2493" y="1982"/>
                      </a:cubicBezTo>
                      <a:cubicBezTo>
                        <a:pt x="2510" y="1994"/>
                        <a:pt x="2526" y="1998"/>
                        <a:pt x="2542" y="1998"/>
                      </a:cubicBezTo>
                      <a:cubicBezTo>
                        <a:pt x="2606" y="1998"/>
                        <a:pt x="2650" y="1910"/>
                        <a:pt x="2675" y="1860"/>
                      </a:cubicBezTo>
                      <a:cubicBezTo>
                        <a:pt x="2703" y="1777"/>
                        <a:pt x="2629" y="1644"/>
                        <a:pt x="2570" y="1644"/>
                      </a:cubicBezTo>
                      <a:cubicBezTo>
                        <a:pt x="2565" y="1644"/>
                        <a:pt x="2559" y="1645"/>
                        <a:pt x="2553" y="1648"/>
                      </a:cubicBezTo>
                      <a:cubicBezTo>
                        <a:pt x="2508" y="1656"/>
                        <a:pt x="2466" y="1660"/>
                        <a:pt x="2428" y="1660"/>
                      </a:cubicBezTo>
                      <a:cubicBezTo>
                        <a:pt x="2055" y="1660"/>
                        <a:pt x="1989" y="1285"/>
                        <a:pt x="1824" y="1009"/>
                      </a:cubicBezTo>
                      <a:cubicBezTo>
                        <a:pt x="1642" y="736"/>
                        <a:pt x="1429" y="432"/>
                        <a:pt x="1216" y="158"/>
                      </a:cubicBezTo>
                      <a:cubicBezTo>
                        <a:pt x="1147" y="55"/>
                        <a:pt x="1029" y="0"/>
                        <a:pt x="91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a:off x="760983" y="460197"/>
                  <a:ext cx="127125" cy="100570"/>
                </a:xfrm>
                <a:custGeom>
                  <a:rect b="b" l="l" r="r" t="t"/>
                  <a:pathLst>
                    <a:path extrusionOk="0" h="3560" w="4500">
                      <a:moveTo>
                        <a:pt x="1287" y="1"/>
                      </a:moveTo>
                      <a:cubicBezTo>
                        <a:pt x="1274" y="1"/>
                        <a:pt x="1261" y="2"/>
                        <a:pt x="1247" y="4"/>
                      </a:cubicBezTo>
                      <a:cubicBezTo>
                        <a:pt x="1034" y="64"/>
                        <a:pt x="791" y="156"/>
                        <a:pt x="791" y="460"/>
                      </a:cubicBezTo>
                      <a:cubicBezTo>
                        <a:pt x="791" y="642"/>
                        <a:pt x="791" y="703"/>
                        <a:pt x="578" y="703"/>
                      </a:cubicBezTo>
                      <a:cubicBezTo>
                        <a:pt x="213" y="764"/>
                        <a:pt x="1" y="1128"/>
                        <a:pt x="153" y="1463"/>
                      </a:cubicBezTo>
                      <a:cubicBezTo>
                        <a:pt x="487" y="2131"/>
                        <a:pt x="973" y="2648"/>
                        <a:pt x="1612" y="3013"/>
                      </a:cubicBezTo>
                      <a:cubicBezTo>
                        <a:pt x="1710" y="3075"/>
                        <a:pt x="1792" y="3098"/>
                        <a:pt x="1865" y="3098"/>
                      </a:cubicBezTo>
                      <a:cubicBezTo>
                        <a:pt x="2040" y="3098"/>
                        <a:pt x="2160" y="2965"/>
                        <a:pt x="2311" y="2922"/>
                      </a:cubicBezTo>
                      <a:cubicBezTo>
                        <a:pt x="2324" y="2918"/>
                        <a:pt x="2336" y="2917"/>
                        <a:pt x="2349" y="2917"/>
                      </a:cubicBezTo>
                      <a:cubicBezTo>
                        <a:pt x="2451" y="2917"/>
                        <a:pt x="2530" y="3023"/>
                        <a:pt x="2584" y="3104"/>
                      </a:cubicBezTo>
                      <a:cubicBezTo>
                        <a:pt x="2635" y="3180"/>
                        <a:pt x="2769" y="3339"/>
                        <a:pt x="2865" y="3339"/>
                      </a:cubicBezTo>
                      <a:cubicBezTo>
                        <a:pt x="2885" y="3339"/>
                        <a:pt x="2903" y="3332"/>
                        <a:pt x="2919" y="3317"/>
                      </a:cubicBezTo>
                      <a:cubicBezTo>
                        <a:pt x="3063" y="3192"/>
                        <a:pt x="3188" y="3143"/>
                        <a:pt x="3300" y="3143"/>
                      </a:cubicBezTo>
                      <a:cubicBezTo>
                        <a:pt x="3541" y="3143"/>
                        <a:pt x="3715" y="3373"/>
                        <a:pt x="3861" y="3560"/>
                      </a:cubicBezTo>
                      <a:cubicBezTo>
                        <a:pt x="4104" y="3408"/>
                        <a:pt x="4134" y="3286"/>
                        <a:pt x="4074" y="3256"/>
                      </a:cubicBezTo>
                      <a:cubicBezTo>
                        <a:pt x="3952" y="3074"/>
                        <a:pt x="4499" y="2678"/>
                        <a:pt x="3922" y="2678"/>
                      </a:cubicBezTo>
                      <a:cubicBezTo>
                        <a:pt x="3587" y="2678"/>
                        <a:pt x="3557" y="2283"/>
                        <a:pt x="3283" y="2253"/>
                      </a:cubicBezTo>
                      <a:cubicBezTo>
                        <a:pt x="3222" y="2253"/>
                        <a:pt x="3131" y="2344"/>
                        <a:pt x="3101" y="2405"/>
                      </a:cubicBezTo>
                      <a:cubicBezTo>
                        <a:pt x="2975" y="2603"/>
                        <a:pt x="2796" y="2705"/>
                        <a:pt x="2620" y="2705"/>
                      </a:cubicBezTo>
                      <a:cubicBezTo>
                        <a:pt x="2499" y="2705"/>
                        <a:pt x="2380" y="2656"/>
                        <a:pt x="2280" y="2557"/>
                      </a:cubicBezTo>
                      <a:cubicBezTo>
                        <a:pt x="2189" y="2466"/>
                        <a:pt x="2128" y="2374"/>
                        <a:pt x="2128" y="2253"/>
                      </a:cubicBezTo>
                      <a:cubicBezTo>
                        <a:pt x="2143" y="2147"/>
                        <a:pt x="2189" y="2116"/>
                        <a:pt x="2250" y="2116"/>
                      </a:cubicBezTo>
                      <a:cubicBezTo>
                        <a:pt x="2311" y="2116"/>
                        <a:pt x="2387" y="2147"/>
                        <a:pt x="2463" y="2162"/>
                      </a:cubicBezTo>
                      <a:cubicBezTo>
                        <a:pt x="2494" y="2177"/>
                        <a:pt x="2525" y="2185"/>
                        <a:pt x="2555" y="2185"/>
                      </a:cubicBezTo>
                      <a:cubicBezTo>
                        <a:pt x="2639" y="2185"/>
                        <a:pt x="2706" y="2122"/>
                        <a:pt x="2706" y="2010"/>
                      </a:cubicBezTo>
                      <a:cubicBezTo>
                        <a:pt x="2706" y="1956"/>
                        <a:pt x="2657" y="1853"/>
                        <a:pt x="2582" y="1853"/>
                      </a:cubicBezTo>
                      <a:cubicBezTo>
                        <a:pt x="2573" y="1853"/>
                        <a:pt x="2564" y="1854"/>
                        <a:pt x="2554" y="1858"/>
                      </a:cubicBezTo>
                      <a:cubicBezTo>
                        <a:pt x="2531" y="1861"/>
                        <a:pt x="2508" y="1862"/>
                        <a:pt x="2486" y="1862"/>
                      </a:cubicBezTo>
                      <a:cubicBezTo>
                        <a:pt x="2052" y="1862"/>
                        <a:pt x="1892" y="1311"/>
                        <a:pt x="1429" y="1311"/>
                      </a:cubicBezTo>
                      <a:cubicBezTo>
                        <a:pt x="1308" y="1311"/>
                        <a:pt x="1125" y="976"/>
                        <a:pt x="1429" y="764"/>
                      </a:cubicBezTo>
                      <a:cubicBezTo>
                        <a:pt x="1581" y="672"/>
                        <a:pt x="1763" y="581"/>
                        <a:pt x="1642" y="338"/>
                      </a:cubicBezTo>
                      <a:cubicBezTo>
                        <a:pt x="1557" y="196"/>
                        <a:pt x="1471" y="1"/>
                        <a:pt x="128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570354" y="547743"/>
                  <a:ext cx="103084" cy="63534"/>
                </a:xfrm>
                <a:custGeom>
                  <a:rect b="b" l="l" r="r" t="t"/>
                  <a:pathLst>
                    <a:path extrusionOk="0" h="2249" w="3649">
                      <a:moveTo>
                        <a:pt x="1522" y="0"/>
                      </a:moveTo>
                      <a:cubicBezTo>
                        <a:pt x="1350" y="0"/>
                        <a:pt x="1156" y="109"/>
                        <a:pt x="1156" y="218"/>
                      </a:cubicBezTo>
                      <a:cubicBezTo>
                        <a:pt x="1065" y="856"/>
                        <a:pt x="517" y="1008"/>
                        <a:pt x="122" y="1342"/>
                      </a:cubicBezTo>
                      <a:cubicBezTo>
                        <a:pt x="31" y="1403"/>
                        <a:pt x="1" y="1555"/>
                        <a:pt x="61" y="1646"/>
                      </a:cubicBezTo>
                      <a:cubicBezTo>
                        <a:pt x="99" y="1684"/>
                        <a:pt x="160" y="1710"/>
                        <a:pt x="215" y="1710"/>
                      </a:cubicBezTo>
                      <a:cubicBezTo>
                        <a:pt x="249" y="1710"/>
                        <a:pt x="281" y="1700"/>
                        <a:pt x="305" y="1677"/>
                      </a:cubicBezTo>
                      <a:cubicBezTo>
                        <a:pt x="444" y="1548"/>
                        <a:pt x="565" y="1495"/>
                        <a:pt x="670" y="1495"/>
                      </a:cubicBezTo>
                      <a:cubicBezTo>
                        <a:pt x="864" y="1495"/>
                        <a:pt x="1007" y="1673"/>
                        <a:pt x="1125" y="1890"/>
                      </a:cubicBezTo>
                      <a:cubicBezTo>
                        <a:pt x="1219" y="2077"/>
                        <a:pt x="1329" y="2152"/>
                        <a:pt x="1454" y="2152"/>
                      </a:cubicBezTo>
                      <a:cubicBezTo>
                        <a:pt x="1573" y="2152"/>
                        <a:pt x="1707" y="2084"/>
                        <a:pt x="1855" y="1981"/>
                      </a:cubicBezTo>
                      <a:cubicBezTo>
                        <a:pt x="2057" y="1854"/>
                        <a:pt x="2234" y="1791"/>
                        <a:pt x="2403" y="1791"/>
                      </a:cubicBezTo>
                      <a:cubicBezTo>
                        <a:pt x="2641" y="1791"/>
                        <a:pt x="2865" y="1915"/>
                        <a:pt x="3131" y="2163"/>
                      </a:cubicBezTo>
                      <a:cubicBezTo>
                        <a:pt x="3184" y="2216"/>
                        <a:pt x="3268" y="2249"/>
                        <a:pt x="3347" y="2249"/>
                      </a:cubicBezTo>
                      <a:cubicBezTo>
                        <a:pt x="3404" y="2249"/>
                        <a:pt x="3458" y="2232"/>
                        <a:pt x="3496" y="2193"/>
                      </a:cubicBezTo>
                      <a:cubicBezTo>
                        <a:pt x="3375" y="1920"/>
                        <a:pt x="3648" y="1707"/>
                        <a:pt x="3587" y="1403"/>
                      </a:cubicBezTo>
                      <a:cubicBezTo>
                        <a:pt x="3538" y="1376"/>
                        <a:pt x="3493" y="1365"/>
                        <a:pt x="3450" y="1365"/>
                      </a:cubicBezTo>
                      <a:cubicBezTo>
                        <a:pt x="3258" y="1365"/>
                        <a:pt x="3123" y="1588"/>
                        <a:pt x="2938" y="1588"/>
                      </a:cubicBezTo>
                      <a:cubicBezTo>
                        <a:pt x="2886" y="1588"/>
                        <a:pt x="2829" y="1570"/>
                        <a:pt x="2767" y="1525"/>
                      </a:cubicBezTo>
                      <a:cubicBezTo>
                        <a:pt x="2463" y="1312"/>
                        <a:pt x="2706" y="947"/>
                        <a:pt x="2615" y="704"/>
                      </a:cubicBezTo>
                      <a:cubicBezTo>
                        <a:pt x="2584" y="696"/>
                        <a:pt x="2552" y="693"/>
                        <a:pt x="2519" y="693"/>
                      </a:cubicBezTo>
                      <a:cubicBezTo>
                        <a:pt x="2421" y="693"/>
                        <a:pt x="2318" y="727"/>
                        <a:pt x="2250" y="795"/>
                      </a:cubicBezTo>
                      <a:cubicBezTo>
                        <a:pt x="2186" y="838"/>
                        <a:pt x="2123" y="895"/>
                        <a:pt x="2039" y="895"/>
                      </a:cubicBezTo>
                      <a:cubicBezTo>
                        <a:pt x="2002" y="895"/>
                        <a:pt x="1962" y="884"/>
                        <a:pt x="1916" y="856"/>
                      </a:cubicBezTo>
                      <a:cubicBezTo>
                        <a:pt x="1733" y="704"/>
                        <a:pt x="2007" y="552"/>
                        <a:pt x="1916" y="370"/>
                      </a:cubicBezTo>
                      <a:cubicBezTo>
                        <a:pt x="1824" y="218"/>
                        <a:pt x="1794" y="35"/>
                        <a:pt x="1581" y="5"/>
                      </a:cubicBezTo>
                      <a:cubicBezTo>
                        <a:pt x="1562" y="2"/>
                        <a:pt x="1542" y="0"/>
                        <a:pt x="152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931865" y="516103"/>
                  <a:ext cx="28" cy="3447"/>
                </a:xfrm>
                <a:custGeom>
                  <a:rect b="b" l="l" r="r" t="t"/>
                  <a:pathLst>
                    <a:path extrusionOk="0" h="122" w="1">
                      <a:moveTo>
                        <a:pt x="0" y="122"/>
                      </a:moveTo>
                      <a:lnTo>
                        <a:pt x="0" y="122"/>
                      </a:lnTo>
                      <a:lnTo>
                        <a:pt x="0" y="0"/>
                      </a:lnTo>
                      <a:cubicBezTo>
                        <a:pt x="0" y="31"/>
                        <a:pt x="0" y="61"/>
                        <a:pt x="0" y="122"/>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875196" y="490057"/>
                  <a:ext cx="124526" cy="66218"/>
                </a:xfrm>
                <a:custGeom>
                  <a:rect b="b" l="l" r="r" t="t"/>
                  <a:pathLst>
                    <a:path extrusionOk="0" h="2344" w="4408">
                      <a:moveTo>
                        <a:pt x="992" y="0"/>
                      </a:moveTo>
                      <a:cubicBezTo>
                        <a:pt x="677" y="0"/>
                        <a:pt x="419" y="166"/>
                        <a:pt x="91" y="527"/>
                      </a:cubicBezTo>
                      <a:cubicBezTo>
                        <a:pt x="31" y="588"/>
                        <a:pt x="0" y="679"/>
                        <a:pt x="0" y="770"/>
                      </a:cubicBezTo>
                      <a:cubicBezTo>
                        <a:pt x="20" y="851"/>
                        <a:pt x="95" y="905"/>
                        <a:pt x="178" y="905"/>
                      </a:cubicBezTo>
                      <a:cubicBezTo>
                        <a:pt x="220" y="905"/>
                        <a:pt x="264" y="892"/>
                        <a:pt x="304" y="862"/>
                      </a:cubicBezTo>
                      <a:cubicBezTo>
                        <a:pt x="470" y="751"/>
                        <a:pt x="662" y="697"/>
                        <a:pt x="853" y="697"/>
                      </a:cubicBezTo>
                      <a:cubicBezTo>
                        <a:pt x="1081" y="697"/>
                        <a:pt x="1308" y="774"/>
                        <a:pt x="1490" y="922"/>
                      </a:cubicBezTo>
                      <a:cubicBezTo>
                        <a:pt x="1611" y="922"/>
                        <a:pt x="1773" y="693"/>
                        <a:pt x="1886" y="693"/>
                      </a:cubicBezTo>
                      <a:cubicBezTo>
                        <a:pt x="1942" y="693"/>
                        <a:pt x="1986" y="750"/>
                        <a:pt x="2006" y="922"/>
                      </a:cubicBezTo>
                      <a:cubicBezTo>
                        <a:pt x="2006" y="831"/>
                        <a:pt x="2067" y="770"/>
                        <a:pt x="2158" y="770"/>
                      </a:cubicBezTo>
                      <a:cubicBezTo>
                        <a:pt x="2310" y="801"/>
                        <a:pt x="2401" y="983"/>
                        <a:pt x="2462" y="1166"/>
                      </a:cubicBezTo>
                      <a:cubicBezTo>
                        <a:pt x="2537" y="1314"/>
                        <a:pt x="2620" y="1364"/>
                        <a:pt x="2707" y="1364"/>
                      </a:cubicBezTo>
                      <a:cubicBezTo>
                        <a:pt x="2886" y="1364"/>
                        <a:pt x="3083" y="1154"/>
                        <a:pt x="3254" y="1154"/>
                      </a:cubicBezTo>
                      <a:cubicBezTo>
                        <a:pt x="3307" y="1154"/>
                        <a:pt x="3358" y="1174"/>
                        <a:pt x="3404" y="1226"/>
                      </a:cubicBezTo>
                      <a:cubicBezTo>
                        <a:pt x="3404" y="1409"/>
                        <a:pt x="3252" y="1469"/>
                        <a:pt x="3131" y="1561"/>
                      </a:cubicBezTo>
                      <a:cubicBezTo>
                        <a:pt x="2949" y="1713"/>
                        <a:pt x="2979" y="1834"/>
                        <a:pt x="3070" y="2017"/>
                      </a:cubicBezTo>
                      <a:cubicBezTo>
                        <a:pt x="3264" y="2230"/>
                        <a:pt x="3519" y="2344"/>
                        <a:pt x="3781" y="2344"/>
                      </a:cubicBezTo>
                      <a:cubicBezTo>
                        <a:pt x="3930" y="2344"/>
                        <a:pt x="4082" y="2307"/>
                        <a:pt x="4225" y="2229"/>
                      </a:cubicBezTo>
                      <a:cubicBezTo>
                        <a:pt x="4316" y="2169"/>
                        <a:pt x="4408" y="2077"/>
                        <a:pt x="4347" y="1956"/>
                      </a:cubicBezTo>
                      <a:cubicBezTo>
                        <a:pt x="4305" y="1851"/>
                        <a:pt x="4248" y="1818"/>
                        <a:pt x="4177" y="1818"/>
                      </a:cubicBezTo>
                      <a:cubicBezTo>
                        <a:pt x="4145" y="1818"/>
                        <a:pt x="4111" y="1825"/>
                        <a:pt x="4073" y="1834"/>
                      </a:cubicBezTo>
                      <a:cubicBezTo>
                        <a:pt x="3951" y="1883"/>
                        <a:pt x="3848" y="2011"/>
                        <a:pt x="3669" y="2011"/>
                      </a:cubicBezTo>
                      <a:cubicBezTo>
                        <a:pt x="3626" y="2011"/>
                        <a:pt x="3579" y="2004"/>
                        <a:pt x="3526" y="1986"/>
                      </a:cubicBezTo>
                      <a:cubicBezTo>
                        <a:pt x="3587" y="1682"/>
                        <a:pt x="3800" y="1287"/>
                        <a:pt x="3708" y="1044"/>
                      </a:cubicBezTo>
                      <a:cubicBezTo>
                        <a:pt x="3587" y="801"/>
                        <a:pt x="3070" y="892"/>
                        <a:pt x="2797" y="770"/>
                      </a:cubicBezTo>
                      <a:cubicBezTo>
                        <a:pt x="2523" y="618"/>
                        <a:pt x="2280" y="466"/>
                        <a:pt x="2006" y="345"/>
                      </a:cubicBezTo>
                      <a:cubicBezTo>
                        <a:pt x="1573" y="121"/>
                        <a:pt x="1261" y="0"/>
                        <a:pt x="9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391760" y="747948"/>
                  <a:ext cx="24916" cy="42347"/>
                </a:xfrm>
                <a:custGeom>
                  <a:rect b="b" l="l" r="r" t="t"/>
                  <a:pathLst>
                    <a:path extrusionOk="0" h="1499" w="882">
                      <a:moveTo>
                        <a:pt x="0" y="0"/>
                      </a:moveTo>
                      <a:lnTo>
                        <a:pt x="0" y="1064"/>
                      </a:lnTo>
                      <a:cubicBezTo>
                        <a:pt x="110" y="1256"/>
                        <a:pt x="195" y="1498"/>
                        <a:pt x="368" y="1498"/>
                      </a:cubicBezTo>
                      <a:cubicBezTo>
                        <a:pt x="386" y="1498"/>
                        <a:pt x="405" y="1495"/>
                        <a:pt x="426" y="1490"/>
                      </a:cubicBezTo>
                      <a:cubicBezTo>
                        <a:pt x="882" y="1338"/>
                        <a:pt x="365" y="1064"/>
                        <a:pt x="396" y="851"/>
                      </a:cubicBezTo>
                      <a:cubicBezTo>
                        <a:pt x="396" y="760"/>
                        <a:pt x="456" y="699"/>
                        <a:pt x="487" y="608"/>
                      </a:cubicBezTo>
                      <a:cubicBezTo>
                        <a:pt x="548" y="365"/>
                        <a:pt x="396" y="122"/>
                        <a:pt x="152" y="31"/>
                      </a:cubicBezTo>
                      <a:cubicBezTo>
                        <a:pt x="92" y="31"/>
                        <a:pt x="31" y="0"/>
                        <a:pt x="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864038" y="591671"/>
                  <a:ext cx="80739" cy="77320"/>
                </a:xfrm>
                <a:custGeom>
                  <a:rect b="b" l="l" r="r" t="t"/>
                  <a:pathLst>
                    <a:path extrusionOk="0" h="2737" w="2858">
                      <a:moveTo>
                        <a:pt x="2857" y="0"/>
                      </a:moveTo>
                      <a:cubicBezTo>
                        <a:pt x="2189" y="243"/>
                        <a:pt x="2219" y="243"/>
                        <a:pt x="2310" y="730"/>
                      </a:cubicBezTo>
                      <a:cubicBezTo>
                        <a:pt x="2444" y="1397"/>
                        <a:pt x="2178" y="1948"/>
                        <a:pt x="1493" y="1948"/>
                      </a:cubicBezTo>
                      <a:cubicBezTo>
                        <a:pt x="1399" y="1948"/>
                        <a:pt x="1296" y="1937"/>
                        <a:pt x="1185" y="1915"/>
                      </a:cubicBezTo>
                      <a:cubicBezTo>
                        <a:pt x="912" y="1854"/>
                        <a:pt x="851" y="1702"/>
                        <a:pt x="699" y="1581"/>
                      </a:cubicBezTo>
                      <a:cubicBezTo>
                        <a:pt x="618" y="1517"/>
                        <a:pt x="542" y="1492"/>
                        <a:pt x="473" y="1492"/>
                      </a:cubicBezTo>
                      <a:cubicBezTo>
                        <a:pt x="310" y="1492"/>
                        <a:pt x="186" y="1635"/>
                        <a:pt x="122" y="1763"/>
                      </a:cubicBezTo>
                      <a:cubicBezTo>
                        <a:pt x="0" y="1915"/>
                        <a:pt x="152" y="2037"/>
                        <a:pt x="365" y="2037"/>
                      </a:cubicBezTo>
                      <a:cubicBezTo>
                        <a:pt x="821" y="2067"/>
                        <a:pt x="730" y="2736"/>
                        <a:pt x="1185" y="2736"/>
                      </a:cubicBezTo>
                      <a:cubicBezTo>
                        <a:pt x="1194" y="2737"/>
                        <a:pt x="1203" y="2737"/>
                        <a:pt x="1212" y="2737"/>
                      </a:cubicBezTo>
                      <a:cubicBezTo>
                        <a:pt x="1500" y="2737"/>
                        <a:pt x="1676" y="2344"/>
                        <a:pt x="1980" y="2344"/>
                      </a:cubicBezTo>
                      <a:cubicBezTo>
                        <a:pt x="2044" y="2344"/>
                        <a:pt x="2112" y="2361"/>
                        <a:pt x="2189" y="2401"/>
                      </a:cubicBezTo>
                      <a:cubicBezTo>
                        <a:pt x="2234" y="2417"/>
                        <a:pt x="2280" y="2424"/>
                        <a:pt x="2321" y="2424"/>
                      </a:cubicBezTo>
                      <a:cubicBezTo>
                        <a:pt x="2363" y="2424"/>
                        <a:pt x="2401" y="2417"/>
                        <a:pt x="2432" y="2401"/>
                      </a:cubicBezTo>
                      <a:cubicBezTo>
                        <a:pt x="2584" y="2310"/>
                        <a:pt x="2857" y="2219"/>
                        <a:pt x="2766" y="2006"/>
                      </a:cubicBezTo>
                      <a:cubicBezTo>
                        <a:pt x="2371" y="1338"/>
                        <a:pt x="2827" y="730"/>
                        <a:pt x="285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p:nvPr/>
              </p:nvSpPr>
              <p:spPr>
                <a:xfrm>
                  <a:off x="1043536" y="254342"/>
                  <a:ext cx="98734" cy="59127"/>
                </a:xfrm>
                <a:custGeom>
                  <a:rect b="b" l="l" r="r" t="t"/>
                  <a:pathLst>
                    <a:path extrusionOk="0" h="2093" w="3495">
                      <a:moveTo>
                        <a:pt x="2730" y="0"/>
                      </a:moveTo>
                      <a:cubicBezTo>
                        <a:pt x="2576" y="0"/>
                        <a:pt x="2422" y="39"/>
                        <a:pt x="2278" y="117"/>
                      </a:cubicBezTo>
                      <a:cubicBezTo>
                        <a:pt x="1883" y="360"/>
                        <a:pt x="1519" y="664"/>
                        <a:pt x="1154" y="938"/>
                      </a:cubicBezTo>
                      <a:cubicBezTo>
                        <a:pt x="1233" y="1097"/>
                        <a:pt x="1313" y="1350"/>
                        <a:pt x="1109" y="1350"/>
                      </a:cubicBezTo>
                      <a:cubicBezTo>
                        <a:pt x="1079" y="1350"/>
                        <a:pt x="1044" y="1345"/>
                        <a:pt x="1002" y="1333"/>
                      </a:cubicBezTo>
                      <a:cubicBezTo>
                        <a:pt x="759" y="1272"/>
                        <a:pt x="515" y="1212"/>
                        <a:pt x="242" y="1212"/>
                      </a:cubicBezTo>
                      <a:cubicBezTo>
                        <a:pt x="212" y="1205"/>
                        <a:pt x="188" y="1202"/>
                        <a:pt x="167" y="1202"/>
                      </a:cubicBezTo>
                      <a:cubicBezTo>
                        <a:pt x="1" y="1202"/>
                        <a:pt x="133" y="1407"/>
                        <a:pt x="242" y="1515"/>
                      </a:cubicBezTo>
                      <a:cubicBezTo>
                        <a:pt x="291" y="1491"/>
                        <a:pt x="380" y="1446"/>
                        <a:pt x="428" y="1446"/>
                      </a:cubicBezTo>
                      <a:cubicBezTo>
                        <a:pt x="440" y="1446"/>
                        <a:pt x="449" y="1449"/>
                        <a:pt x="455" y="1455"/>
                      </a:cubicBezTo>
                      <a:cubicBezTo>
                        <a:pt x="880" y="2093"/>
                        <a:pt x="1549" y="1880"/>
                        <a:pt x="2126" y="2063"/>
                      </a:cubicBezTo>
                      <a:cubicBezTo>
                        <a:pt x="2157" y="1667"/>
                        <a:pt x="1914" y="1515"/>
                        <a:pt x="1792" y="1303"/>
                      </a:cubicBezTo>
                      <a:cubicBezTo>
                        <a:pt x="1610" y="1090"/>
                        <a:pt x="1762" y="786"/>
                        <a:pt x="2035" y="786"/>
                      </a:cubicBezTo>
                      <a:cubicBezTo>
                        <a:pt x="2097" y="807"/>
                        <a:pt x="2158" y="815"/>
                        <a:pt x="2218" y="815"/>
                      </a:cubicBezTo>
                      <a:cubicBezTo>
                        <a:pt x="2480" y="815"/>
                        <a:pt x="2729" y="656"/>
                        <a:pt x="2976" y="656"/>
                      </a:cubicBezTo>
                      <a:cubicBezTo>
                        <a:pt x="3007" y="656"/>
                        <a:pt x="3038" y="659"/>
                        <a:pt x="3069" y="664"/>
                      </a:cubicBezTo>
                      <a:cubicBezTo>
                        <a:pt x="3160" y="680"/>
                        <a:pt x="3236" y="702"/>
                        <a:pt x="3300" y="702"/>
                      </a:cubicBezTo>
                      <a:cubicBezTo>
                        <a:pt x="3365" y="702"/>
                        <a:pt x="3418" y="680"/>
                        <a:pt x="3464" y="604"/>
                      </a:cubicBezTo>
                      <a:cubicBezTo>
                        <a:pt x="3494" y="452"/>
                        <a:pt x="3433" y="300"/>
                        <a:pt x="3312" y="208"/>
                      </a:cubicBezTo>
                      <a:cubicBezTo>
                        <a:pt x="3138" y="70"/>
                        <a:pt x="2935" y="0"/>
                        <a:pt x="273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626176" y="252477"/>
                  <a:ext cx="63563" cy="34550"/>
                </a:xfrm>
                <a:custGeom>
                  <a:rect b="b" l="l" r="r" t="t"/>
                  <a:pathLst>
                    <a:path extrusionOk="0" h="1223" w="2250">
                      <a:moveTo>
                        <a:pt x="821" y="1"/>
                      </a:moveTo>
                      <a:cubicBezTo>
                        <a:pt x="892" y="37"/>
                        <a:pt x="953" y="51"/>
                        <a:pt x="1016" y="51"/>
                      </a:cubicBezTo>
                      <a:cubicBezTo>
                        <a:pt x="1060" y="51"/>
                        <a:pt x="1105" y="44"/>
                        <a:pt x="1155" y="31"/>
                      </a:cubicBezTo>
                      <a:lnTo>
                        <a:pt x="1155" y="214"/>
                      </a:lnTo>
                      <a:lnTo>
                        <a:pt x="0" y="974"/>
                      </a:lnTo>
                      <a:cubicBezTo>
                        <a:pt x="68" y="1158"/>
                        <a:pt x="153" y="1222"/>
                        <a:pt x="257" y="1222"/>
                      </a:cubicBezTo>
                      <a:cubicBezTo>
                        <a:pt x="342" y="1222"/>
                        <a:pt x="439" y="1180"/>
                        <a:pt x="548" y="1126"/>
                      </a:cubicBezTo>
                      <a:cubicBezTo>
                        <a:pt x="868" y="929"/>
                        <a:pt x="1108" y="612"/>
                        <a:pt x="1479" y="612"/>
                      </a:cubicBezTo>
                      <a:cubicBezTo>
                        <a:pt x="1565" y="612"/>
                        <a:pt x="1659" y="629"/>
                        <a:pt x="1763" y="670"/>
                      </a:cubicBezTo>
                      <a:cubicBezTo>
                        <a:pt x="1770" y="672"/>
                        <a:pt x="1778" y="673"/>
                        <a:pt x="1787" y="673"/>
                      </a:cubicBezTo>
                      <a:cubicBezTo>
                        <a:pt x="1895" y="673"/>
                        <a:pt x="2128" y="513"/>
                        <a:pt x="2128" y="457"/>
                      </a:cubicBezTo>
                      <a:cubicBezTo>
                        <a:pt x="2098" y="274"/>
                        <a:pt x="2159" y="122"/>
                        <a:pt x="22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855450" y="260217"/>
                  <a:ext cx="72998" cy="70427"/>
                </a:xfrm>
                <a:custGeom>
                  <a:rect b="b" l="l" r="r" t="t"/>
                  <a:pathLst>
                    <a:path extrusionOk="0" h="2493" w="2584">
                      <a:moveTo>
                        <a:pt x="2249" y="0"/>
                      </a:moveTo>
                      <a:lnTo>
                        <a:pt x="2249" y="0"/>
                      </a:lnTo>
                      <a:cubicBezTo>
                        <a:pt x="2052" y="66"/>
                        <a:pt x="1840" y="258"/>
                        <a:pt x="1611" y="258"/>
                      </a:cubicBezTo>
                      <a:cubicBezTo>
                        <a:pt x="1522" y="258"/>
                        <a:pt x="1431" y="229"/>
                        <a:pt x="1337" y="152"/>
                      </a:cubicBezTo>
                      <a:cubicBezTo>
                        <a:pt x="1329" y="148"/>
                        <a:pt x="1321" y="147"/>
                        <a:pt x="1312" y="147"/>
                      </a:cubicBezTo>
                      <a:cubicBezTo>
                        <a:pt x="1254" y="147"/>
                        <a:pt x="1185" y="229"/>
                        <a:pt x="1185" y="335"/>
                      </a:cubicBezTo>
                      <a:cubicBezTo>
                        <a:pt x="1185" y="426"/>
                        <a:pt x="1246" y="487"/>
                        <a:pt x="1337" y="517"/>
                      </a:cubicBezTo>
                      <a:cubicBezTo>
                        <a:pt x="1354" y="521"/>
                        <a:pt x="1372" y="523"/>
                        <a:pt x="1391" y="523"/>
                      </a:cubicBezTo>
                      <a:cubicBezTo>
                        <a:pt x="1421" y="523"/>
                        <a:pt x="1452" y="519"/>
                        <a:pt x="1483" y="519"/>
                      </a:cubicBezTo>
                      <a:cubicBezTo>
                        <a:pt x="1571" y="519"/>
                        <a:pt x="1652" y="547"/>
                        <a:pt x="1672" y="760"/>
                      </a:cubicBezTo>
                      <a:lnTo>
                        <a:pt x="851" y="1307"/>
                      </a:lnTo>
                      <a:cubicBezTo>
                        <a:pt x="608" y="1490"/>
                        <a:pt x="365" y="1642"/>
                        <a:pt x="152" y="1824"/>
                      </a:cubicBezTo>
                      <a:cubicBezTo>
                        <a:pt x="0" y="1946"/>
                        <a:pt x="30" y="2098"/>
                        <a:pt x="152" y="2219"/>
                      </a:cubicBezTo>
                      <a:cubicBezTo>
                        <a:pt x="243" y="2341"/>
                        <a:pt x="274" y="2493"/>
                        <a:pt x="456" y="2493"/>
                      </a:cubicBezTo>
                      <a:cubicBezTo>
                        <a:pt x="669" y="2493"/>
                        <a:pt x="578" y="2311"/>
                        <a:pt x="638" y="2189"/>
                      </a:cubicBezTo>
                      <a:cubicBezTo>
                        <a:pt x="717" y="1823"/>
                        <a:pt x="1042" y="1592"/>
                        <a:pt x="1402" y="1592"/>
                      </a:cubicBezTo>
                      <a:cubicBezTo>
                        <a:pt x="1461" y="1592"/>
                        <a:pt x="1521" y="1599"/>
                        <a:pt x="1581" y="1611"/>
                      </a:cubicBezTo>
                      <a:cubicBezTo>
                        <a:pt x="1630" y="1624"/>
                        <a:pt x="1685" y="1636"/>
                        <a:pt x="1732" y="1636"/>
                      </a:cubicBezTo>
                      <a:cubicBezTo>
                        <a:pt x="1801" y="1636"/>
                        <a:pt x="1854" y="1610"/>
                        <a:pt x="1854" y="1520"/>
                      </a:cubicBezTo>
                      <a:cubicBezTo>
                        <a:pt x="1854" y="1004"/>
                        <a:pt x="2584" y="700"/>
                        <a:pt x="224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429530" y="815097"/>
                  <a:ext cx="48985" cy="62517"/>
                </a:xfrm>
                <a:custGeom>
                  <a:rect b="b" l="l" r="r" t="t"/>
                  <a:pathLst>
                    <a:path extrusionOk="0" h="2213" w="1734">
                      <a:moveTo>
                        <a:pt x="885" y="735"/>
                      </a:moveTo>
                      <a:cubicBezTo>
                        <a:pt x="930" y="735"/>
                        <a:pt x="971" y="766"/>
                        <a:pt x="1004" y="815"/>
                      </a:cubicBezTo>
                      <a:cubicBezTo>
                        <a:pt x="1065" y="845"/>
                        <a:pt x="1065" y="967"/>
                        <a:pt x="1004" y="1027"/>
                      </a:cubicBezTo>
                      <a:cubicBezTo>
                        <a:pt x="973" y="1058"/>
                        <a:pt x="928" y="1073"/>
                        <a:pt x="882" y="1073"/>
                      </a:cubicBezTo>
                      <a:cubicBezTo>
                        <a:pt x="837" y="1073"/>
                        <a:pt x="791" y="1058"/>
                        <a:pt x="761" y="1027"/>
                      </a:cubicBezTo>
                      <a:cubicBezTo>
                        <a:pt x="669" y="967"/>
                        <a:pt x="730" y="875"/>
                        <a:pt x="761" y="815"/>
                      </a:cubicBezTo>
                      <a:cubicBezTo>
                        <a:pt x="803" y="758"/>
                        <a:pt x="845" y="735"/>
                        <a:pt x="885" y="735"/>
                      </a:cubicBezTo>
                      <a:close/>
                      <a:moveTo>
                        <a:pt x="1187" y="0"/>
                      </a:moveTo>
                      <a:cubicBezTo>
                        <a:pt x="1000" y="0"/>
                        <a:pt x="785" y="110"/>
                        <a:pt x="548" y="328"/>
                      </a:cubicBezTo>
                      <a:cubicBezTo>
                        <a:pt x="518" y="359"/>
                        <a:pt x="487" y="389"/>
                        <a:pt x="426" y="420"/>
                      </a:cubicBezTo>
                      <a:cubicBezTo>
                        <a:pt x="1" y="572"/>
                        <a:pt x="1" y="572"/>
                        <a:pt x="214" y="967"/>
                      </a:cubicBezTo>
                      <a:cubicBezTo>
                        <a:pt x="335" y="1149"/>
                        <a:pt x="457" y="1301"/>
                        <a:pt x="335" y="1575"/>
                      </a:cubicBezTo>
                      <a:cubicBezTo>
                        <a:pt x="244" y="1818"/>
                        <a:pt x="487" y="2000"/>
                        <a:pt x="913" y="2213"/>
                      </a:cubicBezTo>
                      <a:cubicBezTo>
                        <a:pt x="700" y="1605"/>
                        <a:pt x="1065" y="1483"/>
                        <a:pt x="1338" y="1271"/>
                      </a:cubicBezTo>
                      <a:cubicBezTo>
                        <a:pt x="1673" y="997"/>
                        <a:pt x="1733" y="511"/>
                        <a:pt x="1521" y="146"/>
                      </a:cubicBezTo>
                      <a:cubicBezTo>
                        <a:pt x="1423" y="49"/>
                        <a:pt x="1311" y="0"/>
                        <a:pt x="118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1311399" y="422738"/>
                  <a:ext cx="80739" cy="37573"/>
                </a:xfrm>
                <a:custGeom>
                  <a:rect b="b" l="l" r="r" t="t"/>
                  <a:pathLst>
                    <a:path extrusionOk="0" h="1330" w="2858">
                      <a:moveTo>
                        <a:pt x="2326" y="0"/>
                      </a:moveTo>
                      <a:cubicBezTo>
                        <a:pt x="2030" y="0"/>
                        <a:pt x="1742" y="180"/>
                        <a:pt x="1458" y="180"/>
                      </a:cubicBezTo>
                      <a:cubicBezTo>
                        <a:pt x="1367" y="180"/>
                        <a:pt x="1276" y="162"/>
                        <a:pt x="1186" y="114"/>
                      </a:cubicBezTo>
                      <a:cubicBezTo>
                        <a:pt x="1070" y="63"/>
                        <a:pt x="967" y="42"/>
                        <a:pt x="872" y="42"/>
                      </a:cubicBezTo>
                      <a:cubicBezTo>
                        <a:pt x="566" y="42"/>
                        <a:pt x="346" y="263"/>
                        <a:pt x="91" y="448"/>
                      </a:cubicBezTo>
                      <a:cubicBezTo>
                        <a:pt x="31" y="479"/>
                        <a:pt x="0" y="570"/>
                        <a:pt x="31" y="661"/>
                      </a:cubicBezTo>
                      <a:cubicBezTo>
                        <a:pt x="84" y="732"/>
                        <a:pt x="137" y="762"/>
                        <a:pt x="197" y="762"/>
                      </a:cubicBezTo>
                      <a:cubicBezTo>
                        <a:pt x="239" y="762"/>
                        <a:pt x="284" y="747"/>
                        <a:pt x="335" y="722"/>
                      </a:cubicBezTo>
                      <a:cubicBezTo>
                        <a:pt x="426" y="661"/>
                        <a:pt x="517" y="570"/>
                        <a:pt x="638" y="539"/>
                      </a:cubicBezTo>
                      <a:cubicBezTo>
                        <a:pt x="746" y="475"/>
                        <a:pt x="853" y="320"/>
                        <a:pt x="982" y="320"/>
                      </a:cubicBezTo>
                      <a:cubicBezTo>
                        <a:pt x="1036" y="320"/>
                        <a:pt x="1093" y="346"/>
                        <a:pt x="1155" y="418"/>
                      </a:cubicBezTo>
                      <a:cubicBezTo>
                        <a:pt x="1307" y="539"/>
                        <a:pt x="1459" y="691"/>
                        <a:pt x="1307" y="935"/>
                      </a:cubicBezTo>
                      <a:cubicBezTo>
                        <a:pt x="1246" y="1056"/>
                        <a:pt x="1277" y="1178"/>
                        <a:pt x="1459" y="1330"/>
                      </a:cubicBezTo>
                      <a:cubicBezTo>
                        <a:pt x="1976" y="1026"/>
                        <a:pt x="2432" y="722"/>
                        <a:pt x="2857" y="357"/>
                      </a:cubicBezTo>
                      <a:cubicBezTo>
                        <a:pt x="2797" y="114"/>
                        <a:pt x="2675" y="114"/>
                        <a:pt x="2584" y="53"/>
                      </a:cubicBezTo>
                      <a:cubicBezTo>
                        <a:pt x="2497" y="15"/>
                        <a:pt x="2411" y="0"/>
                        <a:pt x="232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1118200" y="309598"/>
                  <a:ext cx="45539" cy="55850"/>
                </a:xfrm>
                <a:custGeom>
                  <a:rect b="b" l="l" r="r" t="t"/>
                  <a:pathLst>
                    <a:path extrusionOk="0" h="1977" w="1612">
                      <a:moveTo>
                        <a:pt x="785" y="605"/>
                      </a:moveTo>
                      <a:cubicBezTo>
                        <a:pt x="840" y="605"/>
                        <a:pt x="894" y="626"/>
                        <a:pt x="942" y="684"/>
                      </a:cubicBezTo>
                      <a:cubicBezTo>
                        <a:pt x="1094" y="806"/>
                        <a:pt x="1186" y="988"/>
                        <a:pt x="1246" y="1170"/>
                      </a:cubicBezTo>
                      <a:cubicBezTo>
                        <a:pt x="1178" y="1209"/>
                        <a:pt x="1113" y="1223"/>
                        <a:pt x="1050" y="1223"/>
                      </a:cubicBezTo>
                      <a:cubicBezTo>
                        <a:pt x="917" y="1223"/>
                        <a:pt x="793" y="1161"/>
                        <a:pt x="669" y="1140"/>
                      </a:cubicBezTo>
                      <a:cubicBezTo>
                        <a:pt x="625" y="1140"/>
                        <a:pt x="576" y="1148"/>
                        <a:pt x="530" y="1148"/>
                      </a:cubicBezTo>
                      <a:cubicBezTo>
                        <a:pt x="449" y="1148"/>
                        <a:pt x="373" y="1123"/>
                        <a:pt x="334" y="988"/>
                      </a:cubicBezTo>
                      <a:cubicBezTo>
                        <a:pt x="274" y="806"/>
                        <a:pt x="395" y="806"/>
                        <a:pt x="486" y="745"/>
                      </a:cubicBezTo>
                      <a:cubicBezTo>
                        <a:pt x="549" y="703"/>
                        <a:pt x="668" y="605"/>
                        <a:pt x="785" y="605"/>
                      </a:cubicBezTo>
                      <a:close/>
                      <a:moveTo>
                        <a:pt x="475" y="1"/>
                      </a:moveTo>
                      <a:cubicBezTo>
                        <a:pt x="379" y="1"/>
                        <a:pt x="281" y="15"/>
                        <a:pt x="183" y="46"/>
                      </a:cubicBezTo>
                      <a:cubicBezTo>
                        <a:pt x="243" y="319"/>
                        <a:pt x="183" y="593"/>
                        <a:pt x="61" y="836"/>
                      </a:cubicBezTo>
                      <a:cubicBezTo>
                        <a:pt x="0" y="1201"/>
                        <a:pt x="122" y="1535"/>
                        <a:pt x="365" y="1778"/>
                      </a:cubicBezTo>
                      <a:cubicBezTo>
                        <a:pt x="444" y="1897"/>
                        <a:pt x="536" y="1977"/>
                        <a:pt x="632" y="1977"/>
                      </a:cubicBezTo>
                      <a:cubicBezTo>
                        <a:pt x="684" y="1977"/>
                        <a:pt x="737" y="1953"/>
                        <a:pt x="790" y="1900"/>
                      </a:cubicBezTo>
                      <a:cubicBezTo>
                        <a:pt x="912" y="1718"/>
                        <a:pt x="1611" y="1748"/>
                        <a:pt x="1246" y="1201"/>
                      </a:cubicBezTo>
                      <a:cubicBezTo>
                        <a:pt x="1459" y="1049"/>
                        <a:pt x="1490" y="806"/>
                        <a:pt x="1368" y="593"/>
                      </a:cubicBezTo>
                      <a:cubicBezTo>
                        <a:pt x="1198" y="229"/>
                        <a:pt x="854" y="1"/>
                        <a:pt x="4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555749" y="519606"/>
                  <a:ext cx="61868" cy="34860"/>
                </a:xfrm>
                <a:custGeom>
                  <a:rect b="b" l="l" r="r" t="t"/>
                  <a:pathLst>
                    <a:path extrusionOk="0" h="1234" w="2190">
                      <a:moveTo>
                        <a:pt x="992" y="1"/>
                      </a:moveTo>
                      <a:cubicBezTo>
                        <a:pt x="451" y="1"/>
                        <a:pt x="191" y="295"/>
                        <a:pt x="62" y="940"/>
                      </a:cubicBezTo>
                      <a:cubicBezTo>
                        <a:pt x="31" y="1062"/>
                        <a:pt x="1" y="1183"/>
                        <a:pt x="153" y="1214"/>
                      </a:cubicBezTo>
                      <a:cubicBezTo>
                        <a:pt x="180" y="1227"/>
                        <a:pt x="203" y="1233"/>
                        <a:pt x="225" y="1233"/>
                      </a:cubicBezTo>
                      <a:cubicBezTo>
                        <a:pt x="301" y="1233"/>
                        <a:pt x="349" y="1157"/>
                        <a:pt x="396" y="1062"/>
                      </a:cubicBezTo>
                      <a:cubicBezTo>
                        <a:pt x="518" y="748"/>
                        <a:pt x="580" y="614"/>
                        <a:pt x="708" y="614"/>
                      </a:cubicBezTo>
                      <a:cubicBezTo>
                        <a:pt x="803" y="614"/>
                        <a:pt x="935" y="689"/>
                        <a:pt x="1156" y="819"/>
                      </a:cubicBezTo>
                      <a:cubicBezTo>
                        <a:pt x="1217" y="864"/>
                        <a:pt x="1293" y="887"/>
                        <a:pt x="1365" y="887"/>
                      </a:cubicBezTo>
                      <a:cubicBezTo>
                        <a:pt x="1437" y="887"/>
                        <a:pt x="1506" y="864"/>
                        <a:pt x="1551" y="819"/>
                      </a:cubicBezTo>
                      <a:cubicBezTo>
                        <a:pt x="1764" y="667"/>
                        <a:pt x="2037" y="575"/>
                        <a:pt x="2189" y="211"/>
                      </a:cubicBezTo>
                      <a:lnTo>
                        <a:pt x="1308" y="28"/>
                      </a:lnTo>
                      <a:cubicBezTo>
                        <a:pt x="1193" y="10"/>
                        <a:pt x="1088" y="1"/>
                        <a:pt x="99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415800" y="729840"/>
                  <a:ext cx="48957" cy="44465"/>
                </a:xfrm>
                <a:custGeom>
                  <a:rect b="b" l="l" r="r" t="t"/>
                  <a:pathLst>
                    <a:path extrusionOk="0" h="1574" w="1733">
                      <a:moveTo>
                        <a:pt x="1532" y="0"/>
                      </a:moveTo>
                      <a:cubicBezTo>
                        <a:pt x="1499" y="0"/>
                        <a:pt x="1464" y="10"/>
                        <a:pt x="1429" y="33"/>
                      </a:cubicBezTo>
                      <a:cubicBezTo>
                        <a:pt x="1277" y="94"/>
                        <a:pt x="1034" y="185"/>
                        <a:pt x="1064" y="368"/>
                      </a:cubicBezTo>
                      <a:cubicBezTo>
                        <a:pt x="1101" y="641"/>
                        <a:pt x="1028" y="696"/>
                        <a:pt x="905" y="696"/>
                      </a:cubicBezTo>
                      <a:cubicBezTo>
                        <a:pt x="822" y="696"/>
                        <a:pt x="718" y="672"/>
                        <a:pt x="608" y="672"/>
                      </a:cubicBezTo>
                      <a:cubicBezTo>
                        <a:pt x="183" y="672"/>
                        <a:pt x="0" y="1006"/>
                        <a:pt x="213" y="1310"/>
                      </a:cubicBezTo>
                      <a:cubicBezTo>
                        <a:pt x="409" y="1486"/>
                        <a:pt x="654" y="1574"/>
                        <a:pt x="902" y="1574"/>
                      </a:cubicBezTo>
                      <a:cubicBezTo>
                        <a:pt x="1039" y="1574"/>
                        <a:pt x="1177" y="1547"/>
                        <a:pt x="1307" y="1492"/>
                      </a:cubicBezTo>
                      <a:cubicBezTo>
                        <a:pt x="1459" y="1401"/>
                        <a:pt x="1611" y="1219"/>
                        <a:pt x="1459" y="1067"/>
                      </a:cubicBezTo>
                      <a:cubicBezTo>
                        <a:pt x="1155" y="672"/>
                        <a:pt x="1338" y="489"/>
                        <a:pt x="1642" y="307"/>
                      </a:cubicBezTo>
                      <a:cubicBezTo>
                        <a:pt x="1733" y="246"/>
                        <a:pt x="1733" y="124"/>
                        <a:pt x="1672" y="64"/>
                      </a:cubicBezTo>
                      <a:cubicBezTo>
                        <a:pt x="1635" y="26"/>
                        <a:pt x="1585" y="0"/>
                        <a:pt x="153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809940" y="772836"/>
                  <a:ext cx="51528" cy="46019"/>
                </a:xfrm>
                <a:custGeom>
                  <a:rect b="b" l="l" r="r" t="t"/>
                  <a:pathLst>
                    <a:path extrusionOk="0" h="1629" w="1824">
                      <a:moveTo>
                        <a:pt x="152" y="1"/>
                      </a:moveTo>
                      <a:cubicBezTo>
                        <a:pt x="426" y="426"/>
                        <a:pt x="0" y="761"/>
                        <a:pt x="304" y="1064"/>
                      </a:cubicBezTo>
                      <a:cubicBezTo>
                        <a:pt x="547" y="1277"/>
                        <a:pt x="790" y="1460"/>
                        <a:pt x="1064" y="1581"/>
                      </a:cubicBezTo>
                      <a:cubicBezTo>
                        <a:pt x="1128" y="1613"/>
                        <a:pt x="1196" y="1628"/>
                        <a:pt x="1264" y="1628"/>
                      </a:cubicBezTo>
                      <a:cubicBezTo>
                        <a:pt x="1454" y="1628"/>
                        <a:pt x="1643" y="1509"/>
                        <a:pt x="1733" y="1308"/>
                      </a:cubicBezTo>
                      <a:cubicBezTo>
                        <a:pt x="1824" y="1125"/>
                        <a:pt x="1641" y="973"/>
                        <a:pt x="1520" y="852"/>
                      </a:cubicBezTo>
                      <a:cubicBezTo>
                        <a:pt x="1456" y="788"/>
                        <a:pt x="1398" y="764"/>
                        <a:pt x="1344" y="764"/>
                      </a:cubicBezTo>
                      <a:cubicBezTo>
                        <a:pt x="1192" y="764"/>
                        <a:pt x="1069" y="951"/>
                        <a:pt x="912" y="973"/>
                      </a:cubicBezTo>
                      <a:cubicBezTo>
                        <a:pt x="851" y="973"/>
                        <a:pt x="790" y="973"/>
                        <a:pt x="699" y="943"/>
                      </a:cubicBezTo>
                      <a:cubicBezTo>
                        <a:pt x="790" y="578"/>
                        <a:pt x="882" y="183"/>
                        <a:pt x="15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742084" y="550031"/>
                  <a:ext cx="50709" cy="42742"/>
                </a:xfrm>
                <a:custGeom>
                  <a:rect b="b" l="l" r="r" t="t"/>
                  <a:pathLst>
                    <a:path extrusionOk="0" h="1513" w="1795">
                      <a:moveTo>
                        <a:pt x="541" y="1"/>
                      </a:moveTo>
                      <a:cubicBezTo>
                        <a:pt x="477" y="1"/>
                        <a:pt x="408" y="24"/>
                        <a:pt x="335" y="76"/>
                      </a:cubicBezTo>
                      <a:cubicBezTo>
                        <a:pt x="183" y="167"/>
                        <a:pt x="1" y="289"/>
                        <a:pt x="62" y="502"/>
                      </a:cubicBezTo>
                      <a:cubicBezTo>
                        <a:pt x="118" y="699"/>
                        <a:pt x="200" y="870"/>
                        <a:pt x="430" y="870"/>
                      </a:cubicBezTo>
                      <a:cubicBezTo>
                        <a:pt x="448" y="870"/>
                        <a:pt x="467" y="868"/>
                        <a:pt x="487" y="866"/>
                      </a:cubicBezTo>
                      <a:cubicBezTo>
                        <a:pt x="512" y="865"/>
                        <a:pt x="534" y="864"/>
                        <a:pt x="555" y="864"/>
                      </a:cubicBezTo>
                      <a:cubicBezTo>
                        <a:pt x="899" y="864"/>
                        <a:pt x="786" y="1091"/>
                        <a:pt x="700" y="1292"/>
                      </a:cubicBezTo>
                      <a:cubicBezTo>
                        <a:pt x="670" y="1413"/>
                        <a:pt x="730" y="1474"/>
                        <a:pt x="822" y="1505"/>
                      </a:cubicBezTo>
                      <a:cubicBezTo>
                        <a:pt x="838" y="1510"/>
                        <a:pt x="856" y="1513"/>
                        <a:pt x="874" y="1513"/>
                      </a:cubicBezTo>
                      <a:cubicBezTo>
                        <a:pt x="953" y="1513"/>
                        <a:pt x="1034" y="1463"/>
                        <a:pt x="1034" y="1413"/>
                      </a:cubicBezTo>
                      <a:cubicBezTo>
                        <a:pt x="943" y="897"/>
                        <a:pt x="1399" y="805"/>
                        <a:pt x="1673" y="562"/>
                      </a:cubicBezTo>
                      <a:cubicBezTo>
                        <a:pt x="1764" y="502"/>
                        <a:pt x="1794" y="380"/>
                        <a:pt x="1764" y="289"/>
                      </a:cubicBezTo>
                      <a:cubicBezTo>
                        <a:pt x="1711" y="236"/>
                        <a:pt x="1637" y="203"/>
                        <a:pt x="1567" y="203"/>
                      </a:cubicBezTo>
                      <a:cubicBezTo>
                        <a:pt x="1516" y="203"/>
                        <a:pt x="1468" y="220"/>
                        <a:pt x="1429" y="258"/>
                      </a:cubicBezTo>
                      <a:cubicBezTo>
                        <a:pt x="1305" y="312"/>
                        <a:pt x="1191" y="396"/>
                        <a:pt x="1081" y="396"/>
                      </a:cubicBezTo>
                      <a:cubicBezTo>
                        <a:pt x="1003" y="396"/>
                        <a:pt x="928" y="354"/>
                        <a:pt x="852" y="228"/>
                      </a:cubicBezTo>
                      <a:cubicBezTo>
                        <a:pt x="772" y="88"/>
                        <a:pt x="665" y="1"/>
                        <a:pt x="54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1186875" y="253353"/>
                  <a:ext cx="21498" cy="9633"/>
                </a:xfrm>
                <a:custGeom>
                  <a:rect b="b" l="l" r="r" t="t"/>
                  <a:pathLst>
                    <a:path extrusionOk="0" h="341" w="761">
                      <a:moveTo>
                        <a:pt x="1" y="0"/>
                      </a:moveTo>
                      <a:cubicBezTo>
                        <a:pt x="1" y="31"/>
                        <a:pt x="1" y="91"/>
                        <a:pt x="1" y="152"/>
                      </a:cubicBezTo>
                      <a:cubicBezTo>
                        <a:pt x="27" y="258"/>
                        <a:pt x="99" y="341"/>
                        <a:pt x="198" y="341"/>
                      </a:cubicBezTo>
                      <a:cubicBezTo>
                        <a:pt x="213" y="341"/>
                        <a:pt x="228" y="339"/>
                        <a:pt x="244" y="335"/>
                      </a:cubicBezTo>
                      <a:cubicBezTo>
                        <a:pt x="426" y="213"/>
                        <a:pt x="609" y="122"/>
                        <a:pt x="76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855450" y="449405"/>
                  <a:ext cx="60992" cy="39776"/>
                </a:xfrm>
                <a:custGeom>
                  <a:rect b="b" l="l" r="r" t="t"/>
                  <a:pathLst>
                    <a:path extrusionOk="0" h="1408" w="2159">
                      <a:moveTo>
                        <a:pt x="1720" y="1"/>
                      </a:moveTo>
                      <a:cubicBezTo>
                        <a:pt x="1558" y="1"/>
                        <a:pt x="1576" y="196"/>
                        <a:pt x="1550" y="325"/>
                      </a:cubicBezTo>
                      <a:cubicBezTo>
                        <a:pt x="1550" y="452"/>
                        <a:pt x="1506" y="505"/>
                        <a:pt x="1428" y="505"/>
                      </a:cubicBezTo>
                      <a:cubicBezTo>
                        <a:pt x="1394" y="505"/>
                        <a:pt x="1353" y="495"/>
                        <a:pt x="1307" y="477"/>
                      </a:cubicBezTo>
                      <a:cubicBezTo>
                        <a:pt x="1237" y="439"/>
                        <a:pt x="1174" y="423"/>
                        <a:pt x="1116" y="423"/>
                      </a:cubicBezTo>
                      <a:cubicBezTo>
                        <a:pt x="895" y="423"/>
                        <a:pt x="746" y="648"/>
                        <a:pt x="578" y="720"/>
                      </a:cubicBezTo>
                      <a:lnTo>
                        <a:pt x="243" y="933"/>
                      </a:lnTo>
                      <a:cubicBezTo>
                        <a:pt x="122" y="1024"/>
                        <a:pt x="0" y="1146"/>
                        <a:pt x="61" y="1298"/>
                      </a:cubicBezTo>
                      <a:cubicBezTo>
                        <a:pt x="107" y="1379"/>
                        <a:pt x="163" y="1407"/>
                        <a:pt x="222" y="1407"/>
                      </a:cubicBezTo>
                      <a:cubicBezTo>
                        <a:pt x="318" y="1407"/>
                        <a:pt x="423" y="1335"/>
                        <a:pt x="517" y="1298"/>
                      </a:cubicBezTo>
                      <a:cubicBezTo>
                        <a:pt x="727" y="1166"/>
                        <a:pt x="892" y="1012"/>
                        <a:pt x="1168" y="1012"/>
                      </a:cubicBezTo>
                      <a:cubicBezTo>
                        <a:pt x="1212" y="1012"/>
                        <a:pt x="1258" y="1016"/>
                        <a:pt x="1307" y="1024"/>
                      </a:cubicBezTo>
                      <a:cubicBezTo>
                        <a:pt x="1319" y="1027"/>
                        <a:pt x="1331" y="1028"/>
                        <a:pt x="1342" y="1028"/>
                      </a:cubicBezTo>
                      <a:cubicBezTo>
                        <a:pt x="1556" y="1028"/>
                        <a:pt x="1640" y="567"/>
                        <a:pt x="1949" y="567"/>
                      </a:cubicBezTo>
                      <a:cubicBezTo>
                        <a:pt x="1993" y="567"/>
                        <a:pt x="2042" y="576"/>
                        <a:pt x="2097" y="598"/>
                      </a:cubicBezTo>
                      <a:cubicBezTo>
                        <a:pt x="2097" y="538"/>
                        <a:pt x="2158" y="477"/>
                        <a:pt x="2128" y="416"/>
                      </a:cubicBezTo>
                      <a:cubicBezTo>
                        <a:pt x="2097" y="234"/>
                        <a:pt x="1976" y="82"/>
                        <a:pt x="1824" y="21"/>
                      </a:cubicBezTo>
                      <a:cubicBezTo>
                        <a:pt x="1783" y="7"/>
                        <a:pt x="1748" y="1"/>
                        <a:pt x="172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492216" y="623536"/>
                  <a:ext cx="60822" cy="47997"/>
                </a:xfrm>
                <a:custGeom>
                  <a:rect b="b" l="l" r="r" t="t"/>
                  <a:pathLst>
                    <a:path extrusionOk="0" h="1699" w="2153">
                      <a:moveTo>
                        <a:pt x="1674" y="0"/>
                      </a:moveTo>
                      <a:cubicBezTo>
                        <a:pt x="1602" y="0"/>
                        <a:pt x="1520" y="27"/>
                        <a:pt x="1429" y="88"/>
                      </a:cubicBezTo>
                      <a:cubicBezTo>
                        <a:pt x="1175" y="258"/>
                        <a:pt x="921" y="611"/>
                        <a:pt x="544" y="611"/>
                      </a:cubicBezTo>
                      <a:cubicBezTo>
                        <a:pt x="516" y="611"/>
                        <a:pt x="487" y="609"/>
                        <a:pt x="457" y="605"/>
                      </a:cubicBezTo>
                      <a:cubicBezTo>
                        <a:pt x="356" y="590"/>
                        <a:pt x="263" y="563"/>
                        <a:pt x="192" y="563"/>
                      </a:cubicBezTo>
                      <a:cubicBezTo>
                        <a:pt x="113" y="563"/>
                        <a:pt x="61" y="598"/>
                        <a:pt x="61" y="726"/>
                      </a:cubicBezTo>
                      <a:cubicBezTo>
                        <a:pt x="61" y="874"/>
                        <a:pt x="141" y="898"/>
                        <a:pt x="234" y="898"/>
                      </a:cubicBezTo>
                      <a:cubicBezTo>
                        <a:pt x="277" y="898"/>
                        <a:pt x="323" y="893"/>
                        <a:pt x="365" y="893"/>
                      </a:cubicBezTo>
                      <a:cubicBezTo>
                        <a:pt x="400" y="893"/>
                        <a:pt x="431" y="896"/>
                        <a:pt x="457" y="909"/>
                      </a:cubicBezTo>
                      <a:cubicBezTo>
                        <a:pt x="517" y="939"/>
                        <a:pt x="548" y="969"/>
                        <a:pt x="578" y="1000"/>
                      </a:cubicBezTo>
                      <a:cubicBezTo>
                        <a:pt x="609" y="1304"/>
                        <a:pt x="1" y="1304"/>
                        <a:pt x="244" y="1699"/>
                      </a:cubicBezTo>
                      <a:cubicBezTo>
                        <a:pt x="548" y="1669"/>
                        <a:pt x="761" y="1577"/>
                        <a:pt x="821" y="1273"/>
                      </a:cubicBezTo>
                      <a:cubicBezTo>
                        <a:pt x="873" y="886"/>
                        <a:pt x="1210" y="608"/>
                        <a:pt x="1571" y="608"/>
                      </a:cubicBezTo>
                      <a:cubicBezTo>
                        <a:pt x="1635" y="608"/>
                        <a:pt x="1700" y="617"/>
                        <a:pt x="1764" y="635"/>
                      </a:cubicBezTo>
                      <a:cubicBezTo>
                        <a:pt x="1797" y="638"/>
                        <a:pt x="1828" y="639"/>
                        <a:pt x="1856" y="639"/>
                      </a:cubicBezTo>
                      <a:cubicBezTo>
                        <a:pt x="2153" y="639"/>
                        <a:pt x="2118" y="493"/>
                        <a:pt x="2007" y="270"/>
                      </a:cubicBezTo>
                      <a:cubicBezTo>
                        <a:pt x="1926" y="108"/>
                        <a:pt x="1818" y="0"/>
                        <a:pt x="16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463881" y="1004709"/>
                  <a:ext cx="32657" cy="41330"/>
                </a:xfrm>
                <a:custGeom>
                  <a:rect b="b" l="l" r="r" t="t"/>
                  <a:pathLst>
                    <a:path extrusionOk="0" h="1463" w="1156">
                      <a:moveTo>
                        <a:pt x="197" y="1"/>
                      </a:moveTo>
                      <a:cubicBezTo>
                        <a:pt x="135" y="1"/>
                        <a:pt x="70" y="17"/>
                        <a:pt x="1" y="60"/>
                      </a:cubicBezTo>
                      <a:cubicBezTo>
                        <a:pt x="1" y="486"/>
                        <a:pt x="548" y="699"/>
                        <a:pt x="396" y="1124"/>
                      </a:cubicBezTo>
                      <a:cubicBezTo>
                        <a:pt x="335" y="1276"/>
                        <a:pt x="274" y="1428"/>
                        <a:pt x="487" y="1458"/>
                      </a:cubicBezTo>
                      <a:cubicBezTo>
                        <a:pt x="505" y="1461"/>
                        <a:pt x="523" y="1462"/>
                        <a:pt x="538" y="1462"/>
                      </a:cubicBezTo>
                      <a:cubicBezTo>
                        <a:pt x="705" y="1462"/>
                        <a:pt x="727" y="1324"/>
                        <a:pt x="700" y="1185"/>
                      </a:cubicBezTo>
                      <a:cubicBezTo>
                        <a:pt x="639" y="1002"/>
                        <a:pt x="791" y="942"/>
                        <a:pt x="882" y="820"/>
                      </a:cubicBezTo>
                      <a:cubicBezTo>
                        <a:pt x="1156" y="455"/>
                        <a:pt x="1064" y="151"/>
                        <a:pt x="639" y="121"/>
                      </a:cubicBezTo>
                      <a:cubicBezTo>
                        <a:pt x="487" y="99"/>
                        <a:pt x="351" y="1"/>
                        <a:pt x="19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687138" y="473757"/>
                  <a:ext cx="51556" cy="23928"/>
                </a:xfrm>
                <a:custGeom>
                  <a:rect b="b" l="l" r="r" t="t"/>
                  <a:pathLst>
                    <a:path extrusionOk="0" h="847" w="1825">
                      <a:moveTo>
                        <a:pt x="606" y="0"/>
                      </a:moveTo>
                      <a:cubicBezTo>
                        <a:pt x="557" y="0"/>
                        <a:pt x="507" y="3"/>
                        <a:pt x="456" y="10"/>
                      </a:cubicBezTo>
                      <a:cubicBezTo>
                        <a:pt x="274" y="71"/>
                        <a:pt x="1" y="192"/>
                        <a:pt x="152" y="527"/>
                      </a:cubicBezTo>
                      <a:cubicBezTo>
                        <a:pt x="246" y="733"/>
                        <a:pt x="340" y="846"/>
                        <a:pt x="469" y="846"/>
                      </a:cubicBezTo>
                      <a:cubicBezTo>
                        <a:pt x="550" y="846"/>
                        <a:pt x="644" y="802"/>
                        <a:pt x="760" y="709"/>
                      </a:cubicBezTo>
                      <a:cubicBezTo>
                        <a:pt x="938" y="598"/>
                        <a:pt x="1116" y="405"/>
                        <a:pt x="1342" y="405"/>
                      </a:cubicBezTo>
                      <a:cubicBezTo>
                        <a:pt x="1425" y="405"/>
                        <a:pt x="1514" y="431"/>
                        <a:pt x="1611" y="496"/>
                      </a:cubicBezTo>
                      <a:cubicBezTo>
                        <a:pt x="1631" y="506"/>
                        <a:pt x="1649" y="510"/>
                        <a:pt x="1666" y="510"/>
                      </a:cubicBezTo>
                      <a:cubicBezTo>
                        <a:pt x="1759" y="510"/>
                        <a:pt x="1824" y="386"/>
                        <a:pt x="1824" y="284"/>
                      </a:cubicBezTo>
                      <a:cubicBezTo>
                        <a:pt x="1824" y="253"/>
                        <a:pt x="1794" y="223"/>
                        <a:pt x="1794" y="223"/>
                      </a:cubicBezTo>
                      <a:cubicBezTo>
                        <a:pt x="1388" y="196"/>
                        <a:pt x="1007" y="0"/>
                        <a:pt x="60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449276" y="611276"/>
                  <a:ext cx="31725" cy="41189"/>
                </a:xfrm>
                <a:custGeom>
                  <a:rect b="b" l="l" r="r" t="t"/>
                  <a:pathLst>
                    <a:path extrusionOk="0" h="1458" w="1123">
                      <a:moveTo>
                        <a:pt x="535" y="0"/>
                      </a:moveTo>
                      <a:cubicBezTo>
                        <a:pt x="384" y="0"/>
                        <a:pt x="251" y="91"/>
                        <a:pt x="183" y="248"/>
                      </a:cubicBezTo>
                      <a:cubicBezTo>
                        <a:pt x="62" y="431"/>
                        <a:pt x="1" y="644"/>
                        <a:pt x="1" y="887"/>
                      </a:cubicBezTo>
                      <a:cubicBezTo>
                        <a:pt x="31" y="1403"/>
                        <a:pt x="518" y="1312"/>
                        <a:pt x="822" y="1434"/>
                      </a:cubicBezTo>
                      <a:cubicBezTo>
                        <a:pt x="854" y="1450"/>
                        <a:pt x="887" y="1458"/>
                        <a:pt x="918" y="1458"/>
                      </a:cubicBezTo>
                      <a:cubicBezTo>
                        <a:pt x="1002" y="1458"/>
                        <a:pt x="1073" y="1401"/>
                        <a:pt x="1095" y="1312"/>
                      </a:cubicBezTo>
                      <a:cubicBezTo>
                        <a:pt x="1122" y="1204"/>
                        <a:pt x="1052" y="1095"/>
                        <a:pt x="950" y="1095"/>
                      </a:cubicBezTo>
                      <a:cubicBezTo>
                        <a:pt x="938" y="1095"/>
                        <a:pt x="926" y="1096"/>
                        <a:pt x="913" y="1100"/>
                      </a:cubicBezTo>
                      <a:cubicBezTo>
                        <a:pt x="856" y="1110"/>
                        <a:pt x="810" y="1115"/>
                        <a:pt x="773" y="1115"/>
                      </a:cubicBezTo>
                      <a:cubicBezTo>
                        <a:pt x="589" y="1115"/>
                        <a:pt x="614" y="992"/>
                        <a:pt x="639" y="765"/>
                      </a:cubicBezTo>
                      <a:cubicBezTo>
                        <a:pt x="670" y="492"/>
                        <a:pt x="822" y="279"/>
                        <a:pt x="700" y="36"/>
                      </a:cubicBezTo>
                      <a:cubicBezTo>
                        <a:pt x="644" y="12"/>
                        <a:pt x="589" y="0"/>
                        <a:pt x="53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694879" y="262788"/>
                  <a:ext cx="37798" cy="32374"/>
                </a:xfrm>
                <a:custGeom>
                  <a:rect b="b" l="l" r="r" t="t"/>
                  <a:pathLst>
                    <a:path extrusionOk="0" h="1146" w="1338">
                      <a:moveTo>
                        <a:pt x="1337" y="1"/>
                      </a:moveTo>
                      <a:lnTo>
                        <a:pt x="1337" y="1"/>
                      </a:lnTo>
                      <a:cubicBezTo>
                        <a:pt x="882" y="153"/>
                        <a:pt x="486" y="365"/>
                        <a:pt x="152" y="669"/>
                      </a:cubicBezTo>
                      <a:cubicBezTo>
                        <a:pt x="30" y="730"/>
                        <a:pt x="0" y="852"/>
                        <a:pt x="91" y="973"/>
                      </a:cubicBezTo>
                      <a:cubicBezTo>
                        <a:pt x="174" y="1092"/>
                        <a:pt x="340" y="1146"/>
                        <a:pt x="521" y="1146"/>
                      </a:cubicBezTo>
                      <a:cubicBezTo>
                        <a:pt x="804" y="1146"/>
                        <a:pt x="1123" y="1014"/>
                        <a:pt x="1216" y="791"/>
                      </a:cubicBezTo>
                      <a:cubicBezTo>
                        <a:pt x="1277" y="548"/>
                        <a:pt x="1307" y="274"/>
                        <a:pt x="13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756689" y="263664"/>
                  <a:ext cx="35228" cy="36951"/>
                </a:xfrm>
                <a:custGeom>
                  <a:rect b="b" l="l" r="r" t="t"/>
                  <a:pathLst>
                    <a:path extrusionOk="0" h="1308" w="1247">
                      <a:moveTo>
                        <a:pt x="1034" y="0"/>
                      </a:moveTo>
                      <a:lnTo>
                        <a:pt x="1034" y="0"/>
                      </a:lnTo>
                      <a:cubicBezTo>
                        <a:pt x="578" y="304"/>
                        <a:pt x="1" y="304"/>
                        <a:pt x="92" y="821"/>
                      </a:cubicBezTo>
                      <a:cubicBezTo>
                        <a:pt x="183" y="1307"/>
                        <a:pt x="730" y="1185"/>
                        <a:pt x="1247" y="1246"/>
                      </a:cubicBezTo>
                      <a:cubicBezTo>
                        <a:pt x="912" y="851"/>
                        <a:pt x="943" y="486"/>
                        <a:pt x="103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391760" y="415506"/>
                  <a:ext cx="18927" cy="22487"/>
                </a:xfrm>
                <a:custGeom>
                  <a:rect b="b" l="l" r="r" t="t"/>
                  <a:pathLst>
                    <a:path extrusionOk="0" h="796" w="670">
                      <a:moveTo>
                        <a:pt x="137" y="0"/>
                      </a:moveTo>
                      <a:cubicBezTo>
                        <a:pt x="94" y="0"/>
                        <a:pt x="48" y="12"/>
                        <a:pt x="0" y="35"/>
                      </a:cubicBezTo>
                      <a:cubicBezTo>
                        <a:pt x="0" y="187"/>
                        <a:pt x="0" y="309"/>
                        <a:pt x="0" y="461"/>
                      </a:cubicBezTo>
                      <a:lnTo>
                        <a:pt x="0" y="795"/>
                      </a:lnTo>
                      <a:cubicBezTo>
                        <a:pt x="61" y="795"/>
                        <a:pt x="152" y="765"/>
                        <a:pt x="244" y="765"/>
                      </a:cubicBezTo>
                      <a:cubicBezTo>
                        <a:pt x="456" y="765"/>
                        <a:pt x="669" y="552"/>
                        <a:pt x="456" y="248"/>
                      </a:cubicBezTo>
                      <a:cubicBezTo>
                        <a:pt x="367" y="91"/>
                        <a:pt x="260" y="0"/>
                        <a:pt x="13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706885" y="770548"/>
                  <a:ext cx="30934" cy="47658"/>
                </a:xfrm>
                <a:custGeom>
                  <a:rect b="b" l="l" r="r" t="t"/>
                  <a:pathLst>
                    <a:path extrusionOk="0" h="1687" w="1095">
                      <a:moveTo>
                        <a:pt x="369" y="1"/>
                      </a:moveTo>
                      <a:cubicBezTo>
                        <a:pt x="330" y="1"/>
                        <a:pt x="288" y="16"/>
                        <a:pt x="244" y="51"/>
                      </a:cubicBezTo>
                      <a:cubicBezTo>
                        <a:pt x="153" y="142"/>
                        <a:pt x="153" y="294"/>
                        <a:pt x="244" y="355"/>
                      </a:cubicBezTo>
                      <a:cubicBezTo>
                        <a:pt x="548" y="598"/>
                        <a:pt x="213" y="902"/>
                        <a:pt x="305" y="1145"/>
                      </a:cubicBezTo>
                      <a:cubicBezTo>
                        <a:pt x="396" y="1328"/>
                        <a:pt x="1" y="1571"/>
                        <a:pt x="305" y="1662"/>
                      </a:cubicBezTo>
                      <a:cubicBezTo>
                        <a:pt x="360" y="1679"/>
                        <a:pt x="402" y="1687"/>
                        <a:pt x="435" y="1687"/>
                      </a:cubicBezTo>
                      <a:cubicBezTo>
                        <a:pt x="638" y="1687"/>
                        <a:pt x="469" y="1402"/>
                        <a:pt x="548" y="1297"/>
                      </a:cubicBezTo>
                      <a:cubicBezTo>
                        <a:pt x="578" y="1206"/>
                        <a:pt x="639" y="1145"/>
                        <a:pt x="700" y="1115"/>
                      </a:cubicBezTo>
                      <a:cubicBezTo>
                        <a:pt x="1095" y="872"/>
                        <a:pt x="912" y="629"/>
                        <a:pt x="760" y="446"/>
                      </a:cubicBezTo>
                      <a:cubicBezTo>
                        <a:pt x="700" y="325"/>
                        <a:pt x="639" y="264"/>
                        <a:pt x="609" y="173"/>
                      </a:cubicBezTo>
                      <a:cubicBezTo>
                        <a:pt x="544" y="87"/>
                        <a:pt x="464" y="1"/>
                        <a:pt x="3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661375" y="732495"/>
                  <a:ext cx="26640" cy="44522"/>
                </a:xfrm>
                <a:custGeom>
                  <a:rect b="b" l="l" r="r" t="t"/>
                  <a:pathLst>
                    <a:path extrusionOk="0" h="1576" w="943">
                      <a:moveTo>
                        <a:pt x="700" y="0"/>
                      </a:moveTo>
                      <a:cubicBezTo>
                        <a:pt x="457" y="0"/>
                        <a:pt x="244" y="122"/>
                        <a:pt x="153" y="334"/>
                      </a:cubicBezTo>
                      <a:cubicBezTo>
                        <a:pt x="61" y="730"/>
                        <a:pt x="1" y="1094"/>
                        <a:pt x="1" y="1489"/>
                      </a:cubicBezTo>
                      <a:cubicBezTo>
                        <a:pt x="1" y="1532"/>
                        <a:pt x="92" y="1575"/>
                        <a:pt x="145" y="1575"/>
                      </a:cubicBezTo>
                      <a:cubicBezTo>
                        <a:pt x="167" y="1575"/>
                        <a:pt x="183" y="1568"/>
                        <a:pt x="183" y="1550"/>
                      </a:cubicBezTo>
                      <a:cubicBezTo>
                        <a:pt x="183" y="1003"/>
                        <a:pt x="943" y="699"/>
                        <a:pt x="7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584959" y="266715"/>
                  <a:ext cx="41245" cy="17148"/>
                </a:xfrm>
                <a:custGeom>
                  <a:rect b="b" l="l" r="r" t="t"/>
                  <a:pathLst>
                    <a:path extrusionOk="0" h="607" w="1460">
                      <a:moveTo>
                        <a:pt x="1028" y="0"/>
                      </a:moveTo>
                      <a:cubicBezTo>
                        <a:pt x="1002" y="0"/>
                        <a:pt x="974" y="4"/>
                        <a:pt x="943" y="14"/>
                      </a:cubicBezTo>
                      <a:cubicBezTo>
                        <a:pt x="730" y="77"/>
                        <a:pt x="577" y="156"/>
                        <a:pt x="400" y="156"/>
                      </a:cubicBezTo>
                      <a:cubicBezTo>
                        <a:pt x="324" y="156"/>
                        <a:pt x="244" y="141"/>
                        <a:pt x="152" y="105"/>
                      </a:cubicBezTo>
                      <a:cubicBezTo>
                        <a:pt x="144" y="101"/>
                        <a:pt x="136" y="99"/>
                        <a:pt x="127" y="99"/>
                      </a:cubicBezTo>
                      <a:cubicBezTo>
                        <a:pt x="69" y="99"/>
                        <a:pt x="0" y="178"/>
                        <a:pt x="0" y="257"/>
                      </a:cubicBezTo>
                      <a:cubicBezTo>
                        <a:pt x="0" y="378"/>
                        <a:pt x="61" y="409"/>
                        <a:pt x="61" y="409"/>
                      </a:cubicBezTo>
                      <a:cubicBezTo>
                        <a:pt x="90" y="405"/>
                        <a:pt x="120" y="403"/>
                        <a:pt x="149" y="403"/>
                      </a:cubicBezTo>
                      <a:cubicBezTo>
                        <a:pt x="468" y="403"/>
                        <a:pt x="776" y="606"/>
                        <a:pt x="1079" y="606"/>
                      </a:cubicBezTo>
                      <a:cubicBezTo>
                        <a:pt x="1206" y="606"/>
                        <a:pt x="1333" y="571"/>
                        <a:pt x="1459" y="470"/>
                      </a:cubicBezTo>
                      <a:cubicBezTo>
                        <a:pt x="1323" y="333"/>
                        <a:pt x="1260" y="0"/>
                        <a:pt x="102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626176" y="279964"/>
                  <a:ext cx="876" cy="876"/>
                </a:xfrm>
                <a:custGeom>
                  <a:rect b="b" l="l" r="r" t="t"/>
                  <a:pathLst>
                    <a:path extrusionOk="0" h="31" w="31">
                      <a:moveTo>
                        <a:pt x="0" y="1"/>
                      </a:moveTo>
                      <a:lnTo>
                        <a:pt x="31" y="31"/>
                      </a:lnTo>
                      <a:lnTo>
                        <a:pt x="31"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1071814" y="373103"/>
                  <a:ext cx="42658" cy="18871"/>
                </a:xfrm>
                <a:custGeom>
                  <a:rect b="b" l="l" r="r" t="t"/>
                  <a:pathLst>
                    <a:path extrusionOk="0" h="668" w="1510">
                      <a:moveTo>
                        <a:pt x="1376" y="1"/>
                      </a:moveTo>
                      <a:cubicBezTo>
                        <a:pt x="1362" y="1"/>
                        <a:pt x="1349" y="6"/>
                        <a:pt x="1338" y="17"/>
                      </a:cubicBezTo>
                      <a:cubicBezTo>
                        <a:pt x="943" y="321"/>
                        <a:pt x="274" y="47"/>
                        <a:pt x="1" y="655"/>
                      </a:cubicBezTo>
                      <a:cubicBezTo>
                        <a:pt x="38" y="663"/>
                        <a:pt x="74" y="667"/>
                        <a:pt x="109" y="667"/>
                      </a:cubicBezTo>
                      <a:cubicBezTo>
                        <a:pt x="372" y="667"/>
                        <a:pt x="599" y="461"/>
                        <a:pt x="851" y="461"/>
                      </a:cubicBezTo>
                      <a:cubicBezTo>
                        <a:pt x="929" y="461"/>
                        <a:pt x="1010" y="481"/>
                        <a:pt x="1095" y="533"/>
                      </a:cubicBezTo>
                      <a:cubicBezTo>
                        <a:pt x="1103" y="542"/>
                        <a:pt x="1115" y="545"/>
                        <a:pt x="1128" y="545"/>
                      </a:cubicBezTo>
                      <a:cubicBezTo>
                        <a:pt x="1218" y="545"/>
                        <a:pt x="1407" y="387"/>
                        <a:pt x="1460" y="229"/>
                      </a:cubicBezTo>
                      <a:cubicBezTo>
                        <a:pt x="1510" y="105"/>
                        <a:pt x="1437" y="1"/>
                        <a:pt x="137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679398" y="582207"/>
                  <a:ext cx="31810" cy="34437"/>
                </a:xfrm>
                <a:custGeom>
                  <a:rect b="b" l="l" r="r" t="t"/>
                  <a:pathLst>
                    <a:path extrusionOk="0" h="1219" w="1126">
                      <a:moveTo>
                        <a:pt x="275" y="1"/>
                      </a:moveTo>
                      <a:cubicBezTo>
                        <a:pt x="305" y="335"/>
                        <a:pt x="1" y="609"/>
                        <a:pt x="244" y="973"/>
                      </a:cubicBezTo>
                      <a:cubicBezTo>
                        <a:pt x="331" y="1103"/>
                        <a:pt x="417" y="1218"/>
                        <a:pt x="548" y="1218"/>
                      </a:cubicBezTo>
                      <a:cubicBezTo>
                        <a:pt x="601" y="1218"/>
                        <a:pt x="661" y="1199"/>
                        <a:pt x="730" y="1156"/>
                      </a:cubicBezTo>
                      <a:cubicBezTo>
                        <a:pt x="913" y="1034"/>
                        <a:pt x="1126" y="882"/>
                        <a:pt x="943" y="639"/>
                      </a:cubicBezTo>
                      <a:cubicBezTo>
                        <a:pt x="730" y="396"/>
                        <a:pt x="670" y="122"/>
                        <a:pt x="2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529138" y="1073384"/>
                  <a:ext cx="34380" cy="30369"/>
                </a:xfrm>
                <a:custGeom>
                  <a:rect b="b" l="l" r="r" t="t"/>
                  <a:pathLst>
                    <a:path extrusionOk="0" h="1075" w="1217">
                      <a:moveTo>
                        <a:pt x="973" y="0"/>
                      </a:moveTo>
                      <a:lnTo>
                        <a:pt x="973" y="0"/>
                      </a:lnTo>
                      <a:cubicBezTo>
                        <a:pt x="761" y="61"/>
                        <a:pt x="548" y="152"/>
                        <a:pt x="396" y="304"/>
                      </a:cubicBezTo>
                      <a:cubicBezTo>
                        <a:pt x="244" y="426"/>
                        <a:pt x="1" y="517"/>
                        <a:pt x="153" y="790"/>
                      </a:cubicBezTo>
                      <a:cubicBezTo>
                        <a:pt x="233" y="897"/>
                        <a:pt x="313" y="1075"/>
                        <a:pt x="476" y="1075"/>
                      </a:cubicBezTo>
                      <a:cubicBezTo>
                        <a:pt x="498" y="1075"/>
                        <a:pt x="522" y="1071"/>
                        <a:pt x="548" y="1064"/>
                      </a:cubicBezTo>
                      <a:cubicBezTo>
                        <a:pt x="761" y="1034"/>
                        <a:pt x="1004" y="882"/>
                        <a:pt x="973" y="699"/>
                      </a:cubicBezTo>
                      <a:cubicBezTo>
                        <a:pt x="943" y="486"/>
                        <a:pt x="1217" y="274"/>
                        <a:pt x="97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1344875" y="468022"/>
                  <a:ext cx="28" cy="876"/>
                </a:xfrm>
                <a:custGeom>
                  <a:rect b="b" l="l" r="r" t="t"/>
                  <a:pathLst>
                    <a:path extrusionOk="0" h="31" w="1">
                      <a:moveTo>
                        <a:pt x="1" y="0"/>
                      </a:moveTo>
                      <a:lnTo>
                        <a:pt x="1" y="0"/>
                      </a:lnTo>
                      <a:lnTo>
                        <a:pt x="1" y="0"/>
                      </a:lnTo>
                      <a:lnTo>
                        <a:pt x="1" y="3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1312077" y="453841"/>
                  <a:ext cx="32826" cy="28391"/>
                </a:xfrm>
                <a:custGeom>
                  <a:rect b="b" l="l" r="r" t="t"/>
                  <a:pathLst>
                    <a:path extrusionOk="0" h="1005" w="1162">
                      <a:moveTo>
                        <a:pt x="537" y="1"/>
                      </a:moveTo>
                      <a:cubicBezTo>
                        <a:pt x="414" y="1"/>
                        <a:pt x="254" y="43"/>
                        <a:pt x="7" y="107"/>
                      </a:cubicBezTo>
                      <a:cubicBezTo>
                        <a:pt x="67" y="259"/>
                        <a:pt x="219" y="381"/>
                        <a:pt x="98" y="563"/>
                      </a:cubicBezTo>
                      <a:cubicBezTo>
                        <a:pt x="2" y="803"/>
                        <a:pt x="1" y="1005"/>
                        <a:pt x="213" y="1005"/>
                      </a:cubicBezTo>
                      <a:cubicBezTo>
                        <a:pt x="270" y="1005"/>
                        <a:pt x="342" y="990"/>
                        <a:pt x="432" y="958"/>
                      </a:cubicBezTo>
                      <a:cubicBezTo>
                        <a:pt x="675" y="837"/>
                        <a:pt x="918" y="685"/>
                        <a:pt x="1162" y="533"/>
                      </a:cubicBezTo>
                      <a:cubicBezTo>
                        <a:pt x="867" y="140"/>
                        <a:pt x="763" y="1"/>
                        <a:pt x="5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548037" y="861286"/>
                  <a:ext cx="28363" cy="32657"/>
                </a:xfrm>
                <a:custGeom>
                  <a:rect b="b" l="l" r="r" t="t"/>
                  <a:pathLst>
                    <a:path extrusionOk="0" h="1156" w="1004">
                      <a:moveTo>
                        <a:pt x="396" y="0"/>
                      </a:moveTo>
                      <a:cubicBezTo>
                        <a:pt x="396" y="365"/>
                        <a:pt x="365" y="669"/>
                        <a:pt x="31" y="851"/>
                      </a:cubicBezTo>
                      <a:cubicBezTo>
                        <a:pt x="0" y="851"/>
                        <a:pt x="0" y="1003"/>
                        <a:pt x="0" y="1064"/>
                      </a:cubicBezTo>
                      <a:cubicBezTo>
                        <a:pt x="31" y="1125"/>
                        <a:pt x="92" y="1155"/>
                        <a:pt x="152" y="1155"/>
                      </a:cubicBezTo>
                      <a:cubicBezTo>
                        <a:pt x="456" y="1095"/>
                        <a:pt x="730" y="912"/>
                        <a:pt x="912" y="608"/>
                      </a:cubicBezTo>
                      <a:cubicBezTo>
                        <a:pt x="1003" y="365"/>
                        <a:pt x="791" y="152"/>
                        <a:pt x="3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535155" y="270416"/>
                  <a:ext cx="30086" cy="24464"/>
                </a:xfrm>
                <a:custGeom>
                  <a:rect b="b" l="l" r="r" t="t"/>
                  <a:pathLst>
                    <a:path extrusionOk="0" h="866" w="1065">
                      <a:moveTo>
                        <a:pt x="604" y="0"/>
                      </a:moveTo>
                      <a:cubicBezTo>
                        <a:pt x="532" y="0"/>
                        <a:pt x="454" y="32"/>
                        <a:pt x="365" y="95"/>
                      </a:cubicBezTo>
                      <a:cubicBezTo>
                        <a:pt x="152" y="247"/>
                        <a:pt x="0" y="339"/>
                        <a:pt x="183" y="582"/>
                      </a:cubicBezTo>
                      <a:cubicBezTo>
                        <a:pt x="284" y="744"/>
                        <a:pt x="372" y="865"/>
                        <a:pt x="500" y="865"/>
                      </a:cubicBezTo>
                      <a:cubicBezTo>
                        <a:pt x="564" y="865"/>
                        <a:pt x="639" y="835"/>
                        <a:pt x="730" y="764"/>
                      </a:cubicBezTo>
                      <a:cubicBezTo>
                        <a:pt x="973" y="673"/>
                        <a:pt x="1064" y="369"/>
                        <a:pt x="882" y="187"/>
                      </a:cubicBezTo>
                      <a:cubicBezTo>
                        <a:pt x="793" y="62"/>
                        <a:pt x="705" y="0"/>
                        <a:pt x="60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829686" y="384714"/>
                  <a:ext cx="23193" cy="31103"/>
                </a:xfrm>
                <a:custGeom>
                  <a:rect b="b" l="l" r="r" t="t"/>
                  <a:pathLst>
                    <a:path extrusionOk="0" h="1101" w="821">
                      <a:moveTo>
                        <a:pt x="760" y="1"/>
                      </a:moveTo>
                      <a:lnTo>
                        <a:pt x="760" y="1"/>
                      </a:lnTo>
                      <a:cubicBezTo>
                        <a:pt x="335" y="31"/>
                        <a:pt x="699" y="609"/>
                        <a:pt x="274" y="700"/>
                      </a:cubicBezTo>
                      <a:cubicBezTo>
                        <a:pt x="152" y="730"/>
                        <a:pt x="0" y="852"/>
                        <a:pt x="122" y="1034"/>
                      </a:cubicBezTo>
                      <a:cubicBezTo>
                        <a:pt x="171" y="1083"/>
                        <a:pt x="220" y="1101"/>
                        <a:pt x="269" y="1101"/>
                      </a:cubicBezTo>
                      <a:cubicBezTo>
                        <a:pt x="372" y="1101"/>
                        <a:pt x="475" y="1024"/>
                        <a:pt x="578" y="1004"/>
                      </a:cubicBezTo>
                      <a:cubicBezTo>
                        <a:pt x="790" y="700"/>
                        <a:pt x="821" y="335"/>
                        <a:pt x="76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9"/>
                <p:cNvSpPr/>
                <p:nvPr/>
              </p:nvSpPr>
              <p:spPr>
                <a:xfrm>
                  <a:off x="959324" y="568421"/>
                  <a:ext cx="28363" cy="24719"/>
                </a:xfrm>
                <a:custGeom>
                  <a:rect b="b" l="l" r="r" t="t"/>
                  <a:pathLst>
                    <a:path extrusionOk="0" h="875" w="1004">
                      <a:moveTo>
                        <a:pt x="524" y="1"/>
                      </a:moveTo>
                      <a:cubicBezTo>
                        <a:pt x="445" y="1"/>
                        <a:pt x="354" y="32"/>
                        <a:pt x="244" y="94"/>
                      </a:cubicBezTo>
                      <a:cubicBezTo>
                        <a:pt x="31" y="246"/>
                        <a:pt x="1" y="398"/>
                        <a:pt x="153" y="610"/>
                      </a:cubicBezTo>
                      <a:cubicBezTo>
                        <a:pt x="257" y="757"/>
                        <a:pt x="319" y="874"/>
                        <a:pt x="436" y="874"/>
                      </a:cubicBezTo>
                      <a:cubicBezTo>
                        <a:pt x="489" y="874"/>
                        <a:pt x="554" y="850"/>
                        <a:pt x="639" y="793"/>
                      </a:cubicBezTo>
                      <a:cubicBezTo>
                        <a:pt x="882" y="610"/>
                        <a:pt x="1004" y="519"/>
                        <a:pt x="822" y="215"/>
                      </a:cubicBezTo>
                      <a:cubicBezTo>
                        <a:pt x="731" y="70"/>
                        <a:pt x="640" y="1"/>
                        <a:pt x="5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9"/>
                <p:cNvSpPr/>
                <p:nvPr/>
              </p:nvSpPr>
              <p:spPr>
                <a:xfrm>
                  <a:off x="733496" y="653989"/>
                  <a:ext cx="39013" cy="17713"/>
                </a:xfrm>
                <a:custGeom>
                  <a:rect b="b" l="l" r="r" t="t"/>
                  <a:pathLst>
                    <a:path extrusionOk="0" h="627" w="1381">
                      <a:moveTo>
                        <a:pt x="204" y="1"/>
                      </a:moveTo>
                      <a:cubicBezTo>
                        <a:pt x="138" y="1"/>
                        <a:pt x="71" y="27"/>
                        <a:pt x="1" y="104"/>
                      </a:cubicBezTo>
                      <a:cubicBezTo>
                        <a:pt x="81" y="385"/>
                        <a:pt x="175" y="627"/>
                        <a:pt x="378" y="627"/>
                      </a:cubicBezTo>
                      <a:cubicBezTo>
                        <a:pt x="482" y="627"/>
                        <a:pt x="616" y="563"/>
                        <a:pt x="791" y="408"/>
                      </a:cubicBezTo>
                      <a:cubicBezTo>
                        <a:pt x="814" y="389"/>
                        <a:pt x="839" y="382"/>
                        <a:pt x="866" y="382"/>
                      </a:cubicBezTo>
                      <a:cubicBezTo>
                        <a:pt x="987" y="382"/>
                        <a:pt x="1145" y="537"/>
                        <a:pt x="1252" y="537"/>
                      </a:cubicBezTo>
                      <a:cubicBezTo>
                        <a:pt x="1314" y="537"/>
                        <a:pt x="1359" y="484"/>
                        <a:pt x="1369" y="317"/>
                      </a:cubicBezTo>
                      <a:cubicBezTo>
                        <a:pt x="1380" y="180"/>
                        <a:pt x="1315" y="150"/>
                        <a:pt x="1222" y="150"/>
                      </a:cubicBezTo>
                      <a:cubicBezTo>
                        <a:pt x="1150" y="150"/>
                        <a:pt x="1061" y="168"/>
                        <a:pt x="979" y="168"/>
                      </a:cubicBezTo>
                      <a:cubicBezTo>
                        <a:pt x="886" y="168"/>
                        <a:pt x="801" y="145"/>
                        <a:pt x="761" y="43"/>
                      </a:cubicBezTo>
                      <a:cubicBezTo>
                        <a:pt x="709" y="96"/>
                        <a:pt x="656" y="114"/>
                        <a:pt x="604" y="114"/>
                      </a:cubicBezTo>
                      <a:cubicBezTo>
                        <a:pt x="474" y="114"/>
                        <a:pt x="342" y="1"/>
                        <a:pt x="20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925848" y="457541"/>
                  <a:ext cx="34380" cy="23391"/>
                </a:xfrm>
                <a:custGeom>
                  <a:rect b="b" l="l" r="r" t="t"/>
                  <a:pathLst>
                    <a:path extrusionOk="0" h="828" w="1217">
                      <a:moveTo>
                        <a:pt x="750" y="1"/>
                      </a:moveTo>
                      <a:cubicBezTo>
                        <a:pt x="537" y="1"/>
                        <a:pt x="355" y="275"/>
                        <a:pt x="152" y="402"/>
                      </a:cubicBezTo>
                      <a:cubicBezTo>
                        <a:pt x="31" y="462"/>
                        <a:pt x="1" y="614"/>
                        <a:pt x="92" y="736"/>
                      </a:cubicBezTo>
                      <a:cubicBezTo>
                        <a:pt x="146" y="781"/>
                        <a:pt x="210" y="794"/>
                        <a:pt x="282" y="794"/>
                      </a:cubicBezTo>
                      <a:cubicBezTo>
                        <a:pt x="380" y="794"/>
                        <a:pt x="491" y="769"/>
                        <a:pt x="605" y="769"/>
                      </a:cubicBezTo>
                      <a:cubicBezTo>
                        <a:pt x="687" y="769"/>
                        <a:pt x="771" y="782"/>
                        <a:pt x="852" y="827"/>
                      </a:cubicBezTo>
                      <a:cubicBezTo>
                        <a:pt x="730" y="554"/>
                        <a:pt x="1216" y="219"/>
                        <a:pt x="882" y="37"/>
                      </a:cubicBezTo>
                      <a:cubicBezTo>
                        <a:pt x="836" y="12"/>
                        <a:pt x="792" y="1"/>
                        <a:pt x="7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431253" y="1069683"/>
                  <a:ext cx="22346" cy="38928"/>
                </a:xfrm>
                <a:custGeom>
                  <a:rect b="b" l="l" r="r" t="t"/>
                  <a:pathLst>
                    <a:path extrusionOk="0" h="1378" w="791">
                      <a:moveTo>
                        <a:pt x="583" y="0"/>
                      </a:moveTo>
                      <a:cubicBezTo>
                        <a:pt x="516" y="0"/>
                        <a:pt x="436" y="35"/>
                        <a:pt x="365" y="70"/>
                      </a:cubicBezTo>
                      <a:cubicBezTo>
                        <a:pt x="31" y="405"/>
                        <a:pt x="1" y="921"/>
                        <a:pt x="274" y="1286"/>
                      </a:cubicBezTo>
                      <a:cubicBezTo>
                        <a:pt x="335" y="1347"/>
                        <a:pt x="426" y="1377"/>
                        <a:pt x="517" y="1377"/>
                      </a:cubicBezTo>
                      <a:cubicBezTo>
                        <a:pt x="669" y="1317"/>
                        <a:pt x="639" y="1195"/>
                        <a:pt x="578" y="1073"/>
                      </a:cubicBezTo>
                      <a:cubicBezTo>
                        <a:pt x="396" y="800"/>
                        <a:pt x="335" y="587"/>
                        <a:pt x="700" y="374"/>
                      </a:cubicBezTo>
                      <a:cubicBezTo>
                        <a:pt x="791" y="313"/>
                        <a:pt x="760" y="161"/>
                        <a:pt x="700" y="70"/>
                      </a:cubicBezTo>
                      <a:cubicBezTo>
                        <a:pt x="674" y="19"/>
                        <a:pt x="632" y="0"/>
                        <a:pt x="5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795335" y="264088"/>
                  <a:ext cx="29211" cy="24493"/>
                </a:xfrm>
                <a:custGeom>
                  <a:rect b="b" l="l" r="r" t="t"/>
                  <a:pathLst>
                    <a:path extrusionOk="0" h="867" w="1034">
                      <a:moveTo>
                        <a:pt x="336" y="1"/>
                      </a:moveTo>
                      <a:cubicBezTo>
                        <a:pt x="305" y="1"/>
                        <a:pt x="274" y="5"/>
                        <a:pt x="244" y="15"/>
                      </a:cubicBezTo>
                      <a:cubicBezTo>
                        <a:pt x="31" y="76"/>
                        <a:pt x="152" y="319"/>
                        <a:pt x="92" y="471"/>
                      </a:cubicBezTo>
                      <a:cubicBezTo>
                        <a:pt x="0" y="593"/>
                        <a:pt x="0" y="745"/>
                        <a:pt x="92" y="867"/>
                      </a:cubicBezTo>
                      <a:cubicBezTo>
                        <a:pt x="396" y="806"/>
                        <a:pt x="669" y="623"/>
                        <a:pt x="912" y="411"/>
                      </a:cubicBezTo>
                      <a:cubicBezTo>
                        <a:pt x="1034" y="319"/>
                        <a:pt x="973" y="107"/>
                        <a:pt x="821" y="76"/>
                      </a:cubicBezTo>
                      <a:cubicBezTo>
                        <a:pt x="801" y="79"/>
                        <a:pt x="782" y="80"/>
                        <a:pt x="763" y="80"/>
                      </a:cubicBezTo>
                      <a:cubicBezTo>
                        <a:pt x="610" y="80"/>
                        <a:pt x="472" y="1"/>
                        <a:pt x="33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669963" y="399658"/>
                  <a:ext cx="13758" cy="39522"/>
                </a:xfrm>
                <a:custGeom>
                  <a:rect b="b" l="l" r="r" t="t"/>
                  <a:pathLst>
                    <a:path extrusionOk="0" h="1399" w="487">
                      <a:moveTo>
                        <a:pt x="323" y="1"/>
                      </a:moveTo>
                      <a:cubicBezTo>
                        <a:pt x="295" y="1"/>
                        <a:pt x="274" y="8"/>
                        <a:pt x="274" y="19"/>
                      </a:cubicBezTo>
                      <a:cubicBezTo>
                        <a:pt x="153" y="444"/>
                        <a:pt x="61" y="870"/>
                        <a:pt x="1" y="1326"/>
                      </a:cubicBezTo>
                      <a:cubicBezTo>
                        <a:pt x="1" y="1376"/>
                        <a:pt x="37" y="1399"/>
                        <a:pt x="86" y="1399"/>
                      </a:cubicBezTo>
                      <a:cubicBezTo>
                        <a:pt x="125" y="1399"/>
                        <a:pt x="172" y="1384"/>
                        <a:pt x="213" y="1356"/>
                      </a:cubicBezTo>
                      <a:cubicBezTo>
                        <a:pt x="365" y="961"/>
                        <a:pt x="457" y="505"/>
                        <a:pt x="487" y="80"/>
                      </a:cubicBezTo>
                      <a:cubicBezTo>
                        <a:pt x="448" y="22"/>
                        <a:pt x="373" y="1"/>
                        <a:pt x="32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9"/>
                <p:cNvSpPr/>
                <p:nvPr/>
              </p:nvSpPr>
              <p:spPr>
                <a:xfrm>
                  <a:off x="708608" y="308835"/>
                  <a:ext cx="23222" cy="24973"/>
                </a:xfrm>
                <a:custGeom>
                  <a:rect b="b" l="l" r="r" t="t"/>
                  <a:pathLst>
                    <a:path extrusionOk="0" h="884" w="822">
                      <a:moveTo>
                        <a:pt x="410" y="0"/>
                      </a:moveTo>
                      <a:cubicBezTo>
                        <a:pt x="388" y="0"/>
                        <a:pt x="363" y="4"/>
                        <a:pt x="335" y="12"/>
                      </a:cubicBezTo>
                      <a:cubicBezTo>
                        <a:pt x="122" y="73"/>
                        <a:pt x="244" y="286"/>
                        <a:pt x="213" y="438"/>
                      </a:cubicBezTo>
                      <a:cubicBezTo>
                        <a:pt x="183" y="590"/>
                        <a:pt x="0" y="681"/>
                        <a:pt x="152" y="833"/>
                      </a:cubicBezTo>
                      <a:cubicBezTo>
                        <a:pt x="198" y="869"/>
                        <a:pt x="238" y="884"/>
                        <a:pt x="276" y="884"/>
                      </a:cubicBezTo>
                      <a:cubicBezTo>
                        <a:pt x="365" y="884"/>
                        <a:pt x="441" y="805"/>
                        <a:pt x="548" y="742"/>
                      </a:cubicBezTo>
                      <a:cubicBezTo>
                        <a:pt x="669" y="681"/>
                        <a:pt x="821" y="529"/>
                        <a:pt x="699" y="346"/>
                      </a:cubicBezTo>
                      <a:cubicBezTo>
                        <a:pt x="594" y="162"/>
                        <a:pt x="557" y="0"/>
                        <a:pt x="41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792058" y="740094"/>
                  <a:ext cx="31640" cy="21611"/>
                </a:xfrm>
                <a:custGeom>
                  <a:rect b="b" l="l" r="r" t="t"/>
                  <a:pathLst>
                    <a:path extrusionOk="0" h="765" w="1120">
                      <a:moveTo>
                        <a:pt x="193" y="1"/>
                      </a:moveTo>
                      <a:cubicBezTo>
                        <a:pt x="46" y="1"/>
                        <a:pt x="0" y="142"/>
                        <a:pt x="56" y="309"/>
                      </a:cubicBezTo>
                      <a:cubicBezTo>
                        <a:pt x="268" y="764"/>
                        <a:pt x="694" y="673"/>
                        <a:pt x="1119" y="764"/>
                      </a:cubicBezTo>
                      <a:cubicBezTo>
                        <a:pt x="1089" y="65"/>
                        <a:pt x="633" y="96"/>
                        <a:pt x="238" y="5"/>
                      </a:cubicBezTo>
                      <a:cubicBezTo>
                        <a:pt x="222" y="2"/>
                        <a:pt x="207" y="1"/>
                        <a:pt x="19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393483" y="391578"/>
                  <a:ext cx="5170" cy="12063"/>
                </a:xfrm>
                <a:custGeom>
                  <a:rect b="b" l="l" r="r" t="t"/>
                  <a:pathLst>
                    <a:path extrusionOk="0" h="427" w="183">
                      <a:moveTo>
                        <a:pt x="61" y="1"/>
                      </a:moveTo>
                      <a:lnTo>
                        <a:pt x="61" y="1"/>
                      </a:lnTo>
                      <a:cubicBezTo>
                        <a:pt x="31" y="123"/>
                        <a:pt x="31" y="275"/>
                        <a:pt x="0" y="427"/>
                      </a:cubicBezTo>
                      <a:cubicBezTo>
                        <a:pt x="183" y="275"/>
                        <a:pt x="183" y="183"/>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997122" y="368414"/>
                  <a:ext cx="18052" cy="32177"/>
                </a:xfrm>
                <a:custGeom>
                  <a:rect b="b" l="l" r="r" t="t"/>
                  <a:pathLst>
                    <a:path extrusionOk="0" h="1139" w="639">
                      <a:moveTo>
                        <a:pt x="152" y="0"/>
                      </a:moveTo>
                      <a:cubicBezTo>
                        <a:pt x="31" y="61"/>
                        <a:pt x="0" y="183"/>
                        <a:pt x="61" y="304"/>
                      </a:cubicBezTo>
                      <a:cubicBezTo>
                        <a:pt x="213" y="517"/>
                        <a:pt x="365" y="730"/>
                        <a:pt x="183" y="1003"/>
                      </a:cubicBezTo>
                      <a:cubicBezTo>
                        <a:pt x="183" y="1034"/>
                        <a:pt x="244" y="1125"/>
                        <a:pt x="274" y="1125"/>
                      </a:cubicBezTo>
                      <a:cubicBezTo>
                        <a:pt x="294" y="1135"/>
                        <a:pt x="314" y="1138"/>
                        <a:pt x="335" y="1138"/>
                      </a:cubicBezTo>
                      <a:cubicBezTo>
                        <a:pt x="375" y="1138"/>
                        <a:pt x="416" y="1125"/>
                        <a:pt x="456" y="1125"/>
                      </a:cubicBezTo>
                      <a:cubicBezTo>
                        <a:pt x="639" y="791"/>
                        <a:pt x="608" y="395"/>
                        <a:pt x="365" y="92"/>
                      </a:cubicBezTo>
                      <a:cubicBezTo>
                        <a:pt x="335" y="31"/>
                        <a:pt x="244" y="0"/>
                        <a:pt x="15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490493" y="790605"/>
                  <a:ext cx="24069" cy="26018"/>
                </a:xfrm>
                <a:custGeom>
                  <a:rect b="b" l="l" r="r" t="t"/>
                  <a:pathLst>
                    <a:path extrusionOk="0" h="921" w="852">
                      <a:moveTo>
                        <a:pt x="407" y="0"/>
                      </a:moveTo>
                      <a:cubicBezTo>
                        <a:pt x="385" y="0"/>
                        <a:pt x="361" y="3"/>
                        <a:pt x="335" y="10"/>
                      </a:cubicBezTo>
                      <a:cubicBezTo>
                        <a:pt x="92" y="101"/>
                        <a:pt x="244" y="314"/>
                        <a:pt x="183" y="466"/>
                      </a:cubicBezTo>
                      <a:cubicBezTo>
                        <a:pt x="122" y="587"/>
                        <a:pt x="1" y="709"/>
                        <a:pt x="153" y="861"/>
                      </a:cubicBezTo>
                      <a:cubicBezTo>
                        <a:pt x="196" y="904"/>
                        <a:pt x="236" y="920"/>
                        <a:pt x="275" y="920"/>
                      </a:cubicBezTo>
                      <a:cubicBezTo>
                        <a:pt x="373" y="920"/>
                        <a:pt x="461" y="814"/>
                        <a:pt x="548" y="770"/>
                      </a:cubicBezTo>
                      <a:cubicBezTo>
                        <a:pt x="639" y="679"/>
                        <a:pt x="852" y="527"/>
                        <a:pt x="700" y="344"/>
                      </a:cubicBezTo>
                      <a:cubicBezTo>
                        <a:pt x="619" y="209"/>
                        <a:pt x="586" y="0"/>
                        <a:pt x="4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655358" y="702438"/>
                  <a:ext cx="33533" cy="17374"/>
                </a:xfrm>
                <a:custGeom>
                  <a:rect b="b" l="l" r="r" t="t"/>
                  <a:pathLst>
                    <a:path extrusionOk="0" h="615" w="1187">
                      <a:moveTo>
                        <a:pt x="1095" y="0"/>
                      </a:moveTo>
                      <a:cubicBezTo>
                        <a:pt x="1095" y="31"/>
                        <a:pt x="1004" y="31"/>
                        <a:pt x="913" y="61"/>
                      </a:cubicBezTo>
                      <a:cubicBezTo>
                        <a:pt x="761" y="152"/>
                        <a:pt x="609" y="213"/>
                        <a:pt x="457" y="274"/>
                      </a:cubicBezTo>
                      <a:cubicBezTo>
                        <a:pt x="365" y="274"/>
                        <a:pt x="228" y="162"/>
                        <a:pt x="128" y="162"/>
                      </a:cubicBezTo>
                      <a:cubicBezTo>
                        <a:pt x="63" y="162"/>
                        <a:pt x="13" y="209"/>
                        <a:pt x="1" y="365"/>
                      </a:cubicBezTo>
                      <a:cubicBezTo>
                        <a:pt x="1" y="504"/>
                        <a:pt x="49" y="541"/>
                        <a:pt x="118" y="541"/>
                      </a:cubicBezTo>
                      <a:cubicBezTo>
                        <a:pt x="198" y="541"/>
                        <a:pt x="307" y="489"/>
                        <a:pt x="396" y="489"/>
                      </a:cubicBezTo>
                      <a:cubicBezTo>
                        <a:pt x="430" y="489"/>
                        <a:pt x="461" y="496"/>
                        <a:pt x="487" y="517"/>
                      </a:cubicBezTo>
                      <a:cubicBezTo>
                        <a:pt x="566" y="587"/>
                        <a:pt x="635" y="614"/>
                        <a:pt x="698" y="614"/>
                      </a:cubicBezTo>
                      <a:cubicBezTo>
                        <a:pt x="851" y="614"/>
                        <a:pt x="966" y="451"/>
                        <a:pt x="1095" y="365"/>
                      </a:cubicBezTo>
                      <a:cubicBezTo>
                        <a:pt x="1186" y="304"/>
                        <a:pt x="1156" y="243"/>
                        <a:pt x="10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9"/>
                <p:cNvSpPr/>
                <p:nvPr/>
              </p:nvSpPr>
              <p:spPr>
                <a:xfrm>
                  <a:off x="816804" y="587801"/>
                  <a:ext cx="24069" cy="23928"/>
                </a:xfrm>
                <a:custGeom>
                  <a:rect b="b" l="l" r="r" t="t"/>
                  <a:pathLst>
                    <a:path extrusionOk="0" h="847" w="852">
                      <a:moveTo>
                        <a:pt x="608" y="0"/>
                      </a:moveTo>
                      <a:cubicBezTo>
                        <a:pt x="563" y="0"/>
                        <a:pt x="517" y="16"/>
                        <a:pt x="487" y="46"/>
                      </a:cubicBezTo>
                      <a:cubicBezTo>
                        <a:pt x="335" y="168"/>
                        <a:pt x="0" y="228"/>
                        <a:pt x="183" y="532"/>
                      </a:cubicBezTo>
                      <a:cubicBezTo>
                        <a:pt x="263" y="666"/>
                        <a:pt x="320" y="847"/>
                        <a:pt x="477" y="847"/>
                      </a:cubicBezTo>
                      <a:cubicBezTo>
                        <a:pt x="499" y="847"/>
                        <a:pt x="522" y="844"/>
                        <a:pt x="547" y="836"/>
                      </a:cubicBezTo>
                      <a:cubicBezTo>
                        <a:pt x="851" y="775"/>
                        <a:pt x="608" y="502"/>
                        <a:pt x="699" y="350"/>
                      </a:cubicBezTo>
                      <a:cubicBezTo>
                        <a:pt x="821" y="198"/>
                        <a:pt x="821" y="137"/>
                        <a:pt x="730" y="46"/>
                      </a:cubicBezTo>
                      <a:cubicBezTo>
                        <a:pt x="699" y="16"/>
                        <a:pt x="654" y="0"/>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809940" y="298213"/>
                  <a:ext cx="21470" cy="24803"/>
                </a:xfrm>
                <a:custGeom>
                  <a:rect b="b" l="l" r="r" t="t"/>
                  <a:pathLst>
                    <a:path extrusionOk="0" h="878" w="760">
                      <a:moveTo>
                        <a:pt x="583" y="1"/>
                      </a:moveTo>
                      <a:cubicBezTo>
                        <a:pt x="537" y="1"/>
                        <a:pt x="492" y="18"/>
                        <a:pt x="456" y="54"/>
                      </a:cubicBezTo>
                      <a:cubicBezTo>
                        <a:pt x="274" y="175"/>
                        <a:pt x="0" y="266"/>
                        <a:pt x="182" y="570"/>
                      </a:cubicBezTo>
                      <a:cubicBezTo>
                        <a:pt x="268" y="684"/>
                        <a:pt x="300" y="877"/>
                        <a:pt x="527" y="877"/>
                      </a:cubicBezTo>
                      <a:cubicBezTo>
                        <a:pt x="543" y="877"/>
                        <a:pt x="560" y="876"/>
                        <a:pt x="578" y="874"/>
                      </a:cubicBezTo>
                      <a:cubicBezTo>
                        <a:pt x="699" y="631"/>
                        <a:pt x="760" y="358"/>
                        <a:pt x="760" y="114"/>
                      </a:cubicBezTo>
                      <a:cubicBezTo>
                        <a:pt x="723" y="41"/>
                        <a:pt x="653" y="1"/>
                        <a:pt x="5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489645" y="928887"/>
                  <a:ext cx="23222" cy="24295"/>
                </a:xfrm>
                <a:custGeom>
                  <a:rect b="b" l="l" r="r" t="t"/>
                  <a:pathLst>
                    <a:path extrusionOk="0" h="860" w="822">
                      <a:moveTo>
                        <a:pt x="559" y="0"/>
                      </a:moveTo>
                      <a:cubicBezTo>
                        <a:pt x="477" y="0"/>
                        <a:pt x="398" y="57"/>
                        <a:pt x="335" y="100"/>
                      </a:cubicBezTo>
                      <a:cubicBezTo>
                        <a:pt x="244" y="161"/>
                        <a:pt x="0" y="282"/>
                        <a:pt x="122" y="465"/>
                      </a:cubicBezTo>
                      <a:cubicBezTo>
                        <a:pt x="213" y="677"/>
                        <a:pt x="274" y="860"/>
                        <a:pt x="517" y="860"/>
                      </a:cubicBezTo>
                      <a:cubicBezTo>
                        <a:pt x="760" y="738"/>
                        <a:pt x="548" y="525"/>
                        <a:pt x="639" y="404"/>
                      </a:cubicBezTo>
                      <a:cubicBezTo>
                        <a:pt x="730" y="252"/>
                        <a:pt x="821" y="161"/>
                        <a:pt x="669" y="39"/>
                      </a:cubicBezTo>
                      <a:cubicBezTo>
                        <a:pt x="632" y="11"/>
                        <a:pt x="595" y="0"/>
                        <a:pt x="5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p:nvPr/>
              </p:nvSpPr>
              <p:spPr>
                <a:xfrm>
                  <a:off x="779882" y="663312"/>
                  <a:ext cx="23193" cy="16102"/>
                </a:xfrm>
                <a:custGeom>
                  <a:rect b="b" l="l" r="r" t="t"/>
                  <a:pathLst>
                    <a:path extrusionOk="0" h="570" w="821">
                      <a:moveTo>
                        <a:pt x="575" y="0"/>
                      </a:moveTo>
                      <a:cubicBezTo>
                        <a:pt x="469" y="0"/>
                        <a:pt x="379" y="106"/>
                        <a:pt x="274" y="169"/>
                      </a:cubicBezTo>
                      <a:cubicBezTo>
                        <a:pt x="152" y="230"/>
                        <a:pt x="0" y="352"/>
                        <a:pt x="152" y="504"/>
                      </a:cubicBezTo>
                      <a:cubicBezTo>
                        <a:pt x="190" y="551"/>
                        <a:pt x="235" y="569"/>
                        <a:pt x="282" y="569"/>
                      </a:cubicBezTo>
                      <a:cubicBezTo>
                        <a:pt x="385" y="569"/>
                        <a:pt x="504" y="485"/>
                        <a:pt x="608" y="443"/>
                      </a:cubicBezTo>
                      <a:cubicBezTo>
                        <a:pt x="760" y="352"/>
                        <a:pt x="821" y="261"/>
                        <a:pt x="730" y="78"/>
                      </a:cubicBezTo>
                      <a:cubicBezTo>
                        <a:pt x="673" y="22"/>
                        <a:pt x="622" y="0"/>
                        <a:pt x="57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533432" y="375250"/>
                  <a:ext cx="20651" cy="26668"/>
                </a:xfrm>
                <a:custGeom>
                  <a:rect b="b" l="l" r="r" t="t"/>
                  <a:pathLst>
                    <a:path extrusionOk="0" h="944" w="731">
                      <a:moveTo>
                        <a:pt x="495" y="0"/>
                      </a:moveTo>
                      <a:cubicBezTo>
                        <a:pt x="454" y="0"/>
                        <a:pt x="410" y="10"/>
                        <a:pt x="365" y="32"/>
                      </a:cubicBezTo>
                      <a:cubicBezTo>
                        <a:pt x="1" y="153"/>
                        <a:pt x="1" y="305"/>
                        <a:pt x="274" y="944"/>
                      </a:cubicBezTo>
                      <a:cubicBezTo>
                        <a:pt x="289" y="929"/>
                        <a:pt x="312" y="921"/>
                        <a:pt x="335" y="921"/>
                      </a:cubicBezTo>
                      <a:cubicBezTo>
                        <a:pt x="358" y="921"/>
                        <a:pt x="381" y="929"/>
                        <a:pt x="396" y="944"/>
                      </a:cubicBezTo>
                      <a:cubicBezTo>
                        <a:pt x="730" y="792"/>
                        <a:pt x="517" y="427"/>
                        <a:pt x="669" y="184"/>
                      </a:cubicBezTo>
                      <a:cubicBezTo>
                        <a:pt x="715" y="92"/>
                        <a:pt x="622" y="0"/>
                        <a:pt x="4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435547" y="1016517"/>
                  <a:ext cx="22346" cy="16300"/>
                </a:xfrm>
                <a:custGeom>
                  <a:rect b="b" l="l" r="r" t="t"/>
                  <a:pathLst>
                    <a:path extrusionOk="0" h="577" w="791">
                      <a:moveTo>
                        <a:pt x="518" y="1"/>
                      </a:moveTo>
                      <a:cubicBezTo>
                        <a:pt x="383" y="1"/>
                        <a:pt x="296" y="148"/>
                        <a:pt x="153" y="220"/>
                      </a:cubicBezTo>
                      <a:cubicBezTo>
                        <a:pt x="61" y="311"/>
                        <a:pt x="1" y="433"/>
                        <a:pt x="122" y="524"/>
                      </a:cubicBezTo>
                      <a:cubicBezTo>
                        <a:pt x="182" y="561"/>
                        <a:pt x="236" y="576"/>
                        <a:pt x="286" y="576"/>
                      </a:cubicBezTo>
                      <a:cubicBezTo>
                        <a:pt x="438" y="576"/>
                        <a:pt x="547" y="433"/>
                        <a:pt x="639" y="341"/>
                      </a:cubicBezTo>
                      <a:cubicBezTo>
                        <a:pt x="791" y="220"/>
                        <a:pt x="760" y="159"/>
                        <a:pt x="639" y="37"/>
                      </a:cubicBezTo>
                      <a:cubicBezTo>
                        <a:pt x="594" y="12"/>
                        <a:pt x="554" y="1"/>
                        <a:pt x="5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491368" y="366690"/>
                  <a:ext cx="17204" cy="24916"/>
                </a:xfrm>
                <a:custGeom>
                  <a:rect b="b" l="l" r="r" t="t"/>
                  <a:pathLst>
                    <a:path extrusionOk="0" h="882" w="609">
                      <a:moveTo>
                        <a:pt x="426" y="1"/>
                      </a:moveTo>
                      <a:cubicBezTo>
                        <a:pt x="304" y="31"/>
                        <a:pt x="183" y="122"/>
                        <a:pt x="274" y="244"/>
                      </a:cubicBezTo>
                      <a:cubicBezTo>
                        <a:pt x="395" y="456"/>
                        <a:pt x="0" y="669"/>
                        <a:pt x="274" y="882"/>
                      </a:cubicBezTo>
                      <a:lnTo>
                        <a:pt x="426" y="882"/>
                      </a:lnTo>
                      <a:cubicBezTo>
                        <a:pt x="487" y="608"/>
                        <a:pt x="547" y="365"/>
                        <a:pt x="608" y="122"/>
                      </a:cubicBezTo>
                      <a:cubicBezTo>
                        <a:pt x="547" y="61"/>
                        <a:pt x="487" y="1"/>
                        <a:pt x="42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863162" y="253353"/>
                  <a:ext cx="7769" cy="2006"/>
                </a:xfrm>
                <a:custGeom>
                  <a:rect b="b" l="l" r="r" t="t"/>
                  <a:pathLst>
                    <a:path extrusionOk="0" h="71" w="275">
                      <a:moveTo>
                        <a:pt x="1" y="0"/>
                      </a:moveTo>
                      <a:cubicBezTo>
                        <a:pt x="36" y="35"/>
                        <a:pt x="81" y="71"/>
                        <a:pt x="136" y="71"/>
                      </a:cubicBezTo>
                      <a:cubicBezTo>
                        <a:pt x="177" y="71"/>
                        <a:pt x="223" y="52"/>
                        <a:pt x="2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533432" y="942701"/>
                  <a:ext cx="19775" cy="18250"/>
                </a:xfrm>
                <a:custGeom>
                  <a:rect b="b" l="l" r="r" t="t"/>
                  <a:pathLst>
                    <a:path extrusionOk="0" h="646" w="700">
                      <a:moveTo>
                        <a:pt x="278" y="1"/>
                      </a:moveTo>
                      <a:cubicBezTo>
                        <a:pt x="241" y="1"/>
                        <a:pt x="200" y="19"/>
                        <a:pt x="153" y="67"/>
                      </a:cubicBezTo>
                      <a:cubicBezTo>
                        <a:pt x="1" y="188"/>
                        <a:pt x="153" y="340"/>
                        <a:pt x="213" y="462"/>
                      </a:cubicBezTo>
                      <a:cubicBezTo>
                        <a:pt x="282" y="554"/>
                        <a:pt x="369" y="646"/>
                        <a:pt x="459" y="646"/>
                      </a:cubicBezTo>
                      <a:cubicBezTo>
                        <a:pt x="488" y="646"/>
                        <a:pt x="518" y="636"/>
                        <a:pt x="548" y="614"/>
                      </a:cubicBezTo>
                      <a:cubicBezTo>
                        <a:pt x="700" y="523"/>
                        <a:pt x="639" y="340"/>
                        <a:pt x="517" y="219"/>
                      </a:cubicBezTo>
                      <a:cubicBezTo>
                        <a:pt x="450" y="151"/>
                        <a:pt x="382" y="1"/>
                        <a:pt x="27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9"/>
                <p:cNvSpPr/>
                <p:nvPr/>
              </p:nvSpPr>
              <p:spPr>
                <a:xfrm>
                  <a:off x="806493" y="365899"/>
                  <a:ext cx="21498" cy="15170"/>
                </a:xfrm>
                <a:custGeom>
                  <a:rect b="b" l="l" r="r" t="t"/>
                  <a:pathLst>
                    <a:path extrusionOk="0" h="537" w="761">
                      <a:moveTo>
                        <a:pt x="540" y="1"/>
                      </a:moveTo>
                      <a:cubicBezTo>
                        <a:pt x="383" y="1"/>
                        <a:pt x="249" y="121"/>
                        <a:pt x="152" y="241"/>
                      </a:cubicBezTo>
                      <a:cubicBezTo>
                        <a:pt x="61" y="302"/>
                        <a:pt x="1" y="454"/>
                        <a:pt x="183" y="515"/>
                      </a:cubicBezTo>
                      <a:cubicBezTo>
                        <a:pt x="224" y="530"/>
                        <a:pt x="261" y="537"/>
                        <a:pt x="296" y="537"/>
                      </a:cubicBezTo>
                      <a:cubicBezTo>
                        <a:pt x="468" y="537"/>
                        <a:pt x="573" y="373"/>
                        <a:pt x="700" y="272"/>
                      </a:cubicBezTo>
                      <a:cubicBezTo>
                        <a:pt x="760" y="181"/>
                        <a:pt x="730" y="89"/>
                        <a:pt x="669" y="29"/>
                      </a:cubicBezTo>
                      <a:cubicBezTo>
                        <a:pt x="625" y="9"/>
                        <a:pt x="581" y="1"/>
                        <a:pt x="5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575524" y="421325"/>
                  <a:ext cx="24916" cy="16555"/>
                </a:xfrm>
                <a:custGeom>
                  <a:rect b="b" l="l" r="r" t="t"/>
                  <a:pathLst>
                    <a:path extrusionOk="0" h="586" w="882">
                      <a:moveTo>
                        <a:pt x="596" y="1"/>
                      </a:moveTo>
                      <a:cubicBezTo>
                        <a:pt x="507" y="1"/>
                        <a:pt x="414" y="74"/>
                        <a:pt x="334" y="133"/>
                      </a:cubicBezTo>
                      <a:cubicBezTo>
                        <a:pt x="213" y="194"/>
                        <a:pt x="0" y="316"/>
                        <a:pt x="152" y="498"/>
                      </a:cubicBezTo>
                      <a:cubicBezTo>
                        <a:pt x="195" y="562"/>
                        <a:pt x="241" y="585"/>
                        <a:pt x="289" y="585"/>
                      </a:cubicBezTo>
                      <a:cubicBezTo>
                        <a:pt x="377" y="585"/>
                        <a:pt x="468" y="507"/>
                        <a:pt x="547" y="468"/>
                      </a:cubicBezTo>
                      <a:cubicBezTo>
                        <a:pt x="638" y="346"/>
                        <a:pt x="882" y="285"/>
                        <a:pt x="730" y="73"/>
                      </a:cubicBezTo>
                      <a:cubicBezTo>
                        <a:pt x="688" y="20"/>
                        <a:pt x="643" y="1"/>
                        <a:pt x="59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9"/>
                <p:cNvSpPr/>
                <p:nvPr/>
              </p:nvSpPr>
              <p:spPr>
                <a:xfrm>
                  <a:off x="912966" y="519521"/>
                  <a:ext cx="23222" cy="18193"/>
                </a:xfrm>
                <a:custGeom>
                  <a:rect b="b" l="l" r="r" t="t"/>
                  <a:pathLst>
                    <a:path extrusionOk="0" h="644" w="822">
                      <a:moveTo>
                        <a:pt x="669" y="1"/>
                      </a:moveTo>
                      <a:lnTo>
                        <a:pt x="335" y="153"/>
                      </a:lnTo>
                      <a:cubicBezTo>
                        <a:pt x="244" y="274"/>
                        <a:pt x="1" y="366"/>
                        <a:pt x="183" y="578"/>
                      </a:cubicBezTo>
                      <a:cubicBezTo>
                        <a:pt x="221" y="626"/>
                        <a:pt x="259" y="644"/>
                        <a:pt x="298" y="644"/>
                      </a:cubicBezTo>
                      <a:cubicBezTo>
                        <a:pt x="381" y="644"/>
                        <a:pt x="464" y="559"/>
                        <a:pt x="548" y="518"/>
                      </a:cubicBezTo>
                      <a:cubicBezTo>
                        <a:pt x="669" y="457"/>
                        <a:pt x="730" y="366"/>
                        <a:pt x="821" y="274"/>
                      </a:cubicBezTo>
                      <a:lnTo>
                        <a:pt x="669"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9"/>
                <p:cNvSpPr/>
                <p:nvPr/>
              </p:nvSpPr>
              <p:spPr>
                <a:xfrm>
                  <a:off x="511115" y="326322"/>
                  <a:ext cx="20623" cy="25792"/>
                </a:xfrm>
                <a:custGeom>
                  <a:rect b="b" l="l" r="r" t="t"/>
                  <a:pathLst>
                    <a:path extrusionOk="0" h="913" w="730">
                      <a:moveTo>
                        <a:pt x="608" y="1"/>
                      </a:moveTo>
                      <a:cubicBezTo>
                        <a:pt x="548" y="1"/>
                        <a:pt x="487" y="1"/>
                        <a:pt x="426" y="31"/>
                      </a:cubicBezTo>
                      <a:cubicBezTo>
                        <a:pt x="608" y="335"/>
                        <a:pt x="0" y="609"/>
                        <a:pt x="426" y="913"/>
                      </a:cubicBezTo>
                      <a:cubicBezTo>
                        <a:pt x="730" y="730"/>
                        <a:pt x="578" y="366"/>
                        <a:pt x="699" y="92"/>
                      </a:cubicBezTo>
                      <a:cubicBezTo>
                        <a:pt x="699" y="92"/>
                        <a:pt x="639" y="1"/>
                        <a:pt x="60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a:off x="443287" y="302281"/>
                  <a:ext cx="1723" cy="1751"/>
                </a:xfrm>
                <a:custGeom>
                  <a:rect b="b" l="l" r="r" t="t"/>
                  <a:pathLst>
                    <a:path extrusionOk="0" h="62" w="61">
                      <a:moveTo>
                        <a:pt x="61" y="1"/>
                      </a:moveTo>
                      <a:cubicBezTo>
                        <a:pt x="30" y="31"/>
                        <a:pt x="0" y="31"/>
                        <a:pt x="0" y="62"/>
                      </a:cubicBezTo>
                      <a:lnTo>
                        <a:pt x="31" y="31"/>
                      </a:lnTo>
                      <a:cubicBezTo>
                        <a:pt x="31" y="31"/>
                        <a:pt x="60" y="2"/>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a:off x="978223" y="433021"/>
                  <a:ext cx="12063" cy="10763"/>
                </a:xfrm>
                <a:custGeom>
                  <a:rect b="b" l="l" r="r" t="t"/>
                  <a:pathLst>
                    <a:path extrusionOk="0" h="381" w="427">
                      <a:moveTo>
                        <a:pt x="239" y="1"/>
                      </a:moveTo>
                      <a:cubicBezTo>
                        <a:pt x="199" y="1"/>
                        <a:pt x="158" y="18"/>
                        <a:pt x="122" y="54"/>
                      </a:cubicBezTo>
                      <a:cubicBezTo>
                        <a:pt x="31" y="84"/>
                        <a:pt x="1" y="175"/>
                        <a:pt x="61" y="267"/>
                      </a:cubicBezTo>
                      <a:cubicBezTo>
                        <a:pt x="80" y="340"/>
                        <a:pt x="143" y="380"/>
                        <a:pt x="210" y="380"/>
                      </a:cubicBezTo>
                      <a:cubicBezTo>
                        <a:pt x="254" y="380"/>
                        <a:pt x="299" y="363"/>
                        <a:pt x="335" y="327"/>
                      </a:cubicBezTo>
                      <a:cubicBezTo>
                        <a:pt x="396" y="267"/>
                        <a:pt x="426" y="175"/>
                        <a:pt x="396" y="115"/>
                      </a:cubicBezTo>
                      <a:cubicBezTo>
                        <a:pt x="359" y="41"/>
                        <a:pt x="300" y="1"/>
                        <a:pt x="23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a:off x="961047" y="445676"/>
                  <a:ext cx="11187" cy="10340"/>
                </a:xfrm>
                <a:custGeom>
                  <a:rect b="b" l="l" r="r" t="t"/>
                  <a:pathLst>
                    <a:path extrusionOk="0" h="366" w="396">
                      <a:moveTo>
                        <a:pt x="183" y="1"/>
                      </a:moveTo>
                      <a:cubicBezTo>
                        <a:pt x="92" y="1"/>
                        <a:pt x="1" y="62"/>
                        <a:pt x="31" y="153"/>
                      </a:cubicBezTo>
                      <a:cubicBezTo>
                        <a:pt x="31" y="305"/>
                        <a:pt x="92" y="366"/>
                        <a:pt x="244" y="366"/>
                      </a:cubicBezTo>
                      <a:cubicBezTo>
                        <a:pt x="335" y="335"/>
                        <a:pt x="396" y="244"/>
                        <a:pt x="365" y="153"/>
                      </a:cubicBezTo>
                      <a:cubicBezTo>
                        <a:pt x="365" y="62"/>
                        <a:pt x="274" y="1"/>
                        <a:pt x="1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a:off x="466452" y="785633"/>
                  <a:ext cx="11187" cy="10509"/>
                </a:xfrm>
                <a:custGeom>
                  <a:rect b="b" l="l" r="r" t="t"/>
                  <a:pathLst>
                    <a:path extrusionOk="0" h="372" w="396">
                      <a:moveTo>
                        <a:pt x="202" y="1"/>
                      </a:moveTo>
                      <a:cubicBezTo>
                        <a:pt x="148" y="1"/>
                        <a:pt x="99" y="27"/>
                        <a:pt x="62" y="64"/>
                      </a:cubicBezTo>
                      <a:cubicBezTo>
                        <a:pt x="1" y="125"/>
                        <a:pt x="1" y="216"/>
                        <a:pt x="62" y="308"/>
                      </a:cubicBezTo>
                      <a:cubicBezTo>
                        <a:pt x="99" y="345"/>
                        <a:pt x="148" y="371"/>
                        <a:pt x="202" y="371"/>
                      </a:cubicBezTo>
                      <a:cubicBezTo>
                        <a:pt x="235" y="371"/>
                        <a:pt x="270" y="361"/>
                        <a:pt x="305" y="338"/>
                      </a:cubicBezTo>
                      <a:cubicBezTo>
                        <a:pt x="396" y="277"/>
                        <a:pt x="396" y="95"/>
                        <a:pt x="305" y="34"/>
                      </a:cubicBezTo>
                      <a:cubicBezTo>
                        <a:pt x="270" y="11"/>
                        <a:pt x="235" y="1"/>
                        <a:pt x="20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a:off x="1070967" y="339175"/>
                  <a:ext cx="18927" cy="15481"/>
                </a:xfrm>
                <a:custGeom>
                  <a:rect b="b" l="l" r="r" t="t"/>
                  <a:pathLst>
                    <a:path extrusionOk="0" h="548" w="670">
                      <a:moveTo>
                        <a:pt x="448" y="1"/>
                      </a:moveTo>
                      <a:cubicBezTo>
                        <a:pt x="407" y="1"/>
                        <a:pt x="367" y="11"/>
                        <a:pt x="335" y="32"/>
                      </a:cubicBezTo>
                      <a:cubicBezTo>
                        <a:pt x="183" y="123"/>
                        <a:pt x="0" y="184"/>
                        <a:pt x="31" y="427"/>
                      </a:cubicBezTo>
                      <a:cubicBezTo>
                        <a:pt x="57" y="518"/>
                        <a:pt x="99" y="548"/>
                        <a:pt x="148" y="548"/>
                      </a:cubicBezTo>
                      <a:cubicBezTo>
                        <a:pt x="215" y="548"/>
                        <a:pt x="295" y="493"/>
                        <a:pt x="365" y="458"/>
                      </a:cubicBezTo>
                      <a:cubicBezTo>
                        <a:pt x="517" y="397"/>
                        <a:pt x="669" y="275"/>
                        <a:pt x="639" y="93"/>
                      </a:cubicBezTo>
                      <a:cubicBezTo>
                        <a:pt x="599" y="34"/>
                        <a:pt x="522" y="1"/>
                        <a:pt x="44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9"/>
                <p:cNvSpPr/>
                <p:nvPr/>
              </p:nvSpPr>
              <p:spPr>
                <a:xfrm>
                  <a:off x="474193" y="573930"/>
                  <a:ext cx="12035" cy="10933"/>
                </a:xfrm>
                <a:custGeom>
                  <a:rect b="b" l="l" r="r" t="t"/>
                  <a:pathLst>
                    <a:path extrusionOk="0" h="387" w="426">
                      <a:moveTo>
                        <a:pt x="207" y="0"/>
                      </a:moveTo>
                      <a:cubicBezTo>
                        <a:pt x="178" y="0"/>
                        <a:pt x="147" y="8"/>
                        <a:pt x="122" y="20"/>
                      </a:cubicBezTo>
                      <a:cubicBezTo>
                        <a:pt x="0" y="142"/>
                        <a:pt x="31" y="233"/>
                        <a:pt x="61" y="294"/>
                      </a:cubicBezTo>
                      <a:cubicBezTo>
                        <a:pt x="100" y="353"/>
                        <a:pt x="165" y="386"/>
                        <a:pt x="222" y="386"/>
                      </a:cubicBezTo>
                      <a:cubicBezTo>
                        <a:pt x="254" y="386"/>
                        <a:pt x="283" y="376"/>
                        <a:pt x="304" y="355"/>
                      </a:cubicBezTo>
                      <a:cubicBezTo>
                        <a:pt x="426" y="294"/>
                        <a:pt x="426" y="111"/>
                        <a:pt x="304" y="51"/>
                      </a:cubicBezTo>
                      <a:cubicBezTo>
                        <a:pt x="287" y="15"/>
                        <a:pt x="248" y="0"/>
                        <a:pt x="2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p:nvPr/>
              </p:nvSpPr>
              <p:spPr>
                <a:xfrm>
                  <a:off x="1284760" y="489915"/>
                  <a:ext cx="12063" cy="10791"/>
                </a:xfrm>
                <a:custGeom>
                  <a:rect b="b" l="l" r="r" t="t"/>
                  <a:pathLst>
                    <a:path extrusionOk="0" h="382" w="427">
                      <a:moveTo>
                        <a:pt x="246" y="1"/>
                      </a:moveTo>
                      <a:cubicBezTo>
                        <a:pt x="207" y="1"/>
                        <a:pt x="165" y="14"/>
                        <a:pt x="122" y="46"/>
                      </a:cubicBezTo>
                      <a:cubicBezTo>
                        <a:pt x="31" y="107"/>
                        <a:pt x="1" y="198"/>
                        <a:pt x="62" y="289"/>
                      </a:cubicBezTo>
                      <a:cubicBezTo>
                        <a:pt x="101" y="348"/>
                        <a:pt x="166" y="381"/>
                        <a:pt x="239" y="381"/>
                      </a:cubicBezTo>
                      <a:cubicBezTo>
                        <a:pt x="280" y="381"/>
                        <a:pt x="323" y="371"/>
                        <a:pt x="366" y="350"/>
                      </a:cubicBezTo>
                      <a:cubicBezTo>
                        <a:pt x="426" y="289"/>
                        <a:pt x="426" y="198"/>
                        <a:pt x="396" y="107"/>
                      </a:cubicBezTo>
                      <a:cubicBezTo>
                        <a:pt x="376" y="47"/>
                        <a:pt x="318" y="1"/>
                        <a:pt x="24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9"/>
                <p:cNvSpPr/>
                <p:nvPr/>
              </p:nvSpPr>
              <p:spPr>
                <a:xfrm>
                  <a:off x="652787" y="388132"/>
                  <a:ext cx="12063" cy="10368"/>
                </a:xfrm>
                <a:custGeom>
                  <a:rect b="b" l="l" r="r" t="t"/>
                  <a:pathLst>
                    <a:path extrusionOk="0" h="367" w="427">
                      <a:moveTo>
                        <a:pt x="227" y="0"/>
                      </a:moveTo>
                      <a:cubicBezTo>
                        <a:pt x="191" y="0"/>
                        <a:pt x="155" y="10"/>
                        <a:pt x="122" y="32"/>
                      </a:cubicBezTo>
                      <a:cubicBezTo>
                        <a:pt x="31" y="93"/>
                        <a:pt x="1" y="184"/>
                        <a:pt x="61" y="245"/>
                      </a:cubicBezTo>
                      <a:cubicBezTo>
                        <a:pt x="82" y="326"/>
                        <a:pt x="156" y="366"/>
                        <a:pt x="230" y="366"/>
                      </a:cubicBezTo>
                      <a:cubicBezTo>
                        <a:pt x="267" y="366"/>
                        <a:pt x="305" y="356"/>
                        <a:pt x="335" y="336"/>
                      </a:cubicBezTo>
                      <a:cubicBezTo>
                        <a:pt x="396" y="275"/>
                        <a:pt x="426" y="184"/>
                        <a:pt x="396" y="93"/>
                      </a:cubicBezTo>
                      <a:cubicBezTo>
                        <a:pt x="357" y="34"/>
                        <a:pt x="292" y="0"/>
                        <a:pt x="22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9"/>
                <p:cNvSpPr/>
                <p:nvPr/>
              </p:nvSpPr>
              <p:spPr>
                <a:xfrm>
                  <a:off x="479334" y="544663"/>
                  <a:ext cx="12910" cy="11074"/>
                </a:xfrm>
                <a:custGeom>
                  <a:rect b="b" l="l" r="r" t="t"/>
                  <a:pathLst>
                    <a:path extrusionOk="0" h="392" w="457">
                      <a:moveTo>
                        <a:pt x="219" y="0"/>
                      </a:moveTo>
                      <a:cubicBezTo>
                        <a:pt x="173" y="0"/>
                        <a:pt x="128" y="17"/>
                        <a:pt x="92" y="53"/>
                      </a:cubicBezTo>
                      <a:cubicBezTo>
                        <a:pt x="31" y="114"/>
                        <a:pt x="1" y="205"/>
                        <a:pt x="62" y="296"/>
                      </a:cubicBezTo>
                      <a:cubicBezTo>
                        <a:pt x="110" y="362"/>
                        <a:pt x="159" y="392"/>
                        <a:pt x="213" y="392"/>
                      </a:cubicBezTo>
                      <a:cubicBezTo>
                        <a:pt x="259" y="392"/>
                        <a:pt x="309" y="369"/>
                        <a:pt x="365" y="327"/>
                      </a:cubicBezTo>
                      <a:cubicBezTo>
                        <a:pt x="426" y="266"/>
                        <a:pt x="457" y="175"/>
                        <a:pt x="396" y="114"/>
                      </a:cubicBezTo>
                      <a:cubicBezTo>
                        <a:pt x="359" y="40"/>
                        <a:pt x="289" y="0"/>
                        <a:pt x="21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a:off x="989382" y="449914"/>
                  <a:ext cx="12910" cy="11328"/>
                </a:xfrm>
                <a:custGeom>
                  <a:rect b="b" l="l" r="r" t="t"/>
                  <a:pathLst>
                    <a:path extrusionOk="0" h="401" w="457">
                      <a:moveTo>
                        <a:pt x="242" y="0"/>
                      </a:moveTo>
                      <a:cubicBezTo>
                        <a:pt x="208" y="0"/>
                        <a:pt x="176" y="10"/>
                        <a:pt x="153" y="33"/>
                      </a:cubicBezTo>
                      <a:cubicBezTo>
                        <a:pt x="31" y="94"/>
                        <a:pt x="1" y="246"/>
                        <a:pt x="92" y="337"/>
                      </a:cubicBezTo>
                      <a:cubicBezTo>
                        <a:pt x="130" y="375"/>
                        <a:pt x="179" y="401"/>
                        <a:pt x="232" y="401"/>
                      </a:cubicBezTo>
                      <a:cubicBezTo>
                        <a:pt x="265" y="401"/>
                        <a:pt x="300" y="391"/>
                        <a:pt x="335" y="368"/>
                      </a:cubicBezTo>
                      <a:cubicBezTo>
                        <a:pt x="426" y="307"/>
                        <a:pt x="457" y="155"/>
                        <a:pt x="396" y="64"/>
                      </a:cubicBezTo>
                      <a:cubicBezTo>
                        <a:pt x="358" y="26"/>
                        <a:pt x="298" y="0"/>
                        <a:pt x="24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9"/>
                <p:cNvSpPr/>
                <p:nvPr/>
              </p:nvSpPr>
              <p:spPr>
                <a:xfrm>
                  <a:off x="537726" y="798910"/>
                  <a:ext cx="21498" cy="19153"/>
                </a:xfrm>
                <a:custGeom>
                  <a:rect b="b" l="l" r="r" t="t"/>
                  <a:pathLst>
                    <a:path extrusionOk="0" h="678" w="761">
                      <a:moveTo>
                        <a:pt x="283" y="1"/>
                      </a:moveTo>
                      <a:cubicBezTo>
                        <a:pt x="247" y="1"/>
                        <a:pt x="205" y="16"/>
                        <a:pt x="153" y="50"/>
                      </a:cubicBezTo>
                      <a:cubicBezTo>
                        <a:pt x="1" y="172"/>
                        <a:pt x="153" y="324"/>
                        <a:pt x="213" y="476"/>
                      </a:cubicBezTo>
                      <a:cubicBezTo>
                        <a:pt x="257" y="584"/>
                        <a:pt x="331" y="677"/>
                        <a:pt x="426" y="677"/>
                      </a:cubicBezTo>
                      <a:cubicBezTo>
                        <a:pt x="463" y="677"/>
                        <a:pt x="504" y="663"/>
                        <a:pt x="548" y="628"/>
                      </a:cubicBezTo>
                      <a:cubicBezTo>
                        <a:pt x="761" y="476"/>
                        <a:pt x="578" y="324"/>
                        <a:pt x="487" y="202"/>
                      </a:cubicBezTo>
                      <a:cubicBezTo>
                        <a:pt x="422" y="94"/>
                        <a:pt x="372" y="1"/>
                        <a:pt x="2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9"/>
                <p:cNvSpPr/>
                <p:nvPr/>
              </p:nvSpPr>
              <p:spPr>
                <a:xfrm>
                  <a:off x="632193" y="733569"/>
                  <a:ext cx="20623" cy="18758"/>
                </a:xfrm>
                <a:custGeom>
                  <a:rect b="b" l="l" r="r" t="t"/>
                  <a:pathLst>
                    <a:path extrusionOk="0" h="664" w="730">
                      <a:moveTo>
                        <a:pt x="345" y="0"/>
                      </a:moveTo>
                      <a:cubicBezTo>
                        <a:pt x="309" y="0"/>
                        <a:pt x="265" y="16"/>
                        <a:pt x="213" y="53"/>
                      </a:cubicBezTo>
                      <a:cubicBezTo>
                        <a:pt x="0" y="144"/>
                        <a:pt x="122" y="296"/>
                        <a:pt x="213" y="388"/>
                      </a:cubicBezTo>
                      <a:cubicBezTo>
                        <a:pt x="262" y="486"/>
                        <a:pt x="311" y="664"/>
                        <a:pt x="457" y="664"/>
                      </a:cubicBezTo>
                      <a:cubicBezTo>
                        <a:pt x="491" y="664"/>
                        <a:pt x="531" y="654"/>
                        <a:pt x="578" y="631"/>
                      </a:cubicBezTo>
                      <a:cubicBezTo>
                        <a:pt x="730" y="509"/>
                        <a:pt x="669" y="388"/>
                        <a:pt x="578" y="236"/>
                      </a:cubicBezTo>
                      <a:cubicBezTo>
                        <a:pt x="509" y="144"/>
                        <a:pt x="457" y="0"/>
                        <a:pt x="34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995399" y="497176"/>
                  <a:ext cx="12910" cy="10452"/>
                </a:xfrm>
                <a:custGeom>
                  <a:rect b="b" l="l" r="r" t="t"/>
                  <a:pathLst>
                    <a:path extrusionOk="0" h="370" w="457">
                      <a:moveTo>
                        <a:pt x="248" y="0"/>
                      </a:moveTo>
                      <a:cubicBezTo>
                        <a:pt x="217" y="0"/>
                        <a:pt x="185" y="11"/>
                        <a:pt x="153" y="32"/>
                      </a:cubicBezTo>
                      <a:cubicBezTo>
                        <a:pt x="31" y="62"/>
                        <a:pt x="1" y="245"/>
                        <a:pt x="122" y="306"/>
                      </a:cubicBezTo>
                      <a:cubicBezTo>
                        <a:pt x="141" y="343"/>
                        <a:pt x="183" y="369"/>
                        <a:pt x="234" y="369"/>
                      </a:cubicBezTo>
                      <a:cubicBezTo>
                        <a:pt x="265" y="369"/>
                        <a:pt x="300" y="359"/>
                        <a:pt x="335" y="336"/>
                      </a:cubicBezTo>
                      <a:cubicBezTo>
                        <a:pt x="426" y="275"/>
                        <a:pt x="456" y="184"/>
                        <a:pt x="396" y="93"/>
                      </a:cubicBezTo>
                      <a:cubicBezTo>
                        <a:pt x="356" y="34"/>
                        <a:pt x="305" y="0"/>
                        <a:pt x="24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924125" y="559381"/>
                  <a:ext cx="11187" cy="10114"/>
                </a:xfrm>
                <a:custGeom>
                  <a:rect b="b" l="l" r="r" t="t"/>
                  <a:pathLst>
                    <a:path extrusionOk="0" h="358" w="396">
                      <a:moveTo>
                        <a:pt x="191" y="0"/>
                      </a:moveTo>
                      <a:cubicBezTo>
                        <a:pt x="159" y="0"/>
                        <a:pt x="125" y="7"/>
                        <a:pt x="92" y="19"/>
                      </a:cubicBezTo>
                      <a:cubicBezTo>
                        <a:pt x="31" y="79"/>
                        <a:pt x="1" y="171"/>
                        <a:pt x="62" y="262"/>
                      </a:cubicBezTo>
                      <a:cubicBezTo>
                        <a:pt x="94" y="327"/>
                        <a:pt x="144" y="357"/>
                        <a:pt x="198" y="357"/>
                      </a:cubicBezTo>
                      <a:cubicBezTo>
                        <a:pt x="244" y="357"/>
                        <a:pt x="293" y="334"/>
                        <a:pt x="335" y="292"/>
                      </a:cubicBezTo>
                      <a:cubicBezTo>
                        <a:pt x="396" y="231"/>
                        <a:pt x="396" y="110"/>
                        <a:pt x="335" y="79"/>
                      </a:cubicBezTo>
                      <a:cubicBezTo>
                        <a:pt x="297" y="22"/>
                        <a:pt x="246" y="0"/>
                        <a:pt x="19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839122" y="695573"/>
                  <a:ext cx="10340" cy="10311"/>
                </a:xfrm>
                <a:custGeom>
                  <a:rect b="b" l="l" r="r" t="t"/>
                  <a:pathLst>
                    <a:path extrusionOk="0" h="365" w="366">
                      <a:moveTo>
                        <a:pt x="213" y="0"/>
                      </a:moveTo>
                      <a:cubicBezTo>
                        <a:pt x="92" y="0"/>
                        <a:pt x="1" y="91"/>
                        <a:pt x="1" y="213"/>
                      </a:cubicBezTo>
                      <a:cubicBezTo>
                        <a:pt x="1" y="304"/>
                        <a:pt x="92" y="365"/>
                        <a:pt x="183" y="365"/>
                      </a:cubicBezTo>
                      <a:cubicBezTo>
                        <a:pt x="304" y="365"/>
                        <a:pt x="365" y="274"/>
                        <a:pt x="365" y="213"/>
                      </a:cubicBezTo>
                      <a:cubicBezTo>
                        <a:pt x="365" y="61"/>
                        <a:pt x="304" y="0"/>
                        <a:pt x="21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391760" y="900101"/>
                  <a:ext cx="11187" cy="10142"/>
                </a:xfrm>
                <a:custGeom>
                  <a:rect b="b" l="l" r="r" t="t"/>
                  <a:pathLst>
                    <a:path extrusionOk="0" h="359" w="396">
                      <a:moveTo>
                        <a:pt x="193" y="0"/>
                      </a:moveTo>
                      <a:cubicBezTo>
                        <a:pt x="171" y="0"/>
                        <a:pt x="147" y="8"/>
                        <a:pt x="122" y="25"/>
                      </a:cubicBezTo>
                      <a:cubicBezTo>
                        <a:pt x="31" y="55"/>
                        <a:pt x="0" y="146"/>
                        <a:pt x="31" y="237"/>
                      </a:cubicBezTo>
                      <a:cubicBezTo>
                        <a:pt x="51" y="318"/>
                        <a:pt x="125" y="359"/>
                        <a:pt x="200" y="359"/>
                      </a:cubicBezTo>
                      <a:cubicBezTo>
                        <a:pt x="237" y="359"/>
                        <a:pt x="274" y="349"/>
                        <a:pt x="304" y="329"/>
                      </a:cubicBezTo>
                      <a:cubicBezTo>
                        <a:pt x="365" y="268"/>
                        <a:pt x="396" y="177"/>
                        <a:pt x="365" y="116"/>
                      </a:cubicBezTo>
                      <a:cubicBezTo>
                        <a:pt x="299" y="50"/>
                        <a:pt x="249" y="0"/>
                        <a:pt x="19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p:nvPr/>
              </p:nvSpPr>
              <p:spPr>
                <a:xfrm>
                  <a:off x="978223" y="471412"/>
                  <a:ext cx="12063" cy="9944"/>
                </a:xfrm>
                <a:custGeom>
                  <a:rect b="b" l="l" r="r" t="t"/>
                  <a:pathLst>
                    <a:path extrusionOk="0" h="352" w="427">
                      <a:moveTo>
                        <a:pt x="218" y="1"/>
                      </a:moveTo>
                      <a:cubicBezTo>
                        <a:pt x="187" y="1"/>
                        <a:pt x="155" y="11"/>
                        <a:pt x="122" y="32"/>
                      </a:cubicBezTo>
                      <a:cubicBezTo>
                        <a:pt x="31" y="93"/>
                        <a:pt x="1" y="215"/>
                        <a:pt x="92" y="306"/>
                      </a:cubicBezTo>
                      <a:cubicBezTo>
                        <a:pt x="122" y="336"/>
                        <a:pt x="168" y="351"/>
                        <a:pt x="213" y="351"/>
                      </a:cubicBezTo>
                      <a:cubicBezTo>
                        <a:pt x="259" y="351"/>
                        <a:pt x="305" y="336"/>
                        <a:pt x="335" y="306"/>
                      </a:cubicBezTo>
                      <a:cubicBezTo>
                        <a:pt x="396" y="275"/>
                        <a:pt x="426" y="154"/>
                        <a:pt x="365" y="93"/>
                      </a:cubicBezTo>
                      <a:cubicBezTo>
                        <a:pt x="326" y="34"/>
                        <a:pt x="274" y="1"/>
                        <a:pt x="2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815929" y="569890"/>
                  <a:ext cx="12910" cy="10678"/>
                </a:xfrm>
                <a:custGeom>
                  <a:rect b="b" l="l" r="r" t="t"/>
                  <a:pathLst>
                    <a:path extrusionOk="0" h="378" w="457">
                      <a:moveTo>
                        <a:pt x="243" y="0"/>
                      </a:moveTo>
                      <a:cubicBezTo>
                        <a:pt x="225" y="0"/>
                        <a:pt x="205" y="4"/>
                        <a:pt x="183" y="11"/>
                      </a:cubicBezTo>
                      <a:cubicBezTo>
                        <a:pt x="62" y="42"/>
                        <a:pt x="1" y="194"/>
                        <a:pt x="92" y="285"/>
                      </a:cubicBezTo>
                      <a:cubicBezTo>
                        <a:pt x="112" y="344"/>
                        <a:pt x="169" y="377"/>
                        <a:pt x="224" y="377"/>
                      </a:cubicBezTo>
                      <a:cubicBezTo>
                        <a:pt x="254" y="377"/>
                        <a:pt x="283" y="367"/>
                        <a:pt x="305" y="346"/>
                      </a:cubicBezTo>
                      <a:cubicBezTo>
                        <a:pt x="396" y="285"/>
                        <a:pt x="457" y="224"/>
                        <a:pt x="396" y="133"/>
                      </a:cubicBezTo>
                      <a:cubicBezTo>
                        <a:pt x="350" y="40"/>
                        <a:pt x="303" y="0"/>
                        <a:pt x="24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a:off x="930990" y="439829"/>
                  <a:ext cx="11215" cy="10311"/>
                </a:xfrm>
                <a:custGeom>
                  <a:rect b="b" l="l" r="r" t="t"/>
                  <a:pathLst>
                    <a:path extrusionOk="0" h="365" w="397">
                      <a:moveTo>
                        <a:pt x="183" y="0"/>
                      </a:moveTo>
                      <a:cubicBezTo>
                        <a:pt x="161" y="0"/>
                        <a:pt x="140" y="8"/>
                        <a:pt x="122" y="26"/>
                      </a:cubicBezTo>
                      <a:cubicBezTo>
                        <a:pt x="62" y="86"/>
                        <a:pt x="1" y="178"/>
                        <a:pt x="62" y="269"/>
                      </a:cubicBezTo>
                      <a:cubicBezTo>
                        <a:pt x="78" y="334"/>
                        <a:pt x="129" y="364"/>
                        <a:pt x="187" y="364"/>
                      </a:cubicBezTo>
                      <a:cubicBezTo>
                        <a:pt x="237" y="364"/>
                        <a:pt x="293" y="341"/>
                        <a:pt x="335" y="299"/>
                      </a:cubicBezTo>
                      <a:cubicBezTo>
                        <a:pt x="396" y="269"/>
                        <a:pt x="366" y="147"/>
                        <a:pt x="366" y="86"/>
                      </a:cubicBezTo>
                      <a:cubicBezTo>
                        <a:pt x="301" y="43"/>
                        <a:pt x="237"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a:off x="889773" y="416156"/>
                  <a:ext cx="12063" cy="11102"/>
                </a:xfrm>
                <a:custGeom>
                  <a:rect b="b" l="l" r="r" t="t"/>
                  <a:pathLst>
                    <a:path extrusionOk="0" h="393" w="427">
                      <a:moveTo>
                        <a:pt x="240" y="1"/>
                      </a:moveTo>
                      <a:cubicBezTo>
                        <a:pt x="198" y="1"/>
                        <a:pt x="156" y="26"/>
                        <a:pt x="122" y="43"/>
                      </a:cubicBezTo>
                      <a:cubicBezTo>
                        <a:pt x="31" y="104"/>
                        <a:pt x="1" y="225"/>
                        <a:pt x="92" y="347"/>
                      </a:cubicBezTo>
                      <a:cubicBezTo>
                        <a:pt x="122" y="377"/>
                        <a:pt x="160" y="392"/>
                        <a:pt x="198" y="392"/>
                      </a:cubicBezTo>
                      <a:cubicBezTo>
                        <a:pt x="236" y="392"/>
                        <a:pt x="274" y="377"/>
                        <a:pt x="305" y="347"/>
                      </a:cubicBezTo>
                      <a:cubicBezTo>
                        <a:pt x="426" y="286"/>
                        <a:pt x="426" y="195"/>
                        <a:pt x="335" y="73"/>
                      </a:cubicBezTo>
                      <a:cubicBezTo>
                        <a:pt x="308" y="18"/>
                        <a:pt x="274" y="1"/>
                        <a:pt x="2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a:off x="472469" y="665911"/>
                  <a:ext cx="12063" cy="10565"/>
                </a:xfrm>
                <a:custGeom>
                  <a:rect b="b" l="l" r="r" t="t"/>
                  <a:pathLst>
                    <a:path extrusionOk="0" h="374" w="427">
                      <a:moveTo>
                        <a:pt x="200" y="0"/>
                      </a:moveTo>
                      <a:cubicBezTo>
                        <a:pt x="163" y="0"/>
                        <a:pt x="125" y="13"/>
                        <a:pt x="92" y="47"/>
                      </a:cubicBezTo>
                      <a:cubicBezTo>
                        <a:pt x="1" y="108"/>
                        <a:pt x="1" y="199"/>
                        <a:pt x="61" y="260"/>
                      </a:cubicBezTo>
                      <a:cubicBezTo>
                        <a:pt x="80" y="333"/>
                        <a:pt x="143" y="374"/>
                        <a:pt x="210" y="374"/>
                      </a:cubicBezTo>
                      <a:cubicBezTo>
                        <a:pt x="254" y="374"/>
                        <a:pt x="299" y="357"/>
                        <a:pt x="335" y="321"/>
                      </a:cubicBezTo>
                      <a:cubicBezTo>
                        <a:pt x="426" y="260"/>
                        <a:pt x="396" y="169"/>
                        <a:pt x="365" y="77"/>
                      </a:cubicBezTo>
                      <a:cubicBezTo>
                        <a:pt x="327" y="39"/>
                        <a:pt x="264"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940453" y="266715"/>
                  <a:ext cx="12034" cy="10707"/>
                </a:xfrm>
                <a:custGeom>
                  <a:rect b="b" l="l" r="r" t="t"/>
                  <a:pathLst>
                    <a:path extrusionOk="0" h="379" w="426">
                      <a:moveTo>
                        <a:pt x="203" y="0"/>
                      </a:moveTo>
                      <a:cubicBezTo>
                        <a:pt x="169" y="0"/>
                        <a:pt x="132" y="14"/>
                        <a:pt x="91" y="44"/>
                      </a:cubicBezTo>
                      <a:cubicBezTo>
                        <a:pt x="31" y="105"/>
                        <a:pt x="0" y="196"/>
                        <a:pt x="61" y="257"/>
                      </a:cubicBezTo>
                      <a:cubicBezTo>
                        <a:pt x="81" y="338"/>
                        <a:pt x="156" y="378"/>
                        <a:pt x="230" y="378"/>
                      </a:cubicBezTo>
                      <a:cubicBezTo>
                        <a:pt x="267" y="378"/>
                        <a:pt x="304" y="368"/>
                        <a:pt x="335" y="348"/>
                      </a:cubicBezTo>
                      <a:cubicBezTo>
                        <a:pt x="395" y="287"/>
                        <a:pt x="426" y="196"/>
                        <a:pt x="365" y="135"/>
                      </a:cubicBezTo>
                      <a:cubicBezTo>
                        <a:pt x="324" y="54"/>
                        <a:pt x="270" y="0"/>
                        <a:pt x="20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641628" y="446524"/>
                  <a:ext cx="12910" cy="10424"/>
                </a:xfrm>
                <a:custGeom>
                  <a:rect b="b" l="l" r="r" t="t"/>
                  <a:pathLst>
                    <a:path extrusionOk="0" h="369" w="457">
                      <a:moveTo>
                        <a:pt x="196" y="0"/>
                      </a:moveTo>
                      <a:cubicBezTo>
                        <a:pt x="160" y="0"/>
                        <a:pt x="124" y="10"/>
                        <a:pt x="92" y="32"/>
                      </a:cubicBezTo>
                      <a:cubicBezTo>
                        <a:pt x="1" y="93"/>
                        <a:pt x="1" y="184"/>
                        <a:pt x="61" y="305"/>
                      </a:cubicBezTo>
                      <a:cubicBezTo>
                        <a:pt x="80" y="343"/>
                        <a:pt x="134" y="369"/>
                        <a:pt x="186" y="369"/>
                      </a:cubicBezTo>
                      <a:cubicBezTo>
                        <a:pt x="219" y="369"/>
                        <a:pt x="251" y="359"/>
                        <a:pt x="274" y="336"/>
                      </a:cubicBezTo>
                      <a:cubicBezTo>
                        <a:pt x="365" y="275"/>
                        <a:pt x="456" y="184"/>
                        <a:pt x="365" y="93"/>
                      </a:cubicBezTo>
                      <a:cubicBezTo>
                        <a:pt x="326" y="34"/>
                        <a:pt x="261" y="0"/>
                        <a:pt x="1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a:off x="699173" y="343949"/>
                  <a:ext cx="12035" cy="10114"/>
                </a:xfrm>
                <a:custGeom>
                  <a:rect b="b" l="l" r="r" t="t"/>
                  <a:pathLst>
                    <a:path extrusionOk="0" h="358" w="426">
                      <a:moveTo>
                        <a:pt x="198" y="0"/>
                      </a:moveTo>
                      <a:cubicBezTo>
                        <a:pt x="160" y="0"/>
                        <a:pt x="122" y="15"/>
                        <a:pt x="91" y="46"/>
                      </a:cubicBezTo>
                      <a:cubicBezTo>
                        <a:pt x="0" y="106"/>
                        <a:pt x="0" y="198"/>
                        <a:pt x="61" y="289"/>
                      </a:cubicBezTo>
                      <a:cubicBezTo>
                        <a:pt x="91" y="334"/>
                        <a:pt x="144" y="357"/>
                        <a:pt x="201" y="357"/>
                      </a:cubicBezTo>
                      <a:cubicBezTo>
                        <a:pt x="258" y="357"/>
                        <a:pt x="319" y="334"/>
                        <a:pt x="365" y="289"/>
                      </a:cubicBezTo>
                      <a:cubicBezTo>
                        <a:pt x="426" y="198"/>
                        <a:pt x="365" y="106"/>
                        <a:pt x="304" y="46"/>
                      </a:cubicBezTo>
                      <a:cubicBezTo>
                        <a:pt x="274" y="15"/>
                        <a:pt x="236" y="0"/>
                        <a:pt x="19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a:off x="566936" y="356238"/>
                  <a:ext cx="12035" cy="11130"/>
                </a:xfrm>
                <a:custGeom>
                  <a:rect b="b" l="l" r="r" t="t"/>
                  <a:pathLst>
                    <a:path extrusionOk="0" h="394" w="426">
                      <a:moveTo>
                        <a:pt x="238" y="0"/>
                      </a:moveTo>
                      <a:cubicBezTo>
                        <a:pt x="206" y="0"/>
                        <a:pt x="168" y="20"/>
                        <a:pt x="122" y="67"/>
                      </a:cubicBezTo>
                      <a:cubicBezTo>
                        <a:pt x="0" y="158"/>
                        <a:pt x="0" y="188"/>
                        <a:pt x="61" y="279"/>
                      </a:cubicBezTo>
                      <a:cubicBezTo>
                        <a:pt x="79" y="353"/>
                        <a:pt x="142" y="393"/>
                        <a:pt x="209" y="393"/>
                      </a:cubicBezTo>
                      <a:cubicBezTo>
                        <a:pt x="253" y="393"/>
                        <a:pt x="298" y="376"/>
                        <a:pt x="334" y="340"/>
                      </a:cubicBezTo>
                      <a:cubicBezTo>
                        <a:pt x="395" y="310"/>
                        <a:pt x="426" y="219"/>
                        <a:pt x="365" y="127"/>
                      </a:cubicBezTo>
                      <a:cubicBezTo>
                        <a:pt x="327" y="52"/>
                        <a:pt x="290" y="0"/>
                        <a:pt x="23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a:off x="508544" y="270613"/>
                  <a:ext cx="10311" cy="10226"/>
                </a:xfrm>
                <a:custGeom>
                  <a:rect b="b" l="l" r="r" t="t"/>
                  <a:pathLst>
                    <a:path extrusionOk="0" h="362" w="365">
                      <a:moveTo>
                        <a:pt x="159" y="0"/>
                      </a:moveTo>
                      <a:cubicBezTo>
                        <a:pt x="122" y="0"/>
                        <a:pt x="88" y="17"/>
                        <a:pt x="61" y="58"/>
                      </a:cubicBezTo>
                      <a:cubicBezTo>
                        <a:pt x="0" y="149"/>
                        <a:pt x="0" y="240"/>
                        <a:pt x="31" y="271"/>
                      </a:cubicBezTo>
                      <a:cubicBezTo>
                        <a:pt x="61" y="332"/>
                        <a:pt x="114" y="362"/>
                        <a:pt x="171" y="362"/>
                      </a:cubicBezTo>
                      <a:cubicBezTo>
                        <a:pt x="228" y="362"/>
                        <a:pt x="289" y="332"/>
                        <a:pt x="335" y="271"/>
                      </a:cubicBezTo>
                      <a:cubicBezTo>
                        <a:pt x="365" y="210"/>
                        <a:pt x="365" y="119"/>
                        <a:pt x="304" y="58"/>
                      </a:cubicBezTo>
                      <a:cubicBezTo>
                        <a:pt x="254" y="25"/>
                        <a:pt x="204" y="0"/>
                        <a:pt x="1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a:off x="740389" y="813713"/>
                  <a:ext cx="12035" cy="10453"/>
                </a:xfrm>
                <a:custGeom>
                  <a:rect b="b" l="l" r="r" t="t"/>
                  <a:pathLst>
                    <a:path extrusionOk="0" h="370" w="426">
                      <a:moveTo>
                        <a:pt x="224" y="1"/>
                      </a:moveTo>
                      <a:cubicBezTo>
                        <a:pt x="179" y="1"/>
                        <a:pt x="132" y="16"/>
                        <a:pt x="91" y="43"/>
                      </a:cubicBezTo>
                      <a:cubicBezTo>
                        <a:pt x="0" y="104"/>
                        <a:pt x="0" y="195"/>
                        <a:pt x="61" y="286"/>
                      </a:cubicBezTo>
                      <a:cubicBezTo>
                        <a:pt x="91" y="347"/>
                        <a:pt x="137" y="370"/>
                        <a:pt x="186" y="370"/>
                      </a:cubicBezTo>
                      <a:cubicBezTo>
                        <a:pt x="236" y="370"/>
                        <a:pt x="289" y="347"/>
                        <a:pt x="334" y="317"/>
                      </a:cubicBezTo>
                      <a:cubicBezTo>
                        <a:pt x="395" y="256"/>
                        <a:pt x="426" y="165"/>
                        <a:pt x="365" y="73"/>
                      </a:cubicBezTo>
                      <a:cubicBezTo>
                        <a:pt x="331" y="23"/>
                        <a:pt x="279" y="1"/>
                        <a:pt x="2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a:off x="634764" y="976262"/>
                  <a:ext cx="12035" cy="10566"/>
                </a:xfrm>
                <a:custGeom>
                  <a:rect b="b" l="l" r="r" t="t"/>
                  <a:pathLst>
                    <a:path extrusionOk="0" h="374" w="426">
                      <a:moveTo>
                        <a:pt x="225" y="1"/>
                      </a:moveTo>
                      <a:cubicBezTo>
                        <a:pt x="192" y="1"/>
                        <a:pt x="157" y="11"/>
                        <a:pt x="122" y="34"/>
                      </a:cubicBezTo>
                      <a:cubicBezTo>
                        <a:pt x="31" y="64"/>
                        <a:pt x="0" y="186"/>
                        <a:pt x="61" y="247"/>
                      </a:cubicBezTo>
                      <a:cubicBezTo>
                        <a:pt x="118" y="322"/>
                        <a:pt x="174" y="374"/>
                        <a:pt x="237" y="374"/>
                      </a:cubicBezTo>
                      <a:cubicBezTo>
                        <a:pt x="277" y="374"/>
                        <a:pt x="319" y="354"/>
                        <a:pt x="365" y="307"/>
                      </a:cubicBezTo>
                      <a:cubicBezTo>
                        <a:pt x="426" y="247"/>
                        <a:pt x="426" y="125"/>
                        <a:pt x="365" y="64"/>
                      </a:cubicBezTo>
                      <a:cubicBezTo>
                        <a:pt x="328" y="27"/>
                        <a:pt x="278" y="1"/>
                        <a:pt x="22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a:off x="1344875" y="462683"/>
                  <a:ext cx="17204" cy="17459"/>
                </a:xfrm>
                <a:custGeom>
                  <a:rect b="b" l="l" r="r" t="t"/>
                  <a:pathLst>
                    <a:path extrusionOk="0" h="618" w="609">
                      <a:moveTo>
                        <a:pt x="180" y="0"/>
                      </a:moveTo>
                      <a:cubicBezTo>
                        <a:pt x="101" y="0"/>
                        <a:pt x="39" y="86"/>
                        <a:pt x="1" y="220"/>
                      </a:cubicBezTo>
                      <a:cubicBezTo>
                        <a:pt x="31" y="280"/>
                        <a:pt x="61" y="372"/>
                        <a:pt x="122" y="432"/>
                      </a:cubicBezTo>
                      <a:cubicBezTo>
                        <a:pt x="165" y="518"/>
                        <a:pt x="222" y="618"/>
                        <a:pt x="305" y="618"/>
                      </a:cubicBezTo>
                      <a:cubicBezTo>
                        <a:pt x="341" y="618"/>
                        <a:pt x="381" y="599"/>
                        <a:pt x="426" y="554"/>
                      </a:cubicBezTo>
                      <a:cubicBezTo>
                        <a:pt x="609" y="402"/>
                        <a:pt x="457" y="220"/>
                        <a:pt x="335" y="98"/>
                      </a:cubicBezTo>
                      <a:cubicBezTo>
                        <a:pt x="278" y="30"/>
                        <a:pt x="226" y="0"/>
                        <a:pt x="18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a:off x="1157693" y="564692"/>
                  <a:ext cx="11950" cy="9238"/>
                </a:xfrm>
                <a:custGeom>
                  <a:rect b="b" l="l" r="r" t="t"/>
                  <a:pathLst>
                    <a:path extrusionOk="0" h="327" w="423">
                      <a:moveTo>
                        <a:pt x="227" y="1"/>
                      </a:moveTo>
                      <a:cubicBezTo>
                        <a:pt x="189" y="1"/>
                        <a:pt x="149" y="16"/>
                        <a:pt x="122" y="43"/>
                      </a:cubicBezTo>
                      <a:cubicBezTo>
                        <a:pt x="31" y="74"/>
                        <a:pt x="0" y="195"/>
                        <a:pt x="61" y="256"/>
                      </a:cubicBezTo>
                      <a:cubicBezTo>
                        <a:pt x="78" y="306"/>
                        <a:pt x="115" y="326"/>
                        <a:pt x="158" y="326"/>
                      </a:cubicBezTo>
                      <a:cubicBezTo>
                        <a:pt x="271" y="326"/>
                        <a:pt x="423" y="184"/>
                        <a:pt x="335" y="74"/>
                      </a:cubicBezTo>
                      <a:cubicBezTo>
                        <a:pt x="318" y="23"/>
                        <a:pt x="274" y="1"/>
                        <a:pt x="22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a:off x="1041756" y="581529"/>
                  <a:ext cx="11215" cy="10537"/>
                </a:xfrm>
                <a:custGeom>
                  <a:rect b="b" l="l" r="r" t="t"/>
                  <a:pathLst>
                    <a:path extrusionOk="0" h="373" w="397">
                      <a:moveTo>
                        <a:pt x="200" y="1"/>
                      </a:moveTo>
                      <a:cubicBezTo>
                        <a:pt x="174" y="1"/>
                        <a:pt x="147" y="9"/>
                        <a:pt x="123" y="25"/>
                      </a:cubicBezTo>
                      <a:cubicBezTo>
                        <a:pt x="31" y="86"/>
                        <a:pt x="1" y="146"/>
                        <a:pt x="1" y="238"/>
                      </a:cubicBezTo>
                      <a:cubicBezTo>
                        <a:pt x="41" y="319"/>
                        <a:pt x="95" y="373"/>
                        <a:pt x="172" y="373"/>
                      </a:cubicBezTo>
                      <a:cubicBezTo>
                        <a:pt x="210" y="373"/>
                        <a:pt x="254" y="359"/>
                        <a:pt x="305" y="329"/>
                      </a:cubicBezTo>
                      <a:cubicBezTo>
                        <a:pt x="335" y="298"/>
                        <a:pt x="396" y="207"/>
                        <a:pt x="366" y="146"/>
                      </a:cubicBezTo>
                      <a:cubicBezTo>
                        <a:pt x="343" y="57"/>
                        <a:pt x="272" y="1"/>
                        <a:pt x="2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a:off x="675980" y="794475"/>
                  <a:ext cx="12910" cy="10565"/>
                </a:xfrm>
                <a:custGeom>
                  <a:rect b="b" l="l" r="r" t="t"/>
                  <a:pathLst>
                    <a:path extrusionOk="0" h="374" w="457">
                      <a:moveTo>
                        <a:pt x="217" y="0"/>
                      </a:moveTo>
                      <a:cubicBezTo>
                        <a:pt x="187" y="0"/>
                        <a:pt x="156" y="8"/>
                        <a:pt x="122" y="25"/>
                      </a:cubicBezTo>
                      <a:cubicBezTo>
                        <a:pt x="31" y="86"/>
                        <a:pt x="0" y="177"/>
                        <a:pt x="61" y="268"/>
                      </a:cubicBezTo>
                      <a:cubicBezTo>
                        <a:pt x="101" y="327"/>
                        <a:pt x="153" y="374"/>
                        <a:pt x="219" y="374"/>
                      </a:cubicBezTo>
                      <a:cubicBezTo>
                        <a:pt x="254" y="374"/>
                        <a:pt x="292" y="361"/>
                        <a:pt x="335" y="329"/>
                      </a:cubicBezTo>
                      <a:cubicBezTo>
                        <a:pt x="426" y="268"/>
                        <a:pt x="456" y="207"/>
                        <a:pt x="396" y="116"/>
                      </a:cubicBezTo>
                      <a:cubicBezTo>
                        <a:pt x="352" y="50"/>
                        <a:pt x="292"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a:off x="450152" y="910892"/>
                  <a:ext cx="12035" cy="10537"/>
                </a:xfrm>
                <a:custGeom>
                  <a:rect b="b" l="l" r="r" t="t"/>
                  <a:pathLst>
                    <a:path extrusionOk="0" h="373" w="426">
                      <a:moveTo>
                        <a:pt x="194" y="0"/>
                      </a:moveTo>
                      <a:cubicBezTo>
                        <a:pt x="153" y="0"/>
                        <a:pt x="110" y="19"/>
                        <a:pt x="61" y="68"/>
                      </a:cubicBezTo>
                      <a:cubicBezTo>
                        <a:pt x="31" y="129"/>
                        <a:pt x="0" y="190"/>
                        <a:pt x="31" y="281"/>
                      </a:cubicBezTo>
                      <a:cubicBezTo>
                        <a:pt x="91" y="342"/>
                        <a:pt x="152" y="372"/>
                        <a:pt x="243" y="372"/>
                      </a:cubicBezTo>
                      <a:cubicBezTo>
                        <a:pt x="365" y="342"/>
                        <a:pt x="426" y="220"/>
                        <a:pt x="365" y="99"/>
                      </a:cubicBezTo>
                      <a:cubicBezTo>
                        <a:pt x="310" y="44"/>
                        <a:pt x="256" y="0"/>
                        <a:pt x="19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a:off x="779006" y="646503"/>
                  <a:ext cx="12063" cy="10565"/>
                </a:xfrm>
                <a:custGeom>
                  <a:rect b="b" l="l" r="r" t="t"/>
                  <a:pathLst>
                    <a:path extrusionOk="0" h="374" w="427">
                      <a:moveTo>
                        <a:pt x="215" y="0"/>
                      </a:moveTo>
                      <a:cubicBezTo>
                        <a:pt x="153" y="0"/>
                        <a:pt x="94" y="31"/>
                        <a:pt x="62" y="96"/>
                      </a:cubicBezTo>
                      <a:cubicBezTo>
                        <a:pt x="1" y="156"/>
                        <a:pt x="1" y="248"/>
                        <a:pt x="62" y="308"/>
                      </a:cubicBezTo>
                      <a:cubicBezTo>
                        <a:pt x="104" y="351"/>
                        <a:pt x="159" y="373"/>
                        <a:pt x="213" y="373"/>
                      </a:cubicBezTo>
                      <a:cubicBezTo>
                        <a:pt x="274" y="373"/>
                        <a:pt x="333" y="343"/>
                        <a:pt x="366" y="278"/>
                      </a:cubicBezTo>
                      <a:cubicBezTo>
                        <a:pt x="426" y="217"/>
                        <a:pt x="426" y="126"/>
                        <a:pt x="366" y="65"/>
                      </a:cubicBezTo>
                      <a:cubicBezTo>
                        <a:pt x="323" y="23"/>
                        <a:pt x="268" y="0"/>
                        <a:pt x="21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a:off x="680274" y="370561"/>
                  <a:ext cx="10340" cy="9746"/>
                </a:xfrm>
                <a:custGeom>
                  <a:rect b="b" l="l" r="r" t="t"/>
                  <a:pathLst>
                    <a:path extrusionOk="0" h="345" w="366">
                      <a:moveTo>
                        <a:pt x="183" y="0"/>
                      </a:moveTo>
                      <a:cubicBezTo>
                        <a:pt x="137" y="0"/>
                        <a:pt x="92" y="16"/>
                        <a:pt x="61" y="46"/>
                      </a:cubicBezTo>
                      <a:cubicBezTo>
                        <a:pt x="0" y="107"/>
                        <a:pt x="0" y="198"/>
                        <a:pt x="31" y="259"/>
                      </a:cubicBezTo>
                      <a:cubicBezTo>
                        <a:pt x="66" y="312"/>
                        <a:pt x="132" y="344"/>
                        <a:pt x="193" y="344"/>
                      </a:cubicBezTo>
                      <a:cubicBezTo>
                        <a:pt x="237" y="344"/>
                        <a:pt x="279" y="327"/>
                        <a:pt x="304" y="289"/>
                      </a:cubicBezTo>
                      <a:cubicBezTo>
                        <a:pt x="365" y="198"/>
                        <a:pt x="365" y="107"/>
                        <a:pt x="304" y="46"/>
                      </a:cubicBezTo>
                      <a:cubicBezTo>
                        <a:pt x="274" y="16"/>
                        <a:pt x="228"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a:off x="392607" y="567291"/>
                  <a:ext cx="11187" cy="10227"/>
                </a:xfrm>
                <a:custGeom>
                  <a:rect b="b" l="l" r="r" t="t"/>
                  <a:pathLst>
                    <a:path extrusionOk="0" h="362" w="396">
                      <a:moveTo>
                        <a:pt x="217" y="0"/>
                      </a:moveTo>
                      <a:cubicBezTo>
                        <a:pt x="183" y="0"/>
                        <a:pt x="150" y="15"/>
                        <a:pt x="122" y="42"/>
                      </a:cubicBezTo>
                      <a:cubicBezTo>
                        <a:pt x="1" y="103"/>
                        <a:pt x="1" y="255"/>
                        <a:pt x="122" y="316"/>
                      </a:cubicBezTo>
                      <a:cubicBezTo>
                        <a:pt x="153" y="346"/>
                        <a:pt x="191" y="362"/>
                        <a:pt x="229" y="362"/>
                      </a:cubicBezTo>
                      <a:cubicBezTo>
                        <a:pt x="267" y="362"/>
                        <a:pt x="305" y="346"/>
                        <a:pt x="335" y="316"/>
                      </a:cubicBezTo>
                      <a:cubicBezTo>
                        <a:pt x="396" y="225"/>
                        <a:pt x="396" y="134"/>
                        <a:pt x="335" y="73"/>
                      </a:cubicBezTo>
                      <a:cubicBezTo>
                        <a:pt x="302" y="23"/>
                        <a:pt x="259"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a:off x="541172" y="336944"/>
                  <a:ext cx="12035" cy="9549"/>
                </a:xfrm>
                <a:custGeom>
                  <a:rect b="b" l="l" r="r" t="t"/>
                  <a:pathLst>
                    <a:path extrusionOk="0" h="338" w="426">
                      <a:moveTo>
                        <a:pt x="200" y="0"/>
                      </a:moveTo>
                      <a:cubicBezTo>
                        <a:pt x="172" y="0"/>
                        <a:pt x="147" y="7"/>
                        <a:pt x="122" y="20"/>
                      </a:cubicBezTo>
                      <a:cubicBezTo>
                        <a:pt x="0" y="81"/>
                        <a:pt x="0" y="233"/>
                        <a:pt x="122" y="324"/>
                      </a:cubicBezTo>
                      <a:cubicBezTo>
                        <a:pt x="132" y="334"/>
                        <a:pt x="149" y="338"/>
                        <a:pt x="170" y="338"/>
                      </a:cubicBezTo>
                      <a:cubicBezTo>
                        <a:pt x="213" y="338"/>
                        <a:pt x="274" y="324"/>
                        <a:pt x="335" y="324"/>
                      </a:cubicBezTo>
                      <a:cubicBezTo>
                        <a:pt x="365" y="202"/>
                        <a:pt x="426" y="142"/>
                        <a:pt x="335" y="50"/>
                      </a:cubicBezTo>
                      <a:cubicBezTo>
                        <a:pt x="281" y="15"/>
                        <a:pt x="238"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a:off x="523121" y="352961"/>
                  <a:ext cx="904" cy="28"/>
                </a:xfrm>
                <a:custGeom>
                  <a:rect b="b" l="l" r="r" t="t"/>
                  <a:pathLst>
                    <a:path extrusionOk="0" h="1" w="32">
                      <a:moveTo>
                        <a:pt x="1" y="0"/>
                      </a:moveTo>
                      <a:lnTo>
                        <a:pt x="31" y="0"/>
                      </a:lnTo>
                      <a:lnTo>
                        <a:pt x="31" y="0"/>
                      </a:lnTo>
                      <a:lnTo>
                        <a:pt x="31" y="0"/>
                      </a:lnTo>
                      <a:lnTo>
                        <a:pt x="31"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a:off x="514533" y="352961"/>
                  <a:ext cx="14634" cy="12063"/>
                </a:xfrm>
                <a:custGeom>
                  <a:rect b="b" l="l" r="r" t="t"/>
                  <a:pathLst>
                    <a:path extrusionOk="0" h="427" w="518">
                      <a:moveTo>
                        <a:pt x="305" y="0"/>
                      </a:moveTo>
                      <a:cubicBezTo>
                        <a:pt x="153" y="61"/>
                        <a:pt x="1" y="122"/>
                        <a:pt x="92" y="335"/>
                      </a:cubicBezTo>
                      <a:cubicBezTo>
                        <a:pt x="112" y="393"/>
                        <a:pt x="157" y="427"/>
                        <a:pt x="211" y="427"/>
                      </a:cubicBezTo>
                      <a:cubicBezTo>
                        <a:pt x="240" y="427"/>
                        <a:pt x="273" y="417"/>
                        <a:pt x="305" y="395"/>
                      </a:cubicBezTo>
                      <a:cubicBezTo>
                        <a:pt x="518" y="274"/>
                        <a:pt x="366" y="122"/>
                        <a:pt x="30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a:off x="1314761" y="496695"/>
                  <a:ext cx="11243" cy="9012"/>
                </a:xfrm>
                <a:custGeom>
                  <a:rect b="b" l="l" r="r" t="t"/>
                  <a:pathLst>
                    <a:path extrusionOk="0" h="319" w="398">
                      <a:moveTo>
                        <a:pt x="231" y="0"/>
                      </a:moveTo>
                      <a:cubicBezTo>
                        <a:pt x="203" y="0"/>
                        <a:pt x="177" y="8"/>
                        <a:pt x="155" y="19"/>
                      </a:cubicBezTo>
                      <a:cubicBezTo>
                        <a:pt x="0" y="70"/>
                        <a:pt x="108" y="319"/>
                        <a:pt x="237" y="319"/>
                      </a:cubicBezTo>
                      <a:cubicBezTo>
                        <a:pt x="260" y="319"/>
                        <a:pt x="284" y="311"/>
                        <a:pt x="307" y="292"/>
                      </a:cubicBezTo>
                      <a:cubicBezTo>
                        <a:pt x="398" y="231"/>
                        <a:pt x="398" y="140"/>
                        <a:pt x="368" y="79"/>
                      </a:cubicBezTo>
                      <a:cubicBezTo>
                        <a:pt x="329" y="22"/>
                        <a:pt x="278" y="0"/>
                        <a:pt x="23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a:off x="712026" y="641108"/>
                  <a:ext cx="12910" cy="10735"/>
                </a:xfrm>
                <a:custGeom>
                  <a:rect b="b" l="l" r="r" t="t"/>
                  <a:pathLst>
                    <a:path extrusionOk="0" h="380" w="457">
                      <a:moveTo>
                        <a:pt x="314" y="1"/>
                      </a:moveTo>
                      <a:cubicBezTo>
                        <a:pt x="282" y="1"/>
                        <a:pt x="217" y="22"/>
                        <a:pt x="153" y="44"/>
                      </a:cubicBezTo>
                      <a:cubicBezTo>
                        <a:pt x="62" y="44"/>
                        <a:pt x="1" y="135"/>
                        <a:pt x="31" y="226"/>
                      </a:cubicBezTo>
                      <a:cubicBezTo>
                        <a:pt x="77" y="294"/>
                        <a:pt x="123" y="380"/>
                        <a:pt x="207" y="380"/>
                      </a:cubicBezTo>
                      <a:cubicBezTo>
                        <a:pt x="235" y="380"/>
                        <a:pt x="267" y="370"/>
                        <a:pt x="305" y="347"/>
                      </a:cubicBezTo>
                      <a:cubicBezTo>
                        <a:pt x="457" y="256"/>
                        <a:pt x="396" y="195"/>
                        <a:pt x="335" y="13"/>
                      </a:cubicBezTo>
                      <a:cubicBezTo>
                        <a:pt x="335" y="4"/>
                        <a:pt x="328" y="1"/>
                        <a:pt x="3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9"/>
                <p:cNvSpPr/>
                <p:nvPr/>
              </p:nvSpPr>
              <p:spPr>
                <a:xfrm>
                  <a:off x="399472" y="856850"/>
                  <a:ext cx="12063" cy="9775"/>
                </a:xfrm>
                <a:custGeom>
                  <a:rect b="b" l="l" r="r" t="t"/>
                  <a:pathLst>
                    <a:path extrusionOk="0" h="346" w="427">
                      <a:moveTo>
                        <a:pt x="237" y="1"/>
                      </a:moveTo>
                      <a:cubicBezTo>
                        <a:pt x="206" y="1"/>
                        <a:pt x="177" y="5"/>
                        <a:pt x="153" y="5"/>
                      </a:cubicBezTo>
                      <a:cubicBezTo>
                        <a:pt x="62" y="36"/>
                        <a:pt x="1" y="127"/>
                        <a:pt x="62" y="218"/>
                      </a:cubicBezTo>
                      <a:cubicBezTo>
                        <a:pt x="88" y="271"/>
                        <a:pt x="160" y="346"/>
                        <a:pt x="218" y="346"/>
                      </a:cubicBezTo>
                      <a:cubicBezTo>
                        <a:pt x="227" y="346"/>
                        <a:pt x="236" y="344"/>
                        <a:pt x="244" y="340"/>
                      </a:cubicBezTo>
                      <a:cubicBezTo>
                        <a:pt x="366" y="309"/>
                        <a:pt x="426" y="188"/>
                        <a:pt x="366" y="66"/>
                      </a:cubicBezTo>
                      <a:cubicBezTo>
                        <a:pt x="329" y="11"/>
                        <a:pt x="282" y="1"/>
                        <a:pt x="2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9"/>
                <p:cNvSpPr/>
                <p:nvPr/>
              </p:nvSpPr>
              <p:spPr>
                <a:xfrm>
                  <a:off x="665669" y="557602"/>
                  <a:ext cx="12910" cy="10255"/>
                </a:xfrm>
                <a:custGeom>
                  <a:rect b="b" l="l" r="r" t="t"/>
                  <a:pathLst>
                    <a:path extrusionOk="0" h="363" w="457">
                      <a:moveTo>
                        <a:pt x="262" y="1"/>
                      </a:moveTo>
                      <a:cubicBezTo>
                        <a:pt x="228" y="1"/>
                        <a:pt x="190" y="8"/>
                        <a:pt x="153" y="21"/>
                      </a:cubicBezTo>
                      <a:cubicBezTo>
                        <a:pt x="1" y="112"/>
                        <a:pt x="61" y="234"/>
                        <a:pt x="122" y="294"/>
                      </a:cubicBezTo>
                      <a:cubicBezTo>
                        <a:pt x="153" y="340"/>
                        <a:pt x="198" y="363"/>
                        <a:pt x="244" y="363"/>
                      </a:cubicBezTo>
                      <a:cubicBezTo>
                        <a:pt x="289" y="363"/>
                        <a:pt x="335" y="340"/>
                        <a:pt x="365" y="294"/>
                      </a:cubicBezTo>
                      <a:cubicBezTo>
                        <a:pt x="457" y="234"/>
                        <a:pt x="457" y="112"/>
                        <a:pt x="365" y="51"/>
                      </a:cubicBezTo>
                      <a:cubicBezTo>
                        <a:pt x="348" y="16"/>
                        <a:pt x="309" y="1"/>
                        <a:pt x="26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8" name="Google Shape;748;p19"/>
            <p:cNvGrpSpPr/>
            <p:nvPr/>
          </p:nvGrpSpPr>
          <p:grpSpPr>
            <a:xfrm flipH="1" rot="172485">
              <a:off x="6807546" y="-1621986"/>
              <a:ext cx="2286856" cy="2027269"/>
              <a:chOff x="125725" y="-1495675"/>
              <a:chExt cx="1617663" cy="2035175"/>
            </a:xfrm>
          </p:grpSpPr>
          <p:sp>
            <p:nvSpPr>
              <p:cNvPr id="749" name="Google Shape;749;p19"/>
              <p:cNvSpPr/>
              <p:nvPr/>
            </p:nvSpPr>
            <p:spPr>
              <a:xfrm rot="10800000">
                <a:off x="130488" y="333125"/>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618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0" name="Google Shape;750;p19"/>
              <p:cNvSpPr/>
              <p:nvPr/>
            </p:nvSpPr>
            <p:spPr>
              <a:xfrm rot="10800000">
                <a:off x="125726" y="-1495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1"/>
              </a:solidFill>
              <a:ln>
                <a:noFill/>
              </a:ln>
              <a:effectLst>
                <a:outerShdw blurRad="57150" rotWithShape="0" algn="bl">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51" name="Google Shape;751;p19"/>
            <p:cNvSpPr/>
            <p:nvPr/>
          </p:nvSpPr>
          <p:spPr>
            <a:xfrm flipH="1" rot="-121861">
              <a:off x="8641219" y="4192266"/>
              <a:ext cx="442654" cy="488202"/>
            </a:xfrm>
            <a:custGeom>
              <a:rect b="b" l="l" r="r" t="t"/>
              <a:pathLst>
                <a:path extrusionOk="0" h="6097" w="22654">
                  <a:moveTo>
                    <a:pt x="1043" y="0"/>
                  </a:moveTo>
                  <a:cubicBezTo>
                    <a:pt x="1156" y="177"/>
                    <a:pt x="1284" y="337"/>
                    <a:pt x="1300" y="530"/>
                  </a:cubicBezTo>
                  <a:cubicBezTo>
                    <a:pt x="1348" y="867"/>
                    <a:pt x="1027" y="883"/>
                    <a:pt x="819" y="1091"/>
                  </a:cubicBezTo>
                  <a:cubicBezTo>
                    <a:pt x="674" y="1204"/>
                    <a:pt x="642" y="1364"/>
                    <a:pt x="626" y="1573"/>
                  </a:cubicBezTo>
                  <a:cubicBezTo>
                    <a:pt x="594" y="1733"/>
                    <a:pt x="642" y="1893"/>
                    <a:pt x="626" y="2054"/>
                  </a:cubicBezTo>
                  <a:cubicBezTo>
                    <a:pt x="626" y="2262"/>
                    <a:pt x="546" y="2471"/>
                    <a:pt x="514" y="2696"/>
                  </a:cubicBezTo>
                  <a:cubicBezTo>
                    <a:pt x="498" y="2936"/>
                    <a:pt x="562" y="3097"/>
                    <a:pt x="594" y="3305"/>
                  </a:cubicBezTo>
                  <a:cubicBezTo>
                    <a:pt x="642" y="3610"/>
                    <a:pt x="482" y="3738"/>
                    <a:pt x="257" y="3915"/>
                  </a:cubicBezTo>
                  <a:cubicBezTo>
                    <a:pt x="0" y="4107"/>
                    <a:pt x="113" y="4380"/>
                    <a:pt x="209" y="4637"/>
                  </a:cubicBezTo>
                  <a:lnTo>
                    <a:pt x="578" y="5599"/>
                  </a:lnTo>
                  <a:cubicBezTo>
                    <a:pt x="642" y="5760"/>
                    <a:pt x="722" y="5920"/>
                    <a:pt x="803" y="6097"/>
                  </a:cubicBezTo>
                  <a:lnTo>
                    <a:pt x="22638" y="6097"/>
                  </a:lnTo>
                  <a:cubicBezTo>
                    <a:pt x="22638" y="5984"/>
                    <a:pt x="22638" y="5872"/>
                    <a:pt x="22574" y="5776"/>
                  </a:cubicBezTo>
                  <a:cubicBezTo>
                    <a:pt x="22541" y="5760"/>
                    <a:pt x="22493" y="5712"/>
                    <a:pt x="22461" y="5696"/>
                  </a:cubicBezTo>
                  <a:cubicBezTo>
                    <a:pt x="22413" y="5632"/>
                    <a:pt x="22381" y="5551"/>
                    <a:pt x="22381" y="5503"/>
                  </a:cubicBezTo>
                  <a:cubicBezTo>
                    <a:pt x="22365" y="5439"/>
                    <a:pt x="22317" y="5327"/>
                    <a:pt x="22301" y="5279"/>
                  </a:cubicBezTo>
                  <a:cubicBezTo>
                    <a:pt x="22285" y="5118"/>
                    <a:pt x="22365" y="4942"/>
                    <a:pt x="22381" y="4781"/>
                  </a:cubicBezTo>
                  <a:cubicBezTo>
                    <a:pt x="22397" y="4492"/>
                    <a:pt x="22333" y="4348"/>
                    <a:pt x="22221" y="4139"/>
                  </a:cubicBezTo>
                  <a:cubicBezTo>
                    <a:pt x="22076" y="3899"/>
                    <a:pt x="22301" y="3819"/>
                    <a:pt x="22285" y="3594"/>
                  </a:cubicBezTo>
                  <a:cubicBezTo>
                    <a:pt x="22253" y="3450"/>
                    <a:pt x="21996" y="3257"/>
                    <a:pt x="21884" y="3193"/>
                  </a:cubicBezTo>
                  <a:cubicBezTo>
                    <a:pt x="22060" y="2904"/>
                    <a:pt x="22574" y="2936"/>
                    <a:pt x="22638" y="2487"/>
                  </a:cubicBezTo>
                  <a:cubicBezTo>
                    <a:pt x="22654" y="2375"/>
                    <a:pt x="22606" y="2214"/>
                    <a:pt x="22558" y="2086"/>
                  </a:cubicBezTo>
                  <a:cubicBezTo>
                    <a:pt x="22574" y="2006"/>
                    <a:pt x="22558" y="1926"/>
                    <a:pt x="22493" y="1861"/>
                  </a:cubicBezTo>
                  <a:cubicBezTo>
                    <a:pt x="22477" y="1781"/>
                    <a:pt x="22413" y="1749"/>
                    <a:pt x="22365" y="1701"/>
                  </a:cubicBezTo>
                  <a:cubicBezTo>
                    <a:pt x="22285" y="1444"/>
                    <a:pt x="22558" y="1252"/>
                    <a:pt x="22558" y="979"/>
                  </a:cubicBezTo>
                  <a:cubicBezTo>
                    <a:pt x="22558" y="883"/>
                    <a:pt x="22461" y="738"/>
                    <a:pt x="22461" y="642"/>
                  </a:cubicBezTo>
                  <a:cubicBezTo>
                    <a:pt x="22445" y="417"/>
                    <a:pt x="22445" y="225"/>
                    <a:pt x="22445"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2" name="Google Shape;752;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753" name="Shape 753"/>
        <p:cNvGrpSpPr/>
        <p:nvPr/>
      </p:nvGrpSpPr>
      <p:grpSpPr>
        <a:xfrm>
          <a:off x="0" y="0"/>
          <a:ext cx="0" cy="0"/>
          <a:chOff x="0" y="0"/>
          <a:chExt cx="0" cy="0"/>
        </a:xfrm>
      </p:grpSpPr>
      <p:pic>
        <p:nvPicPr>
          <p:cNvPr id="754" name="Google Shape;754;p2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55" name="Google Shape;755;p20"/>
          <p:cNvSpPr txBox="1"/>
          <p:nvPr>
            <p:ph hasCustomPrompt="1" type="title"/>
          </p:nvPr>
        </p:nvSpPr>
        <p:spPr>
          <a:xfrm>
            <a:off x="798375" y="2576900"/>
            <a:ext cx="34926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56" name="Google Shape;756;p20"/>
          <p:cNvSpPr txBox="1"/>
          <p:nvPr>
            <p:ph idx="1" type="subTitle"/>
          </p:nvPr>
        </p:nvSpPr>
        <p:spPr>
          <a:xfrm>
            <a:off x="798388" y="3488224"/>
            <a:ext cx="3492600" cy="385500"/>
          </a:xfrm>
          <a:prstGeom prst="rect">
            <a:avLst/>
          </a:prstGeom>
          <a:solidFill>
            <a:schemeClr val="dk2"/>
          </a:solidFill>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57" name="Google Shape;757;p20"/>
          <p:cNvSpPr txBox="1"/>
          <p:nvPr>
            <p:ph hasCustomPrompt="1" idx="2" type="title"/>
          </p:nvPr>
        </p:nvSpPr>
        <p:spPr>
          <a:xfrm>
            <a:off x="2825688" y="789714"/>
            <a:ext cx="34926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58" name="Google Shape;758;p20"/>
          <p:cNvSpPr txBox="1"/>
          <p:nvPr>
            <p:ph idx="3" type="subTitle"/>
          </p:nvPr>
        </p:nvSpPr>
        <p:spPr>
          <a:xfrm>
            <a:off x="2825688" y="1701025"/>
            <a:ext cx="3492600" cy="385500"/>
          </a:xfrm>
          <a:prstGeom prst="rect">
            <a:avLst/>
          </a:prstGeom>
          <a:solidFill>
            <a:schemeClr val="dk2"/>
          </a:solidFill>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759" name="Google Shape;759;p20"/>
          <p:cNvSpPr txBox="1"/>
          <p:nvPr>
            <p:ph hasCustomPrompt="1" idx="4" type="title"/>
          </p:nvPr>
        </p:nvSpPr>
        <p:spPr>
          <a:xfrm>
            <a:off x="4853000" y="2576900"/>
            <a:ext cx="34926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760" name="Google Shape;760;p20"/>
          <p:cNvSpPr txBox="1"/>
          <p:nvPr>
            <p:ph idx="5" type="subTitle"/>
          </p:nvPr>
        </p:nvSpPr>
        <p:spPr>
          <a:xfrm>
            <a:off x="4853013" y="3488224"/>
            <a:ext cx="3492600" cy="385500"/>
          </a:xfrm>
          <a:prstGeom prst="rect">
            <a:avLst/>
          </a:prstGeom>
          <a:solidFill>
            <a:schemeClr val="dk2"/>
          </a:solidFill>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761" name="Google Shape;761;p20"/>
          <p:cNvGrpSpPr/>
          <p:nvPr/>
        </p:nvGrpSpPr>
        <p:grpSpPr>
          <a:xfrm>
            <a:off x="-1245120" y="-2507662"/>
            <a:ext cx="12222672" cy="8281901"/>
            <a:chOff x="-1245120" y="-2507662"/>
            <a:chExt cx="12222672" cy="8281901"/>
          </a:xfrm>
        </p:grpSpPr>
        <p:grpSp>
          <p:nvGrpSpPr>
            <p:cNvPr id="762" name="Google Shape;762;p20"/>
            <p:cNvGrpSpPr/>
            <p:nvPr/>
          </p:nvGrpSpPr>
          <p:grpSpPr>
            <a:xfrm>
              <a:off x="-253047" y="4786814"/>
              <a:ext cx="3313113" cy="987425"/>
              <a:chOff x="-473072" y="4603989"/>
              <a:chExt cx="3313113" cy="987425"/>
            </a:xfrm>
          </p:grpSpPr>
          <p:sp>
            <p:nvSpPr>
              <p:cNvPr id="763" name="Google Shape;763;p20"/>
              <p:cNvSpPr/>
              <p:nvPr/>
            </p:nvSpPr>
            <p:spPr>
              <a:xfrm>
                <a:off x="-473072" y="4603989"/>
                <a:ext cx="3313113" cy="987425"/>
              </a:xfrm>
              <a:custGeom>
                <a:rect b="b" l="l" r="r" t="t"/>
                <a:pathLst>
                  <a:path extrusionOk="0" h="262" w="878">
                    <a:moveTo>
                      <a:pt x="871" y="170"/>
                    </a:moveTo>
                    <a:cubicBezTo>
                      <a:pt x="872" y="167"/>
                      <a:pt x="877" y="163"/>
                      <a:pt x="877" y="159"/>
                    </a:cubicBezTo>
                    <a:cubicBezTo>
                      <a:pt x="877" y="156"/>
                      <a:pt x="876" y="152"/>
                      <a:pt x="875" y="149"/>
                    </a:cubicBezTo>
                    <a:cubicBezTo>
                      <a:pt x="875" y="146"/>
                      <a:pt x="873" y="143"/>
                      <a:pt x="872" y="139"/>
                    </a:cubicBezTo>
                    <a:cubicBezTo>
                      <a:pt x="871" y="136"/>
                      <a:pt x="872" y="132"/>
                      <a:pt x="872" y="129"/>
                    </a:cubicBezTo>
                    <a:cubicBezTo>
                      <a:pt x="872" y="124"/>
                      <a:pt x="872" y="118"/>
                      <a:pt x="873" y="113"/>
                    </a:cubicBezTo>
                    <a:cubicBezTo>
                      <a:pt x="874" y="107"/>
                      <a:pt x="878" y="103"/>
                      <a:pt x="875" y="97"/>
                    </a:cubicBezTo>
                    <a:cubicBezTo>
                      <a:pt x="874" y="95"/>
                      <a:pt x="873" y="94"/>
                      <a:pt x="872" y="92"/>
                    </a:cubicBezTo>
                    <a:cubicBezTo>
                      <a:pt x="872" y="90"/>
                      <a:pt x="872" y="88"/>
                      <a:pt x="872" y="86"/>
                    </a:cubicBezTo>
                    <a:cubicBezTo>
                      <a:pt x="871" y="84"/>
                      <a:pt x="869" y="84"/>
                      <a:pt x="868" y="82"/>
                    </a:cubicBezTo>
                    <a:cubicBezTo>
                      <a:pt x="865" y="77"/>
                      <a:pt x="867" y="72"/>
                      <a:pt x="869" y="69"/>
                    </a:cubicBezTo>
                    <a:cubicBezTo>
                      <a:pt x="870" y="66"/>
                      <a:pt x="871" y="63"/>
                      <a:pt x="870" y="60"/>
                    </a:cubicBezTo>
                    <a:cubicBezTo>
                      <a:pt x="868" y="58"/>
                      <a:pt x="865" y="58"/>
                      <a:pt x="864" y="56"/>
                    </a:cubicBezTo>
                    <a:cubicBezTo>
                      <a:pt x="862" y="53"/>
                      <a:pt x="862" y="50"/>
                      <a:pt x="860" y="47"/>
                    </a:cubicBezTo>
                    <a:cubicBezTo>
                      <a:pt x="858" y="46"/>
                      <a:pt x="856" y="45"/>
                      <a:pt x="854" y="44"/>
                    </a:cubicBezTo>
                    <a:cubicBezTo>
                      <a:pt x="849" y="41"/>
                      <a:pt x="844" y="40"/>
                      <a:pt x="840" y="34"/>
                    </a:cubicBezTo>
                    <a:cubicBezTo>
                      <a:pt x="836" y="28"/>
                      <a:pt x="835" y="25"/>
                      <a:pt x="828" y="22"/>
                    </a:cubicBezTo>
                    <a:cubicBezTo>
                      <a:pt x="824" y="20"/>
                      <a:pt x="820" y="19"/>
                      <a:pt x="815" y="20"/>
                    </a:cubicBezTo>
                    <a:cubicBezTo>
                      <a:pt x="811" y="20"/>
                      <a:pt x="805" y="19"/>
                      <a:pt x="801" y="19"/>
                    </a:cubicBezTo>
                    <a:cubicBezTo>
                      <a:pt x="796" y="20"/>
                      <a:pt x="791" y="22"/>
                      <a:pt x="786" y="21"/>
                    </a:cubicBezTo>
                    <a:cubicBezTo>
                      <a:pt x="780" y="20"/>
                      <a:pt x="773" y="18"/>
                      <a:pt x="767" y="16"/>
                    </a:cubicBezTo>
                    <a:cubicBezTo>
                      <a:pt x="765" y="15"/>
                      <a:pt x="762" y="12"/>
                      <a:pt x="760" y="12"/>
                    </a:cubicBezTo>
                    <a:cubicBezTo>
                      <a:pt x="756" y="12"/>
                      <a:pt x="757" y="17"/>
                      <a:pt x="755" y="19"/>
                    </a:cubicBezTo>
                    <a:cubicBezTo>
                      <a:pt x="753" y="20"/>
                      <a:pt x="751" y="17"/>
                      <a:pt x="748" y="17"/>
                    </a:cubicBezTo>
                    <a:cubicBezTo>
                      <a:pt x="747" y="18"/>
                      <a:pt x="746" y="19"/>
                      <a:pt x="745" y="19"/>
                    </a:cubicBezTo>
                    <a:cubicBezTo>
                      <a:pt x="742" y="20"/>
                      <a:pt x="738" y="20"/>
                      <a:pt x="735" y="20"/>
                    </a:cubicBezTo>
                    <a:cubicBezTo>
                      <a:pt x="730" y="20"/>
                      <a:pt x="724" y="16"/>
                      <a:pt x="719" y="19"/>
                    </a:cubicBezTo>
                    <a:cubicBezTo>
                      <a:pt x="713" y="22"/>
                      <a:pt x="709" y="20"/>
                      <a:pt x="704" y="21"/>
                    </a:cubicBezTo>
                    <a:cubicBezTo>
                      <a:pt x="700" y="22"/>
                      <a:pt x="697" y="24"/>
                      <a:pt x="694" y="25"/>
                    </a:cubicBezTo>
                    <a:cubicBezTo>
                      <a:pt x="691" y="26"/>
                      <a:pt x="687" y="29"/>
                      <a:pt x="685" y="29"/>
                    </a:cubicBezTo>
                    <a:cubicBezTo>
                      <a:pt x="682" y="29"/>
                      <a:pt x="678" y="25"/>
                      <a:pt x="675" y="23"/>
                    </a:cubicBezTo>
                    <a:cubicBezTo>
                      <a:pt x="671" y="20"/>
                      <a:pt x="666" y="16"/>
                      <a:pt x="661" y="14"/>
                    </a:cubicBezTo>
                    <a:cubicBezTo>
                      <a:pt x="657" y="13"/>
                      <a:pt x="651" y="12"/>
                      <a:pt x="647" y="11"/>
                    </a:cubicBezTo>
                    <a:cubicBezTo>
                      <a:pt x="641" y="10"/>
                      <a:pt x="637" y="13"/>
                      <a:pt x="631" y="12"/>
                    </a:cubicBezTo>
                    <a:cubicBezTo>
                      <a:pt x="626" y="11"/>
                      <a:pt x="620" y="9"/>
                      <a:pt x="614" y="10"/>
                    </a:cubicBezTo>
                    <a:cubicBezTo>
                      <a:pt x="609" y="11"/>
                      <a:pt x="604" y="12"/>
                      <a:pt x="599" y="12"/>
                    </a:cubicBezTo>
                    <a:cubicBezTo>
                      <a:pt x="592" y="12"/>
                      <a:pt x="585" y="13"/>
                      <a:pt x="578" y="9"/>
                    </a:cubicBezTo>
                    <a:cubicBezTo>
                      <a:pt x="575" y="7"/>
                      <a:pt x="573" y="3"/>
                      <a:pt x="570" y="7"/>
                    </a:cubicBezTo>
                    <a:cubicBezTo>
                      <a:pt x="569" y="8"/>
                      <a:pt x="569" y="11"/>
                      <a:pt x="568" y="12"/>
                    </a:cubicBezTo>
                    <a:cubicBezTo>
                      <a:pt x="567" y="12"/>
                      <a:pt x="565" y="12"/>
                      <a:pt x="565" y="12"/>
                    </a:cubicBezTo>
                    <a:cubicBezTo>
                      <a:pt x="563" y="14"/>
                      <a:pt x="562" y="15"/>
                      <a:pt x="559" y="16"/>
                    </a:cubicBezTo>
                    <a:cubicBezTo>
                      <a:pt x="557" y="16"/>
                      <a:pt x="555" y="15"/>
                      <a:pt x="553" y="16"/>
                    </a:cubicBezTo>
                    <a:cubicBezTo>
                      <a:pt x="551" y="16"/>
                      <a:pt x="550" y="17"/>
                      <a:pt x="549" y="19"/>
                    </a:cubicBezTo>
                    <a:cubicBezTo>
                      <a:pt x="548" y="20"/>
                      <a:pt x="546" y="21"/>
                      <a:pt x="545" y="21"/>
                    </a:cubicBezTo>
                    <a:cubicBezTo>
                      <a:pt x="544" y="21"/>
                      <a:pt x="544" y="20"/>
                      <a:pt x="543" y="20"/>
                    </a:cubicBezTo>
                    <a:cubicBezTo>
                      <a:pt x="541" y="20"/>
                      <a:pt x="539" y="21"/>
                      <a:pt x="536" y="21"/>
                    </a:cubicBezTo>
                    <a:cubicBezTo>
                      <a:pt x="532" y="22"/>
                      <a:pt x="528" y="21"/>
                      <a:pt x="525" y="20"/>
                    </a:cubicBezTo>
                    <a:cubicBezTo>
                      <a:pt x="520" y="20"/>
                      <a:pt x="518" y="20"/>
                      <a:pt x="514" y="23"/>
                    </a:cubicBezTo>
                    <a:cubicBezTo>
                      <a:pt x="511" y="25"/>
                      <a:pt x="510" y="26"/>
                      <a:pt x="506" y="23"/>
                    </a:cubicBezTo>
                    <a:cubicBezTo>
                      <a:pt x="504" y="22"/>
                      <a:pt x="502" y="19"/>
                      <a:pt x="500" y="18"/>
                    </a:cubicBezTo>
                    <a:cubicBezTo>
                      <a:pt x="498" y="17"/>
                      <a:pt x="495" y="18"/>
                      <a:pt x="493" y="18"/>
                    </a:cubicBezTo>
                    <a:cubicBezTo>
                      <a:pt x="489" y="18"/>
                      <a:pt x="484" y="16"/>
                      <a:pt x="480" y="16"/>
                    </a:cubicBezTo>
                    <a:cubicBezTo>
                      <a:pt x="476" y="15"/>
                      <a:pt x="472" y="13"/>
                      <a:pt x="468" y="14"/>
                    </a:cubicBezTo>
                    <a:cubicBezTo>
                      <a:pt x="462" y="15"/>
                      <a:pt x="455" y="18"/>
                      <a:pt x="449" y="19"/>
                    </a:cubicBezTo>
                    <a:cubicBezTo>
                      <a:pt x="445" y="20"/>
                      <a:pt x="442" y="18"/>
                      <a:pt x="438" y="18"/>
                    </a:cubicBezTo>
                    <a:cubicBezTo>
                      <a:pt x="432" y="18"/>
                      <a:pt x="432" y="17"/>
                      <a:pt x="428" y="11"/>
                    </a:cubicBezTo>
                    <a:cubicBezTo>
                      <a:pt x="424" y="7"/>
                      <a:pt x="420" y="3"/>
                      <a:pt x="414" y="5"/>
                    </a:cubicBezTo>
                    <a:cubicBezTo>
                      <a:pt x="410" y="6"/>
                      <a:pt x="409" y="7"/>
                      <a:pt x="405" y="6"/>
                    </a:cubicBezTo>
                    <a:cubicBezTo>
                      <a:pt x="403" y="5"/>
                      <a:pt x="401" y="5"/>
                      <a:pt x="399" y="5"/>
                    </a:cubicBezTo>
                    <a:cubicBezTo>
                      <a:pt x="393" y="5"/>
                      <a:pt x="391" y="8"/>
                      <a:pt x="386" y="8"/>
                    </a:cubicBezTo>
                    <a:cubicBezTo>
                      <a:pt x="374" y="8"/>
                      <a:pt x="364" y="10"/>
                      <a:pt x="353" y="10"/>
                    </a:cubicBezTo>
                    <a:cubicBezTo>
                      <a:pt x="348" y="10"/>
                      <a:pt x="340" y="9"/>
                      <a:pt x="336" y="12"/>
                    </a:cubicBezTo>
                    <a:cubicBezTo>
                      <a:pt x="332" y="15"/>
                      <a:pt x="332" y="16"/>
                      <a:pt x="328" y="16"/>
                    </a:cubicBezTo>
                    <a:cubicBezTo>
                      <a:pt x="324" y="16"/>
                      <a:pt x="320" y="16"/>
                      <a:pt x="317" y="16"/>
                    </a:cubicBezTo>
                    <a:cubicBezTo>
                      <a:pt x="314" y="16"/>
                      <a:pt x="312" y="14"/>
                      <a:pt x="310" y="14"/>
                    </a:cubicBezTo>
                    <a:cubicBezTo>
                      <a:pt x="307" y="13"/>
                      <a:pt x="303" y="14"/>
                      <a:pt x="300" y="14"/>
                    </a:cubicBezTo>
                    <a:cubicBezTo>
                      <a:pt x="281" y="14"/>
                      <a:pt x="281" y="14"/>
                      <a:pt x="281" y="14"/>
                    </a:cubicBezTo>
                    <a:cubicBezTo>
                      <a:pt x="277" y="14"/>
                      <a:pt x="272" y="15"/>
                      <a:pt x="269" y="14"/>
                    </a:cubicBezTo>
                    <a:cubicBezTo>
                      <a:pt x="264" y="12"/>
                      <a:pt x="262" y="7"/>
                      <a:pt x="258" y="5"/>
                    </a:cubicBezTo>
                    <a:cubicBezTo>
                      <a:pt x="253" y="2"/>
                      <a:pt x="247" y="6"/>
                      <a:pt x="242" y="8"/>
                    </a:cubicBezTo>
                    <a:cubicBezTo>
                      <a:pt x="240" y="9"/>
                      <a:pt x="237" y="11"/>
                      <a:pt x="234" y="10"/>
                    </a:cubicBezTo>
                    <a:cubicBezTo>
                      <a:pt x="230" y="10"/>
                      <a:pt x="229" y="4"/>
                      <a:pt x="226" y="3"/>
                    </a:cubicBezTo>
                    <a:cubicBezTo>
                      <a:pt x="224" y="2"/>
                      <a:pt x="222" y="3"/>
                      <a:pt x="220" y="3"/>
                    </a:cubicBezTo>
                    <a:cubicBezTo>
                      <a:pt x="216" y="2"/>
                      <a:pt x="216" y="0"/>
                      <a:pt x="213" y="4"/>
                    </a:cubicBezTo>
                    <a:cubicBezTo>
                      <a:pt x="209" y="8"/>
                      <a:pt x="209" y="8"/>
                      <a:pt x="203" y="8"/>
                    </a:cubicBezTo>
                    <a:cubicBezTo>
                      <a:pt x="201" y="8"/>
                      <a:pt x="197" y="9"/>
                      <a:pt x="195" y="8"/>
                    </a:cubicBezTo>
                    <a:cubicBezTo>
                      <a:pt x="192" y="8"/>
                      <a:pt x="190" y="6"/>
                      <a:pt x="187" y="7"/>
                    </a:cubicBezTo>
                    <a:cubicBezTo>
                      <a:pt x="185" y="7"/>
                      <a:pt x="182" y="8"/>
                      <a:pt x="179" y="8"/>
                    </a:cubicBezTo>
                    <a:cubicBezTo>
                      <a:pt x="175" y="9"/>
                      <a:pt x="172" y="11"/>
                      <a:pt x="168" y="10"/>
                    </a:cubicBezTo>
                    <a:cubicBezTo>
                      <a:pt x="165" y="10"/>
                      <a:pt x="162" y="9"/>
                      <a:pt x="159" y="9"/>
                    </a:cubicBezTo>
                    <a:cubicBezTo>
                      <a:pt x="156" y="8"/>
                      <a:pt x="154" y="9"/>
                      <a:pt x="151" y="7"/>
                    </a:cubicBezTo>
                    <a:cubicBezTo>
                      <a:pt x="148" y="6"/>
                      <a:pt x="148" y="4"/>
                      <a:pt x="145" y="5"/>
                    </a:cubicBezTo>
                    <a:cubicBezTo>
                      <a:pt x="142" y="7"/>
                      <a:pt x="143" y="8"/>
                      <a:pt x="140" y="8"/>
                    </a:cubicBezTo>
                    <a:cubicBezTo>
                      <a:pt x="139" y="9"/>
                      <a:pt x="138" y="8"/>
                      <a:pt x="137" y="8"/>
                    </a:cubicBezTo>
                    <a:cubicBezTo>
                      <a:pt x="135" y="8"/>
                      <a:pt x="133" y="8"/>
                      <a:pt x="130" y="8"/>
                    </a:cubicBezTo>
                    <a:cubicBezTo>
                      <a:pt x="127" y="8"/>
                      <a:pt x="127" y="9"/>
                      <a:pt x="125" y="10"/>
                    </a:cubicBezTo>
                    <a:cubicBezTo>
                      <a:pt x="123" y="11"/>
                      <a:pt x="124" y="12"/>
                      <a:pt x="123" y="12"/>
                    </a:cubicBezTo>
                    <a:cubicBezTo>
                      <a:pt x="122" y="13"/>
                      <a:pt x="119" y="12"/>
                      <a:pt x="118" y="12"/>
                    </a:cubicBezTo>
                    <a:cubicBezTo>
                      <a:pt x="114" y="12"/>
                      <a:pt x="111" y="14"/>
                      <a:pt x="107" y="14"/>
                    </a:cubicBezTo>
                    <a:cubicBezTo>
                      <a:pt x="105" y="14"/>
                      <a:pt x="102" y="14"/>
                      <a:pt x="99" y="14"/>
                    </a:cubicBezTo>
                    <a:cubicBezTo>
                      <a:pt x="93" y="15"/>
                      <a:pt x="90" y="17"/>
                      <a:pt x="83" y="14"/>
                    </a:cubicBezTo>
                    <a:cubicBezTo>
                      <a:pt x="72" y="9"/>
                      <a:pt x="61" y="11"/>
                      <a:pt x="49" y="10"/>
                    </a:cubicBezTo>
                    <a:cubicBezTo>
                      <a:pt x="42" y="10"/>
                      <a:pt x="40" y="17"/>
                      <a:pt x="36" y="23"/>
                    </a:cubicBezTo>
                    <a:cubicBezTo>
                      <a:pt x="32" y="22"/>
                      <a:pt x="30" y="15"/>
                      <a:pt x="25" y="14"/>
                    </a:cubicBezTo>
                    <a:cubicBezTo>
                      <a:pt x="20" y="13"/>
                      <a:pt x="16" y="14"/>
                      <a:pt x="12" y="15"/>
                    </a:cubicBezTo>
                    <a:cubicBezTo>
                      <a:pt x="7" y="17"/>
                      <a:pt x="4" y="13"/>
                      <a:pt x="0" y="11"/>
                    </a:cubicBezTo>
                    <a:cubicBezTo>
                      <a:pt x="0" y="261"/>
                      <a:pt x="0" y="261"/>
                      <a:pt x="0" y="261"/>
                    </a:cubicBezTo>
                    <a:cubicBezTo>
                      <a:pt x="4" y="261"/>
                      <a:pt x="8" y="261"/>
                      <a:pt x="11" y="259"/>
                    </a:cubicBezTo>
                    <a:cubicBezTo>
                      <a:pt x="17" y="256"/>
                      <a:pt x="22" y="253"/>
                      <a:pt x="28" y="253"/>
                    </a:cubicBezTo>
                    <a:cubicBezTo>
                      <a:pt x="34" y="254"/>
                      <a:pt x="41" y="253"/>
                      <a:pt x="47" y="253"/>
                    </a:cubicBezTo>
                    <a:cubicBezTo>
                      <a:pt x="48" y="253"/>
                      <a:pt x="50" y="253"/>
                      <a:pt x="52" y="254"/>
                    </a:cubicBezTo>
                    <a:cubicBezTo>
                      <a:pt x="54" y="254"/>
                      <a:pt x="56" y="257"/>
                      <a:pt x="58" y="258"/>
                    </a:cubicBezTo>
                    <a:cubicBezTo>
                      <a:pt x="61" y="258"/>
                      <a:pt x="61" y="255"/>
                      <a:pt x="64" y="254"/>
                    </a:cubicBezTo>
                    <a:cubicBezTo>
                      <a:pt x="66" y="253"/>
                      <a:pt x="69" y="253"/>
                      <a:pt x="70" y="253"/>
                    </a:cubicBezTo>
                    <a:cubicBezTo>
                      <a:pt x="74" y="252"/>
                      <a:pt x="76" y="253"/>
                      <a:pt x="80" y="253"/>
                    </a:cubicBezTo>
                    <a:cubicBezTo>
                      <a:pt x="84" y="254"/>
                      <a:pt x="88" y="250"/>
                      <a:pt x="92" y="249"/>
                    </a:cubicBezTo>
                    <a:cubicBezTo>
                      <a:pt x="99" y="248"/>
                      <a:pt x="102" y="255"/>
                      <a:pt x="108" y="256"/>
                    </a:cubicBezTo>
                    <a:cubicBezTo>
                      <a:pt x="113" y="256"/>
                      <a:pt x="117" y="255"/>
                      <a:pt x="122" y="255"/>
                    </a:cubicBezTo>
                    <a:cubicBezTo>
                      <a:pt x="126" y="255"/>
                      <a:pt x="130" y="256"/>
                      <a:pt x="134" y="255"/>
                    </a:cubicBezTo>
                    <a:cubicBezTo>
                      <a:pt x="136" y="255"/>
                      <a:pt x="138" y="254"/>
                      <a:pt x="140" y="253"/>
                    </a:cubicBezTo>
                    <a:cubicBezTo>
                      <a:pt x="144" y="253"/>
                      <a:pt x="149" y="255"/>
                      <a:pt x="154" y="254"/>
                    </a:cubicBezTo>
                    <a:cubicBezTo>
                      <a:pt x="158" y="253"/>
                      <a:pt x="162" y="250"/>
                      <a:pt x="167" y="252"/>
                    </a:cubicBezTo>
                    <a:cubicBezTo>
                      <a:pt x="170" y="253"/>
                      <a:pt x="173" y="255"/>
                      <a:pt x="176" y="256"/>
                    </a:cubicBezTo>
                    <a:cubicBezTo>
                      <a:pt x="178" y="257"/>
                      <a:pt x="180" y="257"/>
                      <a:pt x="182" y="257"/>
                    </a:cubicBezTo>
                    <a:cubicBezTo>
                      <a:pt x="191" y="257"/>
                      <a:pt x="199" y="262"/>
                      <a:pt x="207" y="261"/>
                    </a:cubicBezTo>
                    <a:cubicBezTo>
                      <a:pt x="217" y="259"/>
                      <a:pt x="224" y="255"/>
                      <a:pt x="234" y="255"/>
                    </a:cubicBezTo>
                    <a:cubicBezTo>
                      <a:pt x="237" y="255"/>
                      <a:pt x="241" y="258"/>
                      <a:pt x="244" y="257"/>
                    </a:cubicBezTo>
                    <a:cubicBezTo>
                      <a:pt x="246" y="257"/>
                      <a:pt x="248" y="254"/>
                      <a:pt x="250" y="254"/>
                    </a:cubicBezTo>
                    <a:cubicBezTo>
                      <a:pt x="252" y="253"/>
                      <a:pt x="254" y="251"/>
                      <a:pt x="257" y="251"/>
                    </a:cubicBezTo>
                    <a:cubicBezTo>
                      <a:pt x="261" y="249"/>
                      <a:pt x="263" y="251"/>
                      <a:pt x="267" y="252"/>
                    </a:cubicBezTo>
                    <a:cubicBezTo>
                      <a:pt x="270" y="252"/>
                      <a:pt x="274" y="251"/>
                      <a:pt x="277" y="252"/>
                    </a:cubicBezTo>
                    <a:cubicBezTo>
                      <a:pt x="280" y="253"/>
                      <a:pt x="282" y="254"/>
                      <a:pt x="286" y="254"/>
                    </a:cubicBezTo>
                    <a:cubicBezTo>
                      <a:pt x="294" y="253"/>
                      <a:pt x="302" y="249"/>
                      <a:pt x="310" y="246"/>
                    </a:cubicBezTo>
                    <a:cubicBezTo>
                      <a:pt x="317" y="244"/>
                      <a:pt x="325" y="243"/>
                      <a:pt x="331" y="247"/>
                    </a:cubicBezTo>
                    <a:cubicBezTo>
                      <a:pt x="333" y="248"/>
                      <a:pt x="335" y="251"/>
                      <a:pt x="336" y="248"/>
                    </a:cubicBezTo>
                    <a:cubicBezTo>
                      <a:pt x="340" y="249"/>
                      <a:pt x="344" y="252"/>
                      <a:pt x="348" y="253"/>
                    </a:cubicBezTo>
                    <a:cubicBezTo>
                      <a:pt x="353" y="254"/>
                      <a:pt x="353" y="249"/>
                      <a:pt x="357" y="248"/>
                    </a:cubicBezTo>
                    <a:cubicBezTo>
                      <a:pt x="365" y="247"/>
                      <a:pt x="374" y="250"/>
                      <a:pt x="381" y="248"/>
                    </a:cubicBezTo>
                    <a:cubicBezTo>
                      <a:pt x="388" y="246"/>
                      <a:pt x="390" y="240"/>
                      <a:pt x="398" y="244"/>
                    </a:cubicBezTo>
                    <a:cubicBezTo>
                      <a:pt x="402" y="247"/>
                      <a:pt x="407" y="247"/>
                      <a:pt x="412" y="249"/>
                    </a:cubicBezTo>
                    <a:cubicBezTo>
                      <a:pt x="417" y="251"/>
                      <a:pt x="421" y="252"/>
                      <a:pt x="427" y="252"/>
                    </a:cubicBezTo>
                    <a:cubicBezTo>
                      <a:pt x="431" y="252"/>
                      <a:pt x="435" y="252"/>
                      <a:pt x="440" y="252"/>
                    </a:cubicBezTo>
                    <a:cubicBezTo>
                      <a:pt x="444" y="252"/>
                      <a:pt x="447" y="253"/>
                      <a:pt x="451" y="256"/>
                    </a:cubicBezTo>
                    <a:cubicBezTo>
                      <a:pt x="459" y="260"/>
                      <a:pt x="462" y="249"/>
                      <a:pt x="469" y="248"/>
                    </a:cubicBezTo>
                    <a:cubicBezTo>
                      <a:pt x="478" y="246"/>
                      <a:pt x="486" y="249"/>
                      <a:pt x="494" y="250"/>
                    </a:cubicBezTo>
                    <a:cubicBezTo>
                      <a:pt x="499" y="250"/>
                      <a:pt x="503" y="249"/>
                      <a:pt x="508" y="250"/>
                    </a:cubicBezTo>
                    <a:cubicBezTo>
                      <a:pt x="511" y="251"/>
                      <a:pt x="514" y="252"/>
                      <a:pt x="518" y="251"/>
                    </a:cubicBezTo>
                    <a:cubicBezTo>
                      <a:pt x="522" y="251"/>
                      <a:pt x="526" y="248"/>
                      <a:pt x="530" y="248"/>
                    </a:cubicBezTo>
                    <a:cubicBezTo>
                      <a:pt x="545" y="246"/>
                      <a:pt x="558" y="258"/>
                      <a:pt x="573" y="255"/>
                    </a:cubicBezTo>
                    <a:cubicBezTo>
                      <a:pt x="577" y="255"/>
                      <a:pt x="578" y="253"/>
                      <a:pt x="581" y="251"/>
                    </a:cubicBezTo>
                    <a:cubicBezTo>
                      <a:pt x="585" y="249"/>
                      <a:pt x="590" y="250"/>
                      <a:pt x="594" y="250"/>
                    </a:cubicBezTo>
                    <a:cubicBezTo>
                      <a:pt x="600" y="250"/>
                      <a:pt x="606" y="250"/>
                      <a:pt x="613" y="251"/>
                    </a:cubicBezTo>
                    <a:cubicBezTo>
                      <a:pt x="616" y="252"/>
                      <a:pt x="618" y="252"/>
                      <a:pt x="622" y="251"/>
                    </a:cubicBezTo>
                    <a:cubicBezTo>
                      <a:pt x="629" y="248"/>
                      <a:pt x="636" y="245"/>
                      <a:pt x="644" y="244"/>
                    </a:cubicBezTo>
                    <a:cubicBezTo>
                      <a:pt x="656" y="242"/>
                      <a:pt x="667" y="249"/>
                      <a:pt x="679" y="251"/>
                    </a:cubicBezTo>
                    <a:cubicBezTo>
                      <a:pt x="687" y="252"/>
                      <a:pt x="695" y="255"/>
                      <a:pt x="703" y="253"/>
                    </a:cubicBezTo>
                    <a:cubicBezTo>
                      <a:pt x="714" y="251"/>
                      <a:pt x="723" y="255"/>
                      <a:pt x="733" y="257"/>
                    </a:cubicBezTo>
                    <a:cubicBezTo>
                      <a:pt x="738" y="258"/>
                      <a:pt x="738" y="256"/>
                      <a:pt x="743" y="253"/>
                    </a:cubicBezTo>
                    <a:cubicBezTo>
                      <a:pt x="747" y="251"/>
                      <a:pt x="749" y="253"/>
                      <a:pt x="754" y="254"/>
                    </a:cubicBezTo>
                    <a:cubicBezTo>
                      <a:pt x="758" y="254"/>
                      <a:pt x="757" y="254"/>
                      <a:pt x="761" y="255"/>
                    </a:cubicBezTo>
                    <a:cubicBezTo>
                      <a:pt x="763" y="257"/>
                      <a:pt x="764" y="257"/>
                      <a:pt x="767" y="257"/>
                    </a:cubicBezTo>
                    <a:cubicBezTo>
                      <a:pt x="771" y="258"/>
                      <a:pt x="774" y="257"/>
                      <a:pt x="778" y="257"/>
                    </a:cubicBezTo>
                    <a:cubicBezTo>
                      <a:pt x="781" y="257"/>
                      <a:pt x="784" y="257"/>
                      <a:pt x="787" y="257"/>
                    </a:cubicBezTo>
                    <a:cubicBezTo>
                      <a:pt x="791" y="258"/>
                      <a:pt x="794" y="260"/>
                      <a:pt x="798" y="259"/>
                    </a:cubicBezTo>
                    <a:cubicBezTo>
                      <a:pt x="803" y="258"/>
                      <a:pt x="807" y="255"/>
                      <a:pt x="812" y="253"/>
                    </a:cubicBezTo>
                    <a:cubicBezTo>
                      <a:pt x="814" y="253"/>
                      <a:pt x="816" y="251"/>
                      <a:pt x="817" y="250"/>
                    </a:cubicBezTo>
                    <a:cubicBezTo>
                      <a:pt x="821" y="249"/>
                      <a:pt x="826" y="250"/>
                      <a:pt x="830" y="250"/>
                    </a:cubicBezTo>
                    <a:cubicBezTo>
                      <a:pt x="834" y="250"/>
                      <a:pt x="837" y="248"/>
                      <a:pt x="841" y="248"/>
                    </a:cubicBezTo>
                    <a:cubicBezTo>
                      <a:pt x="842" y="243"/>
                      <a:pt x="843" y="237"/>
                      <a:pt x="846" y="235"/>
                    </a:cubicBezTo>
                    <a:cubicBezTo>
                      <a:pt x="848" y="233"/>
                      <a:pt x="851" y="233"/>
                      <a:pt x="853" y="233"/>
                    </a:cubicBezTo>
                    <a:cubicBezTo>
                      <a:pt x="858" y="233"/>
                      <a:pt x="857" y="233"/>
                      <a:pt x="858" y="228"/>
                    </a:cubicBezTo>
                    <a:cubicBezTo>
                      <a:pt x="861" y="223"/>
                      <a:pt x="864" y="219"/>
                      <a:pt x="867" y="214"/>
                    </a:cubicBezTo>
                    <a:cubicBezTo>
                      <a:pt x="869" y="210"/>
                      <a:pt x="872" y="207"/>
                      <a:pt x="872" y="202"/>
                    </a:cubicBezTo>
                    <a:cubicBezTo>
                      <a:pt x="871" y="198"/>
                      <a:pt x="869" y="194"/>
                      <a:pt x="868" y="189"/>
                    </a:cubicBezTo>
                    <a:cubicBezTo>
                      <a:pt x="868" y="183"/>
                      <a:pt x="868" y="176"/>
                      <a:pt x="871" y="170"/>
                    </a:cubicBezTo>
                    <a:close/>
                  </a:path>
                </a:pathLst>
              </a:custGeom>
              <a:solidFill>
                <a:schemeClr val="dk2"/>
              </a:solidFill>
              <a:ln>
                <a:noFill/>
              </a:ln>
              <a:effectLst>
                <a:outerShdw blurRad="57150" rotWithShape="0" algn="bl" dir="13500000" dist="19050">
                  <a:srgbClr val="000000">
                    <a:alpha val="3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4" name="Google Shape;764;p20"/>
              <p:cNvSpPr/>
              <p:nvPr/>
            </p:nvSpPr>
            <p:spPr>
              <a:xfrm>
                <a:off x="-473072" y="4645264"/>
                <a:ext cx="3279775" cy="904875"/>
              </a:xfrm>
              <a:custGeom>
                <a:rect b="b" l="l" r="r" t="t"/>
                <a:pathLst>
                  <a:path extrusionOk="0" h="240" w="869">
                    <a:moveTo>
                      <a:pt x="861" y="156"/>
                    </a:moveTo>
                    <a:cubicBezTo>
                      <a:pt x="863" y="153"/>
                      <a:pt x="868" y="149"/>
                      <a:pt x="868" y="145"/>
                    </a:cubicBezTo>
                    <a:cubicBezTo>
                      <a:pt x="868" y="143"/>
                      <a:pt x="866" y="139"/>
                      <a:pt x="865" y="137"/>
                    </a:cubicBezTo>
                    <a:cubicBezTo>
                      <a:pt x="865" y="133"/>
                      <a:pt x="863" y="131"/>
                      <a:pt x="862" y="127"/>
                    </a:cubicBezTo>
                    <a:cubicBezTo>
                      <a:pt x="862" y="124"/>
                      <a:pt x="862" y="121"/>
                      <a:pt x="862" y="118"/>
                    </a:cubicBezTo>
                    <a:cubicBezTo>
                      <a:pt x="862" y="113"/>
                      <a:pt x="862" y="109"/>
                      <a:pt x="863" y="104"/>
                    </a:cubicBezTo>
                    <a:cubicBezTo>
                      <a:pt x="864" y="98"/>
                      <a:pt x="869" y="94"/>
                      <a:pt x="865" y="89"/>
                    </a:cubicBezTo>
                    <a:cubicBezTo>
                      <a:pt x="864" y="87"/>
                      <a:pt x="863" y="86"/>
                      <a:pt x="863" y="84"/>
                    </a:cubicBezTo>
                    <a:cubicBezTo>
                      <a:pt x="862" y="83"/>
                      <a:pt x="863" y="81"/>
                      <a:pt x="862" y="79"/>
                    </a:cubicBezTo>
                    <a:cubicBezTo>
                      <a:pt x="861" y="77"/>
                      <a:pt x="859" y="77"/>
                      <a:pt x="858" y="75"/>
                    </a:cubicBezTo>
                    <a:cubicBezTo>
                      <a:pt x="856" y="71"/>
                      <a:pt x="857" y="66"/>
                      <a:pt x="859" y="63"/>
                    </a:cubicBezTo>
                    <a:cubicBezTo>
                      <a:pt x="860" y="60"/>
                      <a:pt x="862" y="58"/>
                      <a:pt x="860" y="55"/>
                    </a:cubicBezTo>
                    <a:cubicBezTo>
                      <a:pt x="859" y="53"/>
                      <a:pt x="855" y="53"/>
                      <a:pt x="854" y="51"/>
                    </a:cubicBezTo>
                    <a:cubicBezTo>
                      <a:pt x="852" y="49"/>
                      <a:pt x="853" y="46"/>
                      <a:pt x="850" y="43"/>
                    </a:cubicBezTo>
                    <a:cubicBezTo>
                      <a:pt x="849" y="42"/>
                      <a:pt x="846" y="41"/>
                      <a:pt x="844" y="40"/>
                    </a:cubicBezTo>
                    <a:cubicBezTo>
                      <a:pt x="839" y="37"/>
                      <a:pt x="834" y="37"/>
                      <a:pt x="831" y="32"/>
                    </a:cubicBezTo>
                    <a:cubicBezTo>
                      <a:pt x="828" y="28"/>
                      <a:pt x="827" y="26"/>
                      <a:pt x="824" y="24"/>
                    </a:cubicBezTo>
                    <a:cubicBezTo>
                      <a:pt x="823" y="22"/>
                      <a:pt x="821" y="21"/>
                      <a:pt x="819" y="21"/>
                    </a:cubicBezTo>
                    <a:cubicBezTo>
                      <a:pt x="815" y="19"/>
                      <a:pt x="811" y="18"/>
                      <a:pt x="806" y="18"/>
                    </a:cubicBezTo>
                    <a:cubicBezTo>
                      <a:pt x="802" y="18"/>
                      <a:pt x="797" y="17"/>
                      <a:pt x="792" y="18"/>
                    </a:cubicBezTo>
                    <a:cubicBezTo>
                      <a:pt x="788" y="18"/>
                      <a:pt x="785" y="20"/>
                      <a:pt x="781" y="20"/>
                    </a:cubicBezTo>
                    <a:cubicBezTo>
                      <a:pt x="780" y="20"/>
                      <a:pt x="779" y="20"/>
                      <a:pt x="777" y="20"/>
                    </a:cubicBezTo>
                    <a:cubicBezTo>
                      <a:pt x="771" y="19"/>
                      <a:pt x="764" y="17"/>
                      <a:pt x="759" y="15"/>
                    </a:cubicBezTo>
                    <a:cubicBezTo>
                      <a:pt x="757" y="14"/>
                      <a:pt x="754" y="11"/>
                      <a:pt x="752" y="11"/>
                    </a:cubicBezTo>
                    <a:cubicBezTo>
                      <a:pt x="748" y="11"/>
                      <a:pt x="749" y="16"/>
                      <a:pt x="747" y="18"/>
                    </a:cubicBezTo>
                    <a:cubicBezTo>
                      <a:pt x="744" y="18"/>
                      <a:pt x="742" y="16"/>
                      <a:pt x="740" y="16"/>
                    </a:cubicBezTo>
                    <a:cubicBezTo>
                      <a:pt x="739" y="16"/>
                      <a:pt x="738" y="17"/>
                      <a:pt x="738" y="17"/>
                    </a:cubicBezTo>
                    <a:cubicBezTo>
                      <a:pt x="737" y="17"/>
                      <a:pt x="737" y="17"/>
                      <a:pt x="737" y="18"/>
                    </a:cubicBezTo>
                    <a:cubicBezTo>
                      <a:pt x="734" y="18"/>
                      <a:pt x="730" y="18"/>
                      <a:pt x="727" y="18"/>
                    </a:cubicBezTo>
                    <a:cubicBezTo>
                      <a:pt x="721" y="18"/>
                      <a:pt x="716" y="15"/>
                      <a:pt x="711" y="18"/>
                    </a:cubicBezTo>
                    <a:cubicBezTo>
                      <a:pt x="705" y="20"/>
                      <a:pt x="701" y="18"/>
                      <a:pt x="696" y="20"/>
                    </a:cubicBezTo>
                    <a:cubicBezTo>
                      <a:pt x="695" y="20"/>
                      <a:pt x="695" y="20"/>
                      <a:pt x="695" y="20"/>
                    </a:cubicBezTo>
                    <a:cubicBezTo>
                      <a:pt x="692" y="21"/>
                      <a:pt x="689" y="22"/>
                      <a:pt x="686" y="23"/>
                    </a:cubicBezTo>
                    <a:cubicBezTo>
                      <a:pt x="684" y="24"/>
                      <a:pt x="680" y="27"/>
                      <a:pt x="677" y="27"/>
                    </a:cubicBezTo>
                    <a:cubicBezTo>
                      <a:pt x="674" y="27"/>
                      <a:pt x="670" y="23"/>
                      <a:pt x="668" y="21"/>
                    </a:cubicBezTo>
                    <a:cubicBezTo>
                      <a:pt x="663" y="18"/>
                      <a:pt x="659" y="15"/>
                      <a:pt x="654" y="13"/>
                    </a:cubicBezTo>
                    <a:cubicBezTo>
                      <a:pt x="653" y="13"/>
                      <a:pt x="652" y="13"/>
                      <a:pt x="651" y="13"/>
                    </a:cubicBezTo>
                    <a:cubicBezTo>
                      <a:pt x="648" y="12"/>
                      <a:pt x="643" y="11"/>
                      <a:pt x="640" y="10"/>
                    </a:cubicBezTo>
                    <a:cubicBezTo>
                      <a:pt x="634" y="9"/>
                      <a:pt x="630" y="12"/>
                      <a:pt x="624" y="11"/>
                    </a:cubicBezTo>
                    <a:cubicBezTo>
                      <a:pt x="619" y="10"/>
                      <a:pt x="614" y="9"/>
                      <a:pt x="608" y="10"/>
                    </a:cubicBezTo>
                    <a:cubicBezTo>
                      <a:pt x="608" y="10"/>
                      <a:pt x="608" y="10"/>
                      <a:pt x="607" y="10"/>
                    </a:cubicBezTo>
                    <a:cubicBezTo>
                      <a:pt x="602" y="10"/>
                      <a:pt x="597" y="11"/>
                      <a:pt x="592" y="11"/>
                    </a:cubicBezTo>
                    <a:cubicBezTo>
                      <a:pt x="585" y="11"/>
                      <a:pt x="578" y="12"/>
                      <a:pt x="572" y="9"/>
                    </a:cubicBezTo>
                    <a:cubicBezTo>
                      <a:pt x="569" y="7"/>
                      <a:pt x="567" y="4"/>
                      <a:pt x="565" y="5"/>
                    </a:cubicBezTo>
                    <a:cubicBezTo>
                      <a:pt x="564" y="5"/>
                      <a:pt x="564" y="6"/>
                      <a:pt x="564" y="6"/>
                    </a:cubicBezTo>
                    <a:cubicBezTo>
                      <a:pt x="562" y="8"/>
                      <a:pt x="563" y="10"/>
                      <a:pt x="562" y="11"/>
                    </a:cubicBezTo>
                    <a:cubicBezTo>
                      <a:pt x="561" y="12"/>
                      <a:pt x="559" y="11"/>
                      <a:pt x="558" y="12"/>
                    </a:cubicBezTo>
                    <a:cubicBezTo>
                      <a:pt x="556" y="13"/>
                      <a:pt x="556" y="14"/>
                      <a:pt x="553" y="15"/>
                    </a:cubicBezTo>
                    <a:cubicBezTo>
                      <a:pt x="551" y="15"/>
                      <a:pt x="549" y="14"/>
                      <a:pt x="547" y="15"/>
                    </a:cubicBezTo>
                    <a:cubicBezTo>
                      <a:pt x="544" y="15"/>
                      <a:pt x="544" y="16"/>
                      <a:pt x="542" y="18"/>
                    </a:cubicBezTo>
                    <a:cubicBezTo>
                      <a:pt x="542" y="18"/>
                      <a:pt x="540" y="19"/>
                      <a:pt x="539" y="19"/>
                    </a:cubicBezTo>
                    <a:cubicBezTo>
                      <a:pt x="538" y="20"/>
                      <a:pt x="538" y="18"/>
                      <a:pt x="537" y="18"/>
                    </a:cubicBezTo>
                    <a:cubicBezTo>
                      <a:pt x="535" y="18"/>
                      <a:pt x="533" y="19"/>
                      <a:pt x="530" y="20"/>
                    </a:cubicBezTo>
                    <a:cubicBezTo>
                      <a:pt x="527" y="20"/>
                      <a:pt x="524" y="20"/>
                      <a:pt x="522" y="19"/>
                    </a:cubicBezTo>
                    <a:cubicBezTo>
                      <a:pt x="521" y="19"/>
                      <a:pt x="520" y="19"/>
                      <a:pt x="519" y="19"/>
                    </a:cubicBezTo>
                    <a:cubicBezTo>
                      <a:pt x="514" y="18"/>
                      <a:pt x="513" y="19"/>
                      <a:pt x="509" y="21"/>
                    </a:cubicBezTo>
                    <a:cubicBezTo>
                      <a:pt x="505" y="23"/>
                      <a:pt x="504" y="23"/>
                      <a:pt x="501" y="22"/>
                    </a:cubicBezTo>
                    <a:cubicBezTo>
                      <a:pt x="498" y="20"/>
                      <a:pt x="497" y="18"/>
                      <a:pt x="494" y="17"/>
                    </a:cubicBezTo>
                    <a:cubicBezTo>
                      <a:pt x="492" y="16"/>
                      <a:pt x="490" y="16"/>
                      <a:pt x="487" y="16"/>
                    </a:cubicBezTo>
                    <a:cubicBezTo>
                      <a:pt x="484" y="16"/>
                      <a:pt x="481" y="16"/>
                      <a:pt x="478" y="15"/>
                    </a:cubicBezTo>
                    <a:cubicBezTo>
                      <a:pt x="477" y="15"/>
                      <a:pt x="476" y="15"/>
                      <a:pt x="474" y="15"/>
                    </a:cubicBezTo>
                    <a:cubicBezTo>
                      <a:pt x="471" y="14"/>
                      <a:pt x="467" y="12"/>
                      <a:pt x="463" y="13"/>
                    </a:cubicBezTo>
                    <a:cubicBezTo>
                      <a:pt x="457" y="14"/>
                      <a:pt x="450" y="16"/>
                      <a:pt x="444" y="18"/>
                    </a:cubicBezTo>
                    <a:cubicBezTo>
                      <a:pt x="441" y="18"/>
                      <a:pt x="438" y="17"/>
                      <a:pt x="435" y="16"/>
                    </a:cubicBezTo>
                    <a:cubicBezTo>
                      <a:pt x="435" y="16"/>
                      <a:pt x="434" y="16"/>
                      <a:pt x="433" y="16"/>
                    </a:cubicBezTo>
                    <a:cubicBezTo>
                      <a:pt x="427" y="16"/>
                      <a:pt x="427" y="15"/>
                      <a:pt x="423" y="11"/>
                    </a:cubicBezTo>
                    <a:cubicBezTo>
                      <a:pt x="419" y="6"/>
                      <a:pt x="415" y="3"/>
                      <a:pt x="409" y="5"/>
                    </a:cubicBezTo>
                    <a:cubicBezTo>
                      <a:pt x="406" y="6"/>
                      <a:pt x="405" y="6"/>
                      <a:pt x="401" y="5"/>
                    </a:cubicBezTo>
                    <a:cubicBezTo>
                      <a:pt x="398" y="5"/>
                      <a:pt x="397" y="4"/>
                      <a:pt x="394" y="4"/>
                    </a:cubicBezTo>
                    <a:cubicBezTo>
                      <a:pt x="393" y="4"/>
                      <a:pt x="393" y="5"/>
                      <a:pt x="392" y="5"/>
                    </a:cubicBezTo>
                    <a:cubicBezTo>
                      <a:pt x="388" y="5"/>
                      <a:pt x="386" y="8"/>
                      <a:pt x="381" y="8"/>
                    </a:cubicBezTo>
                    <a:cubicBezTo>
                      <a:pt x="370" y="8"/>
                      <a:pt x="360" y="10"/>
                      <a:pt x="349" y="10"/>
                    </a:cubicBezTo>
                    <a:cubicBezTo>
                      <a:pt x="349" y="10"/>
                      <a:pt x="349" y="10"/>
                      <a:pt x="349" y="10"/>
                    </a:cubicBezTo>
                    <a:cubicBezTo>
                      <a:pt x="344" y="10"/>
                      <a:pt x="336" y="8"/>
                      <a:pt x="332" y="11"/>
                    </a:cubicBezTo>
                    <a:cubicBezTo>
                      <a:pt x="329" y="14"/>
                      <a:pt x="329" y="14"/>
                      <a:pt x="324" y="15"/>
                    </a:cubicBezTo>
                    <a:cubicBezTo>
                      <a:pt x="321" y="15"/>
                      <a:pt x="317" y="15"/>
                      <a:pt x="313" y="15"/>
                    </a:cubicBezTo>
                    <a:cubicBezTo>
                      <a:pt x="311" y="14"/>
                      <a:pt x="309" y="13"/>
                      <a:pt x="306" y="13"/>
                    </a:cubicBezTo>
                    <a:cubicBezTo>
                      <a:pt x="306" y="13"/>
                      <a:pt x="306" y="13"/>
                      <a:pt x="305" y="13"/>
                    </a:cubicBezTo>
                    <a:cubicBezTo>
                      <a:pt x="303" y="12"/>
                      <a:pt x="299" y="13"/>
                      <a:pt x="296" y="13"/>
                    </a:cubicBezTo>
                    <a:cubicBezTo>
                      <a:pt x="278" y="13"/>
                      <a:pt x="278" y="13"/>
                      <a:pt x="278" y="13"/>
                    </a:cubicBezTo>
                    <a:cubicBezTo>
                      <a:pt x="274" y="13"/>
                      <a:pt x="269" y="14"/>
                      <a:pt x="266" y="13"/>
                    </a:cubicBezTo>
                    <a:cubicBezTo>
                      <a:pt x="264" y="12"/>
                      <a:pt x="263" y="11"/>
                      <a:pt x="262" y="11"/>
                    </a:cubicBezTo>
                    <a:cubicBezTo>
                      <a:pt x="260" y="9"/>
                      <a:pt x="258" y="6"/>
                      <a:pt x="256" y="5"/>
                    </a:cubicBezTo>
                    <a:cubicBezTo>
                      <a:pt x="250" y="2"/>
                      <a:pt x="244" y="5"/>
                      <a:pt x="239" y="8"/>
                    </a:cubicBezTo>
                    <a:cubicBezTo>
                      <a:pt x="237" y="8"/>
                      <a:pt x="234" y="10"/>
                      <a:pt x="232" y="10"/>
                    </a:cubicBezTo>
                    <a:cubicBezTo>
                      <a:pt x="228" y="9"/>
                      <a:pt x="227" y="4"/>
                      <a:pt x="223" y="3"/>
                    </a:cubicBezTo>
                    <a:cubicBezTo>
                      <a:pt x="222" y="2"/>
                      <a:pt x="220" y="3"/>
                      <a:pt x="219" y="3"/>
                    </a:cubicBezTo>
                    <a:cubicBezTo>
                      <a:pt x="218" y="3"/>
                      <a:pt x="218" y="3"/>
                      <a:pt x="217" y="3"/>
                    </a:cubicBezTo>
                    <a:cubicBezTo>
                      <a:pt x="213" y="2"/>
                      <a:pt x="214" y="0"/>
                      <a:pt x="211" y="3"/>
                    </a:cubicBezTo>
                    <a:cubicBezTo>
                      <a:pt x="207" y="7"/>
                      <a:pt x="206" y="8"/>
                      <a:pt x="201" y="8"/>
                    </a:cubicBezTo>
                    <a:cubicBezTo>
                      <a:pt x="199" y="8"/>
                      <a:pt x="195" y="8"/>
                      <a:pt x="193" y="8"/>
                    </a:cubicBezTo>
                    <a:cubicBezTo>
                      <a:pt x="190" y="7"/>
                      <a:pt x="188" y="6"/>
                      <a:pt x="185" y="6"/>
                    </a:cubicBezTo>
                    <a:cubicBezTo>
                      <a:pt x="183" y="7"/>
                      <a:pt x="180" y="7"/>
                      <a:pt x="177" y="8"/>
                    </a:cubicBezTo>
                    <a:cubicBezTo>
                      <a:pt x="177" y="8"/>
                      <a:pt x="176" y="8"/>
                      <a:pt x="176" y="8"/>
                    </a:cubicBezTo>
                    <a:cubicBezTo>
                      <a:pt x="172" y="9"/>
                      <a:pt x="170" y="10"/>
                      <a:pt x="166" y="10"/>
                    </a:cubicBezTo>
                    <a:cubicBezTo>
                      <a:pt x="163" y="9"/>
                      <a:pt x="160" y="8"/>
                      <a:pt x="157" y="8"/>
                    </a:cubicBezTo>
                    <a:cubicBezTo>
                      <a:pt x="154" y="8"/>
                      <a:pt x="152" y="8"/>
                      <a:pt x="149" y="7"/>
                    </a:cubicBezTo>
                    <a:cubicBezTo>
                      <a:pt x="147" y="6"/>
                      <a:pt x="147" y="3"/>
                      <a:pt x="143" y="5"/>
                    </a:cubicBezTo>
                    <a:cubicBezTo>
                      <a:pt x="140" y="7"/>
                      <a:pt x="142" y="8"/>
                      <a:pt x="138" y="8"/>
                    </a:cubicBezTo>
                    <a:cubicBezTo>
                      <a:pt x="137" y="8"/>
                      <a:pt x="137" y="8"/>
                      <a:pt x="136" y="8"/>
                    </a:cubicBezTo>
                    <a:cubicBezTo>
                      <a:pt x="135" y="8"/>
                      <a:pt x="134" y="8"/>
                      <a:pt x="132" y="8"/>
                    </a:cubicBezTo>
                    <a:cubicBezTo>
                      <a:pt x="131" y="8"/>
                      <a:pt x="130" y="8"/>
                      <a:pt x="129" y="8"/>
                    </a:cubicBezTo>
                    <a:cubicBezTo>
                      <a:pt x="126" y="8"/>
                      <a:pt x="126" y="8"/>
                      <a:pt x="123" y="10"/>
                    </a:cubicBezTo>
                    <a:cubicBezTo>
                      <a:pt x="122" y="10"/>
                      <a:pt x="123" y="11"/>
                      <a:pt x="121" y="11"/>
                    </a:cubicBezTo>
                    <a:cubicBezTo>
                      <a:pt x="120" y="12"/>
                      <a:pt x="118" y="11"/>
                      <a:pt x="117" y="11"/>
                    </a:cubicBezTo>
                    <a:cubicBezTo>
                      <a:pt x="113" y="11"/>
                      <a:pt x="110" y="13"/>
                      <a:pt x="106" y="13"/>
                    </a:cubicBezTo>
                    <a:cubicBezTo>
                      <a:pt x="104" y="13"/>
                      <a:pt x="101" y="13"/>
                      <a:pt x="98" y="13"/>
                    </a:cubicBezTo>
                    <a:cubicBezTo>
                      <a:pt x="92" y="14"/>
                      <a:pt x="89" y="15"/>
                      <a:pt x="82" y="13"/>
                    </a:cubicBezTo>
                    <a:cubicBezTo>
                      <a:pt x="71" y="9"/>
                      <a:pt x="60" y="10"/>
                      <a:pt x="48" y="10"/>
                    </a:cubicBezTo>
                    <a:cubicBezTo>
                      <a:pt x="42" y="9"/>
                      <a:pt x="39" y="16"/>
                      <a:pt x="36" y="21"/>
                    </a:cubicBezTo>
                    <a:cubicBezTo>
                      <a:pt x="32" y="20"/>
                      <a:pt x="30" y="14"/>
                      <a:pt x="24" y="13"/>
                    </a:cubicBezTo>
                    <a:cubicBezTo>
                      <a:pt x="20" y="12"/>
                      <a:pt x="16" y="13"/>
                      <a:pt x="12" y="14"/>
                    </a:cubicBezTo>
                    <a:cubicBezTo>
                      <a:pt x="7" y="16"/>
                      <a:pt x="4" y="12"/>
                      <a:pt x="0" y="10"/>
                    </a:cubicBezTo>
                    <a:cubicBezTo>
                      <a:pt x="0" y="239"/>
                      <a:pt x="0" y="239"/>
                      <a:pt x="0" y="239"/>
                    </a:cubicBezTo>
                    <a:cubicBezTo>
                      <a:pt x="4" y="239"/>
                      <a:pt x="8" y="239"/>
                      <a:pt x="11" y="237"/>
                    </a:cubicBezTo>
                    <a:cubicBezTo>
                      <a:pt x="17" y="234"/>
                      <a:pt x="22" y="232"/>
                      <a:pt x="28" y="232"/>
                    </a:cubicBezTo>
                    <a:cubicBezTo>
                      <a:pt x="34" y="232"/>
                      <a:pt x="40" y="232"/>
                      <a:pt x="46" y="232"/>
                    </a:cubicBezTo>
                    <a:cubicBezTo>
                      <a:pt x="48" y="232"/>
                      <a:pt x="49" y="232"/>
                      <a:pt x="51" y="232"/>
                    </a:cubicBezTo>
                    <a:cubicBezTo>
                      <a:pt x="53" y="233"/>
                      <a:pt x="55" y="235"/>
                      <a:pt x="57" y="236"/>
                    </a:cubicBezTo>
                    <a:cubicBezTo>
                      <a:pt x="61" y="237"/>
                      <a:pt x="61" y="234"/>
                      <a:pt x="64" y="232"/>
                    </a:cubicBezTo>
                    <a:cubicBezTo>
                      <a:pt x="65" y="232"/>
                      <a:pt x="68" y="232"/>
                      <a:pt x="70" y="231"/>
                    </a:cubicBezTo>
                    <a:cubicBezTo>
                      <a:pt x="73" y="231"/>
                      <a:pt x="75" y="232"/>
                      <a:pt x="79" y="232"/>
                    </a:cubicBezTo>
                    <a:cubicBezTo>
                      <a:pt x="83" y="232"/>
                      <a:pt x="87" y="228"/>
                      <a:pt x="91" y="228"/>
                    </a:cubicBezTo>
                    <a:cubicBezTo>
                      <a:pt x="98" y="227"/>
                      <a:pt x="100" y="234"/>
                      <a:pt x="107" y="234"/>
                    </a:cubicBezTo>
                    <a:cubicBezTo>
                      <a:pt x="111" y="234"/>
                      <a:pt x="116" y="234"/>
                      <a:pt x="120" y="234"/>
                    </a:cubicBezTo>
                    <a:cubicBezTo>
                      <a:pt x="124" y="234"/>
                      <a:pt x="129" y="235"/>
                      <a:pt x="132" y="234"/>
                    </a:cubicBezTo>
                    <a:cubicBezTo>
                      <a:pt x="133" y="234"/>
                      <a:pt x="133" y="234"/>
                      <a:pt x="133" y="234"/>
                    </a:cubicBezTo>
                    <a:cubicBezTo>
                      <a:pt x="135" y="233"/>
                      <a:pt x="136" y="232"/>
                      <a:pt x="138" y="232"/>
                    </a:cubicBezTo>
                    <a:cubicBezTo>
                      <a:pt x="143" y="232"/>
                      <a:pt x="148" y="233"/>
                      <a:pt x="152" y="232"/>
                    </a:cubicBezTo>
                    <a:cubicBezTo>
                      <a:pt x="157" y="231"/>
                      <a:pt x="160" y="229"/>
                      <a:pt x="165" y="231"/>
                    </a:cubicBezTo>
                    <a:cubicBezTo>
                      <a:pt x="168" y="231"/>
                      <a:pt x="171" y="234"/>
                      <a:pt x="174" y="235"/>
                    </a:cubicBezTo>
                    <a:cubicBezTo>
                      <a:pt x="174" y="235"/>
                      <a:pt x="175" y="235"/>
                      <a:pt x="176" y="235"/>
                    </a:cubicBezTo>
                    <a:cubicBezTo>
                      <a:pt x="177" y="235"/>
                      <a:pt x="179" y="235"/>
                      <a:pt x="180" y="235"/>
                    </a:cubicBezTo>
                    <a:cubicBezTo>
                      <a:pt x="188" y="236"/>
                      <a:pt x="197" y="240"/>
                      <a:pt x="205" y="239"/>
                    </a:cubicBezTo>
                    <a:cubicBezTo>
                      <a:pt x="210" y="238"/>
                      <a:pt x="214" y="236"/>
                      <a:pt x="219" y="235"/>
                    </a:cubicBezTo>
                    <a:cubicBezTo>
                      <a:pt x="223" y="234"/>
                      <a:pt x="227" y="233"/>
                      <a:pt x="232" y="234"/>
                    </a:cubicBezTo>
                    <a:cubicBezTo>
                      <a:pt x="235" y="234"/>
                      <a:pt x="238" y="236"/>
                      <a:pt x="241" y="236"/>
                    </a:cubicBezTo>
                    <a:cubicBezTo>
                      <a:pt x="243" y="235"/>
                      <a:pt x="245" y="233"/>
                      <a:pt x="247" y="232"/>
                    </a:cubicBezTo>
                    <a:cubicBezTo>
                      <a:pt x="250" y="231"/>
                      <a:pt x="251" y="230"/>
                      <a:pt x="254" y="229"/>
                    </a:cubicBezTo>
                    <a:cubicBezTo>
                      <a:pt x="257" y="229"/>
                      <a:pt x="259" y="230"/>
                      <a:pt x="262" y="230"/>
                    </a:cubicBezTo>
                    <a:cubicBezTo>
                      <a:pt x="263" y="230"/>
                      <a:pt x="263" y="230"/>
                      <a:pt x="264" y="231"/>
                    </a:cubicBezTo>
                    <a:cubicBezTo>
                      <a:pt x="267" y="231"/>
                      <a:pt x="271" y="230"/>
                      <a:pt x="274" y="231"/>
                    </a:cubicBezTo>
                    <a:cubicBezTo>
                      <a:pt x="277" y="232"/>
                      <a:pt x="279" y="232"/>
                      <a:pt x="283" y="232"/>
                    </a:cubicBezTo>
                    <a:cubicBezTo>
                      <a:pt x="291" y="232"/>
                      <a:pt x="298" y="228"/>
                      <a:pt x="305" y="226"/>
                    </a:cubicBezTo>
                    <a:cubicBezTo>
                      <a:pt x="306" y="226"/>
                      <a:pt x="306" y="226"/>
                      <a:pt x="307" y="225"/>
                    </a:cubicBezTo>
                    <a:cubicBezTo>
                      <a:pt x="313" y="224"/>
                      <a:pt x="322" y="222"/>
                      <a:pt x="328" y="226"/>
                    </a:cubicBezTo>
                    <a:cubicBezTo>
                      <a:pt x="330" y="227"/>
                      <a:pt x="331" y="230"/>
                      <a:pt x="332" y="227"/>
                    </a:cubicBezTo>
                    <a:cubicBezTo>
                      <a:pt x="336" y="228"/>
                      <a:pt x="340" y="231"/>
                      <a:pt x="344" y="231"/>
                    </a:cubicBezTo>
                    <a:cubicBezTo>
                      <a:pt x="346" y="232"/>
                      <a:pt x="347" y="231"/>
                      <a:pt x="349" y="230"/>
                    </a:cubicBezTo>
                    <a:cubicBezTo>
                      <a:pt x="350" y="229"/>
                      <a:pt x="351" y="227"/>
                      <a:pt x="353" y="227"/>
                    </a:cubicBezTo>
                    <a:cubicBezTo>
                      <a:pt x="361" y="226"/>
                      <a:pt x="370" y="229"/>
                      <a:pt x="377" y="227"/>
                    </a:cubicBezTo>
                    <a:cubicBezTo>
                      <a:pt x="384" y="225"/>
                      <a:pt x="385" y="220"/>
                      <a:pt x="392" y="223"/>
                    </a:cubicBezTo>
                    <a:cubicBezTo>
                      <a:pt x="392" y="223"/>
                      <a:pt x="393" y="223"/>
                      <a:pt x="393" y="224"/>
                    </a:cubicBezTo>
                    <a:cubicBezTo>
                      <a:pt x="397" y="226"/>
                      <a:pt x="402" y="226"/>
                      <a:pt x="407" y="228"/>
                    </a:cubicBezTo>
                    <a:cubicBezTo>
                      <a:pt x="413" y="230"/>
                      <a:pt x="416" y="230"/>
                      <a:pt x="422" y="230"/>
                    </a:cubicBezTo>
                    <a:cubicBezTo>
                      <a:pt x="426" y="230"/>
                      <a:pt x="430" y="230"/>
                      <a:pt x="435" y="230"/>
                    </a:cubicBezTo>
                    <a:cubicBezTo>
                      <a:pt x="435" y="230"/>
                      <a:pt x="435" y="230"/>
                      <a:pt x="435" y="230"/>
                    </a:cubicBezTo>
                    <a:cubicBezTo>
                      <a:pt x="439" y="231"/>
                      <a:pt x="442" y="232"/>
                      <a:pt x="446" y="234"/>
                    </a:cubicBezTo>
                    <a:cubicBezTo>
                      <a:pt x="454" y="238"/>
                      <a:pt x="457" y="228"/>
                      <a:pt x="464" y="227"/>
                    </a:cubicBezTo>
                    <a:cubicBezTo>
                      <a:pt x="469" y="226"/>
                      <a:pt x="474" y="227"/>
                      <a:pt x="478" y="227"/>
                    </a:cubicBezTo>
                    <a:cubicBezTo>
                      <a:pt x="482" y="228"/>
                      <a:pt x="485" y="229"/>
                      <a:pt x="489" y="229"/>
                    </a:cubicBezTo>
                    <a:cubicBezTo>
                      <a:pt x="493" y="229"/>
                      <a:pt x="498" y="228"/>
                      <a:pt x="502" y="229"/>
                    </a:cubicBezTo>
                    <a:cubicBezTo>
                      <a:pt x="506" y="230"/>
                      <a:pt x="509" y="231"/>
                      <a:pt x="512" y="230"/>
                    </a:cubicBezTo>
                    <a:cubicBezTo>
                      <a:pt x="515" y="230"/>
                      <a:pt x="518" y="228"/>
                      <a:pt x="522" y="228"/>
                    </a:cubicBezTo>
                    <a:cubicBezTo>
                      <a:pt x="522" y="227"/>
                      <a:pt x="523" y="227"/>
                      <a:pt x="524" y="227"/>
                    </a:cubicBezTo>
                    <a:cubicBezTo>
                      <a:pt x="538" y="226"/>
                      <a:pt x="551" y="236"/>
                      <a:pt x="565" y="234"/>
                    </a:cubicBezTo>
                    <a:cubicBezTo>
                      <a:pt x="566" y="234"/>
                      <a:pt x="566" y="234"/>
                      <a:pt x="567" y="234"/>
                    </a:cubicBezTo>
                    <a:cubicBezTo>
                      <a:pt x="571" y="233"/>
                      <a:pt x="571" y="231"/>
                      <a:pt x="575" y="229"/>
                    </a:cubicBezTo>
                    <a:cubicBezTo>
                      <a:pt x="579" y="228"/>
                      <a:pt x="584" y="229"/>
                      <a:pt x="587" y="229"/>
                    </a:cubicBezTo>
                    <a:cubicBezTo>
                      <a:pt x="594" y="229"/>
                      <a:pt x="600" y="229"/>
                      <a:pt x="606" y="230"/>
                    </a:cubicBezTo>
                    <a:cubicBezTo>
                      <a:pt x="607" y="230"/>
                      <a:pt x="607" y="230"/>
                      <a:pt x="608" y="230"/>
                    </a:cubicBezTo>
                    <a:cubicBezTo>
                      <a:pt x="611" y="231"/>
                      <a:pt x="612" y="230"/>
                      <a:pt x="615" y="230"/>
                    </a:cubicBezTo>
                    <a:cubicBezTo>
                      <a:pt x="622" y="227"/>
                      <a:pt x="629" y="225"/>
                      <a:pt x="637" y="224"/>
                    </a:cubicBezTo>
                    <a:cubicBezTo>
                      <a:pt x="642" y="223"/>
                      <a:pt x="647" y="223"/>
                      <a:pt x="651" y="225"/>
                    </a:cubicBezTo>
                    <a:cubicBezTo>
                      <a:pt x="658" y="226"/>
                      <a:pt x="665" y="229"/>
                      <a:pt x="672" y="230"/>
                    </a:cubicBezTo>
                    <a:cubicBezTo>
                      <a:pt x="680" y="231"/>
                      <a:pt x="687" y="233"/>
                      <a:pt x="695" y="232"/>
                    </a:cubicBezTo>
                    <a:cubicBezTo>
                      <a:pt x="695" y="232"/>
                      <a:pt x="695" y="232"/>
                      <a:pt x="695" y="232"/>
                    </a:cubicBezTo>
                    <a:cubicBezTo>
                      <a:pt x="706" y="229"/>
                      <a:pt x="715" y="233"/>
                      <a:pt x="725" y="235"/>
                    </a:cubicBezTo>
                    <a:cubicBezTo>
                      <a:pt x="730" y="236"/>
                      <a:pt x="730" y="234"/>
                      <a:pt x="734" y="232"/>
                    </a:cubicBezTo>
                    <a:cubicBezTo>
                      <a:pt x="736" y="231"/>
                      <a:pt x="737" y="231"/>
                      <a:pt x="738" y="231"/>
                    </a:cubicBezTo>
                    <a:cubicBezTo>
                      <a:pt x="740" y="231"/>
                      <a:pt x="742" y="232"/>
                      <a:pt x="746" y="232"/>
                    </a:cubicBezTo>
                    <a:cubicBezTo>
                      <a:pt x="749" y="233"/>
                      <a:pt x="749" y="232"/>
                      <a:pt x="752" y="234"/>
                    </a:cubicBezTo>
                    <a:cubicBezTo>
                      <a:pt x="755" y="235"/>
                      <a:pt x="756" y="236"/>
                      <a:pt x="759" y="236"/>
                    </a:cubicBezTo>
                    <a:cubicBezTo>
                      <a:pt x="762" y="236"/>
                      <a:pt x="765" y="236"/>
                      <a:pt x="769" y="236"/>
                    </a:cubicBezTo>
                    <a:cubicBezTo>
                      <a:pt x="772" y="236"/>
                      <a:pt x="775" y="235"/>
                      <a:pt x="778" y="236"/>
                    </a:cubicBezTo>
                    <a:cubicBezTo>
                      <a:pt x="779" y="236"/>
                      <a:pt x="780" y="236"/>
                      <a:pt x="781" y="236"/>
                    </a:cubicBezTo>
                    <a:cubicBezTo>
                      <a:pt x="784" y="237"/>
                      <a:pt x="786" y="238"/>
                      <a:pt x="790" y="237"/>
                    </a:cubicBezTo>
                    <a:cubicBezTo>
                      <a:pt x="794" y="236"/>
                      <a:pt x="798" y="234"/>
                      <a:pt x="803" y="232"/>
                    </a:cubicBezTo>
                    <a:cubicBezTo>
                      <a:pt x="805" y="231"/>
                      <a:pt x="807" y="230"/>
                      <a:pt x="808" y="229"/>
                    </a:cubicBezTo>
                    <a:cubicBezTo>
                      <a:pt x="812" y="228"/>
                      <a:pt x="817" y="229"/>
                      <a:pt x="821" y="229"/>
                    </a:cubicBezTo>
                    <a:cubicBezTo>
                      <a:pt x="822" y="229"/>
                      <a:pt x="823" y="229"/>
                      <a:pt x="824" y="228"/>
                    </a:cubicBezTo>
                    <a:cubicBezTo>
                      <a:pt x="827" y="228"/>
                      <a:pt x="829" y="227"/>
                      <a:pt x="832" y="227"/>
                    </a:cubicBezTo>
                    <a:cubicBezTo>
                      <a:pt x="832" y="223"/>
                      <a:pt x="834" y="217"/>
                      <a:pt x="837" y="215"/>
                    </a:cubicBezTo>
                    <a:cubicBezTo>
                      <a:pt x="839" y="214"/>
                      <a:pt x="841" y="214"/>
                      <a:pt x="844" y="213"/>
                    </a:cubicBezTo>
                    <a:cubicBezTo>
                      <a:pt x="848" y="213"/>
                      <a:pt x="847" y="213"/>
                      <a:pt x="849" y="209"/>
                    </a:cubicBezTo>
                    <a:cubicBezTo>
                      <a:pt x="851" y="204"/>
                      <a:pt x="854" y="200"/>
                      <a:pt x="857" y="196"/>
                    </a:cubicBezTo>
                    <a:cubicBezTo>
                      <a:pt x="860" y="193"/>
                      <a:pt x="862" y="189"/>
                      <a:pt x="862" y="185"/>
                    </a:cubicBezTo>
                    <a:cubicBezTo>
                      <a:pt x="862" y="181"/>
                      <a:pt x="859" y="177"/>
                      <a:pt x="859" y="173"/>
                    </a:cubicBezTo>
                    <a:cubicBezTo>
                      <a:pt x="858" y="168"/>
                      <a:pt x="858" y="161"/>
                      <a:pt x="861" y="156"/>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65" name="Google Shape;765;p20"/>
            <p:cNvGrpSpPr/>
            <p:nvPr/>
          </p:nvGrpSpPr>
          <p:grpSpPr>
            <a:xfrm flipH="1" rot="-5250418">
              <a:off x="8086132" y="2552330"/>
              <a:ext cx="3085328" cy="1944441"/>
              <a:chOff x="-1887271" y="3488301"/>
              <a:chExt cx="3085184" cy="1944350"/>
            </a:xfrm>
          </p:grpSpPr>
          <p:sp>
            <p:nvSpPr>
              <p:cNvPr id="766" name="Google Shape;766;p20"/>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7" name="Google Shape;767;p20"/>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68" name="Google Shape;768;p20"/>
            <p:cNvGrpSpPr/>
            <p:nvPr/>
          </p:nvGrpSpPr>
          <p:grpSpPr>
            <a:xfrm flipH="1" rot="-1709548">
              <a:off x="7454474" y="-1966097"/>
              <a:ext cx="3010347" cy="2913940"/>
              <a:chOff x="-1614876" y="-1008200"/>
              <a:chExt cx="3010620" cy="2914205"/>
            </a:xfrm>
          </p:grpSpPr>
          <p:sp>
            <p:nvSpPr>
              <p:cNvPr id="769" name="Google Shape;769;p20"/>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582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0" name="Google Shape;770;p20"/>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71" name="Google Shape;771;p20"/>
            <p:cNvGrpSpPr/>
            <p:nvPr/>
          </p:nvGrpSpPr>
          <p:grpSpPr>
            <a:xfrm flipH="1" rot="10800000">
              <a:off x="-1245120" y="-377212"/>
              <a:ext cx="3259139" cy="1028700"/>
              <a:chOff x="5662613" y="-252412"/>
              <a:chExt cx="3259139" cy="1028700"/>
            </a:xfrm>
          </p:grpSpPr>
          <p:sp>
            <p:nvSpPr>
              <p:cNvPr id="772" name="Google Shape;772;p20"/>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3" name="Google Shape;773;p20"/>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74" name="Google Shape;774;p20"/>
            <p:cNvSpPr/>
            <p:nvPr/>
          </p:nvSpPr>
          <p:spPr>
            <a:xfrm flipH="1" rot="-10200">
              <a:off x="233846" y="398320"/>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rot="-5400000">
              <a:off x="7920578" y="148638"/>
              <a:ext cx="389587" cy="342838"/>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flipH="1" rot="5389533">
              <a:off x="2709508" y="4625970"/>
              <a:ext cx="303530"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7" name="Google Shape;777;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778" name="Shape 778"/>
        <p:cNvGrpSpPr/>
        <p:nvPr/>
      </p:nvGrpSpPr>
      <p:grpSpPr>
        <a:xfrm>
          <a:off x="0" y="0"/>
          <a:ext cx="0" cy="0"/>
          <a:chOff x="0" y="0"/>
          <a:chExt cx="0" cy="0"/>
        </a:xfrm>
      </p:grpSpPr>
      <p:pic>
        <p:nvPicPr>
          <p:cNvPr id="779" name="Google Shape;779;p2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780" name="Google Shape;780;p21"/>
          <p:cNvSpPr txBox="1"/>
          <p:nvPr>
            <p:ph type="title"/>
          </p:nvPr>
        </p:nvSpPr>
        <p:spPr>
          <a:xfrm>
            <a:off x="2688450" y="539500"/>
            <a:ext cx="3767100" cy="983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300"/>
              <a:buNone/>
              <a:defRPr sz="72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81" name="Google Shape;781;p21"/>
          <p:cNvSpPr txBox="1"/>
          <p:nvPr>
            <p:ph idx="1" type="subTitle"/>
          </p:nvPr>
        </p:nvSpPr>
        <p:spPr>
          <a:xfrm>
            <a:off x="2688450" y="1522600"/>
            <a:ext cx="3767100" cy="125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82" name="Google Shape;782;p21"/>
          <p:cNvSpPr txBox="1"/>
          <p:nvPr/>
        </p:nvSpPr>
        <p:spPr>
          <a:xfrm>
            <a:off x="2688450" y="3554800"/>
            <a:ext cx="3767100" cy="675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000">
                <a:solidFill>
                  <a:schemeClr val="dk1"/>
                </a:solidFill>
                <a:latin typeface="Poppins"/>
                <a:ea typeface="Poppins"/>
                <a:cs typeface="Poppins"/>
                <a:sym typeface="Poppins"/>
              </a:rPr>
              <a:t>CREDITS:</a:t>
            </a:r>
            <a:r>
              <a:rPr lang="en" sz="1000">
                <a:solidFill>
                  <a:schemeClr val="dk1"/>
                </a:solidFill>
                <a:latin typeface="Poppins"/>
                <a:ea typeface="Poppins"/>
                <a:cs typeface="Poppins"/>
                <a:sym typeface="Poppins"/>
              </a:rPr>
              <a:t> This presentation template was created by </a:t>
            </a:r>
            <a:r>
              <a:rPr b="1" lang="en" sz="1000" u="sng">
                <a:solidFill>
                  <a:schemeClr val="hlink"/>
                </a:solidFill>
                <a:latin typeface="Poppins"/>
                <a:ea typeface="Poppins"/>
                <a:cs typeface="Poppins"/>
                <a:sym typeface="Poppins"/>
                <a:hlinkClick r:id="rId3"/>
              </a:rPr>
              <a:t>Slidesgo</a:t>
            </a:r>
            <a:r>
              <a:rPr lang="en" sz="1000">
                <a:solidFill>
                  <a:schemeClr val="dk1"/>
                </a:solidFill>
                <a:latin typeface="Poppins"/>
                <a:ea typeface="Poppins"/>
                <a:cs typeface="Poppins"/>
                <a:sym typeface="Poppins"/>
              </a:rPr>
              <a:t>, and includes icons by </a:t>
            </a:r>
            <a:r>
              <a:rPr b="1" lang="en" sz="1000" u="sng">
                <a:solidFill>
                  <a:schemeClr val="dk1"/>
                </a:solidFill>
                <a:latin typeface="Poppins"/>
                <a:ea typeface="Poppins"/>
                <a:cs typeface="Poppins"/>
                <a:sym typeface="Poppins"/>
                <a:hlinkClick r:id="rId4">
                  <a:extLst>
                    <a:ext uri="{A12FA001-AC4F-418D-AE19-62706E023703}">
                      <ahyp:hlinkClr val="tx"/>
                    </a:ext>
                  </a:extLst>
                </a:hlinkClick>
              </a:rPr>
              <a:t>Flaticon</a:t>
            </a:r>
            <a:r>
              <a:rPr lang="en" sz="1000">
                <a:solidFill>
                  <a:schemeClr val="dk1"/>
                </a:solidFill>
                <a:latin typeface="Poppins"/>
                <a:ea typeface="Poppins"/>
                <a:cs typeface="Poppins"/>
                <a:sym typeface="Poppins"/>
              </a:rPr>
              <a:t>, and infographics &amp; images by </a:t>
            </a:r>
            <a:r>
              <a:rPr b="1" lang="en" sz="1000" u="sng">
                <a:solidFill>
                  <a:schemeClr val="dk1"/>
                </a:solidFill>
                <a:latin typeface="Poppins"/>
                <a:ea typeface="Poppins"/>
                <a:cs typeface="Poppins"/>
                <a:sym typeface="Poppins"/>
                <a:hlinkClick r:id="rId5">
                  <a:extLst>
                    <a:ext uri="{A12FA001-AC4F-418D-AE19-62706E023703}">
                      <ahyp:hlinkClr val="tx"/>
                    </a:ext>
                  </a:extLst>
                </a:hlinkClick>
              </a:rPr>
              <a:t>Freepik</a:t>
            </a:r>
            <a:r>
              <a:rPr lang="en" sz="1000" u="sng">
                <a:solidFill>
                  <a:schemeClr val="dk1"/>
                </a:solidFill>
                <a:latin typeface="Poppins"/>
                <a:ea typeface="Poppins"/>
                <a:cs typeface="Poppins"/>
                <a:sym typeface="Poppins"/>
              </a:rPr>
              <a:t> </a:t>
            </a:r>
            <a:endParaRPr b="1" sz="1000" u="sng">
              <a:solidFill>
                <a:schemeClr val="dk1"/>
              </a:solidFill>
              <a:latin typeface="Poppins"/>
              <a:ea typeface="Poppins"/>
              <a:cs typeface="Poppins"/>
              <a:sym typeface="Poppins"/>
            </a:endParaRPr>
          </a:p>
        </p:txBody>
      </p:sp>
      <p:grpSp>
        <p:nvGrpSpPr>
          <p:cNvPr id="783" name="Google Shape;783;p21"/>
          <p:cNvGrpSpPr/>
          <p:nvPr/>
        </p:nvGrpSpPr>
        <p:grpSpPr>
          <a:xfrm>
            <a:off x="-1528687" y="-125735"/>
            <a:ext cx="11776384" cy="7718792"/>
            <a:chOff x="-1528687" y="-125735"/>
            <a:chExt cx="11776384" cy="7718792"/>
          </a:xfrm>
        </p:grpSpPr>
        <p:grpSp>
          <p:nvGrpSpPr>
            <p:cNvPr id="784" name="Google Shape;784;p21"/>
            <p:cNvGrpSpPr/>
            <p:nvPr/>
          </p:nvGrpSpPr>
          <p:grpSpPr>
            <a:xfrm flipH="1">
              <a:off x="5659128" y="4821114"/>
              <a:ext cx="3313113" cy="987425"/>
              <a:chOff x="-473072" y="4603989"/>
              <a:chExt cx="3313113" cy="987425"/>
            </a:xfrm>
          </p:grpSpPr>
          <p:sp>
            <p:nvSpPr>
              <p:cNvPr id="785" name="Google Shape;785;p21"/>
              <p:cNvSpPr/>
              <p:nvPr/>
            </p:nvSpPr>
            <p:spPr>
              <a:xfrm>
                <a:off x="-473072" y="4603989"/>
                <a:ext cx="3313113" cy="987425"/>
              </a:xfrm>
              <a:custGeom>
                <a:rect b="b" l="l" r="r" t="t"/>
                <a:pathLst>
                  <a:path extrusionOk="0" h="262" w="878">
                    <a:moveTo>
                      <a:pt x="871" y="170"/>
                    </a:moveTo>
                    <a:cubicBezTo>
                      <a:pt x="872" y="167"/>
                      <a:pt x="877" y="163"/>
                      <a:pt x="877" y="159"/>
                    </a:cubicBezTo>
                    <a:cubicBezTo>
                      <a:pt x="877" y="156"/>
                      <a:pt x="876" y="152"/>
                      <a:pt x="875" y="149"/>
                    </a:cubicBezTo>
                    <a:cubicBezTo>
                      <a:pt x="875" y="146"/>
                      <a:pt x="873" y="143"/>
                      <a:pt x="872" y="139"/>
                    </a:cubicBezTo>
                    <a:cubicBezTo>
                      <a:pt x="871" y="136"/>
                      <a:pt x="872" y="132"/>
                      <a:pt x="872" y="129"/>
                    </a:cubicBezTo>
                    <a:cubicBezTo>
                      <a:pt x="872" y="124"/>
                      <a:pt x="872" y="118"/>
                      <a:pt x="873" y="113"/>
                    </a:cubicBezTo>
                    <a:cubicBezTo>
                      <a:pt x="874" y="107"/>
                      <a:pt x="878" y="103"/>
                      <a:pt x="875" y="97"/>
                    </a:cubicBezTo>
                    <a:cubicBezTo>
                      <a:pt x="874" y="95"/>
                      <a:pt x="873" y="94"/>
                      <a:pt x="872" y="92"/>
                    </a:cubicBezTo>
                    <a:cubicBezTo>
                      <a:pt x="872" y="90"/>
                      <a:pt x="872" y="88"/>
                      <a:pt x="872" y="86"/>
                    </a:cubicBezTo>
                    <a:cubicBezTo>
                      <a:pt x="871" y="84"/>
                      <a:pt x="869" y="84"/>
                      <a:pt x="868" y="82"/>
                    </a:cubicBezTo>
                    <a:cubicBezTo>
                      <a:pt x="865" y="77"/>
                      <a:pt x="867" y="72"/>
                      <a:pt x="869" y="69"/>
                    </a:cubicBezTo>
                    <a:cubicBezTo>
                      <a:pt x="870" y="66"/>
                      <a:pt x="871" y="63"/>
                      <a:pt x="870" y="60"/>
                    </a:cubicBezTo>
                    <a:cubicBezTo>
                      <a:pt x="868" y="58"/>
                      <a:pt x="865" y="58"/>
                      <a:pt x="864" y="56"/>
                    </a:cubicBezTo>
                    <a:cubicBezTo>
                      <a:pt x="862" y="53"/>
                      <a:pt x="862" y="50"/>
                      <a:pt x="860" y="47"/>
                    </a:cubicBezTo>
                    <a:cubicBezTo>
                      <a:pt x="858" y="46"/>
                      <a:pt x="856" y="45"/>
                      <a:pt x="854" y="44"/>
                    </a:cubicBezTo>
                    <a:cubicBezTo>
                      <a:pt x="849" y="41"/>
                      <a:pt x="844" y="40"/>
                      <a:pt x="840" y="34"/>
                    </a:cubicBezTo>
                    <a:cubicBezTo>
                      <a:pt x="836" y="28"/>
                      <a:pt x="835" y="25"/>
                      <a:pt x="828" y="22"/>
                    </a:cubicBezTo>
                    <a:cubicBezTo>
                      <a:pt x="824" y="20"/>
                      <a:pt x="820" y="19"/>
                      <a:pt x="815" y="20"/>
                    </a:cubicBezTo>
                    <a:cubicBezTo>
                      <a:pt x="811" y="20"/>
                      <a:pt x="805" y="19"/>
                      <a:pt x="801" y="19"/>
                    </a:cubicBezTo>
                    <a:cubicBezTo>
                      <a:pt x="796" y="20"/>
                      <a:pt x="791" y="22"/>
                      <a:pt x="786" y="21"/>
                    </a:cubicBezTo>
                    <a:cubicBezTo>
                      <a:pt x="780" y="20"/>
                      <a:pt x="773" y="18"/>
                      <a:pt x="767" y="16"/>
                    </a:cubicBezTo>
                    <a:cubicBezTo>
                      <a:pt x="765" y="15"/>
                      <a:pt x="762" y="12"/>
                      <a:pt x="760" y="12"/>
                    </a:cubicBezTo>
                    <a:cubicBezTo>
                      <a:pt x="756" y="12"/>
                      <a:pt x="757" y="17"/>
                      <a:pt x="755" y="19"/>
                    </a:cubicBezTo>
                    <a:cubicBezTo>
                      <a:pt x="753" y="20"/>
                      <a:pt x="751" y="17"/>
                      <a:pt x="748" y="17"/>
                    </a:cubicBezTo>
                    <a:cubicBezTo>
                      <a:pt x="747" y="18"/>
                      <a:pt x="746" y="19"/>
                      <a:pt x="745" y="19"/>
                    </a:cubicBezTo>
                    <a:cubicBezTo>
                      <a:pt x="742" y="20"/>
                      <a:pt x="738" y="20"/>
                      <a:pt x="735" y="20"/>
                    </a:cubicBezTo>
                    <a:cubicBezTo>
                      <a:pt x="730" y="20"/>
                      <a:pt x="724" y="16"/>
                      <a:pt x="719" y="19"/>
                    </a:cubicBezTo>
                    <a:cubicBezTo>
                      <a:pt x="713" y="22"/>
                      <a:pt x="709" y="20"/>
                      <a:pt x="704" y="21"/>
                    </a:cubicBezTo>
                    <a:cubicBezTo>
                      <a:pt x="700" y="22"/>
                      <a:pt x="697" y="24"/>
                      <a:pt x="694" y="25"/>
                    </a:cubicBezTo>
                    <a:cubicBezTo>
                      <a:pt x="691" y="26"/>
                      <a:pt x="687" y="29"/>
                      <a:pt x="685" y="29"/>
                    </a:cubicBezTo>
                    <a:cubicBezTo>
                      <a:pt x="682" y="29"/>
                      <a:pt x="678" y="25"/>
                      <a:pt x="675" y="23"/>
                    </a:cubicBezTo>
                    <a:cubicBezTo>
                      <a:pt x="671" y="20"/>
                      <a:pt x="666" y="16"/>
                      <a:pt x="661" y="14"/>
                    </a:cubicBezTo>
                    <a:cubicBezTo>
                      <a:pt x="657" y="13"/>
                      <a:pt x="651" y="12"/>
                      <a:pt x="647" y="11"/>
                    </a:cubicBezTo>
                    <a:cubicBezTo>
                      <a:pt x="641" y="10"/>
                      <a:pt x="637" y="13"/>
                      <a:pt x="631" y="12"/>
                    </a:cubicBezTo>
                    <a:cubicBezTo>
                      <a:pt x="626" y="11"/>
                      <a:pt x="620" y="9"/>
                      <a:pt x="614" y="10"/>
                    </a:cubicBezTo>
                    <a:cubicBezTo>
                      <a:pt x="609" y="11"/>
                      <a:pt x="604" y="12"/>
                      <a:pt x="599" y="12"/>
                    </a:cubicBezTo>
                    <a:cubicBezTo>
                      <a:pt x="592" y="12"/>
                      <a:pt x="585" y="13"/>
                      <a:pt x="578" y="9"/>
                    </a:cubicBezTo>
                    <a:cubicBezTo>
                      <a:pt x="575" y="7"/>
                      <a:pt x="573" y="3"/>
                      <a:pt x="570" y="7"/>
                    </a:cubicBezTo>
                    <a:cubicBezTo>
                      <a:pt x="569" y="8"/>
                      <a:pt x="569" y="11"/>
                      <a:pt x="568" y="12"/>
                    </a:cubicBezTo>
                    <a:cubicBezTo>
                      <a:pt x="567" y="12"/>
                      <a:pt x="565" y="12"/>
                      <a:pt x="565" y="12"/>
                    </a:cubicBezTo>
                    <a:cubicBezTo>
                      <a:pt x="563" y="14"/>
                      <a:pt x="562" y="15"/>
                      <a:pt x="559" y="16"/>
                    </a:cubicBezTo>
                    <a:cubicBezTo>
                      <a:pt x="557" y="16"/>
                      <a:pt x="555" y="15"/>
                      <a:pt x="553" y="16"/>
                    </a:cubicBezTo>
                    <a:cubicBezTo>
                      <a:pt x="551" y="16"/>
                      <a:pt x="550" y="17"/>
                      <a:pt x="549" y="19"/>
                    </a:cubicBezTo>
                    <a:cubicBezTo>
                      <a:pt x="548" y="20"/>
                      <a:pt x="546" y="21"/>
                      <a:pt x="545" y="21"/>
                    </a:cubicBezTo>
                    <a:cubicBezTo>
                      <a:pt x="544" y="21"/>
                      <a:pt x="544" y="20"/>
                      <a:pt x="543" y="20"/>
                    </a:cubicBezTo>
                    <a:cubicBezTo>
                      <a:pt x="541" y="20"/>
                      <a:pt x="539" y="21"/>
                      <a:pt x="536" y="21"/>
                    </a:cubicBezTo>
                    <a:cubicBezTo>
                      <a:pt x="532" y="22"/>
                      <a:pt x="528" y="21"/>
                      <a:pt x="525" y="20"/>
                    </a:cubicBezTo>
                    <a:cubicBezTo>
                      <a:pt x="520" y="20"/>
                      <a:pt x="518" y="20"/>
                      <a:pt x="514" y="23"/>
                    </a:cubicBezTo>
                    <a:cubicBezTo>
                      <a:pt x="511" y="25"/>
                      <a:pt x="510" y="26"/>
                      <a:pt x="506" y="23"/>
                    </a:cubicBezTo>
                    <a:cubicBezTo>
                      <a:pt x="504" y="22"/>
                      <a:pt x="502" y="19"/>
                      <a:pt x="500" y="18"/>
                    </a:cubicBezTo>
                    <a:cubicBezTo>
                      <a:pt x="498" y="17"/>
                      <a:pt x="495" y="18"/>
                      <a:pt x="493" y="18"/>
                    </a:cubicBezTo>
                    <a:cubicBezTo>
                      <a:pt x="489" y="18"/>
                      <a:pt x="484" y="16"/>
                      <a:pt x="480" y="16"/>
                    </a:cubicBezTo>
                    <a:cubicBezTo>
                      <a:pt x="476" y="15"/>
                      <a:pt x="472" y="13"/>
                      <a:pt x="468" y="14"/>
                    </a:cubicBezTo>
                    <a:cubicBezTo>
                      <a:pt x="462" y="15"/>
                      <a:pt x="455" y="18"/>
                      <a:pt x="449" y="19"/>
                    </a:cubicBezTo>
                    <a:cubicBezTo>
                      <a:pt x="445" y="20"/>
                      <a:pt x="442" y="18"/>
                      <a:pt x="438" y="18"/>
                    </a:cubicBezTo>
                    <a:cubicBezTo>
                      <a:pt x="432" y="18"/>
                      <a:pt x="432" y="17"/>
                      <a:pt x="428" y="11"/>
                    </a:cubicBezTo>
                    <a:cubicBezTo>
                      <a:pt x="424" y="7"/>
                      <a:pt x="420" y="3"/>
                      <a:pt x="414" y="5"/>
                    </a:cubicBezTo>
                    <a:cubicBezTo>
                      <a:pt x="410" y="6"/>
                      <a:pt x="409" y="7"/>
                      <a:pt x="405" y="6"/>
                    </a:cubicBezTo>
                    <a:cubicBezTo>
                      <a:pt x="403" y="5"/>
                      <a:pt x="401" y="5"/>
                      <a:pt x="399" y="5"/>
                    </a:cubicBezTo>
                    <a:cubicBezTo>
                      <a:pt x="393" y="5"/>
                      <a:pt x="391" y="8"/>
                      <a:pt x="386" y="8"/>
                    </a:cubicBezTo>
                    <a:cubicBezTo>
                      <a:pt x="374" y="8"/>
                      <a:pt x="364" y="10"/>
                      <a:pt x="353" y="10"/>
                    </a:cubicBezTo>
                    <a:cubicBezTo>
                      <a:pt x="348" y="10"/>
                      <a:pt x="340" y="9"/>
                      <a:pt x="336" y="12"/>
                    </a:cubicBezTo>
                    <a:cubicBezTo>
                      <a:pt x="332" y="15"/>
                      <a:pt x="332" y="16"/>
                      <a:pt x="328" y="16"/>
                    </a:cubicBezTo>
                    <a:cubicBezTo>
                      <a:pt x="324" y="16"/>
                      <a:pt x="320" y="16"/>
                      <a:pt x="317" y="16"/>
                    </a:cubicBezTo>
                    <a:cubicBezTo>
                      <a:pt x="314" y="16"/>
                      <a:pt x="312" y="14"/>
                      <a:pt x="310" y="14"/>
                    </a:cubicBezTo>
                    <a:cubicBezTo>
                      <a:pt x="307" y="13"/>
                      <a:pt x="303" y="14"/>
                      <a:pt x="300" y="14"/>
                    </a:cubicBezTo>
                    <a:cubicBezTo>
                      <a:pt x="281" y="14"/>
                      <a:pt x="281" y="14"/>
                      <a:pt x="281" y="14"/>
                    </a:cubicBezTo>
                    <a:cubicBezTo>
                      <a:pt x="277" y="14"/>
                      <a:pt x="272" y="15"/>
                      <a:pt x="269" y="14"/>
                    </a:cubicBezTo>
                    <a:cubicBezTo>
                      <a:pt x="264" y="12"/>
                      <a:pt x="262" y="7"/>
                      <a:pt x="258" y="5"/>
                    </a:cubicBezTo>
                    <a:cubicBezTo>
                      <a:pt x="253" y="2"/>
                      <a:pt x="247" y="6"/>
                      <a:pt x="242" y="8"/>
                    </a:cubicBezTo>
                    <a:cubicBezTo>
                      <a:pt x="240" y="9"/>
                      <a:pt x="237" y="11"/>
                      <a:pt x="234" y="10"/>
                    </a:cubicBezTo>
                    <a:cubicBezTo>
                      <a:pt x="230" y="10"/>
                      <a:pt x="229" y="4"/>
                      <a:pt x="226" y="3"/>
                    </a:cubicBezTo>
                    <a:cubicBezTo>
                      <a:pt x="224" y="2"/>
                      <a:pt x="222" y="3"/>
                      <a:pt x="220" y="3"/>
                    </a:cubicBezTo>
                    <a:cubicBezTo>
                      <a:pt x="216" y="2"/>
                      <a:pt x="216" y="0"/>
                      <a:pt x="213" y="4"/>
                    </a:cubicBezTo>
                    <a:cubicBezTo>
                      <a:pt x="209" y="8"/>
                      <a:pt x="209" y="8"/>
                      <a:pt x="203" y="8"/>
                    </a:cubicBezTo>
                    <a:cubicBezTo>
                      <a:pt x="201" y="8"/>
                      <a:pt x="197" y="9"/>
                      <a:pt x="195" y="8"/>
                    </a:cubicBezTo>
                    <a:cubicBezTo>
                      <a:pt x="192" y="8"/>
                      <a:pt x="190" y="6"/>
                      <a:pt x="187" y="7"/>
                    </a:cubicBezTo>
                    <a:cubicBezTo>
                      <a:pt x="185" y="7"/>
                      <a:pt x="182" y="8"/>
                      <a:pt x="179" y="8"/>
                    </a:cubicBezTo>
                    <a:cubicBezTo>
                      <a:pt x="175" y="9"/>
                      <a:pt x="172" y="11"/>
                      <a:pt x="168" y="10"/>
                    </a:cubicBezTo>
                    <a:cubicBezTo>
                      <a:pt x="165" y="10"/>
                      <a:pt x="162" y="9"/>
                      <a:pt x="159" y="9"/>
                    </a:cubicBezTo>
                    <a:cubicBezTo>
                      <a:pt x="156" y="8"/>
                      <a:pt x="154" y="9"/>
                      <a:pt x="151" y="7"/>
                    </a:cubicBezTo>
                    <a:cubicBezTo>
                      <a:pt x="148" y="6"/>
                      <a:pt x="148" y="4"/>
                      <a:pt x="145" y="5"/>
                    </a:cubicBezTo>
                    <a:cubicBezTo>
                      <a:pt x="142" y="7"/>
                      <a:pt x="143" y="8"/>
                      <a:pt x="140" y="8"/>
                    </a:cubicBezTo>
                    <a:cubicBezTo>
                      <a:pt x="139" y="9"/>
                      <a:pt x="138" y="8"/>
                      <a:pt x="137" y="8"/>
                    </a:cubicBezTo>
                    <a:cubicBezTo>
                      <a:pt x="135" y="8"/>
                      <a:pt x="133" y="8"/>
                      <a:pt x="130" y="8"/>
                    </a:cubicBezTo>
                    <a:cubicBezTo>
                      <a:pt x="127" y="8"/>
                      <a:pt x="127" y="9"/>
                      <a:pt x="125" y="10"/>
                    </a:cubicBezTo>
                    <a:cubicBezTo>
                      <a:pt x="123" y="11"/>
                      <a:pt x="124" y="12"/>
                      <a:pt x="123" y="12"/>
                    </a:cubicBezTo>
                    <a:cubicBezTo>
                      <a:pt x="122" y="13"/>
                      <a:pt x="119" y="12"/>
                      <a:pt x="118" y="12"/>
                    </a:cubicBezTo>
                    <a:cubicBezTo>
                      <a:pt x="114" y="12"/>
                      <a:pt x="111" y="14"/>
                      <a:pt x="107" y="14"/>
                    </a:cubicBezTo>
                    <a:cubicBezTo>
                      <a:pt x="105" y="14"/>
                      <a:pt x="102" y="14"/>
                      <a:pt x="99" y="14"/>
                    </a:cubicBezTo>
                    <a:cubicBezTo>
                      <a:pt x="93" y="15"/>
                      <a:pt x="90" y="17"/>
                      <a:pt x="83" y="14"/>
                    </a:cubicBezTo>
                    <a:cubicBezTo>
                      <a:pt x="72" y="9"/>
                      <a:pt x="61" y="11"/>
                      <a:pt x="49" y="10"/>
                    </a:cubicBezTo>
                    <a:cubicBezTo>
                      <a:pt x="42" y="10"/>
                      <a:pt x="40" y="17"/>
                      <a:pt x="36" y="23"/>
                    </a:cubicBezTo>
                    <a:cubicBezTo>
                      <a:pt x="32" y="22"/>
                      <a:pt x="30" y="15"/>
                      <a:pt x="25" y="14"/>
                    </a:cubicBezTo>
                    <a:cubicBezTo>
                      <a:pt x="20" y="13"/>
                      <a:pt x="16" y="14"/>
                      <a:pt x="12" y="15"/>
                    </a:cubicBezTo>
                    <a:cubicBezTo>
                      <a:pt x="7" y="17"/>
                      <a:pt x="4" y="13"/>
                      <a:pt x="0" y="11"/>
                    </a:cubicBezTo>
                    <a:cubicBezTo>
                      <a:pt x="0" y="261"/>
                      <a:pt x="0" y="261"/>
                      <a:pt x="0" y="261"/>
                    </a:cubicBezTo>
                    <a:cubicBezTo>
                      <a:pt x="4" y="261"/>
                      <a:pt x="8" y="261"/>
                      <a:pt x="11" y="259"/>
                    </a:cubicBezTo>
                    <a:cubicBezTo>
                      <a:pt x="17" y="256"/>
                      <a:pt x="22" y="253"/>
                      <a:pt x="28" y="253"/>
                    </a:cubicBezTo>
                    <a:cubicBezTo>
                      <a:pt x="34" y="254"/>
                      <a:pt x="41" y="253"/>
                      <a:pt x="47" y="253"/>
                    </a:cubicBezTo>
                    <a:cubicBezTo>
                      <a:pt x="48" y="253"/>
                      <a:pt x="50" y="253"/>
                      <a:pt x="52" y="254"/>
                    </a:cubicBezTo>
                    <a:cubicBezTo>
                      <a:pt x="54" y="254"/>
                      <a:pt x="56" y="257"/>
                      <a:pt x="58" y="258"/>
                    </a:cubicBezTo>
                    <a:cubicBezTo>
                      <a:pt x="61" y="258"/>
                      <a:pt x="61" y="255"/>
                      <a:pt x="64" y="254"/>
                    </a:cubicBezTo>
                    <a:cubicBezTo>
                      <a:pt x="66" y="253"/>
                      <a:pt x="69" y="253"/>
                      <a:pt x="70" y="253"/>
                    </a:cubicBezTo>
                    <a:cubicBezTo>
                      <a:pt x="74" y="252"/>
                      <a:pt x="76" y="253"/>
                      <a:pt x="80" y="253"/>
                    </a:cubicBezTo>
                    <a:cubicBezTo>
                      <a:pt x="84" y="254"/>
                      <a:pt x="88" y="250"/>
                      <a:pt x="92" y="249"/>
                    </a:cubicBezTo>
                    <a:cubicBezTo>
                      <a:pt x="99" y="248"/>
                      <a:pt x="102" y="255"/>
                      <a:pt x="108" y="256"/>
                    </a:cubicBezTo>
                    <a:cubicBezTo>
                      <a:pt x="113" y="256"/>
                      <a:pt x="117" y="255"/>
                      <a:pt x="122" y="255"/>
                    </a:cubicBezTo>
                    <a:cubicBezTo>
                      <a:pt x="126" y="255"/>
                      <a:pt x="130" y="256"/>
                      <a:pt x="134" y="255"/>
                    </a:cubicBezTo>
                    <a:cubicBezTo>
                      <a:pt x="136" y="255"/>
                      <a:pt x="138" y="254"/>
                      <a:pt x="140" y="253"/>
                    </a:cubicBezTo>
                    <a:cubicBezTo>
                      <a:pt x="144" y="253"/>
                      <a:pt x="149" y="255"/>
                      <a:pt x="154" y="254"/>
                    </a:cubicBezTo>
                    <a:cubicBezTo>
                      <a:pt x="158" y="253"/>
                      <a:pt x="162" y="250"/>
                      <a:pt x="167" y="252"/>
                    </a:cubicBezTo>
                    <a:cubicBezTo>
                      <a:pt x="170" y="253"/>
                      <a:pt x="173" y="255"/>
                      <a:pt x="176" y="256"/>
                    </a:cubicBezTo>
                    <a:cubicBezTo>
                      <a:pt x="178" y="257"/>
                      <a:pt x="180" y="257"/>
                      <a:pt x="182" y="257"/>
                    </a:cubicBezTo>
                    <a:cubicBezTo>
                      <a:pt x="191" y="257"/>
                      <a:pt x="199" y="262"/>
                      <a:pt x="207" y="261"/>
                    </a:cubicBezTo>
                    <a:cubicBezTo>
                      <a:pt x="217" y="259"/>
                      <a:pt x="224" y="255"/>
                      <a:pt x="234" y="255"/>
                    </a:cubicBezTo>
                    <a:cubicBezTo>
                      <a:pt x="237" y="255"/>
                      <a:pt x="241" y="258"/>
                      <a:pt x="244" y="257"/>
                    </a:cubicBezTo>
                    <a:cubicBezTo>
                      <a:pt x="246" y="257"/>
                      <a:pt x="248" y="254"/>
                      <a:pt x="250" y="254"/>
                    </a:cubicBezTo>
                    <a:cubicBezTo>
                      <a:pt x="252" y="253"/>
                      <a:pt x="254" y="251"/>
                      <a:pt x="257" y="251"/>
                    </a:cubicBezTo>
                    <a:cubicBezTo>
                      <a:pt x="261" y="249"/>
                      <a:pt x="263" y="251"/>
                      <a:pt x="267" y="252"/>
                    </a:cubicBezTo>
                    <a:cubicBezTo>
                      <a:pt x="270" y="252"/>
                      <a:pt x="274" y="251"/>
                      <a:pt x="277" y="252"/>
                    </a:cubicBezTo>
                    <a:cubicBezTo>
                      <a:pt x="280" y="253"/>
                      <a:pt x="282" y="254"/>
                      <a:pt x="286" y="254"/>
                    </a:cubicBezTo>
                    <a:cubicBezTo>
                      <a:pt x="294" y="253"/>
                      <a:pt x="302" y="249"/>
                      <a:pt x="310" y="246"/>
                    </a:cubicBezTo>
                    <a:cubicBezTo>
                      <a:pt x="317" y="244"/>
                      <a:pt x="325" y="243"/>
                      <a:pt x="331" y="247"/>
                    </a:cubicBezTo>
                    <a:cubicBezTo>
                      <a:pt x="333" y="248"/>
                      <a:pt x="335" y="251"/>
                      <a:pt x="336" y="248"/>
                    </a:cubicBezTo>
                    <a:cubicBezTo>
                      <a:pt x="340" y="249"/>
                      <a:pt x="344" y="252"/>
                      <a:pt x="348" y="253"/>
                    </a:cubicBezTo>
                    <a:cubicBezTo>
                      <a:pt x="353" y="254"/>
                      <a:pt x="353" y="249"/>
                      <a:pt x="357" y="248"/>
                    </a:cubicBezTo>
                    <a:cubicBezTo>
                      <a:pt x="365" y="247"/>
                      <a:pt x="374" y="250"/>
                      <a:pt x="381" y="248"/>
                    </a:cubicBezTo>
                    <a:cubicBezTo>
                      <a:pt x="388" y="246"/>
                      <a:pt x="390" y="240"/>
                      <a:pt x="398" y="244"/>
                    </a:cubicBezTo>
                    <a:cubicBezTo>
                      <a:pt x="402" y="247"/>
                      <a:pt x="407" y="247"/>
                      <a:pt x="412" y="249"/>
                    </a:cubicBezTo>
                    <a:cubicBezTo>
                      <a:pt x="417" y="251"/>
                      <a:pt x="421" y="252"/>
                      <a:pt x="427" y="252"/>
                    </a:cubicBezTo>
                    <a:cubicBezTo>
                      <a:pt x="431" y="252"/>
                      <a:pt x="435" y="252"/>
                      <a:pt x="440" y="252"/>
                    </a:cubicBezTo>
                    <a:cubicBezTo>
                      <a:pt x="444" y="252"/>
                      <a:pt x="447" y="253"/>
                      <a:pt x="451" y="256"/>
                    </a:cubicBezTo>
                    <a:cubicBezTo>
                      <a:pt x="459" y="260"/>
                      <a:pt x="462" y="249"/>
                      <a:pt x="469" y="248"/>
                    </a:cubicBezTo>
                    <a:cubicBezTo>
                      <a:pt x="478" y="246"/>
                      <a:pt x="486" y="249"/>
                      <a:pt x="494" y="250"/>
                    </a:cubicBezTo>
                    <a:cubicBezTo>
                      <a:pt x="499" y="250"/>
                      <a:pt x="503" y="249"/>
                      <a:pt x="508" y="250"/>
                    </a:cubicBezTo>
                    <a:cubicBezTo>
                      <a:pt x="511" y="251"/>
                      <a:pt x="514" y="252"/>
                      <a:pt x="518" y="251"/>
                    </a:cubicBezTo>
                    <a:cubicBezTo>
                      <a:pt x="522" y="251"/>
                      <a:pt x="526" y="248"/>
                      <a:pt x="530" y="248"/>
                    </a:cubicBezTo>
                    <a:cubicBezTo>
                      <a:pt x="545" y="246"/>
                      <a:pt x="558" y="258"/>
                      <a:pt x="573" y="255"/>
                    </a:cubicBezTo>
                    <a:cubicBezTo>
                      <a:pt x="577" y="255"/>
                      <a:pt x="578" y="253"/>
                      <a:pt x="581" y="251"/>
                    </a:cubicBezTo>
                    <a:cubicBezTo>
                      <a:pt x="585" y="249"/>
                      <a:pt x="590" y="250"/>
                      <a:pt x="594" y="250"/>
                    </a:cubicBezTo>
                    <a:cubicBezTo>
                      <a:pt x="600" y="250"/>
                      <a:pt x="606" y="250"/>
                      <a:pt x="613" y="251"/>
                    </a:cubicBezTo>
                    <a:cubicBezTo>
                      <a:pt x="616" y="252"/>
                      <a:pt x="618" y="252"/>
                      <a:pt x="622" y="251"/>
                    </a:cubicBezTo>
                    <a:cubicBezTo>
                      <a:pt x="629" y="248"/>
                      <a:pt x="636" y="245"/>
                      <a:pt x="644" y="244"/>
                    </a:cubicBezTo>
                    <a:cubicBezTo>
                      <a:pt x="656" y="242"/>
                      <a:pt x="667" y="249"/>
                      <a:pt x="679" y="251"/>
                    </a:cubicBezTo>
                    <a:cubicBezTo>
                      <a:pt x="687" y="252"/>
                      <a:pt x="695" y="255"/>
                      <a:pt x="703" y="253"/>
                    </a:cubicBezTo>
                    <a:cubicBezTo>
                      <a:pt x="714" y="251"/>
                      <a:pt x="723" y="255"/>
                      <a:pt x="733" y="257"/>
                    </a:cubicBezTo>
                    <a:cubicBezTo>
                      <a:pt x="738" y="258"/>
                      <a:pt x="738" y="256"/>
                      <a:pt x="743" y="253"/>
                    </a:cubicBezTo>
                    <a:cubicBezTo>
                      <a:pt x="747" y="251"/>
                      <a:pt x="749" y="253"/>
                      <a:pt x="754" y="254"/>
                    </a:cubicBezTo>
                    <a:cubicBezTo>
                      <a:pt x="758" y="254"/>
                      <a:pt x="757" y="254"/>
                      <a:pt x="761" y="255"/>
                    </a:cubicBezTo>
                    <a:cubicBezTo>
                      <a:pt x="763" y="257"/>
                      <a:pt x="764" y="257"/>
                      <a:pt x="767" y="257"/>
                    </a:cubicBezTo>
                    <a:cubicBezTo>
                      <a:pt x="771" y="258"/>
                      <a:pt x="774" y="257"/>
                      <a:pt x="778" y="257"/>
                    </a:cubicBezTo>
                    <a:cubicBezTo>
                      <a:pt x="781" y="257"/>
                      <a:pt x="784" y="257"/>
                      <a:pt x="787" y="257"/>
                    </a:cubicBezTo>
                    <a:cubicBezTo>
                      <a:pt x="791" y="258"/>
                      <a:pt x="794" y="260"/>
                      <a:pt x="798" y="259"/>
                    </a:cubicBezTo>
                    <a:cubicBezTo>
                      <a:pt x="803" y="258"/>
                      <a:pt x="807" y="255"/>
                      <a:pt x="812" y="253"/>
                    </a:cubicBezTo>
                    <a:cubicBezTo>
                      <a:pt x="814" y="253"/>
                      <a:pt x="816" y="251"/>
                      <a:pt x="817" y="250"/>
                    </a:cubicBezTo>
                    <a:cubicBezTo>
                      <a:pt x="821" y="249"/>
                      <a:pt x="826" y="250"/>
                      <a:pt x="830" y="250"/>
                    </a:cubicBezTo>
                    <a:cubicBezTo>
                      <a:pt x="834" y="250"/>
                      <a:pt x="837" y="248"/>
                      <a:pt x="841" y="248"/>
                    </a:cubicBezTo>
                    <a:cubicBezTo>
                      <a:pt x="842" y="243"/>
                      <a:pt x="843" y="237"/>
                      <a:pt x="846" y="235"/>
                    </a:cubicBezTo>
                    <a:cubicBezTo>
                      <a:pt x="848" y="233"/>
                      <a:pt x="851" y="233"/>
                      <a:pt x="853" y="233"/>
                    </a:cubicBezTo>
                    <a:cubicBezTo>
                      <a:pt x="858" y="233"/>
                      <a:pt x="857" y="233"/>
                      <a:pt x="858" y="228"/>
                    </a:cubicBezTo>
                    <a:cubicBezTo>
                      <a:pt x="861" y="223"/>
                      <a:pt x="864" y="219"/>
                      <a:pt x="867" y="214"/>
                    </a:cubicBezTo>
                    <a:cubicBezTo>
                      <a:pt x="869" y="210"/>
                      <a:pt x="872" y="207"/>
                      <a:pt x="872" y="202"/>
                    </a:cubicBezTo>
                    <a:cubicBezTo>
                      <a:pt x="871" y="198"/>
                      <a:pt x="869" y="194"/>
                      <a:pt x="868" y="189"/>
                    </a:cubicBezTo>
                    <a:cubicBezTo>
                      <a:pt x="868" y="183"/>
                      <a:pt x="868" y="176"/>
                      <a:pt x="871" y="170"/>
                    </a:cubicBezTo>
                    <a:close/>
                  </a:path>
                </a:pathLst>
              </a:custGeom>
              <a:solidFill>
                <a:schemeClr val="dk2"/>
              </a:solidFill>
              <a:ln>
                <a:noFill/>
              </a:ln>
              <a:effectLst>
                <a:outerShdw blurRad="57150" rotWithShape="0" algn="bl" dir="13500000" dist="19050">
                  <a:srgbClr val="000000">
                    <a:alpha val="3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6" name="Google Shape;786;p21"/>
              <p:cNvSpPr/>
              <p:nvPr/>
            </p:nvSpPr>
            <p:spPr>
              <a:xfrm>
                <a:off x="-473072" y="4645264"/>
                <a:ext cx="3279775" cy="904875"/>
              </a:xfrm>
              <a:custGeom>
                <a:rect b="b" l="l" r="r" t="t"/>
                <a:pathLst>
                  <a:path extrusionOk="0" h="240" w="869">
                    <a:moveTo>
                      <a:pt x="861" y="156"/>
                    </a:moveTo>
                    <a:cubicBezTo>
                      <a:pt x="863" y="153"/>
                      <a:pt x="868" y="149"/>
                      <a:pt x="868" y="145"/>
                    </a:cubicBezTo>
                    <a:cubicBezTo>
                      <a:pt x="868" y="143"/>
                      <a:pt x="866" y="139"/>
                      <a:pt x="865" y="137"/>
                    </a:cubicBezTo>
                    <a:cubicBezTo>
                      <a:pt x="865" y="133"/>
                      <a:pt x="863" y="131"/>
                      <a:pt x="862" y="127"/>
                    </a:cubicBezTo>
                    <a:cubicBezTo>
                      <a:pt x="862" y="124"/>
                      <a:pt x="862" y="121"/>
                      <a:pt x="862" y="118"/>
                    </a:cubicBezTo>
                    <a:cubicBezTo>
                      <a:pt x="862" y="113"/>
                      <a:pt x="862" y="109"/>
                      <a:pt x="863" y="104"/>
                    </a:cubicBezTo>
                    <a:cubicBezTo>
                      <a:pt x="864" y="98"/>
                      <a:pt x="869" y="94"/>
                      <a:pt x="865" y="89"/>
                    </a:cubicBezTo>
                    <a:cubicBezTo>
                      <a:pt x="864" y="87"/>
                      <a:pt x="863" y="86"/>
                      <a:pt x="863" y="84"/>
                    </a:cubicBezTo>
                    <a:cubicBezTo>
                      <a:pt x="862" y="83"/>
                      <a:pt x="863" y="81"/>
                      <a:pt x="862" y="79"/>
                    </a:cubicBezTo>
                    <a:cubicBezTo>
                      <a:pt x="861" y="77"/>
                      <a:pt x="859" y="77"/>
                      <a:pt x="858" y="75"/>
                    </a:cubicBezTo>
                    <a:cubicBezTo>
                      <a:pt x="856" y="71"/>
                      <a:pt x="857" y="66"/>
                      <a:pt x="859" y="63"/>
                    </a:cubicBezTo>
                    <a:cubicBezTo>
                      <a:pt x="860" y="60"/>
                      <a:pt x="862" y="58"/>
                      <a:pt x="860" y="55"/>
                    </a:cubicBezTo>
                    <a:cubicBezTo>
                      <a:pt x="859" y="53"/>
                      <a:pt x="855" y="53"/>
                      <a:pt x="854" y="51"/>
                    </a:cubicBezTo>
                    <a:cubicBezTo>
                      <a:pt x="852" y="49"/>
                      <a:pt x="853" y="46"/>
                      <a:pt x="850" y="43"/>
                    </a:cubicBezTo>
                    <a:cubicBezTo>
                      <a:pt x="849" y="42"/>
                      <a:pt x="846" y="41"/>
                      <a:pt x="844" y="40"/>
                    </a:cubicBezTo>
                    <a:cubicBezTo>
                      <a:pt x="839" y="37"/>
                      <a:pt x="834" y="37"/>
                      <a:pt x="831" y="32"/>
                    </a:cubicBezTo>
                    <a:cubicBezTo>
                      <a:pt x="828" y="28"/>
                      <a:pt x="827" y="26"/>
                      <a:pt x="824" y="24"/>
                    </a:cubicBezTo>
                    <a:cubicBezTo>
                      <a:pt x="823" y="22"/>
                      <a:pt x="821" y="21"/>
                      <a:pt x="819" y="21"/>
                    </a:cubicBezTo>
                    <a:cubicBezTo>
                      <a:pt x="815" y="19"/>
                      <a:pt x="811" y="18"/>
                      <a:pt x="806" y="18"/>
                    </a:cubicBezTo>
                    <a:cubicBezTo>
                      <a:pt x="802" y="18"/>
                      <a:pt x="797" y="17"/>
                      <a:pt x="792" y="18"/>
                    </a:cubicBezTo>
                    <a:cubicBezTo>
                      <a:pt x="788" y="18"/>
                      <a:pt x="785" y="20"/>
                      <a:pt x="781" y="20"/>
                    </a:cubicBezTo>
                    <a:cubicBezTo>
                      <a:pt x="780" y="20"/>
                      <a:pt x="779" y="20"/>
                      <a:pt x="777" y="20"/>
                    </a:cubicBezTo>
                    <a:cubicBezTo>
                      <a:pt x="771" y="19"/>
                      <a:pt x="764" y="17"/>
                      <a:pt x="759" y="15"/>
                    </a:cubicBezTo>
                    <a:cubicBezTo>
                      <a:pt x="757" y="14"/>
                      <a:pt x="754" y="11"/>
                      <a:pt x="752" y="11"/>
                    </a:cubicBezTo>
                    <a:cubicBezTo>
                      <a:pt x="748" y="11"/>
                      <a:pt x="749" y="16"/>
                      <a:pt x="747" y="18"/>
                    </a:cubicBezTo>
                    <a:cubicBezTo>
                      <a:pt x="744" y="18"/>
                      <a:pt x="742" y="16"/>
                      <a:pt x="740" y="16"/>
                    </a:cubicBezTo>
                    <a:cubicBezTo>
                      <a:pt x="739" y="16"/>
                      <a:pt x="738" y="17"/>
                      <a:pt x="738" y="17"/>
                    </a:cubicBezTo>
                    <a:cubicBezTo>
                      <a:pt x="737" y="17"/>
                      <a:pt x="737" y="17"/>
                      <a:pt x="737" y="18"/>
                    </a:cubicBezTo>
                    <a:cubicBezTo>
                      <a:pt x="734" y="18"/>
                      <a:pt x="730" y="18"/>
                      <a:pt x="727" y="18"/>
                    </a:cubicBezTo>
                    <a:cubicBezTo>
                      <a:pt x="721" y="18"/>
                      <a:pt x="716" y="15"/>
                      <a:pt x="711" y="18"/>
                    </a:cubicBezTo>
                    <a:cubicBezTo>
                      <a:pt x="705" y="20"/>
                      <a:pt x="701" y="18"/>
                      <a:pt x="696" y="20"/>
                    </a:cubicBezTo>
                    <a:cubicBezTo>
                      <a:pt x="695" y="20"/>
                      <a:pt x="695" y="20"/>
                      <a:pt x="695" y="20"/>
                    </a:cubicBezTo>
                    <a:cubicBezTo>
                      <a:pt x="692" y="21"/>
                      <a:pt x="689" y="22"/>
                      <a:pt x="686" y="23"/>
                    </a:cubicBezTo>
                    <a:cubicBezTo>
                      <a:pt x="684" y="24"/>
                      <a:pt x="680" y="27"/>
                      <a:pt x="677" y="27"/>
                    </a:cubicBezTo>
                    <a:cubicBezTo>
                      <a:pt x="674" y="27"/>
                      <a:pt x="670" y="23"/>
                      <a:pt x="668" y="21"/>
                    </a:cubicBezTo>
                    <a:cubicBezTo>
                      <a:pt x="663" y="18"/>
                      <a:pt x="659" y="15"/>
                      <a:pt x="654" y="13"/>
                    </a:cubicBezTo>
                    <a:cubicBezTo>
                      <a:pt x="653" y="13"/>
                      <a:pt x="652" y="13"/>
                      <a:pt x="651" y="13"/>
                    </a:cubicBezTo>
                    <a:cubicBezTo>
                      <a:pt x="648" y="12"/>
                      <a:pt x="643" y="11"/>
                      <a:pt x="640" y="10"/>
                    </a:cubicBezTo>
                    <a:cubicBezTo>
                      <a:pt x="634" y="9"/>
                      <a:pt x="630" y="12"/>
                      <a:pt x="624" y="11"/>
                    </a:cubicBezTo>
                    <a:cubicBezTo>
                      <a:pt x="619" y="10"/>
                      <a:pt x="614" y="9"/>
                      <a:pt x="608" y="10"/>
                    </a:cubicBezTo>
                    <a:cubicBezTo>
                      <a:pt x="608" y="10"/>
                      <a:pt x="608" y="10"/>
                      <a:pt x="607" y="10"/>
                    </a:cubicBezTo>
                    <a:cubicBezTo>
                      <a:pt x="602" y="10"/>
                      <a:pt x="597" y="11"/>
                      <a:pt x="592" y="11"/>
                    </a:cubicBezTo>
                    <a:cubicBezTo>
                      <a:pt x="585" y="11"/>
                      <a:pt x="578" y="12"/>
                      <a:pt x="572" y="9"/>
                    </a:cubicBezTo>
                    <a:cubicBezTo>
                      <a:pt x="569" y="7"/>
                      <a:pt x="567" y="4"/>
                      <a:pt x="565" y="5"/>
                    </a:cubicBezTo>
                    <a:cubicBezTo>
                      <a:pt x="564" y="5"/>
                      <a:pt x="564" y="6"/>
                      <a:pt x="564" y="6"/>
                    </a:cubicBezTo>
                    <a:cubicBezTo>
                      <a:pt x="562" y="8"/>
                      <a:pt x="563" y="10"/>
                      <a:pt x="562" y="11"/>
                    </a:cubicBezTo>
                    <a:cubicBezTo>
                      <a:pt x="561" y="12"/>
                      <a:pt x="559" y="11"/>
                      <a:pt x="558" y="12"/>
                    </a:cubicBezTo>
                    <a:cubicBezTo>
                      <a:pt x="556" y="13"/>
                      <a:pt x="556" y="14"/>
                      <a:pt x="553" y="15"/>
                    </a:cubicBezTo>
                    <a:cubicBezTo>
                      <a:pt x="551" y="15"/>
                      <a:pt x="549" y="14"/>
                      <a:pt x="547" y="15"/>
                    </a:cubicBezTo>
                    <a:cubicBezTo>
                      <a:pt x="544" y="15"/>
                      <a:pt x="544" y="16"/>
                      <a:pt x="542" y="18"/>
                    </a:cubicBezTo>
                    <a:cubicBezTo>
                      <a:pt x="542" y="18"/>
                      <a:pt x="540" y="19"/>
                      <a:pt x="539" y="19"/>
                    </a:cubicBezTo>
                    <a:cubicBezTo>
                      <a:pt x="538" y="20"/>
                      <a:pt x="538" y="18"/>
                      <a:pt x="537" y="18"/>
                    </a:cubicBezTo>
                    <a:cubicBezTo>
                      <a:pt x="535" y="18"/>
                      <a:pt x="533" y="19"/>
                      <a:pt x="530" y="20"/>
                    </a:cubicBezTo>
                    <a:cubicBezTo>
                      <a:pt x="527" y="20"/>
                      <a:pt x="524" y="20"/>
                      <a:pt x="522" y="19"/>
                    </a:cubicBezTo>
                    <a:cubicBezTo>
                      <a:pt x="521" y="19"/>
                      <a:pt x="520" y="19"/>
                      <a:pt x="519" y="19"/>
                    </a:cubicBezTo>
                    <a:cubicBezTo>
                      <a:pt x="514" y="18"/>
                      <a:pt x="513" y="19"/>
                      <a:pt x="509" y="21"/>
                    </a:cubicBezTo>
                    <a:cubicBezTo>
                      <a:pt x="505" y="23"/>
                      <a:pt x="504" y="23"/>
                      <a:pt x="501" y="22"/>
                    </a:cubicBezTo>
                    <a:cubicBezTo>
                      <a:pt x="498" y="20"/>
                      <a:pt x="497" y="18"/>
                      <a:pt x="494" y="17"/>
                    </a:cubicBezTo>
                    <a:cubicBezTo>
                      <a:pt x="492" y="16"/>
                      <a:pt x="490" y="16"/>
                      <a:pt x="487" y="16"/>
                    </a:cubicBezTo>
                    <a:cubicBezTo>
                      <a:pt x="484" y="16"/>
                      <a:pt x="481" y="16"/>
                      <a:pt x="478" y="15"/>
                    </a:cubicBezTo>
                    <a:cubicBezTo>
                      <a:pt x="477" y="15"/>
                      <a:pt x="476" y="15"/>
                      <a:pt x="474" y="15"/>
                    </a:cubicBezTo>
                    <a:cubicBezTo>
                      <a:pt x="471" y="14"/>
                      <a:pt x="467" y="12"/>
                      <a:pt x="463" y="13"/>
                    </a:cubicBezTo>
                    <a:cubicBezTo>
                      <a:pt x="457" y="14"/>
                      <a:pt x="450" y="16"/>
                      <a:pt x="444" y="18"/>
                    </a:cubicBezTo>
                    <a:cubicBezTo>
                      <a:pt x="441" y="18"/>
                      <a:pt x="438" y="17"/>
                      <a:pt x="435" y="16"/>
                    </a:cubicBezTo>
                    <a:cubicBezTo>
                      <a:pt x="435" y="16"/>
                      <a:pt x="434" y="16"/>
                      <a:pt x="433" y="16"/>
                    </a:cubicBezTo>
                    <a:cubicBezTo>
                      <a:pt x="427" y="16"/>
                      <a:pt x="427" y="15"/>
                      <a:pt x="423" y="11"/>
                    </a:cubicBezTo>
                    <a:cubicBezTo>
                      <a:pt x="419" y="6"/>
                      <a:pt x="415" y="3"/>
                      <a:pt x="409" y="5"/>
                    </a:cubicBezTo>
                    <a:cubicBezTo>
                      <a:pt x="406" y="6"/>
                      <a:pt x="405" y="6"/>
                      <a:pt x="401" y="5"/>
                    </a:cubicBezTo>
                    <a:cubicBezTo>
                      <a:pt x="398" y="5"/>
                      <a:pt x="397" y="4"/>
                      <a:pt x="394" y="4"/>
                    </a:cubicBezTo>
                    <a:cubicBezTo>
                      <a:pt x="393" y="4"/>
                      <a:pt x="393" y="5"/>
                      <a:pt x="392" y="5"/>
                    </a:cubicBezTo>
                    <a:cubicBezTo>
                      <a:pt x="388" y="5"/>
                      <a:pt x="386" y="8"/>
                      <a:pt x="381" y="8"/>
                    </a:cubicBezTo>
                    <a:cubicBezTo>
                      <a:pt x="370" y="8"/>
                      <a:pt x="360" y="10"/>
                      <a:pt x="349" y="10"/>
                    </a:cubicBezTo>
                    <a:cubicBezTo>
                      <a:pt x="349" y="10"/>
                      <a:pt x="349" y="10"/>
                      <a:pt x="349" y="10"/>
                    </a:cubicBezTo>
                    <a:cubicBezTo>
                      <a:pt x="344" y="10"/>
                      <a:pt x="336" y="8"/>
                      <a:pt x="332" y="11"/>
                    </a:cubicBezTo>
                    <a:cubicBezTo>
                      <a:pt x="329" y="14"/>
                      <a:pt x="329" y="14"/>
                      <a:pt x="324" y="15"/>
                    </a:cubicBezTo>
                    <a:cubicBezTo>
                      <a:pt x="321" y="15"/>
                      <a:pt x="317" y="15"/>
                      <a:pt x="313" y="15"/>
                    </a:cubicBezTo>
                    <a:cubicBezTo>
                      <a:pt x="311" y="14"/>
                      <a:pt x="309" y="13"/>
                      <a:pt x="306" y="13"/>
                    </a:cubicBezTo>
                    <a:cubicBezTo>
                      <a:pt x="306" y="13"/>
                      <a:pt x="306" y="13"/>
                      <a:pt x="305" y="13"/>
                    </a:cubicBezTo>
                    <a:cubicBezTo>
                      <a:pt x="303" y="12"/>
                      <a:pt x="299" y="13"/>
                      <a:pt x="296" y="13"/>
                    </a:cubicBezTo>
                    <a:cubicBezTo>
                      <a:pt x="278" y="13"/>
                      <a:pt x="278" y="13"/>
                      <a:pt x="278" y="13"/>
                    </a:cubicBezTo>
                    <a:cubicBezTo>
                      <a:pt x="274" y="13"/>
                      <a:pt x="269" y="14"/>
                      <a:pt x="266" y="13"/>
                    </a:cubicBezTo>
                    <a:cubicBezTo>
                      <a:pt x="264" y="12"/>
                      <a:pt x="263" y="11"/>
                      <a:pt x="262" y="11"/>
                    </a:cubicBezTo>
                    <a:cubicBezTo>
                      <a:pt x="260" y="9"/>
                      <a:pt x="258" y="6"/>
                      <a:pt x="256" y="5"/>
                    </a:cubicBezTo>
                    <a:cubicBezTo>
                      <a:pt x="250" y="2"/>
                      <a:pt x="244" y="5"/>
                      <a:pt x="239" y="8"/>
                    </a:cubicBezTo>
                    <a:cubicBezTo>
                      <a:pt x="237" y="8"/>
                      <a:pt x="234" y="10"/>
                      <a:pt x="232" y="10"/>
                    </a:cubicBezTo>
                    <a:cubicBezTo>
                      <a:pt x="228" y="9"/>
                      <a:pt x="227" y="4"/>
                      <a:pt x="223" y="3"/>
                    </a:cubicBezTo>
                    <a:cubicBezTo>
                      <a:pt x="222" y="2"/>
                      <a:pt x="220" y="3"/>
                      <a:pt x="219" y="3"/>
                    </a:cubicBezTo>
                    <a:cubicBezTo>
                      <a:pt x="218" y="3"/>
                      <a:pt x="218" y="3"/>
                      <a:pt x="217" y="3"/>
                    </a:cubicBezTo>
                    <a:cubicBezTo>
                      <a:pt x="213" y="2"/>
                      <a:pt x="214" y="0"/>
                      <a:pt x="211" y="3"/>
                    </a:cubicBezTo>
                    <a:cubicBezTo>
                      <a:pt x="207" y="7"/>
                      <a:pt x="206" y="8"/>
                      <a:pt x="201" y="8"/>
                    </a:cubicBezTo>
                    <a:cubicBezTo>
                      <a:pt x="199" y="8"/>
                      <a:pt x="195" y="8"/>
                      <a:pt x="193" y="8"/>
                    </a:cubicBezTo>
                    <a:cubicBezTo>
                      <a:pt x="190" y="7"/>
                      <a:pt x="188" y="6"/>
                      <a:pt x="185" y="6"/>
                    </a:cubicBezTo>
                    <a:cubicBezTo>
                      <a:pt x="183" y="7"/>
                      <a:pt x="180" y="7"/>
                      <a:pt x="177" y="8"/>
                    </a:cubicBezTo>
                    <a:cubicBezTo>
                      <a:pt x="177" y="8"/>
                      <a:pt x="176" y="8"/>
                      <a:pt x="176" y="8"/>
                    </a:cubicBezTo>
                    <a:cubicBezTo>
                      <a:pt x="172" y="9"/>
                      <a:pt x="170" y="10"/>
                      <a:pt x="166" y="10"/>
                    </a:cubicBezTo>
                    <a:cubicBezTo>
                      <a:pt x="163" y="9"/>
                      <a:pt x="160" y="8"/>
                      <a:pt x="157" y="8"/>
                    </a:cubicBezTo>
                    <a:cubicBezTo>
                      <a:pt x="154" y="8"/>
                      <a:pt x="152" y="8"/>
                      <a:pt x="149" y="7"/>
                    </a:cubicBezTo>
                    <a:cubicBezTo>
                      <a:pt x="147" y="6"/>
                      <a:pt x="147" y="3"/>
                      <a:pt x="143" y="5"/>
                    </a:cubicBezTo>
                    <a:cubicBezTo>
                      <a:pt x="140" y="7"/>
                      <a:pt x="142" y="8"/>
                      <a:pt x="138" y="8"/>
                    </a:cubicBezTo>
                    <a:cubicBezTo>
                      <a:pt x="137" y="8"/>
                      <a:pt x="137" y="8"/>
                      <a:pt x="136" y="8"/>
                    </a:cubicBezTo>
                    <a:cubicBezTo>
                      <a:pt x="135" y="8"/>
                      <a:pt x="134" y="8"/>
                      <a:pt x="132" y="8"/>
                    </a:cubicBezTo>
                    <a:cubicBezTo>
                      <a:pt x="131" y="8"/>
                      <a:pt x="130" y="8"/>
                      <a:pt x="129" y="8"/>
                    </a:cubicBezTo>
                    <a:cubicBezTo>
                      <a:pt x="126" y="8"/>
                      <a:pt x="126" y="8"/>
                      <a:pt x="123" y="10"/>
                    </a:cubicBezTo>
                    <a:cubicBezTo>
                      <a:pt x="122" y="10"/>
                      <a:pt x="123" y="11"/>
                      <a:pt x="121" y="11"/>
                    </a:cubicBezTo>
                    <a:cubicBezTo>
                      <a:pt x="120" y="12"/>
                      <a:pt x="118" y="11"/>
                      <a:pt x="117" y="11"/>
                    </a:cubicBezTo>
                    <a:cubicBezTo>
                      <a:pt x="113" y="11"/>
                      <a:pt x="110" y="13"/>
                      <a:pt x="106" y="13"/>
                    </a:cubicBezTo>
                    <a:cubicBezTo>
                      <a:pt x="104" y="13"/>
                      <a:pt x="101" y="13"/>
                      <a:pt x="98" y="13"/>
                    </a:cubicBezTo>
                    <a:cubicBezTo>
                      <a:pt x="92" y="14"/>
                      <a:pt x="89" y="15"/>
                      <a:pt x="82" y="13"/>
                    </a:cubicBezTo>
                    <a:cubicBezTo>
                      <a:pt x="71" y="9"/>
                      <a:pt x="60" y="10"/>
                      <a:pt x="48" y="10"/>
                    </a:cubicBezTo>
                    <a:cubicBezTo>
                      <a:pt x="42" y="9"/>
                      <a:pt x="39" y="16"/>
                      <a:pt x="36" y="21"/>
                    </a:cubicBezTo>
                    <a:cubicBezTo>
                      <a:pt x="32" y="20"/>
                      <a:pt x="30" y="14"/>
                      <a:pt x="24" y="13"/>
                    </a:cubicBezTo>
                    <a:cubicBezTo>
                      <a:pt x="20" y="12"/>
                      <a:pt x="16" y="13"/>
                      <a:pt x="12" y="14"/>
                    </a:cubicBezTo>
                    <a:cubicBezTo>
                      <a:pt x="7" y="16"/>
                      <a:pt x="4" y="12"/>
                      <a:pt x="0" y="10"/>
                    </a:cubicBezTo>
                    <a:cubicBezTo>
                      <a:pt x="0" y="239"/>
                      <a:pt x="0" y="239"/>
                      <a:pt x="0" y="239"/>
                    </a:cubicBezTo>
                    <a:cubicBezTo>
                      <a:pt x="4" y="239"/>
                      <a:pt x="8" y="239"/>
                      <a:pt x="11" y="237"/>
                    </a:cubicBezTo>
                    <a:cubicBezTo>
                      <a:pt x="17" y="234"/>
                      <a:pt x="22" y="232"/>
                      <a:pt x="28" y="232"/>
                    </a:cubicBezTo>
                    <a:cubicBezTo>
                      <a:pt x="34" y="232"/>
                      <a:pt x="40" y="232"/>
                      <a:pt x="46" y="232"/>
                    </a:cubicBezTo>
                    <a:cubicBezTo>
                      <a:pt x="48" y="232"/>
                      <a:pt x="49" y="232"/>
                      <a:pt x="51" y="232"/>
                    </a:cubicBezTo>
                    <a:cubicBezTo>
                      <a:pt x="53" y="233"/>
                      <a:pt x="55" y="235"/>
                      <a:pt x="57" y="236"/>
                    </a:cubicBezTo>
                    <a:cubicBezTo>
                      <a:pt x="61" y="237"/>
                      <a:pt x="61" y="234"/>
                      <a:pt x="64" y="232"/>
                    </a:cubicBezTo>
                    <a:cubicBezTo>
                      <a:pt x="65" y="232"/>
                      <a:pt x="68" y="232"/>
                      <a:pt x="70" y="231"/>
                    </a:cubicBezTo>
                    <a:cubicBezTo>
                      <a:pt x="73" y="231"/>
                      <a:pt x="75" y="232"/>
                      <a:pt x="79" y="232"/>
                    </a:cubicBezTo>
                    <a:cubicBezTo>
                      <a:pt x="83" y="232"/>
                      <a:pt x="87" y="228"/>
                      <a:pt x="91" y="228"/>
                    </a:cubicBezTo>
                    <a:cubicBezTo>
                      <a:pt x="98" y="227"/>
                      <a:pt x="100" y="234"/>
                      <a:pt x="107" y="234"/>
                    </a:cubicBezTo>
                    <a:cubicBezTo>
                      <a:pt x="111" y="234"/>
                      <a:pt x="116" y="234"/>
                      <a:pt x="120" y="234"/>
                    </a:cubicBezTo>
                    <a:cubicBezTo>
                      <a:pt x="124" y="234"/>
                      <a:pt x="129" y="235"/>
                      <a:pt x="132" y="234"/>
                    </a:cubicBezTo>
                    <a:cubicBezTo>
                      <a:pt x="133" y="234"/>
                      <a:pt x="133" y="234"/>
                      <a:pt x="133" y="234"/>
                    </a:cubicBezTo>
                    <a:cubicBezTo>
                      <a:pt x="135" y="233"/>
                      <a:pt x="136" y="232"/>
                      <a:pt x="138" y="232"/>
                    </a:cubicBezTo>
                    <a:cubicBezTo>
                      <a:pt x="143" y="232"/>
                      <a:pt x="148" y="233"/>
                      <a:pt x="152" y="232"/>
                    </a:cubicBezTo>
                    <a:cubicBezTo>
                      <a:pt x="157" y="231"/>
                      <a:pt x="160" y="229"/>
                      <a:pt x="165" y="231"/>
                    </a:cubicBezTo>
                    <a:cubicBezTo>
                      <a:pt x="168" y="231"/>
                      <a:pt x="171" y="234"/>
                      <a:pt x="174" y="235"/>
                    </a:cubicBezTo>
                    <a:cubicBezTo>
                      <a:pt x="174" y="235"/>
                      <a:pt x="175" y="235"/>
                      <a:pt x="176" y="235"/>
                    </a:cubicBezTo>
                    <a:cubicBezTo>
                      <a:pt x="177" y="235"/>
                      <a:pt x="179" y="235"/>
                      <a:pt x="180" y="235"/>
                    </a:cubicBezTo>
                    <a:cubicBezTo>
                      <a:pt x="188" y="236"/>
                      <a:pt x="197" y="240"/>
                      <a:pt x="205" y="239"/>
                    </a:cubicBezTo>
                    <a:cubicBezTo>
                      <a:pt x="210" y="238"/>
                      <a:pt x="214" y="236"/>
                      <a:pt x="219" y="235"/>
                    </a:cubicBezTo>
                    <a:cubicBezTo>
                      <a:pt x="223" y="234"/>
                      <a:pt x="227" y="233"/>
                      <a:pt x="232" y="234"/>
                    </a:cubicBezTo>
                    <a:cubicBezTo>
                      <a:pt x="235" y="234"/>
                      <a:pt x="238" y="236"/>
                      <a:pt x="241" y="236"/>
                    </a:cubicBezTo>
                    <a:cubicBezTo>
                      <a:pt x="243" y="235"/>
                      <a:pt x="245" y="233"/>
                      <a:pt x="247" y="232"/>
                    </a:cubicBezTo>
                    <a:cubicBezTo>
                      <a:pt x="250" y="231"/>
                      <a:pt x="251" y="230"/>
                      <a:pt x="254" y="229"/>
                    </a:cubicBezTo>
                    <a:cubicBezTo>
                      <a:pt x="257" y="229"/>
                      <a:pt x="259" y="230"/>
                      <a:pt x="262" y="230"/>
                    </a:cubicBezTo>
                    <a:cubicBezTo>
                      <a:pt x="263" y="230"/>
                      <a:pt x="263" y="230"/>
                      <a:pt x="264" y="231"/>
                    </a:cubicBezTo>
                    <a:cubicBezTo>
                      <a:pt x="267" y="231"/>
                      <a:pt x="271" y="230"/>
                      <a:pt x="274" y="231"/>
                    </a:cubicBezTo>
                    <a:cubicBezTo>
                      <a:pt x="277" y="232"/>
                      <a:pt x="279" y="232"/>
                      <a:pt x="283" y="232"/>
                    </a:cubicBezTo>
                    <a:cubicBezTo>
                      <a:pt x="291" y="232"/>
                      <a:pt x="298" y="228"/>
                      <a:pt x="305" y="226"/>
                    </a:cubicBezTo>
                    <a:cubicBezTo>
                      <a:pt x="306" y="226"/>
                      <a:pt x="306" y="226"/>
                      <a:pt x="307" y="225"/>
                    </a:cubicBezTo>
                    <a:cubicBezTo>
                      <a:pt x="313" y="224"/>
                      <a:pt x="322" y="222"/>
                      <a:pt x="328" y="226"/>
                    </a:cubicBezTo>
                    <a:cubicBezTo>
                      <a:pt x="330" y="227"/>
                      <a:pt x="331" y="230"/>
                      <a:pt x="332" y="227"/>
                    </a:cubicBezTo>
                    <a:cubicBezTo>
                      <a:pt x="336" y="228"/>
                      <a:pt x="340" y="231"/>
                      <a:pt x="344" y="231"/>
                    </a:cubicBezTo>
                    <a:cubicBezTo>
                      <a:pt x="346" y="232"/>
                      <a:pt x="347" y="231"/>
                      <a:pt x="349" y="230"/>
                    </a:cubicBezTo>
                    <a:cubicBezTo>
                      <a:pt x="350" y="229"/>
                      <a:pt x="351" y="227"/>
                      <a:pt x="353" y="227"/>
                    </a:cubicBezTo>
                    <a:cubicBezTo>
                      <a:pt x="361" y="226"/>
                      <a:pt x="370" y="229"/>
                      <a:pt x="377" y="227"/>
                    </a:cubicBezTo>
                    <a:cubicBezTo>
                      <a:pt x="384" y="225"/>
                      <a:pt x="385" y="220"/>
                      <a:pt x="392" y="223"/>
                    </a:cubicBezTo>
                    <a:cubicBezTo>
                      <a:pt x="392" y="223"/>
                      <a:pt x="393" y="223"/>
                      <a:pt x="393" y="224"/>
                    </a:cubicBezTo>
                    <a:cubicBezTo>
                      <a:pt x="397" y="226"/>
                      <a:pt x="402" y="226"/>
                      <a:pt x="407" y="228"/>
                    </a:cubicBezTo>
                    <a:cubicBezTo>
                      <a:pt x="413" y="230"/>
                      <a:pt x="416" y="230"/>
                      <a:pt x="422" y="230"/>
                    </a:cubicBezTo>
                    <a:cubicBezTo>
                      <a:pt x="426" y="230"/>
                      <a:pt x="430" y="230"/>
                      <a:pt x="435" y="230"/>
                    </a:cubicBezTo>
                    <a:cubicBezTo>
                      <a:pt x="435" y="230"/>
                      <a:pt x="435" y="230"/>
                      <a:pt x="435" y="230"/>
                    </a:cubicBezTo>
                    <a:cubicBezTo>
                      <a:pt x="439" y="231"/>
                      <a:pt x="442" y="232"/>
                      <a:pt x="446" y="234"/>
                    </a:cubicBezTo>
                    <a:cubicBezTo>
                      <a:pt x="454" y="238"/>
                      <a:pt x="457" y="228"/>
                      <a:pt x="464" y="227"/>
                    </a:cubicBezTo>
                    <a:cubicBezTo>
                      <a:pt x="469" y="226"/>
                      <a:pt x="474" y="227"/>
                      <a:pt x="478" y="227"/>
                    </a:cubicBezTo>
                    <a:cubicBezTo>
                      <a:pt x="482" y="228"/>
                      <a:pt x="485" y="229"/>
                      <a:pt x="489" y="229"/>
                    </a:cubicBezTo>
                    <a:cubicBezTo>
                      <a:pt x="493" y="229"/>
                      <a:pt x="498" y="228"/>
                      <a:pt x="502" y="229"/>
                    </a:cubicBezTo>
                    <a:cubicBezTo>
                      <a:pt x="506" y="230"/>
                      <a:pt x="509" y="231"/>
                      <a:pt x="512" y="230"/>
                    </a:cubicBezTo>
                    <a:cubicBezTo>
                      <a:pt x="515" y="230"/>
                      <a:pt x="518" y="228"/>
                      <a:pt x="522" y="228"/>
                    </a:cubicBezTo>
                    <a:cubicBezTo>
                      <a:pt x="522" y="227"/>
                      <a:pt x="523" y="227"/>
                      <a:pt x="524" y="227"/>
                    </a:cubicBezTo>
                    <a:cubicBezTo>
                      <a:pt x="538" y="226"/>
                      <a:pt x="551" y="236"/>
                      <a:pt x="565" y="234"/>
                    </a:cubicBezTo>
                    <a:cubicBezTo>
                      <a:pt x="566" y="234"/>
                      <a:pt x="566" y="234"/>
                      <a:pt x="567" y="234"/>
                    </a:cubicBezTo>
                    <a:cubicBezTo>
                      <a:pt x="571" y="233"/>
                      <a:pt x="571" y="231"/>
                      <a:pt x="575" y="229"/>
                    </a:cubicBezTo>
                    <a:cubicBezTo>
                      <a:pt x="579" y="228"/>
                      <a:pt x="584" y="229"/>
                      <a:pt x="587" y="229"/>
                    </a:cubicBezTo>
                    <a:cubicBezTo>
                      <a:pt x="594" y="229"/>
                      <a:pt x="600" y="229"/>
                      <a:pt x="606" y="230"/>
                    </a:cubicBezTo>
                    <a:cubicBezTo>
                      <a:pt x="607" y="230"/>
                      <a:pt x="607" y="230"/>
                      <a:pt x="608" y="230"/>
                    </a:cubicBezTo>
                    <a:cubicBezTo>
                      <a:pt x="611" y="231"/>
                      <a:pt x="612" y="230"/>
                      <a:pt x="615" y="230"/>
                    </a:cubicBezTo>
                    <a:cubicBezTo>
                      <a:pt x="622" y="227"/>
                      <a:pt x="629" y="225"/>
                      <a:pt x="637" y="224"/>
                    </a:cubicBezTo>
                    <a:cubicBezTo>
                      <a:pt x="642" y="223"/>
                      <a:pt x="647" y="223"/>
                      <a:pt x="651" y="225"/>
                    </a:cubicBezTo>
                    <a:cubicBezTo>
                      <a:pt x="658" y="226"/>
                      <a:pt x="665" y="229"/>
                      <a:pt x="672" y="230"/>
                    </a:cubicBezTo>
                    <a:cubicBezTo>
                      <a:pt x="680" y="231"/>
                      <a:pt x="687" y="233"/>
                      <a:pt x="695" y="232"/>
                    </a:cubicBezTo>
                    <a:cubicBezTo>
                      <a:pt x="695" y="232"/>
                      <a:pt x="695" y="232"/>
                      <a:pt x="695" y="232"/>
                    </a:cubicBezTo>
                    <a:cubicBezTo>
                      <a:pt x="706" y="229"/>
                      <a:pt x="715" y="233"/>
                      <a:pt x="725" y="235"/>
                    </a:cubicBezTo>
                    <a:cubicBezTo>
                      <a:pt x="730" y="236"/>
                      <a:pt x="730" y="234"/>
                      <a:pt x="734" y="232"/>
                    </a:cubicBezTo>
                    <a:cubicBezTo>
                      <a:pt x="736" y="231"/>
                      <a:pt x="737" y="231"/>
                      <a:pt x="738" y="231"/>
                    </a:cubicBezTo>
                    <a:cubicBezTo>
                      <a:pt x="740" y="231"/>
                      <a:pt x="742" y="232"/>
                      <a:pt x="746" y="232"/>
                    </a:cubicBezTo>
                    <a:cubicBezTo>
                      <a:pt x="749" y="233"/>
                      <a:pt x="749" y="232"/>
                      <a:pt x="752" y="234"/>
                    </a:cubicBezTo>
                    <a:cubicBezTo>
                      <a:pt x="755" y="235"/>
                      <a:pt x="756" y="236"/>
                      <a:pt x="759" y="236"/>
                    </a:cubicBezTo>
                    <a:cubicBezTo>
                      <a:pt x="762" y="236"/>
                      <a:pt x="765" y="236"/>
                      <a:pt x="769" y="236"/>
                    </a:cubicBezTo>
                    <a:cubicBezTo>
                      <a:pt x="772" y="236"/>
                      <a:pt x="775" y="235"/>
                      <a:pt x="778" y="236"/>
                    </a:cubicBezTo>
                    <a:cubicBezTo>
                      <a:pt x="779" y="236"/>
                      <a:pt x="780" y="236"/>
                      <a:pt x="781" y="236"/>
                    </a:cubicBezTo>
                    <a:cubicBezTo>
                      <a:pt x="784" y="237"/>
                      <a:pt x="786" y="238"/>
                      <a:pt x="790" y="237"/>
                    </a:cubicBezTo>
                    <a:cubicBezTo>
                      <a:pt x="794" y="236"/>
                      <a:pt x="798" y="234"/>
                      <a:pt x="803" y="232"/>
                    </a:cubicBezTo>
                    <a:cubicBezTo>
                      <a:pt x="805" y="231"/>
                      <a:pt x="807" y="230"/>
                      <a:pt x="808" y="229"/>
                    </a:cubicBezTo>
                    <a:cubicBezTo>
                      <a:pt x="812" y="228"/>
                      <a:pt x="817" y="229"/>
                      <a:pt x="821" y="229"/>
                    </a:cubicBezTo>
                    <a:cubicBezTo>
                      <a:pt x="822" y="229"/>
                      <a:pt x="823" y="229"/>
                      <a:pt x="824" y="228"/>
                    </a:cubicBezTo>
                    <a:cubicBezTo>
                      <a:pt x="827" y="228"/>
                      <a:pt x="829" y="227"/>
                      <a:pt x="832" y="227"/>
                    </a:cubicBezTo>
                    <a:cubicBezTo>
                      <a:pt x="832" y="223"/>
                      <a:pt x="834" y="217"/>
                      <a:pt x="837" y="215"/>
                    </a:cubicBezTo>
                    <a:cubicBezTo>
                      <a:pt x="839" y="214"/>
                      <a:pt x="841" y="214"/>
                      <a:pt x="844" y="213"/>
                    </a:cubicBezTo>
                    <a:cubicBezTo>
                      <a:pt x="848" y="213"/>
                      <a:pt x="847" y="213"/>
                      <a:pt x="849" y="209"/>
                    </a:cubicBezTo>
                    <a:cubicBezTo>
                      <a:pt x="851" y="204"/>
                      <a:pt x="854" y="200"/>
                      <a:pt x="857" y="196"/>
                    </a:cubicBezTo>
                    <a:cubicBezTo>
                      <a:pt x="860" y="193"/>
                      <a:pt x="862" y="189"/>
                      <a:pt x="862" y="185"/>
                    </a:cubicBezTo>
                    <a:cubicBezTo>
                      <a:pt x="862" y="181"/>
                      <a:pt x="859" y="177"/>
                      <a:pt x="859" y="173"/>
                    </a:cubicBezTo>
                    <a:cubicBezTo>
                      <a:pt x="858" y="168"/>
                      <a:pt x="858" y="161"/>
                      <a:pt x="861" y="156"/>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87" name="Google Shape;787;p21"/>
            <p:cNvGrpSpPr/>
            <p:nvPr/>
          </p:nvGrpSpPr>
          <p:grpSpPr>
            <a:xfrm flipH="1" rot="-5061880">
              <a:off x="7586062" y="3045155"/>
              <a:ext cx="3085286" cy="1944414"/>
              <a:chOff x="-1887271" y="3488301"/>
              <a:chExt cx="3085184" cy="1944350"/>
            </a:xfrm>
          </p:grpSpPr>
          <p:sp>
            <p:nvSpPr>
              <p:cNvPr id="788" name="Google Shape;788;p21"/>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9" name="Google Shape;789;p21"/>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0" name="Google Shape;790;p21"/>
            <p:cNvGrpSpPr/>
            <p:nvPr/>
          </p:nvGrpSpPr>
          <p:grpSpPr>
            <a:xfrm flipH="1" rot="-9530862">
              <a:off x="-1035770" y="4234285"/>
              <a:ext cx="3010218" cy="2913816"/>
              <a:chOff x="-1614876" y="-1008200"/>
              <a:chExt cx="3010620" cy="2914205"/>
            </a:xfrm>
          </p:grpSpPr>
          <p:sp>
            <p:nvSpPr>
              <p:cNvPr id="791" name="Google Shape;791;p21"/>
              <p:cNvSpPr/>
              <p:nvPr/>
            </p:nvSpPr>
            <p:spPr>
              <a:xfrm rot="1307834">
                <a:off x="-1428821" y="49599"/>
                <a:ext cx="2397125" cy="1463675"/>
              </a:xfrm>
              <a:custGeom>
                <a:rect b="b" l="l" r="r" t="t"/>
                <a:pathLst>
                  <a:path extrusionOk="0" h="391" w="639">
                    <a:moveTo>
                      <a:pt x="0" y="357"/>
                    </a:moveTo>
                    <a:cubicBezTo>
                      <a:pt x="7" y="357"/>
                      <a:pt x="13" y="358"/>
                      <a:pt x="19" y="362"/>
                    </a:cubicBezTo>
                    <a:cubicBezTo>
                      <a:pt x="20" y="362"/>
                      <a:pt x="22" y="363"/>
                      <a:pt x="24" y="364"/>
                    </a:cubicBezTo>
                    <a:cubicBezTo>
                      <a:pt x="24" y="365"/>
                      <a:pt x="25" y="366"/>
                      <a:pt x="26" y="367"/>
                    </a:cubicBezTo>
                    <a:cubicBezTo>
                      <a:pt x="27" y="368"/>
                      <a:pt x="29" y="367"/>
                      <a:pt x="30" y="367"/>
                    </a:cubicBezTo>
                    <a:cubicBezTo>
                      <a:pt x="32" y="368"/>
                      <a:pt x="33" y="370"/>
                      <a:pt x="33" y="371"/>
                    </a:cubicBezTo>
                    <a:cubicBezTo>
                      <a:pt x="35" y="373"/>
                      <a:pt x="36" y="376"/>
                      <a:pt x="37" y="378"/>
                    </a:cubicBezTo>
                    <a:cubicBezTo>
                      <a:pt x="38" y="380"/>
                      <a:pt x="42" y="378"/>
                      <a:pt x="44" y="380"/>
                    </a:cubicBezTo>
                    <a:cubicBezTo>
                      <a:pt x="46" y="381"/>
                      <a:pt x="48" y="384"/>
                      <a:pt x="51" y="385"/>
                    </a:cubicBezTo>
                    <a:cubicBezTo>
                      <a:pt x="54" y="386"/>
                      <a:pt x="55" y="385"/>
                      <a:pt x="58" y="387"/>
                    </a:cubicBezTo>
                    <a:cubicBezTo>
                      <a:pt x="60" y="383"/>
                      <a:pt x="64" y="381"/>
                      <a:pt x="68" y="382"/>
                    </a:cubicBezTo>
                    <a:cubicBezTo>
                      <a:pt x="70" y="383"/>
                      <a:pt x="71" y="384"/>
                      <a:pt x="73" y="384"/>
                    </a:cubicBezTo>
                    <a:cubicBezTo>
                      <a:pt x="76" y="384"/>
                      <a:pt x="78" y="382"/>
                      <a:pt x="81" y="382"/>
                    </a:cubicBezTo>
                    <a:cubicBezTo>
                      <a:pt x="83" y="382"/>
                      <a:pt x="85" y="382"/>
                      <a:pt x="87" y="382"/>
                    </a:cubicBezTo>
                    <a:cubicBezTo>
                      <a:pt x="89" y="381"/>
                      <a:pt x="91" y="380"/>
                      <a:pt x="93" y="380"/>
                    </a:cubicBezTo>
                    <a:cubicBezTo>
                      <a:pt x="97" y="380"/>
                      <a:pt x="101" y="381"/>
                      <a:pt x="105" y="380"/>
                    </a:cubicBezTo>
                    <a:cubicBezTo>
                      <a:pt x="107" y="380"/>
                      <a:pt x="108" y="378"/>
                      <a:pt x="110" y="376"/>
                    </a:cubicBezTo>
                    <a:cubicBezTo>
                      <a:pt x="113" y="374"/>
                      <a:pt x="114" y="375"/>
                      <a:pt x="118" y="375"/>
                    </a:cubicBezTo>
                    <a:cubicBezTo>
                      <a:pt x="123" y="376"/>
                      <a:pt x="127" y="371"/>
                      <a:pt x="132" y="372"/>
                    </a:cubicBezTo>
                    <a:cubicBezTo>
                      <a:pt x="136" y="372"/>
                      <a:pt x="138" y="375"/>
                      <a:pt x="141" y="376"/>
                    </a:cubicBezTo>
                    <a:cubicBezTo>
                      <a:pt x="143" y="377"/>
                      <a:pt x="144" y="376"/>
                      <a:pt x="146" y="377"/>
                    </a:cubicBezTo>
                    <a:cubicBezTo>
                      <a:pt x="149" y="377"/>
                      <a:pt x="151" y="380"/>
                      <a:pt x="154" y="380"/>
                    </a:cubicBezTo>
                    <a:cubicBezTo>
                      <a:pt x="157" y="381"/>
                      <a:pt x="157" y="380"/>
                      <a:pt x="159" y="383"/>
                    </a:cubicBezTo>
                    <a:cubicBezTo>
                      <a:pt x="160" y="385"/>
                      <a:pt x="159" y="386"/>
                      <a:pt x="161" y="387"/>
                    </a:cubicBezTo>
                    <a:cubicBezTo>
                      <a:pt x="166" y="388"/>
                      <a:pt x="168" y="382"/>
                      <a:pt x="172" y="384"/>
                    </a:cubicBezTo>
                    <a:cubicBezTo>
                      <a:pt x="174" y="385"/>
                      <a:pt x="174" y="386"/>
                      <a:pt x="176" y="387"/>
                    </a:cubicBezTo>
                    <a:cubicBezTo>
                      <a:pt x="178" y="387"/>
                      <a:pt x="179" y="387"/>
                      <a:pt x="181" y="388"/>
                    </a:cubicBezTo>
                    <a:cubicBezTo>
                      <a:pt x="185" y="389"/>
                      <a:pt x="188" y="388"/>
                      <a:pt x="192" y="386"/>
                    </a:cubicBezTo>
                    <a:cubicBezTo>
                      <a:pt x="194" y="385"/>
                      <a:pt x="196" y="383"/>
                      <a:pt x="198" y="384"/>
                    </a:cubicBezTo>
                    <a:cubicBezTo>
                      <a:pt x="200" y="384"/>
                      <a:pt x="201" y="385"/>
                      <a:pt x="203" y="385"/>
                    </a:cubicBezTo>
                    <a:cubicBezTo>
                      <a:pt x="205" y="385"/>
                      <a:pt x="206" y="384"/>
                      <a:pt x="209" y="384"/>
                    </a:cubicBezTo>
                    <a:cubicBezTo>
                      <a:pt x="211" y="383"/>
                      <a:pt x="213" y="384"/>
                      <a:pt x="215" y="384"/>
                    </a:cubicBezTo>
                    <a:cubicBezTo>
                      <a:pt x="217" y="383"/>
                      <a:pt x="218" y="382"/>
                      <a:pt x="220" y="382"/>
                    </a:cubicBezTo>
                    <a:cubicBezTo>
                      <a:pt x="221" y="382"/>
                      <a:pt x="223" y="382"/>
                      <a:pt x="224" y="382"/>
                    </a:cubicBezTo>
                    <a:cubicBezTo>
                      <a:pt x="228" y="381"/>
                      <a:pt x="227" y="380"/>
                      <a:pt x="230" y="382"/>
                    </a:cubicBezTo>
                    <a:cubicBezTo>
                      <a:pt x="233" y="385"/>
                      <a:pt x="233" y="386"/>
                      <a:pt x="237" y="385"/>
                    </a:cubicBezTo>
                    <a:cubicBezTo>
                      <a:pt x="239" y="384"/>
                      <a:pt x="240" y="382"/>
                      <a:pt x="243" y="380"/>
                    </a:cubicBezTo>
                    <a:cubicBezTo>
                      <a:pt x="245" y="379"/>
                      <a:pt x="245" y="379"/>
                      <a:pt x="247" y="378"/>
                    </a:cubicBezTo>
                    <a:cubicBezTo>
                      <a:pt x="250" y="378"/>
                      <a:pt x="251" y="376"/>
                      <a:pt x="253" y="377"/>
                    </a:cubicBezTo>
                    <a:cubicBezTo>
                      <a:pt x="256" y="378"/>
                      <a:pt x="257" y="381"/>
                      <a:pt x="260" y="382"/>
                    </a:cubicBezTo>
                    <a:cubicBezTo>
                      <a:pt x="262" y="382"/>
                      <a:pt x="264" y="381"/>
                      <a:pt x="266" y="382"/>
                    </a:cubicBezTo>
                    <a:cubicBezTo>
                      <a:pt x="268" y="383"/>
                      <a:pt x="269" y="385"/>
                      <a:pt x="271" y="385"/>
                    </a:cubicBezTo>
                    <a:cubicBezTo>
                      <a:pt x="276" y="387"/>
                      <a:pt x="278" y="384"/>
                      <a:pt x="282" y="382"/>
                    </a:cubicBezTo>
                    <a:cubicBezTo>
                      <a:pt x="286" y="381"/>
                      <a:pt x="287" y="384"/>
                      <a:pt x="291" y="382"/>
                    </a:cubicBezTo>
                    <a:cubicBezTo>
                      <a:pt x="295" y="379"/>
                      <a:pt x="295" y="373"/>
                      <a:pt x="300" y="370"/>
                    </a:cubicBezTo>
                    <a:cubicBezTo>
                      <a:pt x="301" y="369"/>
                      <a:pt x="303" y="367"/>
                      <a:pt x="305" y="367"/>
                    </a:cubicBezTo>
                    <a:cubicBezTo>
                      <a:pt x="306" y="367"/>
                      <a:pt x="308" y="369"/>
                      <a:pt x="309" y="369"/>
                    </a:cubicBezTo>
                    <a:cubicBezTo>
                      <a:pt x="314" y="369"/>
                      <a:pt x="320" y="367"/>
                      <a:pt x="324" y="369"/>
                    </a:cubicBezTo>
                    <a:cubicBezTo>
                      <a:pt x="326" y="370"/>
                      <a:pt x="327" y="372"/>
                      <a:pt x="329" y="372"/>
                    </a:cubicBezTo>
                    <a:cubicBezTo>
                      <a:pt x="331" y="373"/>
                      <a:pt x="333" y="372"/>
                      <a:pt x="335" y="372"/>
                    </a:cubicBezTo>
                    <a:cubicBezTo>
                      <a:pt x="337" y="372"/>
                      <a:pt x="338" y="373"/>
                      <a:pt x="340" y="373"/>
                    </a:cubicBezTo>
                    <a:cubicBezTo>
                      <a:pt x="341" y="373"/>
                      <a:pt x="346" y="372"/>
                      <a:pt x="347" y="372"/>
                    </a:cubicBezTo>
                    <a:cubicBezTo>
                      <a:pt x="350" y="371"/>
                      <a:pt x="351" y="369"/>
                      <a:pt x="354" y="368"/>
                    </a:cubicBezTo>
                    <a:cubicBezTo>
                      <a:pt x="356" y="367"/>
                      <a:pt x="357" y="367"/>
                      <a:pt x="360" y="367"/>
                    </a:cubicBezTo>
                    <a:cubicBezTo>
                      <a:pt x="362" y="367"/>
                      <a:pt x="365" y="366"/>
                      <a:pt x="367" y="366"/>
                    </a:cubicBezTo>
                    <a:cubicBezTo>
                      <a:pt x="369" y="365"/>
                      <a:pt x="372" y="366"/>
                      <a:pt x="374" y="365"/>
                    </a:cubicBezTo>
                    <a:cubicBezTo>
                      <a:pt x="378" y="364"/>
                      <a:pt x="381" y="362"/>
                      <a:pt x="385" y="360"/>
                    </a:cubicBezTo>
                    <a:cubicBezTo>
                      <a:pt x="389" y="358"/>
                      <a:pt x="394" y="359"/>
                      <a:pt x="399" y="361"/>
                    </a:cubicBezTo>
                    <a:cubicBezTo>
                      <a:pt x="401" y="361"/>
                      <a:pt x="403" y="363"/>
                      <a:pt x="405" y="364"/>
                    </a:cubicBezTo>
                    <a:cubicBezTo>
                      <a:pt x="407" y="364"/>
                      <a:pt x="409" y="363"/>
                      <a:pt x="411" y="364"/>
                    </a:cubicBezTo>
                    <a:cubicBezTo>
                      <a:pt x="413" y="364"/>
                      <a:pt x="415" y="366"/>
                      <a:pt x="417" y="367"/>
                    </a:cubicBezTo>
                    <a:cubicBezTo>
                      <a:pt x="418" y="367"/>
                      <a:pt x="419" y="367"/>
                      <a:pt x="419" y="367"/>
                    </a:cubicBezTo>
                    <a:cubicBezTo>
                      <a:pt x="421" y="368"/>
                      <a:pt x="420" y="369"/>
                      <a:pt x="420" y="370"/>
                    </a:cubicBezTo>
                    <a:cubicBezTo>
                      <a:pt x="421" y="373"/>
                      <a:pt x="421" y="375"/>
                      <a:pt x="425" y="375"/>
                    </a:cubicBezTo>
                    <a:cubicBezTo>
                      <a:pt x="427" y="375"/>
                      <a:pt x="429" y="373"/>
                      <a:pt x="431" y="372"/>
                    </a:cubicBezTo>
                    <a:cubicBezTo>
                      <a:pt x="434" y="371"/>
                      <a:pt x="438" y="370"/>
                      <a:pt x="441" y="370"/>
                    </a:cubicBezTo>
                    <a:cubicBezTo>
                      <a:pt x="444" y="370"/>
                      <a:pt x="444" y="373"/>
                      <a:pt x="447" y="374"/>
                    </a:cubicBezTo>
                    <a:cubicBezTo>
                      <a:pt x="452" y="377"/>
                      <a:pt x="454" y="373"/>
                      <a:pt x="459" y="371"/>
                    </a:cubicBezTo>
                    <a:cubicBezTo>
                      <a:pt x="461" y="370"/>
                      <a:pt x="463" y="371"/>
                      <a:pt x="465" y="370"/>
                    </a:cubicBezTo>
                    <a:cubicBezTo>
                      <a:pt x="467" y="370"/>
                      <a:pt x="468" y="369"/>
                      <a:pt x="470" y="369"/>
                    </a:cubicBezTo>
                    <a:cubicBezTo>
                      <a:pt x="472" y="368"/>
                      <a:pt x="476" y="369"/>
                      <a:pt x="478" y="369"/>
                    </a:cubicBezTo>
                    <a:cubicBezTo>
                      <a:pt x="481" y="369"/>
                      <a:pt x="482" y="367"/>
                      <a:pt x="485" y="367"/>
                    </a:cubicBezTo>
                    <a:cubicBezTo>
                      <a:pt x="489" y="366"/>
                      <a:pt x="494" y="367"/>
                      <a:pt x="498" y="367"/>
                    </a:cubicBezTo>
                    <a:cubicBezTo>
                      <a:pt x="506" y="367"/>
                      <a:pt x="519" y="368"/>
                      <a:pt x="523" y="377"/>
                    </a:cubicBezTo>
                    <a:cubicBezTo>
                      <a:pt x="526" y="377"/>
                      <a:pt x="527" y="373"/>
                      <a:pt x="529" y="372"/>
                    </a:cubicBezTo>
                    <a:cubicBezTo>
                      <a:pt x="532" y="370"/>
                      <a:pt x="532" y="372"/>
                      <a:pt x="535" y="374"/>
                    </a:cubicBezTo>
                    <a:cubicBezTo>
                      <a:pt x="538" y="376"/>
                      <a:pt x="542" y="379"/>
                      <a:pt x="545" y="380"/>
                    </a:cubicBezTo>
                    <a:cubicBezTo>
                      <a:pt x="550" y="382"/>
                      <a:pt x="556" y="380"/>
                      <a:pt x="560" y="379"/>
                    </a:cubicBezTo>
                    <a:cubicBezTo>
                      <a:pt x="562" y="379"/>
                      <a:pt x="565" y="378"/>
                      <a:pt x="567" y="378"/>
                    </a:cubicBezTo>
                    <a:cubicBezTo>
                      <a:pt x="570" y="379"/>
                      <a:pt x="571" y="381"/>
                      <a:pt x="573" y="383"/>
                    </a:cubicBezTo>
                    <a:cubicBezTo>
                      <a:pt x="577" y="386"/>
                      <a:pt x="581" y="384"/>
                      <a:pt x="586" y="386"/>
                    </a:cubicBezTo>
                    <a:cubicBezTo>
                      <a:pt x="587" y="386"/>
                      <a:pt x="589" y="386"/>
                      <a:pt x="590" y="387"/>
                    </a:cubicBezTo>
                    <a:cubicBezTo>
                      <a:pt x="593" y="388"/>
                      <a:pt x="596" y="390"/>
                      <a:pt x="599" y="390"/>
                    </a:cubicBezTo>
                    <a:cubicBezTo>
                      <a:pt x="603" y="391"/>
                      <a:pt x="605" y="388"/>
                      <a:pt x="608" y="387"/>
                    </a:cubicBezTo>
                    <a:cubicBezTo>
                      <a:pt x="609" y="387"/>
                      <a:pt x="611" y="385"/>
                      <a:pt x="612" y="385"/>
                    </a:cubicBezTo>
                    <a:cubicBezTo>
                      <a:pt x="615" y="381"/>
                      <a:pt x="614" y="374"/>
                      <a:pt x="613" y="370"/>
                    </a:cubicBezTo>
                    <a:cubicBezTo>
                      <a:pt x="615" y="371"/>
                      <a:pt x="619" y="367"/>
                      <a:pt x="620" y="365"/>
                    </a:cubicBezTo>
                    <a:cubicBezTo>
                      <a:pt x="622" y="361"/>
                      <a:pt x="616" y="359"/>
                      <a:pt x="621" y="354"/>
                    </a:cubicBezTo>
                    <a:cubicBezTo>
                      <a:pt x="623" y="352"/>
                      <a:pt x="624" y="353"/>
                      <a:pt x="627" y="352"/>
                    </a:cubicBezTo>
                    <a:cubicBezTo>
                      <a:pt x="629" y="351"/>
                      <a:pt x="629" y="350"/>
                      <a:pt x="631" y="349"/>
                    </a:cubicBezTo>
                    <a:cubicBezTo>
                      <a:pt x="632" y="348"/>
                      <a:pt x="636" y="346"/>
                      <a:pt x="636" y="345"/>
                    </a:cubicBezTo>
                    <a:cubicBezTo>
                      <a:pt x="636" y="342"/>
                      <a:pt x="632" y="342"/>
                      <a:pt x="630" y="341"/>
                    </a:cubicBezTo>
                    <a:cubicBezTo>
                      <a:pt x="628" y="339"/>
                      <a:pt x="625" y="335"/>
                      <a:pt x="625" y="332"/>
                    </a:cubicBezTo>
                    <a:cubicBezTo>
                      <a:pt x="625" y="330"/>
                      <a:pt x="626" y="328"/>
                      <a:pt x="627" y="326"/>
                    </a:cubicBezTo>
                    <a:cubicBezTo>
                      <a:pt x="627" y="323"/>
                      <a:pt x="625" y="321"/>
                      <a:pt x="625" y="319"/>
                    </a:cubicBezTo>
                    <a:cubicBezTo>
                      <a:pt x="625" y="316"/>
                      <a:pt x="625" y="312"/>
                      <a:pt x="625" y="309"/>
                    </a:cubicBezTo>
                    <a:cubicBezTo>
                      <a:pt x="627" y="304"/>
                      <a:pt x="633" y="302"/>
                      <a:pt x="636" y="299"/>
                    </a:cubicBezTo>
                    <a:cubicBezTo>
                      <a:pt x="635" y="297"/>
                      <a:pt x="633" y="296"/>
                      <a:pt x="630" y="296"/>
                    </a:cubicBezTo>
                    <a:cubicBezTo>
                      <a:pt x="630" y="294"/>
                      <a:pt x="632" y="293"/>
                      <a:pt x="632" y="292"/>
                    </a:cubicBezTo>
                    <a:cubicBezTo>
                      <a:pt x="632" y="290"/>
                      <a:pt x="631" y="290"/>
                      <a:pt x="630" y="289"/>
                    </a:cubicBezTo>
                    <a:cubicBezTo>
                      <a:pt x="630" y="285"/>
                      <a:pt x="633" y="285"/>
                      <a:pt x="634" y="281"/>
                    </a:cubicBezTo>
                    <a:cubicBezTo>
                      <a:pt x="634" y="280"/>
                      <a:pt x="633" y="279"/>
                      <a:pt x="633" y="278"/>
                    </a:cubicBezTo>
                    <a:cubicBezTo>
                      <a:pt x="632" y="276"/>
                      <a:pt x="632" y="275"/>
                      <a:pt x="632" y="273"/>
                    </a:cubicBezTo>
                    <a:cubicBezTo>
                      <a:pt x="632" y="270"/>
                      <a:pt x="631" y="269"/>
                      <a:pt x="630" y="266"/>
                    </a:cubicBezTo>
                    <a:cubicBezTo>
                      <a:pt x="630" y="264"/>
                      <a:pt x="630" y="263"/>
                      <a:pt x="630" y="261"/>
                    </a:cubicBezTo>
                    <a:cubicBezTo>
                      <a:pt x="629" y="260"/>
                      <a:pt x="627" y="258"/>
                      <a:pt x="626" y="257"/>
                    </a:cubicBezTo>
                    <a:cubicBezTo>
                      <a:pt x="625" y="255"/>
                      <a:pt x="625" y="253"/>
                      <a:pt x="625" y="250"/>
                    </a:cubicBezTo>
                    <a:cubicBezTo>
                      <a:pt x="625" y="246"/>
                      <a:pt x="628" y="246"/>
                      <a:pt x="629" y="242"/>
                    </a:cubicBezTo>
                    <a:cubicBezTo>
                      <a:pt x="630" y="241"/>
                      <a:pt x="630" y="240"/>
                      <a:pt x="631" y="238"/>
                    </a:cubicBezTo>
                    <a:cubicBezTo>
                      <a:pt x="632" y="236"/>
                      <a:pt x="635" y="235"/>
                      <a:pt x="636" y="232"/>
                    </a:cubicBezTo>
                    <a:cubicBezTo>
                      <a:pt x="632" y="230"/>
                      <a:pt x="635" y="226"/>
                      <a:pt x="635" y="222"/>
                    </a:cubicBezTo>
                    <a:cubicBezTo>
                      <a:pt x="636" y="220"/>
                      <a:pt x="639" y="217"/>
                      <a:pt x="639" y="215"/>
                    </a:cubicBezTo>
                    <a:cubicBezTo>
                      <a:pt x="639" y="214"/>
                      <a:pt x="638" y="214"/>
                      <a:pt x="638" y="213"/>
                    </a:cubicBezTo>
                    <a:cubicBezTo>
                      <a:pt x="637" y="212"/>
                      <a:pt x="637" y="212"/>
                      <a:pt x="637" y="210"/>
                    </a:cubicBezTo>
                    <a:cubicBezTo>
                      <a:pt x="637" y="206"/>
                      <a:pt x="635" y="204"/>
                      <a:pt x="633" y="200"/>
                    </a:cubicBezTo>
                    <a:cubicBezTo>
                      <a:pt x="633" y="198"/>
                      <a:pt x="631" y="195"/>
                      <a:pt x="630" y="193"/>
                    </a:cubicBezTo>
                    <a:cubicBezTo>
                      <a:pt x="630" y="191"/>
                      <a:pt x="632" y="188"/>
                      <a:pt x="633" y="185"/>
                    </a:cubicBezTo>
                    <a:cubicBezTo>
                      <a:pt x="635" y="181"/>
                      <a:pt x="637" y="175"/>
                      <a:pt x="636" y="171"/>
                    </a:cubicBezTo>
                    <a:cubicBezTo>
                      <a:pt x="636" y="169"/>
                      <a:pt x="634" y="168"/>
                      <a:pt x="633" y="167"/>
                    </a:cubicBezTo>
                    <a:cubicBezTo>
                      <a:pt x="632" y="166"/>
                      <a:pt x="632" y="164"/>
                      <a:pt x="631" y="162"/>
                    </a:cubicBezTo>
                    <a:cubicBezTo>
                      <a:pt x="631" y="160"/>
                      <a:pt x="630" y="161"/>
                      <a:pt x="631" y="159"/>
                    </a:cubicBezTo>
                    <a:cubicBezTo>
                      <a:pt x="631" y="156"/>
                      <a:pt x="633" y="154"/>
                      <a:pt x="633" y="151"/>
                    </a:cubicBezTo>
                    <a:cubicBezTo>
                      <a:pt x="634" y="147"/>
                      <a:pt x="633" y="144"/>
                      <a:pt x="631" y="141"/>
                    </a:cubicBezTo>
                    <a:cubicBezTo>
                      <a:pt x="629" y="136"/>
                      <a:pt x="632" y="135"/>
                      <a:pt x="634" y="131"/>
                    </a:cubicBezTo>
                    <a:cubicBezTo>
                      <a:pt x="636" y="126"/>
                      <a:pt x="631" y="125"/>
                      <a:pt x="632" y="120"/>
                    </a:cubicBezTo>
                    <a:cubicBezTo>
                      <a:pt x="632" y="116"/>
                      <a:pt x="634" y="113"/>
                      <a:pt x="634" y="109"/>
                    </a:cubicBezTo>
                    <a:cubicBezTo>
                      <a:pt x="633" y="105"/>
                      <a:pt x="631" y="102"/>
                      <a:pt x="630" y="98"/>
                    </a:cubicBezTo>
                    <a:cubicBezTo>
                      <a:pt x="629" y="95"/>
                      <a:pt x="631" y="92"/>
                      <a:pt x="630" y="88"/>
                    </a:cubicBezTo>
                    <a:cubicBezTo>
                      <a:pt x="629" y="84"/>
                      <a:pt x="628" y="81"/>
                      <a:pt x="628" y="76"/>
                    </a:cubicBezTo>
                    <a:cubicBezTo>
                      <a:pt x="629" y="72"/>
                      <a:pt x="631" y="68"/>
                      <a:pt x="630" y="64"/>
                    </a:cubicBezTo>
                    <a:cubicBezTo>
                      <a:pt x="630" y="61"/>
                      <a:pt x="628" y="60"/>
                      <a:pt x="628" y="58"/>
                    </a:cubicBezTo>
                    <a:cubicBezTo>
                      <a:pt x="627" y="56"/>
                      <a:pt x="628" y="55"/>
                      <a:pt x="629" y="53"/>
                    </a:cubicBezTo>
                    <a:cubicBezTo>
                      <a:pt x="631" y="49"/>
                      <a:pt x="631" y="44"/>
                      <a:pt x="630" y="40"/>
                    </a:cubicBezTo>
                    <a:cubicBezTo>
                      <a:pt x="630" y="36"/>
                      <a:pt x="628" y="34"/>
                      <a:pt x="625" y="31"/>
                    </a:cubicBezTo>
                    <a:cubicBezTo>
                      <a:pt x="623" y="28"/>
                      <a:pt x="624" y="28"/>
                      <a:pt x="624" y="24"/>
                    </a:cubicBezTo>
                    <a:cubicBezTo>
                      <a:pt x="623" y="22"/>
                      <a:pt x="622" y="19"/>
                      <a:pt x="622" y="17"/>
                    </a:cubicBezTo>
                    <a:cubicBezTo>
                      <a:pt x="622" y="14"/>
                      <a:pt x="622" y="13"/>
                      <a:pt x="620" y="11"/>
                    </a:cubicBezTo>
                    <a:cubicBezTo>
                      <a:pt x="619" y="9"/>
                      <a:pt x="617" y="8"/>
                      <a:pt x="616" y="5"/>
                    </a:cubicBezTo>
                    <a:cubicBezTo>
                      <a:pt x="615" y="3"/>
                      <a:pt x="615" y="2"/>
                      <a:pt x="614" y="0"/>
                    </a:cubicBezTo>
                    <a:cubicBezTo>
                      <a:pt x="610" y="2"/>
                      <a:pt x="606" y="5"/>
                      <a:pt x="604" y="8"/>
                    </a:cubicBezTo>
                    <a:lnTo>
                      <a:pt x="0" y="357"/>
                    </a:lnTo>
                    <a:close/>
                  </a:path>
                </a:pathLst>
              </a:custGeom>
              <a:solidFill>
                <a:schemeClr val="dk2"/>
              </a:solidFill>
              <a:ln>
                <a:noFill/>
              </a:ln>
              <a:effectLst>
                <a:outerShdw blurRad="57150" rotWithShape="0" algn="bl" dir="1596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21"/>
              <p:cNvSpPr/>
              <p:nvPr/>
            </p:nvSpPr>
            <p:spPr>
              <a:xfrm rot="1307834">
                <a:off x="-1281847" y="-644848"/>
                <a:ext cx="2366962" cy="2128839"/>
              </a:xfrm>
              <a:custGeom>
                <a:rect b="b" l="l" r="r" t="t"/>
                <a:pathLst>
                  <a:path extrusionOk="0" h="569" w="631">
                    <a:moveTo>
                      <a:pt x="631" y="40"/>
                    </a:moveTo>
                    <a:cubicBezTo>
                      <a:pt x="631" y="214"/>
                      <a:pt x="631" y="214"/>
                      <a:pt x="631" y="214"/>
                    </a:cubicBezTo>
                    <a:cubicBezTo>
                      <a:pt x="631" y="214"/>
                      <a:pt x="630" y="215"/>
                      <a:pt x="630" y="216"/>
                    </a:cubicBezTo>
                    <a:cubicBezTo>
                      <a:pt x="627" y="222"/>
                      <a:pt x="626" y="226"/>
                      <a:pt x="626" y="232"/>
                    </a:cubicBezTo>
                    <a:cubicBezTo>
                      <a:pt x="626" y="237"/>
                      <a:pt x="626" y="243"/>
                      <a:pt x="624" y="247"/>
                    </a:cubicBezTo>
                    <a:cubicBezTo>
                      <a:pt x="623" y="251"/>
                      <a:pt x="619" y="253"/>
                      <a:pt x="619" y="259"/>
                    </a:cubicBezTo>
                    <a:cubicBezTo>
                      <a:pt x="619" y="263"/>
                      <a:pt x="621" y="267"/>
                      <a:pt x="621" y="272"/>
                    </a:cubicBezTo>
                    <a:cubicBezTo>
                      <a:pt x="621" y="281"/>
                      <a:pt x="621" y="291"/>
                      <a:pt x="621" y="301"/>
                    </a:cubicBezTo>
                    <a:cubicBezTo>
                      <a:pt x="621" y="305"/>
                      <a:pt x="620" y="310"/>
                      <a:pt x="621" y="314"/>
                    </a:cubicBezTo>
                    <a:cubicBezTo>
                      <a:pt x="621" y="321"/>
                      <a:pt x="623" y="328"/>
                      <a:pt x="622" y="335"/>
                    </a:cubicBezTo>
                    <a:cubicBezTo>
                      <a:pt x="622" y="341"/>
                      <a:pt x="619" y="346"/>
                      <a:pt x="619" y="352"/>
                    </a:cubicBezTo>
                    <a:cubicBezTo>
                      <a:pt x="619" y="358"/>
                      <a:pt x="623" y="363"/>
                      <a:pt x="623" y="369"/>
                    </a:cubicBezTo>
                    <a:cubicBezTo>
                      <a:pt x="623" y="372"/>
                      <a:pt x="621" y="374"/>
                      <a:pt x="621" y="378"/>
                    </a:cubicBezTo>
                    <a:cubicBezTo>
                      <a:pt x="620" y="380"/>
                      <a:pt x="621" y="383"/>
                      <a:pt x="620" y="386"/>
                    </a:cubicBezTo>
                    <a:cubicBezTo>
                      <a:pt x="619" y="390"/>
                      <a:pt x="617" y="390"/>
                      <a:pt x="618" y="394"/>
                    </a:cubicBezTo>
                    <a:cubicBezTo>
                      <a:pt x="619" y="397"/>
                      <a:pt x="621" y="399"/>
                      <a:pt x="621" y="401"/>
                    </a:cubicBezTo>
                    <a:cubicBezTo>
                      <a:pt x="621" y="404"/>
                      <a:pt x="620" y="406"/>
                      <a:pt x="619" y="409"/>
                    </a:cubicBezTo>
                    <a:cubicBezTo>
                      <a:pt x="619" y="412"/>
                      <a:pt x="619" y="414"/>
                      <a:pt x="618" y="417"/>
                    </a:cubicBezTo>
                    <a:cubicBezTo>
                      <a:pt x="617" y="422"/>
                      <a:pt x="614" y="425"/>
                      <a:pt x="613" y="431"/>
                    </a:cubicBezTo>
                    <a:cubicBezTo>
                      <a:pt x="613" y="437"/>
                      <a:pt x="615" y="441"/>
                      <a:pt x="615" y="448"/>
                    </a:cubicBezTo>
                    <a:cubicBezTo>
                      <a:pt x="615" y="451"/>
                      <a:pt x="615" y="454"/>
                      <a:pt x="615" y="457"/>
                    </a:cubicBezTo>
                    <a:cubicBezTo>
                      <a:pt x="616" y="459"/>
                      <a:pt x="619" y="463"/>
                      <a:pt x="619" y="465"/>
                    </a:cubicBezTo>
                    <a:cubicBezTo>
                      <a:pt x="615" y="467"/>
                      <a:pt x="613" y="475"/>
                      <a:pt x="613" y="479"/>
                    </a:cubicBezTo>
                    <a:cubicBezTo>
                      <a:pt x="614" y="481"/>
                      <a:pt x="615" y="480"/>
                      <a:pt x="615" y="482"/>
                    </a:cubicBezTo>
                    <a:cubicBezTo>
                      <a:pt x="615" y="482"/>
                      <a:pt x="613" y="486"/>
                      <a:pt x="613" y="486"/>
                    </a:cubicBezTo>
                    <a:cubicBezTo>
                      <a:pt x="612" y="489"/>
                      <a:pt x="612" y="491"/>
                      <a:pt x="612" y="495"/>
                    </a:cubicBezTo>
                    <a:cubicBezTo>
                      <a:pt x="612" y="497"/>
                      <a:pt x="612" y="499"/>
                      <a:pt x="611" y="500"/>
                    </a:cubicBezTo>
                    <a:cubicBezTo>
                      <a:pt x="610" y="501"/>
                      <a:pt x="607" y="501"/>
                      <a:pt x="606" y="503"/>
                    </a:cubicBezTo>
                    <a:cubicBezTo>
                      <a:pt x="605" y="505"/>
                      <a:pt x="606" y="509"/>
                      <a:pt x="606" y="511"/>
                    </a:cubicBezTo>
                    <a:cubicBezTo>
                      <a:pt x="606" y="517"/>
                      <a:pt x="607" y="520"/>
                      <a:pt x="609" y="525"/>
                    </a:cubicBezTo>
                    <a:cubicBezTo>
                      <a:pt x="613" y="533"/>
                      <a:pt x="610" y="536"/>
                      <a:pt x="607" y="544"/>
                    </a:cubicBezTo>
                    <a:cubicBezTo>
                      <a:pt x="606" y="547"/>
                      <a:pt x="606" y="552"/>
                      <a:pt x="604" y="554"/>
                    </a:cubicBezTo>
                    <a:cubicBezTo>
                      <a:pt x="602" y="557"/>
                      <a:pt x="596" y="556"/>
                      <a:pt x="593" y="557"/>
                    </a:cubicBezTo>
                    <a:cubicBezTo>
                      <a:pt x="586" y="557"/>
                      <a:pt x="580" y="557"/>
                      <a:pt x="573" y="560"/>
                    </a:cubicBezTo>
                    <a:cubicBezTo>
                      <a:pt x="568" y="563"/>
                      <a:pt x="559" y="563"/>
                      <a:pt x="553" y="562"/>
                    </a:cubicBezTo>
                    <a:cubicBezTo>
                      <a:pt x="545" y="560"/>
                      <a:pt x="538" y="558"/>
                      <a:pt x="530" y="558"/>
                    </a:cubicBezTo>
                    <a:cubicBezTo>
                      <a:pt x="524" y="558"/>
                      <a:pt x="522" y="557"/>
                      <a:pt x="517" y="555"/>
                    </a:cubicBezTo>
                    <a:cubicBezTo>
                      <a:pt x="508" y="550"/>
                      <a:pt x="500" y="549"/>
                      <a:pt x="490" y="549"/>
                    </a:cubicBezTo>
                    <a:cubicBezTo>
                      <a:pt x="480" y="549"/>
                      <a:pt x="468" y="551"/>
                      <a:pt x="458" y="547"/>
                    </a:cubicBezTo>
                    <a:cubicBezTo>
                      <a:pt x="451" y="544"/>
                      <a:pt x="447" y="540"/>
                      <a:pt x="439" y="540"/>
                    </a:cubicBezTo>
                    <a:cubicBezTo>
                      <a:pt x="434" y="540"/>
                      <a:pt x="431" y="540"/>
                      <a:pt x="427" y="539"/>
                    </a:cubicBezTo>
                    <a:cubicBezTo>
                      <a:pt x="416" y="537"/>
                      <a:pt x="409" y="541"/>
                      <a:pt x="399" y="542"/>
                    </a:cubicBezTo>
                    <a:cubicBezTo>
                      <a:pt x="393" y="542"/>
                      <a:pt x="388" y="542"/>
                      <a:pt x="382" y="543"/>
                    </a:cubicBezTo>
                    <a:cubicBezTo>
                      <a:pt x="375" y="545"/>
                      <a:pt x="369" y="548"/>
                      <a:pt x="361" y="547"/>
                    </a:cubicBezTo>
                    <a:cubicBezTo>
                      <a:pt x="354" y="547"/>
                      <a:pt x="348" y="549"/>
                      <a:pt x="341" y="551"/>
                    </a:cubicBezTo>
                    <a:cubicBezTo>
                      <a:pt x="336" y="552"/>
                      <a:pt x="332" y="549"/>
                      <a:pt x="327" y="549"/>
                    </a:cubicBezTo>
                    <a:cubicBezTo>
                      <a:pt x="320" y="549"/>
                      <a:pt x="312" y="551"/>
                      <a:pt x="306" y="548"/>
                    </a:cubicBezTo>
                    <a:cubicBezTo>
                      <a:pt x="299" y="545"/>
                      <a:pt x="297" y="541"/>
                      <a:pt x="290" y="548"/>
                    </a:cubicBezTo>
                    <a:cubicBezTo>
                      <a:pt x="286" y="551"/>
                      <a:pt x="283" y="555"/>
                      <a:pt x="278" y="557"/>
                    </a:cubicBezTo>
                    <a:cubicBezTo>
                      <a:pt x="276" y="557"/>
                      <a:pt x="276" y="556"/>
                      <a:pt x="274" y="557"/>
                    </a:cubicBezTo>
                    <a:cubicBezTo>
                      <a:pt x="273" y="558"/>
                      <a:pt x="272" y="561"/>
                      <a:pt x="270" y="562"/>
                    </a:cubicBezTo>
                    <a:cubicBezTo>
                      <a:pt x="268" y="563"/>
                      <a:pt x="264" y="562"/>
                      <a:pt x="261" y="562"/>
                    </a:cubicBezTo>
                    <a:cubicBezTo>
                      <a:pt x="253" y="562"/>
                      <a:pt x="246" y="562"/>
                      <a:pt x="238" y="561"/>
                    </a:cubicBezTo>
                    <a:cubicBezTo>
                      <a:pt x="232" y="560"/>
                      <a:pt x="226" y="558"/>
                      <a:pt x="219" y="558"/>
                    </a:cubicBezTo>
                    <a:cubicBezTo>
                      <a:pt x="213" y="558"/>
                      <a:pt x="206" y="557"/>
                      <a:pt x="199" y="556"/>
                    </a:cubicBezTo>
                    <a:cubicBezTo>
                      <a:pt x="196" y="556"/>
                      <a:pt x="193" y="556"/>
                      <a:pt x="190" y="558"/>
                    </a:cubicBezTo>
                    <a:cubicBezTo>
                      <a:pt x="187" y="561"/>
                      <a:pt x="188" y="566"/>
                      <a:pt x="185" y="569"/>
                    </a:cubicBezTo>
                    <a:cubicBezTo>
                      <a:pt x="183" y="569"/>
                      <a:pt x="181" y="568"/>
                      <a:pt x="179" y="565"/>
                    </a:cubicBezTo>
                    <a:cubicBezTo>
                      <a:pt x="174" y="562"/>
                      <a:pt x="169" y="559"/>
                      <a:pt x="163" y="557"/>
                    </a:cubicBezTo>
                    <a:cubicBezTo>
                      <a:pt x="161" y="557"/>
                      <a:pt x="156" y="554"/>
                      <a:pt x="154" y="554"/>
                    </a:cubicBezTo>
                    <a:cubicBezTo>
                      <a:pt x="152" y="554"/>
                      <a:pt x="149" y="556"/>
                      <a:pt x="147" y="556"/>
                    </a:cubicBezTo>
                    <a:cubicBezTo>
                      <a:pt x="144" y="557"/>
                      <a:pt x="141" y="557"/>
                      <a:pt x="139" y="558"/>
                    </a:cubicBezTo>
                    <a:cubicBezTo>
                      <a:pt x="136" y="558"/>
                      <a:pt x="135" y="560"/>
                      <a:pt x="132" y="560"/>
                    </a:cubicBezTo>
                    <a:cubicBezTo>
                      <a:pt x="130" y="561"/>
                      <a:pt x="127" y="560"/>
                      <a:pt x="125" y="560"/>
                    </a:cubicBezTo>
                    <a:cubicBezTo>
                      <a:pt x="118" y="560"/>
                      <a:pt x="112" y="561"/>
                      <a:pt x="105" y="562"/>
                    </a:cubicBezTo>
                    <a:cubicBezTo>
                      <a:pt x="100" y="563"/>
                      <a:pt x="93" y="562"/>
                      <a:pt x="87" y="562"/>
                    </a:cubicBezTo>
                    <a:cubicBezTo>
                      <a:pt x="78" y="562"/>
                      <a:pt x="68" y="559"/>
                      <a:pt x="59" y="558"/>
                    </a:cubicBezTo>
                    <a:cubicBezTo>
                      <a:pt x="49" y="556"/>
                      <a:pt x="37" y="556"/>
                      <a:pt x="26" y="554"/>
                    </a:cubicBezTo>
                    <a:cubicBezTo>
                      <a:pt x="18" y="553"/>
                      <a:pt x="9" y="553"/>
                      <a:pt x="1" y="553"/>
                    </a:cubicBezTo>
                    <a:cubicBezTo>
                      <a:pt x="0" y="551"/>
                      <a:pt x="0" y="550"/>
                      <a:pt x="0" y="548"/>
                    </a:cubicBezTo>
                    <a:cubicBezTo>
                      <a:pt x="0" y="40"/>
                      <a:pt x="0" y="40"/>
                      <a:pt x="0" y="40"/>
                    </a:cubicBezTo>
                    <a:cubicBezTo>
                      <a:pt x="0" y="18"/>
                      <a:pt x="18" y="0"/>
                      <a:pt x="40" y="0"/>
                    </a:cubicBezTo>
                    <a:cubicBezTo>
                      <a:pt x="591" y="0"/>
                      <a:pt x="591" y="0"/>
                      <a:pt x="591" y="0"/>
                    </a:cubicBezTo>
                    <a:cubicBezTo>
                      <a:pt x="613" y="0"/>
                      <a:pt x="631" y="18"/>
                      <a:pt x="631" y="4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3" name="Google Shape;793;p21"/>
            <p:cNvGrpSpPr/>
            <p:nvPr/>
          </p:nvGrpSpPr>
          <p:grpSpPr>
            <a:xfrm flipH="1" rot="10800000">
              <a:off x="7439489" y="-125735"/>
              <a:ext cx="1760698" cy="1655955"/>
              <a:chOff x="7071322" y="3223960"/>
              <a:chExt cx="2152706" cy="2024642"/>
            </a:xfrm>
          </p:grpSpPr>
          <p:sp>
            <p:nvSpPr>
              <p:cNvPr id="794" name="Google Shape;794;p21"/>
              <p:cNvSpPr/>
              <p:nvPr/>
            </p:nvSpPr>
            <p:spPr>
              <a:xfrm rot="10800000">
                <a:off x="7071322" y="3223960"/>
                <a:ext cx="2152706" cy="2024642"/>
              </a:xfrm>
              <a:custGeom>
                <a:rect b="b" l="l" r="r" t="t"/>
                <a:pathLst>
                  <a:path extrusionOk="0" h="57785" w="64380">
                    <a:moveTo>
                      <a:pt x="6704" y="0"/>
                    </a:moveTo>
                    <a:cubicBezTo>
                      <a:pt x="3010" y="0"/>
                      <a:pt x="1" y="2976"/>
                      <a:pt x="1" y="6690"/>
                    </a:cubicBezTo>
                    <a:lnTo>
                      <a:pt x="1" y="57784"/>
                    </a:lnTo>
                    <a:cubicBezTo>
                      <a:pt x="335" y="57420"/>
                      <a:pt x="730" y="57085"/>
                      <a:pt x="1156" y="56842"/>
                    </a:cubicBezTo>
                    <a:lnTo>
                      <a:pt x="882" y="56690"/>
                    </a:lnTo>
                    <a:lnTo>
                      <a:pt x="1217" y="56234"/>
                    </a:lnTo>
                    <a:cubicBezTo>
                      <a:pt x="1217" y="56022"/>
                      <a:pt x="1308" y="55839"/>
                      <a:pt x="1490" y="55778"/>
                    </a:cubicBezTo>
                    <a:cubicBezTo>
                      <a:pt x="1521" y="55657"/>
                      <a:pt x="1582" y="55535"/>
                      <a:pt x="1612" y="55383"/>
                    </a:cubicBezTo>
                    <a:cubicBezTo>
                      <a:pt x="1612" y="55262"/>
                      <a:pt x="1703" y="55170"/>
                      <a:pt x="1794" y="55110"/>
                    </a:cubicBezTo>
                    <a:lnTo>
                      <a:pt x="1794" y="55140"/>
                    </a:lnTo>
                    <a:cubicBezTo>
                      <a:pt x="1864" y="55233"/>
                      <a:pt x="1969" y="55273"/>
                      <a:pt x="2123" y="55273"/>
                    </a:cubicBezTo>
                    <a:cubicBezTo>
                      <a:pt x="2171" y="55273"/>
                      <a:pt x="2223" y="55269"/>
                      <a:pt x="2281" y="55262"/>
                    </a:cubicBezTo>
                    <a:cubicBezTo>
                      <a:pt x="2341" y="55049"/>
                      <a:pt x="2433" y="54867"/>
                      <a:pt x="2524" y="54654"/>
                    </a:cubicBezTo>
                    <a:cubicBezTo>
                      <a:pt x="2493" y="54441"/>
                      <a:pt x="2493" y="54198"/>
                      <a:pt x="2554" y="53955"/>
                    </a:cubicBezTo>
                    <a:lnTo>
                      <a:pt x="2676" y="53955"/>
                    </a:lnTo>
                    <a:cubicBezTo>
                      <a:pt x="2767" y="53985"/>
                      <a:pt x="2858" y="54015"/>
                      <a:pt x="2949" y="54076"/>
                    </a:cubicBezTo>
                    <a:cubicBezTo>
                      <a:pt x="3436" y="53529"/>
                      <a:pt x="3952" y="53043"/>
                      <a:pt x="4500" y="52587"/>
                    </a:cubicBezTo>
                    <a:cubicBezTo>
                      <a:pt x="5168" y="51979"/>
                      <a:pt x="5715" y="51462"/>
                      <a:pt x="6323" y="50976"/>
                    </a:cubicBezTo>
                    <a:cubicBezTo>
                      <a:pt x="6414" y="50672"/>
                      <a:pt x="6627" y="50459"/>
                      <a:pt x="6931" y="50368"/>
                    </a:cubicBezTo>
                    <a:lnTo>
                      <a:pt x="7144" y="50368"/>
                    </a:lnTo>
                    <a:cubicBezTo>
                      <a:pt x="7661" y="50034"/>
                      <a:pt x="8208" y="49760"/>
                      <a:pt x="8755" y="49517"/>
                    </a:cubicBezTo>
                    <a:cubicBezTo>
                      <a:pt x="8877" y="49486"/>
                      <a:pt x="8998" y="49456"/>
                      <a:pt x="9150" y="49456"/>
                    </a:cubicBezTo>
                    <a:cubicBezTo>
                      <a:pt x="9150" y="49426"/>
                      <a:pt x="9180" y="49365"/>
                      <a:pt x="9211" y="49335"/>
                    </a:cubicBezTo>
                    <a:cubicBezTo>
                      <a:pt x="9484" y="48939"/>
                      <a:pt x="9728" y="48514"/>
                      <a:pt x="9971" y="48119"/>
                    </a:cubicBezTo>
                    <a:lnTo>
                      <a:pt x="10366" y="48028"/>
                    </a:lnTo>
                    <a:cubicBezTo>
                      <a:pt x="10683" y="47770"/>
                      <a:pt x="11077" y="47629"/>
                      <a:pt x="11473" y="47629"/>
                    </a:cubicBezTo>
                    <a:cubicBezTo>
                      <a:pt x="11685" y="47629"/>
                      <a:pt x="11897" y="47669"/>
                      <a:pt x="12098" y="47754"/>
                    </a:cubicBezTo>
                    <a:cubicBezTo>
                      <a:pt x="12919" y="47146"/>
                      <a:pt x="13649" y="46994"/>
                      <a:pt x="14804" y="46720"/>
                    </a:cubicBezTo>
                    <a:cubicBezTo>
                      <a:pt x="14956" y="46675"/>
                      <a:pt x="15108" y="46652"/>
                      <a:pt x="15256" y="46652"/>
                    </a:cubicBezTo>
                    <a:cubicBezTo>
                      <a:pt x="15404" y="46652"/>
                      <a:pt x="15548" y="46675"/>
                      <a:pt x="15685" y="46720"/>
                    </a:cubicBezTo>
                    <a:cubicBezTo>
                      <a:pt x="15868" y="46690"/>
                      <a:pt x="16020" y="46599"/>
                      <a:pt x="16141" y="46447"/>
                    </a:cubicBezTo>
                    <a:lnTo>
                      <a:pt x="16080" y="46295"/>
                    </a:lnTo>
                    <a:cubicBezTo>
                      <a:pt x="16171" y="46295"/>
                      <a:pt x="16293" y="46325"/>
                      <a:pt x="16384" y="46325"/>
                    </a:cubicBezTo>
                    <a:cubicBezTo>
                      <a:pt x="16536" y="46295"/>
                      <a:pt x="16688" y="46265"/>
                      <a:pt x="16840" y="46234"/>
                    </a:cubicBezTo>
                    <a:cubicBezTo>
                      <a:pt x="16962" y="46143"/>
                      <a:pt x="17053" y="46021"/>
                      <a:pt x="17144" y="45930"/>
                    </a:cubicBezTo>
                    <a:cubicBezTo>
                      <a:pt x="17203" y="45945"/>
                      <a:pt x="17257" y="45953"/>
                      <a:pt x="17305" y="45953"/>
                    </a:cubicBezTo>
                    <a:cubicBezTo>
                      <a:pt x="17454" y="45953"/>
                      <a:pt x="17547" y="45879"/>
                      <a:pt x="17570" y="45717"/>
                    </a:cubicBezTo>
                    <a:cubicBezTo>
                      <a:pt x="17600" y="45687"/>
                      <a:pt x="17630" y="45687"/>
                      <a:pt x="17691" y="45657"/>
                    </a:cubicBezTo>
                    <a:cubicBezTo>
                      <a:pt x="17934" y="45383"/>
                      <a:pt x="18117" y="45079"/>
                      <a:pt x="18330" y="44806"/>
                    </a:cubicBezTo>
                    <a:cubicBezTo>
                      <a:pt x="17965" y="44410"/>
                      <a:pt x="18603" y="44319"/>
                      <a:pt x="18725" y="44106"/>
                    </a:cubicBezTo>
                    <a:cubicBezTo>
                      <a:pt x="18968" y="44106"/>
                      <a:pt x="19150" y="44046"/>
                      <a:pt x="19211" y="43863"/>
                    </a:cubicBezTo>
                    <a:cubicBezTo>
                      <a:pt x="19363" y="43651"/>
                      <a:pt x="19424" y="43407"/>
                      <a:pt x="19393" y="43164"/>
                    </a:cubicBezTo>
                    <a:cubicBezTo>
                      <a:pt x="19029" y="42344"/>
                      <a:pt x="19029" y="42344"/>
                      <a:pt x="20153" y="42283"/>
                    </a:cubicBezTo>
                    <a:lnTo>
                      <a:pt x="20305" y="42283"/>
                    </a:lnTo>
                    <a:cubicBezTo>
                      <a:pt x="20305" y="42283"/>
                      <a:pt x="20488" y="42131"/>
                      <a:pt x="20457" y="42100"/>
                    </a:cubicBezTo>
                    <a:cubicBezTo>
                      <a:pt x="20366" y="41918"/>
                      <a:pt x="20396" y="41705"/>
                      <a:pt x="20548" y="41584"/>
                    </a:cubicBezTo>
                    <a:cubicBezTo>
                      <a:pt x="20579" y="41614"/>
                      <a:pt x="20609" y="41675"/>
                      <a:pt x="20609" y="41736"/>
                    </a:cubicBezTo>
                    <a:cubicBezTo>
                      <a:pt x="20609" y="41888"/>
                      <a:pt x="20609" y="41979"/>
                      <a:pt x="20852" y="42009"/>
                    </a:cubicBezTo>
                    <a:cubicBezTo>
                      <a:pt x="21065" y="42009"/>
                      <a:pt x="21217" y="42009"/>
                      <a:pt x="21217" y="41857"/>
                    </a:cubicBezTo>
                    <a:cubicBezTo>
                      <a:pt x="21278" y="41553"/>
                      <a:pt x="21582" y="41340"/>
                      <a:pt x="21764" y="41097"/>
                    </a:cubicBezTo>
                    <a:cubicBezTo>
                      <a:pt x="21582" y="40702"/>
                      <a:pt x="21886" y="40489"/>
                      <a:pt x="22190" y="40246"/>
                    </a:cubicBezTo>
                    <a:cubicBezTo>
                      <a:pt x="22342" y="40155"/>
                      <a:pt x="22433" y="39973"/>
                      <a:pt x="22403" y="39790"/>
                    </a:cubicBezTo>
                    <a:cubicBezTo>
                      <a:pt x="22372" y="39608"/>
                      <a:pt x="22463" y="39456"/>
                      <a:pt x="22646" y="39365"/>
                    </a:cubicBezTo>
                    <a:cubicBezTo>
                      <a:pt x="22919" y="39182"/>
                      <a:pt x="23193" y="39000"/>
                      <a:pt x="23497" y="38818"/>
                    </a:cubicBezTo>
                    <a:cubicBezTo>
                      <a:pt x="23545" y="38789"/>
                      <a:pt x="23557" y="38778"/>
                      <a:pt x="23557" y="38778"/>
                    </a:cubicBezTo>
                    <a:lnTo>
                      <a:pt x="23557" y="38778"/>
                    </a:lnTo>
                    <a:cubicBezTo>
                      <a:pt x="23557" y="38778"/>
                      <a:pt x="23504" y="38827"/>
                      <a:pt x="23649" y="38848"/>
                    </a:cubicBezTo>
                    <a:cubicBezTo>
                      <a:pt x="23710" y="38848"/>
                      <a:pt x="23801" y="39000"/>
                      <a:pt x="23770" y="39061"/>
                    </a:cubicBezTo>
                    <a:lnTo>
                      <a:pt x="23710" y="39122"/>
                    </a:lnTo>
                    <a:cubicBezTo>
                      <a:pt x="24196" y="38757"/>
                      <a:pt x="24773" y="38453"/>
                      <a:pt x="25412" y="37997"/>
                    </a:cubicBezTo>
                    <a:cubicBezTo>
                      <a:pt x="25594" y="37815"/>
                      <a:pt x="25777" y="37663"/>
                      <a:pt x="25989" y="37511"/>
                    </a:cubicBezTo>
                    <a:cubicBezTo>
                      <a:pt x="26050" y="37419"/>
                      <a:pt x="26141" y="37328"/>
                      <a:pt x="26202" y="37237"/>
                    </a:cubicBezTo>
                    <a:cubicBezTo>
                      <a:pt x="26232" y="37085"/>
                      <a:pt x="26293" y="36903"/>
                      <a:pt x="26384" y="36720"/>
                    </a:cubicBezTo>
                    <a:cubicBezTo>
                      <a:pt x="26415" y="36660"/>
                      <a:pt x="26536" y="36629"/>
                      <a:pt x="26628" y="36599"/>
                    </a:cubicBezTo>
                    <a:cubicBezTo>
                      <a:pt x="26628" y="36599"/>
                      <a:pt x="26719" y="36629"/>
                      <a:pt x="26749" y="36660"/>
                    </a:cubicBezTo>
                    <a:lnTo>
                      <a:pt x="26749" y="36720"/>
                    </a:lnTo>
                    <a:cubicBezTo>
                      <a:pt x="27053" y="36416"/>
                      <a:pt x="27357" y="36143"/>
                      <a:pt x="27661" y="35900"/>
                    </a:cubicBezTo>
                    <a:cubicBezTo>
                      <a:pt x="28178" y="35322"/>
                      <a:pt x="28695" y="34775"/>
                      <a:pt x="29242" y="34258"/>
                    </a:cubicBezTo>
                    <a:cubicBezTo>
                      <a:pt x="29394" y="34089"/>
                      <a:pt x="29611" y="34005"/>
                      <a:pt x="29832" y="34005"/>
                    </a:cubicBezTo>
                    <a:cubicBezTo>
                      <a:pt x="30009" y="34005"/>
                      <a:pt x="30187" y="34059"/>
                      <a:pt x="30336" y="34167"/>
                    </a:cubicBezTo>
                    <a:cubicBezTo>
                      <a:pt x="30427" y="33985"/>
                      <a:pt x="30518" y="33802"/>
                      <a:pt x="30609" y="33620"/>
                    </a:cubicBezTo>
                    <a:cubicBezTo>
                      <a:pt x="30579" y="33590"/>
                      <a:pt x="30518" y="33529"/>
                      <a:pt x="30549" y="33498"/>
                    </a:cubicBezTo>
                    <a:cubicBezTo>
                      <a:pt x="30579" y="33377"/>
                      <a:pt x="30609" y="33286"/>
                      <a:pt x="30701" y="33194"/>
                    </a:cubicBezTo>
                    <a:cubicBezTo>
                      <a:pt x="31126" y="32708"/>
                      <a:pt x="31369" y="32161"/>
                      <a:pt x="31795" y="31735"/>
                    </a:cubicBezTo>
                    <a:cubicBezTo>
                      <a:pt x="31886" y="31675"/>
                      <a:pt x="31992" y="31644"/>
                      <a:pt x="32099" y="31644"/>
                    </a:cubicBezTo>
                    <a:cubicBezTo>
                      <a:pt x="32205" y="31644"/>
                      <a:pt x="32312" y="31675"/>
                      <a:pt x="32403" y="31735"/>
                    </a:cubicBezTo>
                    <a:cubicBezTo>
                      <a:pt x="32555" y="31887"/>
                      <a:pt x="32707" y="32070"/>
                      <a:pt x="32889" y="32222"/>
                    </a:cubicBezTo>
                    <a:lnTo>
                      <a:pt x="32950" y="32222"/>
                    </a:lnTo>
                    <a:lnTo>
                      <a:pt x="33953" y="32313"/>
                    </a:lnTo>
                    <a:lnTo>
                      <a:pt x="34196" y="32131"/>
                    </a:lnTo>
                    <a:cubicBezTo>
                      <a:pt x="34223" y="31290"/>
                      <a:pt x="34904" y="30643"/>
                      <a:pt x="35720" y="30643"/>
                    </a:cubicBezTo>
                    <a:cubicBezTo>
                      <a:pt x="35818" y="30643"/>
                      <a:pt x="35918" y="30652"/>
                      <a:pt x="36020" y="30672"/>
                    </a:cubicBezTo>
                    <a:lnTo>
                      <a:pt x="36567" y="30459"/>
                    </a:lnTo>
                    <a:lnTo>
                      <a:pt x="36597" y="30459"/>
                    </a:lnTo>
                    <a:cubicBezTo>
                      <a:pt x="36689" y="30125"/>
                      <a:pt x="36871" y="29851"/>
                      <a:pt x="37114" y="29638"/>
                    </a:cubicBezTo>
                    <a:cubicBezTo>
                      <a:pt x="37175" y="29608"/>
                      <a:pt x="37327" y="29608"/>
                      <a:pt x="37418" y="29608"/>
                    </a:cubicBezTo>
                    <a:cubicBezTo>
                      <a:pt x="37448" y="29608"/>
                      <a:pt x="37509" y="29638"/>
                      <a:pt x="37540" y="29699"/>
                    </a:cubicBezTo>
                    <a:cubicBezTo>
                      <a:pt x="37600" y="29790"/>
                      <a:pt x="37631" y="29912"/>
                      <a:pt x="37661" y="30033"/>
                    </a:cubicBezTo>
                    <a:cubicBezTo>
                      <a:pt x="37692" y="30125"/>
                      <a:pt x="37692" y="30246"/>
                      <a:pt x="37813" y="30337"/>
                    </a:cubicBezTo>
                    <a:cubicBezTo>
                      <a:pt x="37874" y="30368"/>
                      <a:pt x="37935" y="30398"/>
                      <a:pt x="38026" y="30428"/>
                    </a:cubicBezTo>
                    <a:cubicBezTo>
                      <a:pt x="38051" y="30441"/>
                      <a:pt x="38082" y="30448"/>
                      <a:pt x="38113" y="30448"/>
                    </a:cubicBezTo>
                    <a:cubicBezTo>
                      <a:pt x="38157" y="30448"/>
                      <a:pt x="38203" y="30434"/>
                      <a:pt x="38239" y="30398"/>
                    </a:cubicBezTo>
                    <a:cubicBezTo>
                      <a:pt x="38330" y="30307"/>
                      <a:pt x="38360" y="30185"/>
                      <a:pt x="38512" y="30185"/>
                    </a:cubicBezTo>
                    <a:cubicBezTo>
                      <a:pt x="38573" y="30125"/>
                      <a:pt x="38604" y="30094"/>
                      <a:pt x="38695" y="30033"/>
                    </a:cubicBezTo>
                    <a:cubicBezTo>
                      <a:pt x="38938" y="29912"/>
                      <a:pt x="39181" y="29790"/>
                      <a:pt x="39485" y="29729"/>
                    </a:cubicBezTo>
                    <a:cubicBezTo>
                      <a:pt x="39897" y="29002"/>
                      <a:pt x="40696" y="28700"/>
                      <a:pt x="41526" y="28700"/>
                    </a:cubicBezTo>
                    <a:cubicBezTo>
                      <a:pt x="41737" y="28700"/>
                      <a:pt x="41950" y="28720"/>
                      <a:pt x="42160" y="28757"/>
                    </a:cubicBezTo>
                    <a:cubicBezTo>
                      <a:pt x="42266" y="28571"/>
                      <a:pt x="42396" y="28477"/>
                      <a:pt x="42610" y="28477"/>
                    </a:cubicBezTo>
                    <a:cubicBezTo>
                      <a:pt x="42640" y="28477"/>
                      <a:pt x="42673" y="28479"/>
                      <a:pt x="42707" y="28483"/>
                    </a:cubicBezTo>
                    <a:cubicBezTo>
                      <a:pt x="42829" y="28483"/>
                      <a:pt x="42950" y="28514"/>
                      <a:pt x="43041" y="28514"/>
                    </a:cubicBezTo>
                    <a:cubicBezTo>
                      <a:pt x="43109" y="28534"/>
                      <a:pt x="43176" y="28543"/>
                      <a:pt x="43242" y="28543"/>
                    </a:cubicBezTo>
                    <a:cubicBezTo>
                      <a:pt x="43474" y="28543"/>
                      <a:pt x="43690" y="28423"/>
                      <a:pt x="43832" y="28210"/>
                    </a:cubicBezTo>
                    <a:cubicBezTo>
                      <a:pt x="43953" y="27997"/>
                      <a:pt x="44044" y="27754"/>
                      <a:pt x="44136" y="27541"/>
                    </a:cubicBezTo>
                    <a:cubicBezTo>
                      <a:pt x="44257" y="27328"/>
                      <a:pt x="44440" y="27176"/>
                      <a:pt x="44652" y="27085"/>
                    </a:cubicBezTo>
                    <a:cubicBezTo>
                      <a:pt x="44865" y="26963"/>
                      <a:pt x="45260" y="26994"/>
                      <a:pt x="45321" y="26781"/>
                    </a:cubicBezTo>
                    <a:cubicBezTo>
                      <a:pt x="45443" y="26416"/>
                      <a:pt x="45321" y="25991"/>
                      <a:pt x="45017" y="25717"/>
                    </a:cubicBezTo>
                    <a:cubicBezTo>
                      <a:pt x="44987" y="25687"/>
                      <a:pt x="44956" y="25656"/>
                      <a:pt x="44926" y="25626"/>
                    </a:cubicBezTo>
                    <a:cubicBezTo>
                      <a:pt x="44622" y="25352"/>
                      <a:pt x="44652" y="24896"/>
                      <a:pt x="44956" y="24623"/>
                    </a:cubicBezTo>
                    <a:cubicBezTo>
                      <a:pt x="45047" y="24562"/>
                      <a:pt x="45139" y="24532"/>
                      <a:pt x="45230" y="24532"/>
                    </a:cubicBezTo>
                    <a:cubicBezTo>
                      <a:pt x="45327" y="24532"/>
                      <a:pt x="45424" y="24571"/>
                      <a:pt x="45506" y="24571"/>
                    </a:cubicBezTo>
                    <a:cubicBezTo>
                      <a:pt x="45526" y="24571"/>
                      <a:pt x="45546" y="24568"/>
                      <a:pt x="45564" y="24562"/>
                    </a:cubicBezTo>
                    <a:cubicBezTo>
                      <a:pt x="45620" y="24551"/>
                      <a:pt x="45679" y="24544"/>
                      <a:pt x="45742" y="24544"/>
                    </a:cubicBezTo>
                    <a:cubicBezTo>
                      <a:pt x="45850" y="24544"/>
                      <a:pt x="45965" y="24565"/>
                      <a:pt x="46081" y="24623"/>
                    </a:cubicBezTo>
                    <a:cubicBezTo>
                      <a:pt x="46172" y="24045"/>
                      <a:pt x="46476" y="23529"/>
                      <a:pt x="46871" y="23134"/>
                    </a:cubicBezTo>
                    <a:cubicBezTo>
                      <a:pt x="47165" y="22840"/>
                      <a:pt x="47559" y="22685"/>
                      <a:pt x="47965" y="22685"/>
                    </a:cubicBezTo>
                    <a:cubicBezTo>
                      <a:pt x="48190" y="22685"/>
                      <a:pt x="48418" y="22732"/>
                      <a:pt x="48634" y="22830"/>
                    </a:cubicBezTo>
                    <a:lnTo>
                      <a:pt x="48968" y="22708"/>
                    </a:lnTo>
                    <a:cubicBezTo>
                      <a:pt x="49029" y="22434"/>
                      <a:pt x="49151" y="22191"/>
                      <a:pt x="49303" y="21948"/>
                    </a:cubicBezTo>
                    <a:cubicBezTo>
                      <a:pt x="49637" y="21492"/>
                      <a:pt x="50123" y="21127"/>
                      <a:pt x="50671" y="20945"/>
                    </a:cubicBezTo>
                    <a:cubicBezTo>
                      <a:pt x="50762" y="20520"/>
                      <a:pt x="50975" y="20124"/>
                      <a:pt x="51248" y="19790"/>
                    </a:cubicBezTo>
                    <a:cubicBezTo>
                      <a:pt x="51461" y="19608"/>
                      <a:pt x="51674" y="19425"/>
                      <a:pt x="51917" y="19304"/>
                    </a:cubicBezTo>
                    <a:cubicBezTo>
                      <a:pt x="51856" y="18453"/>
                      <a:pt x="52403" y="17602"/>
                      <a:pt x="53163" y="17054"/>
                    </a:cubicBezTo>
                    <a:cubicBezTo>
                      <a:pt x="53163" y="16659"/>
                      <a:pt x="53193" y="16234"/>
                      <a:pt x="53163" y="15808"/>
                    </a:cubicBezTo>
                    <a:cubicBezTo>
                      <a:pt x="53102" y="15383"/>
                      <a:pt x="53163" y="14927"/>
                      <a:pt x="53285" y="14532"/>
                    </a:cubicBezTo>
                    <a:cubicBezTo>
                      <a:pt x="52890" y="14136"/>
                      <a:pt x="52859" y="13346"/>
                      <a:pt x="53589" y="13225"/>
                    </a:cubicBezTo>
                    <a:cubicBezTo>
                      <a:pt x="54075" y="13133"/>
                      <a:pt x="54561" y="13012"/>
                      <a:pt x="55017" y="12829"/>
                    </a:cubicBezTo>
                    <a:cubicBezTo>
                      <a:pt x="55078" y="12799"/>
                      <a:pt x="55146" y="12784"/>
                      <a:pt x="55219" y="12784"/>
                    </a:cubicBezTo>
                    <a:cubicBezTo>
                      <a:pt x="55291" y="12784"/>
                      <a:pt x="55367" y="12799"/>
                      <a:pt x="55443" y="12829"/>
                    </a:cubicBezTo>
                    <a:cubicBezTo>
                      <a:pt x="55504" y="12708"/>
                      <a:pt x="55564" y="12617"/>
                      <a:pt x="55625" y="12525"/>
                    </a:cubicBezTo>
                    <a:cubicBezTo>
                      <a:pt x="55747" y="12343"/>
                      <a:pt x="55959" y="12191"/>
                      <a:pt x="56172" y="12130"/>
                    </a:cubicBezTo>
                    <a:cubicBezTo>
                      <a:pt x="56324" y="12070"/>
                      <a:pt x="56567" y="12100"/>
                      <a:pt x="56719" y="12039"/>
                    </a:cubicBezTo>
                    <a:cubicBezTo>
                      <a:pt x="56780" y="11948"/>
                      <a:pt x="56841" y="11857"/>
                      <a:pt x="56902" y="11766"/>
                    </a:cubicBezTo>
                    <a:cubicBezTo>
                      <a:pt x="57023" y="11462"/>
                      <a:pt x="56963" y="11127"/>
                      <a:pt x="56719" y="10884"/>
                    </a:cubicBezTo>
                    <a:cubicBezTo>
                      <a:pt x="56689" y="10854"/>
                      <a:pt x="56659" y="10793"/>
                      <a:pt x="56628" y="10763"/>
                    </a:cubicBezTo>
                    <a:cubicBezTo>
                      <a:pt x="56446" y="10550"/>
                      <a:pt x="56446" y="10215"/>
                      <a:pt x="56628" y="9972"/>
                    </a:cubicBezTo>
                    <a:cubicBezTo>
                      <a:pt x="56628" y="9638"/>
                      <a:pt x="56811" y="9334"/>
                      <a:pt x="57145" y="9182"/>
                    </a:cubicBezTo>
                    <a:cubicBezTo>
                      <a:pt x="57145" y="8817"/>
                      <a:pt x="57388" y="8452"/>
                      <a:pt x="57753" y="8361"/>
                    </a:cubicBezTo>
                    <a:cubicBezTo>
                      <a:pt x="58133" y="8240"/>
                      <a:pt x="58490" y="8224"/>
                      <a:pt x="58843" y="8224"/>
                    </a:cubicBezTo>
                    <a:cubicBezTo>
                      <a:pt x="58961" y="8224"/>
                      <a:pt x="59078" y="8226"/>
                      <a:pt x="59196" y="8226"/>
                    </a:cubicBezTo>
                    <a:cubicBezTo>
                      <a:pt x="59431" y="8226"/>
                      <a:pt x="59668" y="8219"/>
                      <a:pt x="59911" y="8179"/>
                    </a:cubicBezTo>
                    <a:cubicBezTo>
                      <a:pt x="61704" y="7814"/>
                      <a:pt x="61400" y="7054"/>
                      <a:pt x="62373" y="5990"/>
                    </a:cubicBezTo>
                    <a:cubicBezTo>
                      <a:pt x="62677" y="5717"/>
                      <a:pt x="63011" y="5504"/>
                      <a:pt x="63346" y="5291"/>
                    </a:cubicBezTo>
                    <a:cubicBezTo>
                      <a:pt x="63346" y="5139"/>
                      <a:pt x="63376" y="4957"/>
                      <a:pt x="63498" y="4805"/>
                    </a:cubicBezTo>
                    <a:cubicBezTo>
                      <a:pt x="63619" y="4653"/>
                      <a:pt x="63710" y="4501"/>
                      <a:pt x="63832" y="4349"/>
                    </a:cubicBezTo>
                    <a:cubicBezTo>
                      <a:pt x="63802" y="3650"/>
                      <a:pt x="64379" y="2282"/>
                      <a:pt x="63254" y="1249"/>
                    </a:cubicBezTo>
                    <a:cubicBezTo>
                      <a:pt x="62768" y="808"/>
                      <a:pt x="62525" y="702"/>
                      <a:pt x="62229" y="702"/>
                    </a:cubicBezTo>
                    <a:cubicBezTo>
                      <a:pt x="61952" y="702"/>
                      <a:pt x="61629" y="794"/>
                      <a:pt x="61019" y="794"/>
                    </a:cubicBezTo>
                    <a:cubicBezTo>
                      <a:pt x="60975" y="794"/>
                      <a:pt x="60930" y="794"/>
                      <a:pt x="60884" y="793"/>
                    </a:cubicBezTo>
                    <a:lnTo>
                      <a:pt x="6870" y="2"/>
                    </a:lnTo>
                    <a:cubicBezTo>
                      <a:pt x="6815" y="1"/>
                      <a:pt x="6759" y="0"/>
                      <a:pt x="6704" y="0"/>
                    </a:cubicBezTo>
                    <a:close/>
                  </a:path>
                </a:pathLst>
              </a:custGeom>
              <a:solidFill>
                <a:schemeClr val="dk2"/>
              </a:solidFill>
              <a:ln>
                <a:noFill/>
              </a:ln>
              <a:effectLst>
                <a:outerShdw blurRad="42863" rotWithShape="0" algn="bl" dir="11220000" dist="476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1"/>
              <p:cNvSpPr/>
              <p:nvPr/>
            </p:nvSpPr>
            <p:spPr>
              <a:xfrm rot="10800000">
                <a:off x="7106409" y="3356921"/>
                <a:ext cx="2117619" cy="1891681"/>
              </a:xfrm>
              <a:custGeom>
                <a:rect b="b" l="l" r="r" t="t"/>
                <a:pathLst>
                  <a:path extrusionOk="0" h="54106" w="63255">
                    <a:moveTo>
                      <a:pt x="6232" y="1"/>
                    </a:moveTo>
                    <a:cubicBezTo>
                      <a:pt x="2797" y="1"/>
                      <a:pt x="1" y="2797"/>
                      <a:pt x="1" y="6232"/>
                    </a:cubicBezTo>
                    <a:lnTo>
                      <a:pt x="1" y="54105"/>
                    </a:lnTo>
                    <a:cubicBezTo>
                      <a:pt x="305" y="53771"/>
                      <a:pt x="670" y="53467"/>
                      <a:pt x="1065" y="53254"/>
                    </a:cubicBezTo>
                    <a:lnTo>
                      <a:pt x="822" y="53102"/>
                    </a:lnTo>
                    <a:lnTo>
                      <a:pt x="1156" y="52676"/>
                    </a:lnTo>
                    <a:cubicBezTo>
                      <a:pt x="1156" y="52494"/>
                      <a:pt x="1186" y="52342"/>
                      <a:pt x="1369" y="52251"/>
                    </a:cubicBezTo>
                    <a:cubicBezTo>
                      <a:pt x="1430" y="52129"/>
                      <a:pt x="1460" y="52038"/>
                      <a:pt x="1490" y="51917"/>
                    </a:cubicBezTo>
                    <a:cubicBezTo>
                      <a:pt x="1521" y="51795"/>
                      <a:pt x="1582" y="51704"/>
                      <a:pt x="1673" y="51643"/>
                    </a:cubicBezTo>
                    <a:lnTo>
                      <a:pt x="1673" y="51673"/>
                    </a:lnTo>
                    <a:cubicBezTo>
                      <a:pt x="1720" y="51791"/>
                      <a:pt x="1822" y="51836"/>
                      <a:pt x="1964" y="51836"/>
                    </a:cubicBezTo>
                    <a:cubicBezTo>
                      <a:pt x="2006" y="51836"/>
                      <a:pt x="2050" y="51832"/>
                      <a:pt x="2098" y="51825"/>
                    </a:cubicBezTo>
                    <a:cubicBezTo>
                      <a:pt x="2159" y="51613"/>
                      <a:pt x="2250" y="51430"/>
                      <a:pt x="2341" y="51278"/>
                    </a:cubicBezTo>
                    <a:cubicBezTo>
                      <a:pt x="2311" y="51035"/>
                      <a:pt x="2311" y="50822"/>
                      <a:pt x="2372" y="50610"/>
                    </a:cubicBezTo>
                    <a:cubicBezTo>
                      <a:pt x="2387" y="50594"/>
                      <a:pt x="2402" y="50587"/>
                      <a:pt x="2417" y="50587"/>
                    </a:cubicBezTo>
                    <a:cubicBezTo>
                      <a:pt x="2433" y="50587"/>
                      <a:pt x="2448" y="50594"/>
                      <a:pt x="2463" y="50610"/>
                    </a:cubicBezTo>
                    <a:cubicBezTo>
                      <a:pt x="2554" y="50640"/>
                      <a:pt x="2645" y="50670"/>
                      <a:pt x="2737" y="50701"/>
                    </a:cubicBezTo>
                    <a:cubicBezTo>
                      <a:pt x="3193" y="50214"/>
                      <a:pt x="3648" y="49758"/>
                      <a:pt x="4196" y="49363"/>
                    </a:cubicBezTo>
                    <a:cubicBezTo>
                      <a:pt x="4804" y="48847"/>
                      <a:pt x="5320" y="48360"/>
                      <a:pt x="5867" y="47935"/>
                    </a:cubicBezTo>
                    <a:cubicBezTo>
                      <a:pt x="5959" y="47661"/>
                      <a:pt x="6171" y="47418"/>
                      <a:pt x="6445" y="47357"/>
                    </a:cubicBezTo>
                    <a:cubicBezTo>
                      <a:pt x="6506" y="47357"/>
                      <a:pt x="6566" y="47357"/>
                      <a:pt x="6627" y="47388"/>
                    </a:cubicBezTo>
                    <a:cubicBezTo>
                      <a:pt x="7114" y="47084"/>
                      <a:pt x="7630" y="46840"/>
                      <a:pt x="8147" y="46658"/>
                    </a:cubicBezTo>
                    <a:cubicBezTo>
                      <a:pt x="8269" y="46628"/>
                      <a:pt x="8390" y="46597"/>
                      <a:pt x="8512" y="46597"/>
                    </a:cubicBezTo>
                    <a:cubicBezTo>
                      <a:pt x="8542" y="46567"/>
                      <a:pt x="8542" y="46537"/>
                      <a:pt x="8573" y="46476"/>
                    </a:cubicBezTo>
                    <a:cubicBezTo>
                      <a:pt x="8846" y="46111"/>
                      <a:pt x="9059" y="45716"/>
                      <a:pt x="9302" y="45351"/>
                    </a:cubicBezTo>
                    <a:lnTo>
                      <a:pt x="9667" y="45290"/>
                    </a:lnTo>
                    <a:cubicBezTo>
                      <a:pt x="9944" y="45050"/>
                      <a:pt x="10288" y="44934"/>
                      <a:pt x="10639" y="44934"/>
                    </a:cubicBezTo>
                    <a:cubicBezTo>
                      <a:pt x="10865" y="44934"/>
                      <a:pt x="11094" y="44982"/>
                      <a:pt x="11308" y="45078"/>
                    </a:cubicBezTo>
                    <a:cubicBezTo>
                      <a:pt x="12068" y="44561"/>
                      <a:pt x="12767" y="44439"/>
                      <a:pt x="13861" y="44196"/>
                    </a:cubicBezTo>
                    <a:cubicBezTo>
                      <a:pt x="13983" y="44181"/>
                      <a:pt x="14105" y="44173"/>
                      <a:pt x="14226" y="44173"/>
                    </a:cubicBezTo>
                    <a:cubicBezTo>
                      <a:pt x="14348" y="44173"/>
                      <a:pt x="14469" y="44181"/>
                      <a:pt x="14591" y="44196"/>
                    </a:cubicBezTo>
                    <a:cubicBezTo>
                      <a:pt x="14895" y="43923"/>
                      <a:pt x="15168" y="43619"/>
                      <a:pt x="15503" y="43345"/>
                    </a:cubicBezTo>
                    <a:cubicBezTo>
                      <a:pt x="15928" y="43011"/>
                      <a:pt x="16597" y="42919"/>
                      <a:pt x="16445" y="42464"/>
                    </a:cubicBezTo>
                    <a:cubicBezTo>
                      <a:pt x="16384" y="42190"/>
                      <a:pt x="16445" y="41916"/>
                      <a:pt x="16658" y="41704"/>
                    </a:cubicBezTo>
                    <a:cubicBezTo>
                      <a:pt x="16719" y="41643"/>
                      <a:pt x="16810" y="41552"/>
                      <a:pt x="16901" y="41491"/>
                    </a:cubicBezTo>
                    <a:cubicBezTo>
                      <a:pt x="16871" y="41369"/>
                      <a:pt x="16871" y="41248"/>
                      <a:pt x="16871" y="41126"/>
                    </a:cubicBezTo>
                    <a:cubicBezTo>
                      <a:pt x="16958" y="40599"/>
                      <a:pt x="17413" y="40213"/>
                      <a:pt x="17909" y="40213"/>
                    </a:cubicBezTo>
                    <a:cubicBezTo>
                      <a:pt x="17928" y="40213"/>
                      <a:pt x="17946" y="40213"/>
                      <a:pt x="17965" y="40214"/>
                    </a:cubicBezTo>
                    <a:cubicBezTo>
                      <a:pt x="18086" y="40123"/>
                      <a:pt x="18360" y="40123"/>
                      <a:pt x="18846" y="40123"/>
                    </a:cubicBezTo>
                    <a:lnTo>
                      <a:pt x="18998" y="40123"/>
                    </a:lnTo>
                    <a:cubicBezTo>
                      <a:pt x="19029" y="40093"/>
                      <a:pt x="19181" y="39971"/>
                      <a:pt x="19181" y="39941"/>
                    </a:cubicBezTo>
                    <a:cubicBezTo>
                      <a:pt x="19089" y="39789"/>
                      <a:pt x="19120" y="39576"/>
                      <a:pt x="19272" y="39454"/>
                    </a:cubicBezTo>
                    <a:cubicBezTo>
                      <a:pt x="19302" y="39485"/>
                      <a:pt x="19302" y="39546"/>
                      <a:pt x="19302" y="39606"/>
                    </a:cubicBezTo>
                    <a:cubicBezTo>
                      <a:pt x="19302" y="39728"/>
                      <a:pt x="19302" y="39850"/>
                      <a:pt x="19545" y="39880"/>
                    </a:cubicBezTo>
                    <a:cubicBezTo>
                      <a:pt x="19758" y="39880"/>
                      <a:pt x="19880" y="39880"/>
                      <a:pt x="19910" y="39728"/>
                    </a:cubicBezTo>
                    <a:cubicBezTo>
                      <a:pt x="19971" y="39454"/>
                      <a:pt x="20245" y="39272"/>
                      <a:pt x="20427" y="39029"/>
                    </a:cubicBezTo>
                    <a:cubicBezTo>
                      <a:pt x="20245" y="38664"/>
                      <a:pt x="20548" y="38451"/>
                      <a:pt x="20852" y="38239"/>
                    </a:cubicBezTo>
                    <a:cubicBezTo>
                      <a:pt x="21004" y="38147"/>
                      <a:pt x="21065" y="37965"/>
                      <a:pt x="21035" y="37813"/>
                    </a:cubicBezTo>
                    <a:cubicBezTo>
                      <a:pt x="21004" y="37631"/>
                      <a:pt x="21096" y="37479"/>
                      <a:pt x="21248" y="37387"/>
                    </a:cubicBezTo>
                    <a:cubicBezTo>
                      <a:pt x="21521" y="37205"/>
                      <a:pt x="21795" y="37053"/>
                      <a:pt x="22068" y="36901"/>
                    </a:cubicBezTo>
                    <a:cubicBezTo>
                      <a:pt x="22126" y="36872"/>
                      <a:pt x="22144" y="36862"/>
                      <a:pt x="22148" y="36862"/>
                    </a:cubicBezTo>
                    <a:cubicBezTo>
                      <a:pt x="22155" y="36862"/>
                      <a:pt x="22096" y="36911"/>
                      <a:pt x="22220" y="36932"/>
                    </a:cubicBezTo>
                    <a:cubicBezTo>
                      <a:pt x="22980" y="36080"/>
                      <a:pt x="23740" y="35442"/>
                      <a:pt x="24804" y="35138"/>
                    </a:cubicBezTo>
                    <a:cubicBezTo>
                      <a:pt x="24834" y="35077"/>
                      <a:pt x="24865" y="35017"/>
                      <a:pt x="24865" y="34956"/>
                    </a:cubicBezTo>
                    <a:cubicBezTo>
                      <a:pt x="24895" y="34895"/>
                      <a:pt x="25017" y="34834"/>
                      <a:pt x="25108" y="34804"/>
                    </a:cubicBezTo>
                    <a:cubicBezTo>
                      <a:pt x="25169" y="34834"/>
                      <a:pt x="25199" y="34865"/>
                      <a:pt x="25229" y="34895"/>
                    </a:cubicBezTo>
                    <a:lnTo>
                      <a:pt x="25260" y="34925"/>
                    </a:lnTo>
                    <a:cubicBezTo>
                      <a:pt x="25533" y="34682"/>
                      <a:pt x="25807" y="34409"/>
                      <a:pt x="26111" y="34166"/>
                    </a:cubicBezTo>
                    <a:cubicBezTo>
                      <a:pt x="26628" y="33649"/>
                      <a:pt x="27144" y="33132"/>
                      <a:pt x="27661" y="32646"/>
                    </a:cubicBezTo>
                    <a:cubicBezTo>
                      <a:pt x="27809" y="32482"/>
                      <a:pt x="28018" y="32397"/>
                      <a:pt x="28227" y="32397"/>
                    </a:cubicBezTo>
                    <a:cubicBezTo>
                      <a:pt x="28406" y="32397"/>
                      <a:pt x="28585" y="32459"/>
                      <a:pt x="28725" y="32585"/>
                    </a:cubicBezTo>
                    <a:cubicBezTo>
                      <a:pt x="28816" y="32403"/>
                      <a:pt x="28907" y="32251"/>
                      <a:pt x="28998" y="32068"/>
                    </a:cubicBezTo>
                    <a:cubicBezTo>
                      <a:pt x="28968" y="32038"/>
                      <a:pt x="28907" y="31977"/>
                      <a:pt x="28938" y="31947"/>
                    </a:cubicBezTo>
                    <a:cubicBezTo>
                      <a:pt x="28938" y="31825"/>
                      <a:pt x="28998" y="31734"/>
                      <a:pt x="29059" y="31643"/>
                    </a:cubicBezTo>
                    <a:cubicBezTo>
                      <a:pt x="29485" y="31187"/>
                      <a:pt x="29728" y="30670"/>
                      <a:pt x="30154" y="30245"/>
                    </a:cubicBezTo>
                    <a:cubicBezTo>
                      <a:pt x="30245" y="30184"/>
                      <a:pt x="30351" y="30153"/>
                      <a:pt x="30454" y="30153"/>
                    </a:cubicBezTo>
                    <a:cubicBezTo>
                      <a:pt x="30556" y="30153"/>
                      <a:pt x="30655" y="30184"/>
                      <a:pt x="30731" y="30245"/>
                    </a:cubicBezTo>
                    <a:lnTo>
                      <a:pt x="30822" y="30245"/>
                    </a:lnTo>
                    <a:cubicBezTo>
                      <a:pt x="31521" y="30214"/>
                      <a:pt x="32129" y="30001"/>
                      <a:pt x="32737" y="29910"/>
                    </a:cubicBezTo>
                    <a:cubicBezTo>
                      <a:pt x="33034" y="29515"/>
                      <a:pt x="33491" y="29260"/>
                      <a:pt x="33961" y="29260"/>
                    </a:cubicBezTo>
                    <a:cubicBezTo>
                      <a:pt x="34070" y="29260"/>
                      <a:pt x="34179" y="29274"/>
                      <a:pt x="34287" y="29302"/>
                    </a:cubicBezTo>
                    <a:lnTo>
                      <a:pt x="34865" y="29089"/>
                    </a:lnTo>
                    <a:lnTo>
                      <a:pt x="34895" y="29089"/>
                    </a:lnTo>
                    <a:cubicBezTo>
                      <a:pt x="34926" y="28938"/>
                      <a:pt x="34986" y="28786"/>
                      <a:pt x="35078" y="28664"/>
                    </a:cubicBezTo>
                    <a:cubicBezTo>
                      <a:pt x="35382" y="27813"/>
                      <a:pt x="37053" y="27934"/>
                      <a:pt x="37813" y="27904"/>
                    </a:cubicBezTo>
                    <a:cubicBezTo>
                      <a:pt x="37965" y="27889"/>
                      <a:pt x="38110" y="27881"/>
                      <a:pt x="38250" y="27881"/>
                    </a:cubicBezTo>
                    <a:cubicBezTo>
                      <a:pt x="38391" y="27881"/>
                      <a:pt x="38528" y="27889"/>
                      <a:pt x="38664" y="27904"/>
                    </a:cubicBezTo>
                    <a:cubicBezTo>
                      <a:pt x="38847" y="27843"/>
                      <a:pt x="39029" y="27722"/>
                      <a:pt x="39181" y="27570"/>
                    </a:cubicBezTo>
                    <a:cubicBezTo>
                      <a:pt x="39504" y="27354"/>
                      <a:pt x="39888" y="27231"/>
                      <a:pt x="40278" y="27231"/>
                    </a:cubicBezTo>
                    <a:cubicBezTo>
                      <a:pt x="40440" y="27231"/>
                      <a:pt x="40602" y="27252"/>
                      <a:pt x="40762" y="27296"/>
                    </a:cubicBezTo>
                    <a:cubicBezTo>
                      <a:pt x="40807" y="27281"/>
                      <a:pt x="40853" y="27273"/>
                      <a:pt x="40898" y="27273"/>
                    </a:cubicBezTo>
                    <a:cubicBezTo>
                      <a:pt x="40944" y="27273"/>
                      <a:pt x="40990" y="27281"/>
                      <a:pt x="41035" y="27296"/>
                    </a:cubicBezTo>
                    <a:cubicBezTo>
                      <a:pt x="41157" y="27296"/>
                      <a:pt x="41248" y="27327"/>
                      <a:pt x="41370" y="27327"/>
                    </a:cubicBezTo>
                    <a:cubicBezTo>
                      <a:pt x="41438" y="27337"/>
                      <a:pt x="41504" y="27342"/>
                      <a:pt x="41565" y="27342"/>
                    </a:cubicBezTo>
                    <a:cubicBezTo>
                      <a:pt x="41855" y="27342"/>
                      <a:pt x="42059" y="27229"/>
                      <a:pt x="42160" y="27053"/>
                    </a:cubicBezTo>
                    <a:cubicBezTo>
                      <a:pt x="42281" y="26810"/>
                      <a:pt x="42373" y="26597"/>
                      <a:pt x="42464" y="26384"/>
                    </a:cubicBezTo>
                    <a:cubicBezTo>
                      <a:pt x="42585" y="26172"/>
                      <a:pt x="42768" y="26020"/>
                      <a:pt x="42981" y="25928"/>
                    </a:cubicBezTo>
                    <a:cubicBezTo>
                      <a:pt x="43193" y="25837"/>
                      <a:pt x="43619" y="25868"/>
                      <a:pt x="43649" y="25655"/>
                    </a:cubicBezTo>
                    <a:cubicBezTo>
                      <a:pt x="43771" y="25290"/>
                      <a:pt x="43649" y="24864"/>
                      <a:pt x="43345" y="24621"/>
                    </a:cubicBezTo>
                    <a:cubicBezTo>
                      <a:pt x="43315" y="24591"/>
                      <a:pt x="43254" y="24561"/>
                      <a:pt x="43224" y="24530"/>
                    </a:cubicBezTo>
                    <a:cubicBezTo>
                      <a:pt x="42920" y="24257"/>
                      <a:pt x="42950" y="23770"/>
                      <a:pt x="43254" y="23527"/>
                    </a:cubicBezTo>
                    <a:cubicBezTo>
                      <a:pt x="43345" y="23466"/>
                      <a:pt x="43436" y="23436"/>
                      <a:pt x="43528" y="23436"/>
                    </a:cubicBezTo>
                    <a:cubicBezTo>
                      <a:pt x="43625" y="23436"/>
                      <a:pt x="43722" y="23475"/>
                      <a:pt x="43804" y="23475"/>
                    </a:cubicBezTo>
                    <a:cubicBezTo>
                      <a:pt x="43824" y="23475"/>
                      <a:pt x="43844" y="23472"/>
                      <a:pt x="43862" y="23466"/>
                    </a:cubicBezTo>
                    <a:cubicBezTo>
                      <a:pt x="43929" y="23455"/>
                      <a:pt x="43995" y="23448"/>
                      <a:pt x="44062" y="23448"/>
                    </a:cubicBezTo>
                    <a:cubicBezTo>
                      <a:pt x="44178" y="23448"/>
                      <a:pt x="44293" y="23469"/>
                      <a:pt x="44409" y="23527"/>
                    </a:cubicBezTo>
                    <a:cubicBezTo>
                      <a:pt x="44500" y="22980"/>
                      <a:pt x="44774" y="22463"/>
                      <a:pt x="45199" y="22068"/>
                    </a:cubicBezTo>
                    <a:cubicBezTo>
                      <a:pt x="45503" y="21783"/>
                      <a:pt x="45890" y="21641"/>
                      <a:pt x="46286" y="21641"/>
                    </a:cubicBezTo>
                    <a:cubicBezTo>
                      <a:pt x="46524" y="21641"/>
                      <a:pt x="46765" y="21692"/>
                      <a:pt x="46993" y="21795"/>
                    </a:cubicBezTo>
                    <a:lnTo>
                      <a:pt x="47357" y="21703"/>
                    </a:lnTo>
                    <a:cubicBezTo>
                      <a:pt x="47388" y="21430"/>
                      <a:pt x="47509" y="21187"/>
                      <a:pt x="47692" y="20974"/>
                    </a:cubicBezTo>
                    <a:cubicBezTo>
                      <a:pt x="48026" y="20488"/>
                      <a:pt x="48513" y="20153"/>
                      <a:pt x="49060" y="19971"/>
                    </a:cubicBezTo>
                    <a:cubicBezTo>
                      <a:pt x="49181" y="19545"/>
                      <a:pt x="49364" y="19150"/>
                      <a:pt x="49668" y="18816"/>
                    </a:cubicBezTo>
                    <a:cubicBezTo>
                      <a:pt x="49850" y="18633"/>
                      <a:pt x="50063" y="18481"/>
                      <a:pt x="50336" y="18360"/>
                    </a:cubicBezTo>
                    <a:cubicBezTo>
                      <a:pt x="50336" y="17509"/>
                      <a:pt x="50731" y="16718"/>
                      <a:pt x="51400" y="16263"/>
                    </a:cubicBezTo>
                    <a:cubicBezTo>
                      <a:pt x="51552" y="15685"/>
                      <a:pt x="51704" y="14986"/>
                      <a:pt x="51461" y="14439"/>
                    </a:cubicBezTo>
                    <a:cubicBezTo>
                      <a:pt x="51309" y="14165"/>
                      <a:pt x="51339" y="13801"/>
                      <a:pt x="51522" y="13557"/>
                    </a:cubicBezTo>
                    <a:cubicBezTo>
                      <a:pt x="51461" y="13466"/>
                      <a:pt x="51431" y="13345"/>
                      <a:pt x="51431" y="13193"/>
                    </a:cubicBezTo>
                    <a:cubicBezTo>
                      <a:pt x="51400" y="12858"/>
                      <a:pt x="51643" y="12554"/>
                      <a:pt x="51978" y="12463"/>
                    </a:cubicBezTo>
                    <a:cubicBezTo>
                      <a:pt x="52065" y="12397"/>
                      <a:pt x="52200" y="12347"/>
                      <a:pt x="52326" y="12347"/>
                    </a:cubicBezTo>
                    <a:cubicBezTo>
                      <a:pt x="52374" y="12347"/>
                      <a:pt x="52422" y="12355"/>
                      <a:pt x="52464" y="12372"/>
                    </a:cubicBezTo>
                    <a:cubicBezTo>
                      <a:pt x="52586" y="12402"/>
                      <a:pt x="52707" y="12433"/>
                      <a:pt x="52798" y="12463"/>
                    </a:cubicBezTo>
                    <a:cubicBezTo>
                      <a:pt x="52887" y="12490"/>
                      <a:pt x="52978" y="12503"/>
                      <a:pt x="53068" y="12503"/>
                    </a:cubicBezTo>
                    <a:cubicBezTo>
                      <a:pt x="53287" y="12503"/>
                      <a:pt x="53499" y="12423"/>
                      <a:pt x="53649" y="12250"/>
                    </a:cubicBezTo>
                    <a:cubicBezTo>
                      <a:pt x="53801" y="12068"/>
                      <a:pt x="53893" y="11825"/>
                      <a:pt x="54045" y="11642"/>
                    </a:cubicBezTo>
                    <a:cubicBezTo>
                      <a:pt x="54197" y="11460"/>
                      <a:pt x="54379" y="11308"/>
                      <a:pt x="54622" y="11247"/>
                    </a:cubicBezTo>
                    <a:cubicBezTo>
                      <a:pt x="54804" y="11186"/>
                      <a:pt x="55048" y="11217"/>
                      <a:pt x="55200" y="11156"/>
                    </a:cubicBezTo>
                    <a:cubicBezTo>
                      <a:pt x="55260" y="11065"/>
                      <a:pt x="55321" y="10974"/>
                      <a:pt x="55382" y="10883"/>
                    </a:cubicBezTo>
                    <a:cubicBezTo>
                      <a:pt x="55504" y="10579"/>
                      <a:pt x="55412" y="10244"/>
                      <a:pt x="55169" y="10001"/>
                    </a:cubicBezTo>
                    <a:cubicBezTo>
                      <a:pt x="55139" y="9971"/>
                      <a:pt x="55108" y="9940"/>
                      <a:pt x="55078" y="9910"/>
                    </a:cubicBezTo>
                    <a:cubicBezTo>
                      <a:pt x="54896" y="9667"/>
                      <a:pt x="54896" y="9363"/>
                      <a:pt x="55078" y="9120"/>
                    </a:cubicBezTo>
                    <a:cubicBezTo>
                      <a:pt x="55078" y="8785"/>
                      <a:pt x="55260" y="8451"/>
                      <a:pt x="55595" y="8329"/>
                    </a:cubicBezTo>
                    <a:cubicBezTo>
                      <a:pt x="55595" y="7934"/>
                      <a:pt x="55838" y="7600"/>
                      <a:pt x="56203" y="7478"/>
                    </a:cubicBezTo>
                    <a:cubicBezTo>
                      <a:pt x="56598" y="7372"/>
                      <a:pt x="56978" y="7364"/>
                      <a:pt x="57354" y="7364"/>
                    </a:cubicBezTo>
                    <a:cubicBezTo>
                      <a:pt x="57417" y="7364"/>
                      <a:pt x="57479" y="7364"/>
                      <a:pt x="57542" y="7364"/>
                    </a:cubicBezTo>
                    <a:cubicBezTo>
                      <a:pt x="57854" y="7364"/>
                      <a:pt x="58166" y="7359"/>
                      <a:pt x="58482" y="7296"/>
                    </a:cubicBezTo>
                    <a:cubicBezTo>
                      <a:pt x="60397" y="6931"/>
                      <a:pt x="60032" y="6171"/>
                      <a:pt x="61066" y="5107"/>
                    </a:cubicBezTo>
                    <a:cubicBezTo>
                      <a:pt x="61370" y="4864"/>
                      <a:pt x="61704" y="4621"/>
                      <a:pt x="62069" y="4439"/>
                    </a:cubicBezTo>
                    <a:cubicBezTo>
                      <a:pt x="62069" y="4256"/>
                      <a:pt x="62099" y="4074"/>
                      <a:pt x="62221" y="3922"/>
                    </a:cubicBezTo>
                    <a:cubicBezTo>
                      <a:pt x="62343" y="3770"/>
                      <a:pt x="62464" y="3618"/>
                      <a:pt x="62586" y="3466"/>
                    </a:cubicBezTo>
                    <a:cubicBezTo>
                      <a:pt x="62525" y="2797"/>
                      <a:pt x="62950" y="2159"/>
                      <a:pt x="63254" y="1369"/>
                    </a:cubicBezTo>
                    <a:cubicBezTo>
                      <a:pt x="62160" y="487"/>
                      <a:pt x="60792" y="1"/>
                      <a:pt x="593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6" name="Google Shape;796;p21"/>
              <p:cNvGrpSpPr/>
              <p:nvPr/>
            </p:nvGrpSpPr>
            <p:grpSpPr>
              <a:xfrm rot="10800000">
                <a:off x="7984865" y="4119996"/>
                <a:ext cx="1239152" cy="1128603"/>
                <a:chOff x="390884" y="252477"/>
                <a:chExt cx="1001254" cy="911929"/>
              </a:xfrm>
            </p:grpSpPr>
            <p:sp>
              <p:nvSpPr>
                <p:cNvPr id="797" name="Google Shape;797;p21"/>
                <p:cNvSpPr/>
                <p:nvPr/>
              </p:nvSpPr>
              <p:spPr>
                <a:xfrm>
                  <a:off x="448429" y="835607"/>
                  <a:ext cx="11187" cy="9831"/>
                </a:xfrm>
                <a:custGeom>
                  <a:rect b="b" l="l" r="r" t="t"/>
                  <a:pathLst>
                    <a:path extrusionOk="0" h="348" w="396">
                      <a:moveTo>
                        <a:pt x="212" y="1"/>
                      </a:moveTo>
                      <a:cubicBezTo>
                        <a:pt x="174" y="1"/>
                        <a:pt x="133" y="17"/>
                        <a:pt x="92" y="58"/>
                      </a:cubicBezTo>
                      <a:cubicBezTo>
                        <a:pt x="0" y="180"/>
                        <a:pt x="0" y="210"/>
                        <a:pt x="92" y="301"/>
                      </a:cubicBezTo>
                      <a:cubicBezTo>
                        <a:pt x="122" y="332"/>
                        <a:pt x="160" y="347"/>
                        <a:pt x="202" y="347"/>
                      </a:cubicBezTo>
                      <a:cubicBezTo>
                        <a:pt x="244" y="347"/>
                        <a:pt x="289" y="332"/>
                        <a:pt x="335" y="301"/>
                      </a:cubicBezTo>
                      <a:cubicBezTo>
                        <a:pt x="396" y="241"/>
                        <a:pt x="396" y="119"/>
                        <a:pt x="335" y="58"/>
                      </a:cubicBezTo>
                      <a:cubicBezTo>
                        <a:pt x="301" y="25"/>
                        <a:pt x="259" y="1"/>
                        <a:pt x="21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1"/>
                <p:cNvSpPr/>
                <p:nvPr/>
              </p:nvSpPr>
              <p:spPr>
                <a:xfrm>
                  <a:off x="1229814" y="464886"/>
                  <a:ext cx="12063" cy="9605"/>
                </a:xfrm>
                <a:custGeom>
                  <a:rect b="b" l="l" r="r" t="t"/>
                  <a:pathLst>
                    <a:path extrusionOk="0" h="340" w="427">
                      <a:moveTo>
                        <a:pt x="205" y="1"/>
                      </a:moveTo>
                      <a:cubicBezTo>
                        <a:pt x="170" y="1"/>
                        <a:pt x="134" y="24"/>
                        <a:pt x="92" y="81"/>
                      </a:cubicBezTo>
                      <a:cubicBezTo>
                        <a:pt x="31" y="172"/>
                        <a:pt x="1" y="233"/>
                        <a:pt x="92" y="294"/>
                      </a:cubicBezTo>
                      <a:cubicBezTo>
                        <a:pt x="153" y="324"/>
                        <a:pt x="191" y="339"/>
                        <a:pt x="225" y="339"/>
                      </a:cubicBezTo>
                      <a:cubicBezTo>
                        <a:pt x="259" y="339"/>
                        <a:pt x="289" y="324"/>
                        <a:pt x="335" y="294"/>
                      </a:cubicBezTo>
                      <a:cubicBezTo>
                        <a:pt x="396" y="233"/>
                        <a:pt x="426" y="142"/>
                        <a:pt x="335" y="81"/>
                      </a:cubicBezTo>
                      <a:cubicBezTo>
                        <a:pt x="286" y="32"/>
                        <a:pt x="246" y="1"/>
                        <a:pt x="20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1"/>
                <p:cNvSpPr/>
                <p:nvPr/>
              </p:nvSpPr>
              <p:spPr>
                <a:xfrm>
                  <a:off x="1125912" y="326491"/>
                  <a:ext cx="27516" cy="17515"/>
                </a:xfrm>
                <a:custGeom>
                  <a:rect b="b" l="l" r="r" t="t"/>
                  <a:pathLst>
                    <a:path extrusionOk="0" h="620" w="974">
                      <a:moveTo>
                        <a:pt x="514" y="1"/>
                      </a:moveTo>
                      <a:cubicBezTo>
                        <a:pt x="414" y="1"/>
                        <a:pt x="314" y="87"/>
                        <a:pt x="213" y="147"/>
                      </a:cubicBezTo>
                      <a:cubicBezTo>
                        <a:pt x="122" y="208"/>
                        <a:pt x="1" y="268"/>
                        <a:pt x="61" y="420"/>
                      </a:cubicBezTo>
                      <a:cubicBezTo>
                        <a:pt x="92" y="542"/>
                        <a:pt x="274" y="512"/>
                        <a:pt x="396" y="542"/>
                      </a:cubicBezTo>
                      <a:cubicBezTo>
                        <a:pt x="504" y="542"/>
                        <a:pt x="644" y="620"/>
                        <a:pt x="792" y="620"/>
                      </a:cubicBezTo>
                      <a:cubicBezTo>
                        <a:pt x="852" y="620"/>
                        <a:pt x="913" y="607"/>
                        <a:pt x="973" y="572"/>
                      </a:cubicBezTo>
                      <a:cubicBezTo>
                        <a:pt x="913" y="390"/>
                        <a:pt x="821" y="208"/>
                        <a:pt x="669" y="86"/>
                      </a:cubicBezTo>
                      <a:cubicBezTo>
                        <a:pt x="617" y="24"/>
                        <a:pt x="566" y="1"/>
                        <a:pt x="5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1"/>
                <p:cNvSpPr/>
                <p:nvPr/>
              </p:nvSpPr>
              <p:spPr>
                <a:xfrm>
                  <a:off x="616740" y="374770"/>
                  <a:ext cx="12035" cy="9549"/>
                </a:xfrm>
                <a:custGeom>
                  <a:rect b="b" l="l" r="r" t="t"/>
                  <a:pathLst>
                    <a:path extrusionOk="0" h="338" w="426">
                      <a:moveTo>
                        <a:pt x="251" y="0"/>
                      </a:moveTo>
                      <a:cubicBezTo>
                        <a:pt x="219" y="0"/>
                        <a:pt x="185" y="7"/>
                        <a:pt x="152" y="18"/>
                      </a:cubicBezTo>
                      <a:cubicBezTo>
                        <a:pt x="61" y="110"/>
                        <a:pt x="0" y="201"/>
                        <a:pt x="122" y="292"/>
                      </a:cubicBezTo>
                      <a:cubicBezTo>
                        <a:pt x="152" y="322"/>
                        <a:pt x="190" y="338"/>
                        <a:pt x="232" y="338"/>
                      </a:cubicBezTo>
                      <a:cubicBezTo>
                        <a:pt x="274" y="338"/>
                        <a:pt x="319" y="322"/>
                        <a:pt x="365" y="292"/>
                      </a:cubicBezTo>
                      <a:cubicBezTo>
                        <a:pt x="426" y="262"/>
                        <a:pt x="426" y="140"/>
                        <a:pt x="395" y="79"/>
                      </a:cubicBezTo>
                      <a:cubicBezTo>
                        <a:pt x="357" y="21"/>
                        <a:pt x="306" y="0"/>
                        <a:pt x="25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1"/>
                <p:cNvSpPr/>
                <p:nvPr/>
              </p:nvSpPr>
              <p:spPr>
                <a:xfrm>
                  <a:off x="1037463" y="347791"/>
                  <a:ext cx="4322" cy="3842"/>
                </a:xfrm>
                <a:custGeom>
                  <a:rect b="b" l="l" r="r" t="t"/>
                  <a:pathLst>
                    <a:path extrusionOk="0" h="136" w="153">
                      <a:moveTo>
                        <a:pt x="62" y="1"/>
                      </a:moveTo>
                      <a:cubicBezTo>
                        <a:pt x="31" y="62"/>
                        <a:pt x="31" y="92"/>
                        <a:pt x="1" y="122"/>
                      </a:cubicBezTo>
                      <a:cubicBezTo>
                        <a:pt x="21" y="122"/>
                        <a:pt x="41" y="136"/>
                        <a:pt x="62" y="136"/>
                      </a:cubicBezTo>
                      <a:cubicBezTo>
                        <a:pt x="72" y="136"/>
                        <a:pt x="82" y="133"/>
                        <a:pt x="92" y="122"/>
                      </a:cubicBezTo>
                      <a:cubicBezTo>
                        <a:pt x="92" y="92"/>
                        <a:pt x="123" y="62"/>
                        <a:pt x="15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1"/>
                <p:cNvSpPr/>
                <p:nvPr/>
              </p:nvSpPr>
              <p:spPr>
                <a:xfrm>
                  <a:off x="1230662" y="503193"/>
                  <a:ext cx="10340" cy="8955"/>
                </a:xfrm>
                <a:custGeom>
                  <a:rect b="b" l="l" r="r" t="t"/>
                  <a:pathLst>
                    <a:path extrusionOk="0" h="317" w="366">
                      <a:moveTo>
                        <a:pt x="217" y="0"/>
                      </a:moveTo>
                      <a:cubicBezTo>
                        <a:pt x="187" y="0"/>
                        <a:pt x="155" y="10"/>
                        <a:pt x="123" y="32"/>
                      </a:cubicBezTo>
                      <a:cubicBezTo>
                        <a:pt x="1" y="62"/>
                        <a:pt x="31" y="153"/>
                        <a:pt x="62" y="214"/>
                      </a:cubicBezTo>
                      <a:cubicBezTo>
                        <a:pt x="85" y="283"/>
                        <a:pt x="142" y="317"/>
                        <a:pt x="207" y="317"/>
                      </a:cubicBezTo>
                      <a:cubicBezTo>
                        <a:pt x="229" y="317"/>
                        <a:pt x="252" y="313"/>
                        <a:pt x="275" y="305"/>
                      </a:cubicBezTo>
                      <a:cubicBezTo>
                        <a:pt x="335" y="275"/>
                        <a:pt x="366" y="184"/>
                        <a:pt x="335" y="93"/>
                      </a:cubicBezTo>
                      <a:cubicBezTo>
                        <a:pt x="316" y="34"/>
                        <a:pt x="271"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1"/>
                <p:cNvSpPr/>
                <p:nvPr/>
              </p:nvSpPr>
              <p:spPr>
                <a:xfrm>
                  <a:off x="1023733" y="346096"/>
                  <a:ext cx="3475" cy="2599"/>
                </a:xfrm>
                <a:custGeom>
                  <a:rect b="b" l="l" r="r" t="t"/>
                  <a:pathLst>
                    <a:path extrusionOk="0" h="92" w="123">
                      <a:moveTo>
                        <a:pt x="1" y="0"/>
                      </a:moveTo>
                      <a:cubicBezTo>
                        <a:pt x="1" y="0"/>
                        <a:pt x="1" y="91"/>
                        <a:pt x="1" y="91"/>
                      </a:cubicBezTo>
                      <a:lnTo>
                        <a:pt x="122" y="91"/>
                      </a:lnTo>
                      <a:lnTo>
                        <a:pt x="122"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1"/>
                <p:cNvSpPr/>
                <p:nvPr/>
              </p:nvSpPr>
              <p:spPr>
                <a:xfrm>
                  <a:off x="1192892" y="503221"/>
                  <a:ext cx="11187" cy="9548"/>
                </a:xfrm>
                <a:custGeom>
                  <a:rect b="b" l="l" r="r" t="t"/>
                  <a:pathLst>
                    <a:path extrusionOk="0" h="338" w="396">
                      <a:moveTo>
                        <a:pt x="192" y="0"/>
                      </a:moveTo>
                      <a:cubicBezTo>
                        <a:pt x="166" y="0"/>
                        <a:pt x="142" y="11"/>
                        <a:pt x="122" y="31"/>
                      </a:cubicBezTo>
                      <a:cubicBezTo>
                        <a:pt x="31" y="92"/>
                        <a:pt x="1" y="183"/>
                        <a:pt x="92" y="274"/>
                      </a:cubicBezTo>
                      <a:cubicBezTo>
                        <a:pt x="111" y="312"/>
                        <a:pt x="153" y="338"/>
                        <a:pt x="203" y="338"/>
                      </a:cubicBezTo>
                      <a:cubicBezTo>
                        <a:pt x="235" y="338"/>
                        <a:pt x="270" y="328"/>
                        <a:pt x="305" y="304"/>
                      </a:cubicBezTo>
                      <a:cubicBezTo>
                        <a:pt x="365" y="274"/>
                        <a:pt x="396" y="213"/>
                        <a:pt x="365" y="122"/>
                      </a:cubicBezTo>
                      <a:cubicBezTo>
                        <a:pt x="305" y="41"/>
                        <a:pt x="244" y="0"/>
                        <a:pt x="1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1"/>
                <p:cNvSpPr/>
                <p:nvPr/>
              </p:nvSpPr>
              <p:spPr>
                <a:xfrm>
                  <a:off x="876891" y="362425"/>
                  <a:ext cx="19803" cy="18193"/>
                </a:xfrm>
                <a:custGeom>
                  <a:rect b="b" l="l" r="r" t="t"/>
                  <a:pathLst>
                    <a:path extrusionOk="0" h="644" w="701">
                      <a:moveTo>
                        <a:pt x="269" y="1"/>
                      </a:moveTo>
                      <a:cubicBezTo>
                        <a:pt x="224" y="1"/>
                        <a:pt x="169" y="27"/>
                        <a:pt x="92" y="91"/>
                      </a:cubicBezTo>
                      <a:cubicBezTo>
                        <a:pt x="1" y="243"/>
                        <a:pt x="123" y="364"/>
                        <a:pt x="244" y="516"/>
                      </a:cubicBezTo>
                      <a:cubicBezTo>
                        <a:pt x="300" y="591"/>
                        <a:pt x="357" y="643"/>
                        <a:pt x="420" y="643"/>
                      </a:cubicBezTo>
                      <a:cubicBezTo>
                        <a:pt x="460" y="643"/>
                        <a:pt x="502" y="624"/>
                        <a:pt x="548" y="577"/>
                      </a:cubicBezTo>
                      <a:cubicBezTo>
                        <a:pt x="700" y="395"/>
                        <a:pt x="518" y="273"/>
                        <a:pt x="426" y="121"/>
                      </a:cubicBezTo>
                      <a:cubicBezTo>
                        <a:pt x="374" y="51"/>
                        <a:pt x="331" y="1"/>
                        <a:pt x="2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1"/>
                <p:cNvSpPr/>
                <p:nvPr/>
              </p:nvSpPr>
              <p:spPr>
                <a:xfrm>
                  <a:off x="599565" y="337509"/>
                  <a:ext cx="26640" cy="27883"/>
                </a:xfrm>
                <a:custGeom>
                  <a:rect b="b" l="l" r="r" t="t"/>
                  <a:pathLst>
                    <a:path extrusionOk="0" h="987" w="943">
                      <a:moveTo>
                        <a:pt x="608" y="0"/>
                      </a:moveTo>
                      <a:cubicBezTo>
                        <a:pt x="517" y="152"/>
                        <a:pt x="365" y="213"/>
                        <a:pt x="213" y="334"/>
                      </a:cubicBezTo>
                      <a:cubicBezTo>
                        <a:pt x="0" y="486"/>
                        <a:pt x="61" y="669"/>
                        <a:pt x="183" y="851"/>
                      </a:cubicBezTo>
                      <a:cubicBezTo>
                        <a:pt x="236" y="940"/>
                        <a:pt x="320" y="987"/>
                        <a:pt x="411" y="987"/>
                      </a:cubicBezTo>
                      <a:cubicBezTo>
                        <a:pt x="476" y="987"/>
                        <a:pt x="545" y="963"/>
                        <a:pt x="608" y="912"/>
                      </a:cubicBezTo>
                      <a:cubicBezTo>
                        <a:pt x="790" y="821"/>
                        <a:pt x="942" y="699"/>
                        <a:pt x="821" y="426"/>
                      </a:cubicBezTo>
                      <a:cubicBezTo>
                        <a:pt x="760" y="304"/>
                        <a:pt x="608" y="182"/>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1"/>
                <p:cNvSpPr/>
                <p:nvPr/>
              </p:nvSpPr>
              <p:spPr>
                <a:xfrm>
                  <a:off x="412354" y="334062"/>
                  <a:ext cx="12910" cy="10678"/>
                </a:xfrm>
                <a:custGeom>
                  <a:rect b="b" l="l" r="r" t="t"/>
                  <a:pathLst>
                    <a:path extrusionOk="0" h="378" w="457">
                      <a:moveTo>
                        <a:pt x="244" y="0"/>
                      </a:moveTo>
                      <a:cubicBezTo>
                        <a:pt x="153" y="122"/>
                        <a:pt x="92" y="244"/>
                        <a:pt x="1" y="365"/>
                      </a:cubicBezTo>
                      <a:cubicBezTo>
                        <a:pt x="45" y="374"/>
                        <a:pt x="90" y="378"/>
                        <a:pt x="134" y="378"/>
                      </a:cubicBezTo>
                      <a:cubicBezTo>
                        <a:pt x="242" y="378"/>
                        <a:pt x="349" y="356"/>
                        <a:pt x="457" y="335"/>
                      </a:cubicBezTo>
                      <a:cubicBezTo>
                        <a:pt x="366" y="213"/>
                        <a:pt x="305" y="122"/>
                        <a:pt x="24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1"/>
                <p:cNvSpPr/>
                <p:nvPr/>
              </p:nvSpPr>
              <p:spPr>
                <a:xfrm>
                  <a:off x="1142241" y="437541"/>
                  <a:ext cx="145149" cy="143849"/>
                </a:xfrm>
                <a:custGeom>
                  <a:rect b="b" l="l" r="r" t="t"/>
                  <a:pathLst>
                    <a:path extrusionOk="0" h="5092" w="5138">
                      <a:moveTo>
                        <a:pt x="3304" y="970"/>
                      </a:moveTo>
                      <a:cubicBezTo>
                        <a:pt x="3350" y="970"/>
                        <a:pt x="3398" y="1000"/>
                        <a:pt x="3435" y="1018"/>
                      </a:cubicBezTo>
                      <a:cubicBezTo>
                        <a:pt x="3496" y="1079"/>
                        <a:pt x="3496" y="1170"/>
                        <a:pt x="3435" y="1231"/>
                      </a:cubicBezTo>
                      <a:cubicBezTo>
                        <a:pt x="3407" y="1272"/>
                        <a:pt x="3374" y="1289"/>
                        <a:pt x="3340" y="1289"/>
                      </a:cubicBezTo>
                      <a:cubicBezTo>
                        <a:pt x="3298" y="1289"/>
                        <a:pt x="3256" y="1265"/>
                        <a:pt x="3222" y="1231"/>
                      </a:cubicBezTo>
                      <a:cubicBezTo>
                        <a:pt x="3161" y="1201"/>
                        <a:pt x="3161" y="1110"/>
                        <a:pt x="3222" y="1018"/>
                      </a:cubicBezTo>
                      <a:cubicBezTo>
                        <a:pt x="3246" y="983"/>
                        <a:pt x="3275" y="970"/>
                        <a:pt x="3304" y="970"/>
                      </a:cubicBezTo>
                      <a:close/>
                      <a:moveTo>
                        <a:pt x="3320" y="2314"/>
                      </a:moveTo>
                      <a:cubicBezTo>
                        <a:pt x="3387" y="2314"/>
                        <a:pt x="3450" y="2348"/>
                        <a:pt x="3496" y="2417"/>
                      </a:cubicBezTo>
                      <a:cubicBezTo>
                        <a:pt x="3496" y="2508"/>
                        <a:pt x="3496" y="2569"/>
                        <a:pt x="3405" y="2629"/>
                      </a:cubicBezTo>
                      <a:cubicBezTo>
                        <a:pt x="3384" y="2629"/>
                        <a:pt x="3361" y="2633"/>
                        <a:pt x="3336" y="2633"/>
                      </a:cubicBezTo>
                      <a:cubicBezTo>
                        <a:pt x="3286" y="2633"/>
                        <a:pt x="3232" y="2619"/>
                        <a:pt x="3192" y="2538"/>
                      </a:cubicBezTo>
                      <a:cubicBezTo>
                        <a:pt x="3161" y="2417"/>
                        <a:pt x="3161" y="2386"/>
                        <a:pt x="3253" y="2325"/>
                      </a:cubicBezTo>
                      <a:cubicBezTo>
                        <a:pt x="3275" y="2318"/>
                        <a:pt x="3298" y="2314"/>
                        <a:pt x="3320" y="2314"/>
                      </a:cubicBezTo>
                      <a:close/>
                      <a:moveTo>
                        <a:pt x="1976" y="2325"/>
                      </a:moveTo>
                      <a:cubicBezTo>
                        <a:pt x="2037" y="2325"/>
                        <a:pt x="2098" y="2366"/>
                        <a:pt x="2158" y="2447"/>
                      </a:cubicBezTo>
                      <a:cubicBezTo>
                        <a:pt x="2158" y="2538"/>
                        <a:pt x="2128" y="2599"/>
                        <a:pt x="2067" y="2629"/>
                      </a:cubicBezTo>
                      <a:cubicBezTo>
                        <a:pt x="2044" y="2653"/>
                        <a:pt x="2012" y="2663"/>
                        <a:pt x="1979" y="2663"/>
                      </a:cubicBezTo>
                      <a:cubicBezTo>
                        <a:pt x="1927" y="2663"/>
                        <a:pt x="1873" y="2637"/>
                        <a:pt x="1854" y="2599"/>
                      </a:cubicBezTo>
                      <a:cubicBezTo>
                        <a:pt x="1794" y="2508"/>
                        <a:pt x="1824" y="2417"/>
                        <a:pt x="1885" y="2356"/>
                      </a:cubicBezTo>
                      <a:cubicBezTo>
                        <a:pt x="1915" y="2336"/>
                        <a:pt x="1946" y="2325"/>
                        <a:pt x="1976" y="2325"/>
                      </a:cubicBezTo>
                      <a:close/>
                      <a:moveTo>
                        <a:pt x="3500" y="1"/>
                      </a:moveTo>
                      <a:cubicBezTo>
                        <a:pt x="3385" y="1"/>
                        <a:pt x="3255" y="34"/>
                        <a:pt x="3131" y="107"/>
                      </a:cubicBezTo>
                      <a:cubicBezTo>
                        <a:pt x="2928" y="251"/>
                        <a:pt x="2698" y="534"/>
                        <a:pt x="2493" y="534"/>
                      </a:cubicBezTo>
                      <a:cubicBezTo>
                        <a:pt x="2482" y="534"/>
                        <a:pt x="2472" y="534"/>
                        <a:pt x="2462" y="532"/>
                      </a:cubicBezTo>
                      <a:cubicBezTo>
                        <a:pt x="2358" y="515"/>
                        <a:pt x="2261" y="505"/>
                        <a:pt x="2173" y="505"/>
                      </a:cubicBezTo>
                      <a:cubicBezTo>
                        <a:pt x="1799" y="505"/>
                        <a:pt x="1575" y="679"/>
                        <a:pt x="1550" y="1170"/>
                      </a:cubicBezTo>
                      <a:cubicBezTo>
                        <a:pt x="791" y="1535"/>
                        <a:pt x="547" y="2204"/>
                        <a:pt x="304" y="2933"/>
                      </a:cubicBezTo>
                      <a:cubicBezTo>
                        <a:pt x="183" y="3207"/>
                        <a:pt x="0" y="3359"/>
                        <a:pt x="213" y="3632"/>
                      </a:cubicBezTo>
                      <a:cubicBezTo>
                        <a:pt x="377" y="3838"/>
                        <a:pt x="486" y="4029"/>
                        <a:pt x="661" y="4029"/>
                      </a:cubicBezTo>
                      <a:cubicBezTo>
                        <a:pt x="745" y="4029"/>
                        <a:pt x="844" y="3984"/>
                        <a:pt x="973" y="3876"/>
                      </a:cubicBezTo>
                      <a:cubicBezTo>
                        <a:pt x="1022" y="3834"/>
                        <a:pt x="1067" y="3818"/>
                        <a:pt x="1109" y="3818"/>
                      </a:cubicBezTo>
                      <a:cubicBezTo>
                        <a:pt x="1223" y="3818"/>
                        <a:pt x="1318" y="3939"/>
                        <a:pt x="1429" y="4028"/>
                      </a:cubicBezTo>
                      <a:cubicBezTo>
                        <a:pt x="1672" y="4332"/>
                        <a:pt x="1763" y="4727"/>
                        <a:pt x="1611" y="5091"/>
                      </a:cubicBezTo>
                      <a:cubicBezTo>
                        <a:pt x="2067" y="4909"/>
                        <a:pt x="2979" y="4423"/>
                        <a:pt x="3070" y="4240"/>
                      </a:cubicBezTo>
                      <a:cubicBezTo>
                        <a:pt x="3222" y="3906"/>
                        <a:pt x="3405" y="3541"/>
                        <a:pt x="3617" y="3237"/>
                      </a:cubicBezTo>
                      <a:cubicBezTo>
                        <a:pt x="3749" y="3000"/>
                        <a:pt x="3493" y="2467"/>
                        <a:pt x="3936" y="2467"/>
                      </a:cubicBezTo>
                      <a:cubicBezTo>
                        <a:pt x="4004" y="2467"/>
                        <a:pt x="4089" y="2479"/>
                        <a:pt x="4195" y="2508"/>
                      </a:cubicBezTo>
                      <a:cubicBezTo>
                        <a:pt x="4202" y="2510"/>
                        <a:pt x="4208" y="2511"/>
                        <a:pt x="4215" y="2511"/>
                      </a:cubicBezTo>
                      <a:cubicBezTo>
                        <a:pt x="4295" y="2511"/>
                        <a:pt x="4345" y="2347"/>
                        <a:pt x="4316" y="2234"/>
                      </a:cubicBezTo>
                      <a:cubicBezTo>
                        <a:pt x="4286" y="2113"/>
                        <a:pt x="4347" y="2021"/>
                        <a:pt x="4438" y="1930"/>
                      </a:cubicBezTo>
                      <a:cubicBezTo>
                        <a:pt x="4620" y="1748"/>
                        <a:pt x="5137" y="1626"/>
                        <a:pt x="4955" y="1383"/>
                      </a:cubicBezTo>
                      <a:cubicBezTo>
                        <a:pt x="4902" y="1293"/>
                        <a:pt x="4846" y="1259"/>
                        <a:pt x="4787" y="1259"/>
                      </a:cubicBezTo>
                      <a:cubicBezTo>
                        <a:pt x="4607" y="1259"/>
                        <a:pt x="4401" y="1581"/>
                        <a:pt x="4195" y="1626"/>
                      </a:cubicBezTo>
                      <a:cubicBezTo>
                        <a:pt x="4134" y="1626"/>
                        <a:pt x="4073" y="1657"/>
                        <a:pt x="3830" y="1748"/>
                      </a:cubicBezTo>
                      <a:cubicBezTo>
                        <a:pt x="4195" y="1201"/>
                        <a:pt x="3708" y="836"/>
                        <a:pt x="3830" y="350"/>
                      </a:cubicBezTo>
                      <a:cubicBezTo>
                        <a:pt x="3890" y="129"/>
                        <a:pt x="3725" y="1"/>
                        <a:pt x="35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1"/>
                <p:cNvSpPr/>
                <p:nvPr/>
              </p:nvSpPr>
              <p:spPr>
                <a:xfrm>
                  <a:off x="999693" y="252477"/>
                  <a:ext cx="67857" cy="40397"/>
                </a:xfrm>
                <a:custGeom>
                  <a:rect b="b" l="l" r="r" t="t"/>
                  <a:pathLst>
                    <a:path extrusionOk="0" h="1430" w="2402">
                      <a:moveTo>
                        <a:pt x="1034" y="1"/>
                      </a:moveTo>
                      <a:cubicBezTo>
                        <a:pt x="1034" y="31"/>
                        <a:pt x="1034" y="92"/>
                        <a:pt x="1004" y="122"/>
                      </a:cubicBezTo>
                      <a:cubicBezTo>
                        <a:pt x="1095" y="183"/>
                        <a:pt x="1064" y="244"/>
                        <a:pt x="1004" y="305"/>
                      </a:cubicBezTo>
                      <a:cubicBezTo>
                        <a:pt x="981" y="316"/>
                        <a:pt x="959" y="323"/>
                        <a:pt x="938" y="323"/>
                      </a:cubicBezTo>
                      <a:cubicBezTo>
                        <a:pt x="902" y="323"/>
                        <a:pt x="871" y="302"/>
                        <a:pt x="852" y="244"/>
                      </a:cubicBezTo>
                      <a:lnTo>
                        <a:pt x="31" y="122"/>
                      </a:lnTo>
                      <a:lnTo>
                        <a:pt x="31" y="122"/>
                      </a:lnTo>
                      <a:cubicBezTo>
                        <a:pt x="1" y="457"/>
                        <a:pt x="274" y="366"/>
                        <a:pt x="365" y="487"/>
                      </a:cubicBezTo>
                      <a:cubicBezTo>
                        <a:pt x="517" y="670"/>
                        <a:pt x="244" y="822"/>
                        <a:pt x="335" y="974"/>
                      </a:cubicBezTo>
                      <a:cubicBezTo>
                        <a:pt x="396" y="1126"/>
                        <a:pt x="487" y="1278"/>
                        <a:pt x="608" y="1430"/>
                      </a:cubicBezTo>
                      <a:lnTo>
                        <a:pt x="1946" y="609"/>
                      </a:lnTo>
                      <a:cubicBezTo>
                        <a:pt x="2015" y="730"/>
                        <a:pt x="2094" y="802"/>
                        <a:pt x="2183" y="802"/>
                      </a:cubicBezTo>
                      <a:cubicBezTo>
                        <a:pt x="2251" y="802"/>
                        <a:pt x="2323" y="761"/>
                        <a:pt x="2402" y="670"/>
                      </a:cubicBezTo>
                      <a:cubicBezTo>
                        <a:pt x="2335" y="519"/>
                        <a:pt x="2259" y="451"/>
                        <a:pt x="2173" y="451"/>
                      </a:cubicBezTo>
                      <a:cubicBezTo>
                        <a:pt x="2104" y="451"/>
                        <a:pt x="2028" y="496"/>
                        <a:pt x="1946" y="578"/>
                      </a:cubicBezTo>
                      <a:cubicBezTo>
                        <a:pt x="1855" y="457"/>
                        <a:pt x="1733" y="335"/>
                        <a:pt x="1855" y="214"/>
                      </a:cubicBezTo>
                      <a:cubicBezTo>
                        <a:pt x="1946" y="122"/>
                        <a:pt x="2037" y="62"/>
                        <a:pt x="212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1"/>
                <p:cNvSpPr/>
                <p:nvPr/>
              </p:nvSpPr>
              <p:spPr>
                <a:xfrm>
                  <a:off x="390884" y="402313"/>
                  <a:ext cx="103932" cy="205773"/>
                </a:xfrm>
                <a:custGeom>
                  <a:rect b="b" l="l" r="r" t="t"/>
                  <a:pathLst>
                    <a:path extrusionOk="0" h="7284" w="3679">
                      <a:moveTo>
                        <a:pt x="3466" y="1"/>
                      </a:moveTo>
                      <a:cubicBezTo>
                        <a:pt x="3421" y="1"/>
                        <a:pt x="3375" y="16"/>
                        <a:pt x="3345" y="47"/>
                      </a:cubicBezTo>
                      <a:cubicBezTo>
                        <a:pt x="3162" y="168"/>
                        <a:pt x="2980" y="259"/>
                        <a:pt x="2828" y="411"/>
                      </a:cubicBezTo>
                      <a:cubicBezTo>
                        <a:pt x="2575" y="683"/>
                        <a:pt x="2211" y="831"/>
                        <a:pt x="1847" y="831"/>
                      </a:cubicBezTo>
                      <a:cubicBezTo>
                        <a:pt x="1640" y="831"/>
                        <a:pt x="1434" y="784"/>
                        <a:pt x="1247" y="685"/>
                      </a:cubicBezTo>
                      <a:cubicBezTo>
                        <a:pt x="1217" y="685"/>
                        <a:pt x="1156" y="715"/>
                        <a:pt x="1095" y="746"/>
                      </a:cubicBezTo>
                      <a:cubicBezTo>
                        <a:pt x="974" y="898"/>
                        <a:pt x="1126" y="989"/>
                        <a:pt x="1156" y="1110"/>
                      </a:cubicBezTo>
                      <a:cubicBezTo>
                        <a:pt x="1308" y="1566"/>
                        <a:pt x="1126" y="1749"/>
                        <a:pt x="670" y="1931"/>
                      </a:cubicBezTo>
                      <a:cubicBezTo>
                        <a:pt x="457" y="1992"/>
                        <a:pt x="244" y="2022"/>
                        <a:pt x="1" y="2022"/>
                      </a:cubicBezTo>
                      <a:lnTo>
                        <a:pt x="1" y="3998"/>
                      </a:lnTo>
                      <a:cubicBezTo>
                        <a:pt x="396" y="4028"/>
                        <a:pt x="761" y="4150"/>
                        <a:pt x="1095" y="4302"/>
                      </a:cubicBezTo>
                      <a:cubicBezTo>
                        <a:pt x="1186" y="4363"/>
                        <a:pt x="1278" y="4515"/>
                        <a:pt x="1369" y="4515"/>
                      </a:cubicBezTo>
                      <a:cubicBezTo>
                        <a:pt x="1411" y="4508"/>
                        <a:pt x="1451" y="4504"/>
                        <a:pt x="1490" y="4504"/>
                      </a:cubicBezTo>
                      <a:cubicBezTo>
                        <a:pt x="1786" y="4504"/>
                        <a:pt x="1970" y="4702"/>
                        <a:pt x="1916" y="4971"/>
                      </a:cubicBezTo>
                      <a:cubicBezTo>
                        <a:pt x="1891" y="5121"/>
                        <a:pt x="2011" y="5624"/>
                        <a:pt x="1660" y="5624"/>
                      </a:cubicBezTo>
                      <a:cubicBezTo>
                        <a:pt x="1586" y="5624"/>
                        <a:pt x="1491" y="5601"/>
                        <a:pt x="1369" y="5548"/>
                      </a:cubicBezTo>
                      <a:cubicBezTo>
                        <a:pt x="1354" y="5541"/>
                        <a:pt x="1341" y="5537"/>
                        <a:pt x="1331" y="5537"/>
                      </a:cubicBezTo>
                      <a:cubicBezTo>
                        <a:pt x="1253" y="5537"/>
                        <a:pt x="1270" y="5711"/>
                        <a:pt x="1217" y="5791"/>
                      </a:cubicBezTo>
                      <a:cubicBezTo>
                        <a:pt x="913" y="6217"/>
                        <a:pt x="1521" y="6642"/>
                        <a:pt x="1247" y="7068"/>
                      </a:cubicBezTo>
                      <a:cubicBezTo>
                        <a:pt x="1223" y="7117"/>
                        <a:pt x="1297" y="7206"/>
                        <a:pt x="1375" y="7206"/>
                      </a:cubicBezTo>
                      <a:cubicBezTo>
                        <a:pt x="1394" y="7206"/>
                        <a:pt x="1412" y="7201"/>
                        <a:pt x="1430" y="7189"/>
                      </a:cubicBezTo>
                      <a:cubicBezTo>
                        <a:pt x="1464" y="7165"/>
                        <a:pt x="1497" y="7156"/>
                        <a:pt x="1530" y="7156"/>
                      </a:cubicBezTo>
                      <a:cubicBezTo>
                        <a:pt x="1651" y="7156"/>
                        <a:pt x="1770" y="7284"/>
                        <a:pt x="1917" y="7284"/>
                      </a:cubicBezTo>
                      <a:cubicBezTo>
                        <a:pt x="1982" y="7284"/>
                        <a:pt x="2051" y="7259"/>
                        <a:pt x="2129" y="7189"/>
                      </a:cubicBezTo>
                      <a:cubicBezTo>
                        <a:pt x="1916" y="6703"/>
                        <a:pt x="1734" y="6126"/>
                        <a:pt x="2341" y="5700"/>
                      </a:cubicBezTo>
                      <a:cubicBezTo>
                        <a:pt x="2463" y="5609"/>
                        <a:pt x="2402" y="5487"/>
                        <a:pt x="2341" y="5396"/>
                      </a:cubicBezTo>
                      <a:cubicBezTo>
                        <a:pt x="2281" y="5275"/>
                        <a:pt x="2159" y="5123"/>
                        <a:pt x="2220" y="4910"/>
                      </a:cubicBezTo>
                      <a:cubicBezTo>
                        <a:pt x="2341" y="4545"/>
                        <a:pt x="2189" y="4332"/>
                        <a:pt x="1825" y="4302"/>
                      </a:cubicBezTo>
                      <a:cubicBezTo>
                        <a:pt x="1308" y="4211"/>
                        <a:pt x="1247" y="3724"/>
                        <a:pt x="1004" y="3420"/>
                      </a:cubicBezTo>
                      <a:cubicBezTo>
                        <a:pt x="761" y="3116"/>
                        <a:pt x="1126" y="3025"/>
                        <a:pt x="1278" y="2843"/>
                      </a:cubicBezTo>
                      <a:cubicBezTo>
                        <a:pt x="1399" y="2691"/>
                        <a:pt x="1308" y="2569"/>
                        <a:pt x="1308" y="2417"/>
                      </a:cubicBezTo>
                      <a:cubicBezTo>
                        <a:pt x="1338" y="1992"/>
                        <a:pt x="1612" y="1597"/>
                        <a:pt x="2007" y="1414"/>
                      </a:cubicBezTo>
                      <a:cubicBezTo>
                        <a:pt x="2281" y="1262"/>
                        <a:pt x="2554" y="1050"/>
                        <a:pt x="2828" y="867"/>
                      </a:cubicBezTo>
                      <a:cubicBezTo>
                        <a:pt x="3101" y="685"/>
                        <a:pt x="3314" y="533"/>
                        <a:pt x="3557" y="350"/>
                      </a:cubicBezTo>
                      <a:cubicBezTo>
                        <a:pt x="3648" y="290"/>
                        <a:pt x="3679" y="138"/>
                        <a:pt x="3588" y="47"/>
                      </a:cubicBezTo>
                      <a:cubicBezTo>
                        <a:pt x="3557" y="16"/>
                        <a:pt x="3512" y="1"/>
                        <a:pt x="346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1"/>
                <p:cNvSpPr/>
                <p:nvPr/>
              </p:nvSpPr>
              <p:spPr>
                <a:xfrm>
                  <a:off x="1049497" y="297140"/>
                  <a:ext cx="28" cy="28"/>
                </a:xfrm>
                <a:custGeom>
                  <a:rect b="b" l="l" r="r" t="t"/>
                  <a:pathLst>
                    <a:path extrusionOk="0" h="1" w="1">
                      <a:moveTo>
                        <a:pt x="0" y="0"/>
                      </a:moveTo>
                      <a:lnTo>
                        <a:pt x="0"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1"/>
                <p:cNvSpPr/>
                <p:nvPr/>
              </p:nvSpPr>
              <p:spPr>
                <a:xfrm>
                  <a:off x="940453" y="285388"/>
                  <a:ext cx="123678" cy="139527"/>
                </a:xfrm>
                <a:custGeom>
                  <a:rect b="b" l="l" r="r" t="t"/>
                  <a:pathLst>
                    <a:path extrusionOk="0" h="4939" w="4378">
                      <a:moveTo>
                        <a:pt x="3070" y="2119"/>
                      </a:moveTo>
                      <a:lnTo>
                        <a:pt x="3070" y="2240"/>
                      </a:lnTo>
                      <a:lnTo>
                        <a:pt x="2918" y="2240"/>
                      </a:lnTo>
                      <a:lnTo>
                        <a:pt x="2918" y="2149"/>
                      </a:lnTo>
                      <a:cubicBezTo>
                        <a:pt x="2979" y="2149"/>
                        <a:pt x="3009" y="2119"/>
                        <a:pt x="3070" y="2119"/>
                      </a:cubicBezTo>
                      <a:close/>
                      <a:moveTo>
                        <a:pt x="3587" y="2240"/>
                      </a:moveTo>
                      <a:cubicBezTo>
                        <a:pt x="3557" y="2271"/>
                        <a:pt x="3526" y="2301"/>
                        <a:pt x="3526" y="2362"/>
                      </a:cubicBezTo>
                      <a:lnTo>
                        <a:pt x="3435" y="2362"/>
                      </a:lnTo>
                      <a:cubicBezTo>
                        <a:pt x="3465" y="2301"/>
                        <a:pt x="3465" y="2271"/>
                        <a:pt x="3496" y="2240"/>
                      </a:cubicBezTo>
                      <a:close/>
                      <a:moveTo>
                        <a:pt x="1965" y="0"/>
                      </a:moveTo>
                      <a:cubicBezTo>
                        <a:pt x="1774" y="0"/>
                        <a:pt x="1559" y="185"/>
                        <a:pt x="1327" y="185"/>
                      </a:cubicBezTo>
                      <a:cubicBezTo>
                        <a:pt x="1251" y="185"/>
                        <a:pt x="1174" y="165"/>
                        <a:pt x="1094" y="113"/>
                      </a:cubicBezTo>
                      <a:cubicBezTo>
                        <a:pt x="1064" y="143"/>
                        <a:pt x="1003" y="204"/>
                        <a:pt x="973" y="234"/>
                      </a:cubicBezTo>
                      <a:cubicBezTo>
                        <a:pt x="1034" y="386"/>
                        <a:pt x="1186" y="538"/>
                        <a:pt x="1186" y="720"/>
                      </a:cubicBezTo>
                      <a:cubicBezTo>
                        <a:pt x="1155" y="1237"/>
                        <a:pt x="1216" y="1784"/>
                        <a:pt x="1398" y="2301"/>
                      </a:cubicBezTo>
                      <a:cubicBezTo>
                        <a:pt x="1459" y="2423"/>
                        <a:pt x="1398" y="2544"/>
                        <a:pt x="1307" y="2605"/>
                      </a:cubicBezTo>
                      <a:cubicBezTo>
                        <a:pt x="1125" y="2696"/>
                        <a:pt x="1034" y="2909"/>
                        <a:pt x="1003" y="3091"/>
                      </a:cubicBezTo>
                      <a:cubicBezTo>
                        <a:pt x="978" y="3345"/>
                        <a:pt x="1016" y="3788"/>
                        <a:pt x="642" y="3788"/>
                      </a:cubicBezTo>
                      <a:cubicBezTo>
                        <a:pt x="568" y="3788"/>
                        <a:pt x="476" y="3770"/>
                        <a:pt x="365" y="3730"/>
                      </a:cubicBezTo>
                      <a:cubicBezTo>
                        <a:pt x="356" y="3727"/>
                        <a:pt x="347" y="3726"/>
                        <a:pt x="337" y="3726"/>
                      </a:cubicBezTo>
                      <a:cubicBezTo>
                        <a:pt x="209" y="3726"/>
                        <a:pt x="0" y="3902"/>
                        <a:pt x="0" y="4155"/>
                      </a:cubicBezTo>
                      <a:cubicBezTo>
                        <a:pt x="304" y="4307"/>
                        <a:pt x="578" y="4520"/>
                        <a:pt x="851" y="4763"/>
                      </a:cubicBezTo>
                      <a:cubicBezTo>
                        <a:pt x="952" y="4878"/>
                        <a:pt x="1093" y="4938"/>
                        <a:pt x="1223" y="4938"/>
                      </a:cubicBezTo>
                      <a:cubicBezTo>
                        <a:pt x="1369" y="4938"/>
                        <a:pt x="1502" y="4863"/>
                        <a:pt x="1550" y="4702"/>
                      </a:cubicBezTo>
                      <a:cubicBezTo>
                        <a:pt x="1672" y="4277"/>
                        <a:pt x="1885" y="3790"/>
                        <a:pt x="1733" y="3426"/>
                      </a:cubicBezTo>
                      <a:cubicBezTo>
                        <a:pt x="1550" y="2939"/>
                        <a:pt x="1794" y="2544"/>
                        <a:pt x="1763" y="2119"/>
                      </a:cubicBezTo>
                      <a:cubicBezTo>
                        <a:pt x="1790" y="1901"/>
                        <a:pt x="1958" y="1799"/>
                        <a:pt x="2128" y="1799"/>
                      </a:cubicBezTo>
                      <a:cubicBezTo>
                        <a:pt x="2340" y="1799"/>
                        <a:pt x="2557" y="1955"/>
                        <a:pt x="2523" y="2240"/>
                      </a:cubicBezTo>
                      <a:cubicBezTo>
                        <a:pt x="2401" y="2423"/>
                        <a:pt x="2493" y="2666"/>
                        <a:pt x="2705" y="2757"/>
                      </a:cubicBezTo>
                      <a:cubicBezTo>
                        <a:pt x="3101" y="2848"/>
                        <a:pt x="3435" y="3122"/>
                        <a:pt x="3617" y="3486"/>
                      </a:cubicBezTo>
                      <a:cubicBezTo>
                        <a:pt x="3654" y="3560"/>
                        <a:pt x="3736" y="3600"/>
                        <a:pt x="3821" y="3600"/>
                      </a:cubicBezTo>
                      <a:cubicBezTo>
                        <a:pt x="3877" y="3600"/>
                        <a:pt x="3934" y="3583"/>
                        <a:pt x="3982" y="3547"/>
                      </a:cubicBezTo>
                      <a:cubicBezTo>
                        <a:pt x="4134" y="3456"/>
                        <a:pt x="4377" y="3334"/>
                        <a:pt x="4256" y="3152"/>
                      </a:cubicBezTo>
                      <a:cubicBezTo>
                        <a:pt x="4104" y="2879"/>
                        <a:pt x="4164" y="2605"/>
                        <a:pt x="4104" y="2331"/>
                      </a:cubicBezTo>
                      <a:cubicBezTo>
                        <a:pt x="4060" y="2155"/>
                        <a:pt x="3984" y="1899"/>
                        <a:pt x="3783" y="1899"/>
                      </a:cubicBezTo>
                      <a:cubicBezTo>
                        <a:pt x="3707" y="1899"/>
                        <a:pt x="3613" y="1936"/>
                        <a:pt x="3496" y="2027"/>
                      </a:cubicBezTo>
                      <a:cubicBezTo>
                        <a:pt x="3439" y="2075"/>
                        <a:pt x="3389" y="2095"/>
                        <a:pt x="3346" y="2095"/>
                      </a:cubicBezTo>
                      <a:cubicBezTo>
                        <a:pt x="3250" y="2095"/>
                        <a:pt x="3192" y="1992"/>
                        <a:pt x="3192" y="1845"/>
                      </a:cubicBezTo>
                      <a:cubicBezTo>
                        <a:pt x="3131" y="1511"/>
                        <a:pt x="3313" y="1176"/>
                        <a:pt x="3617" y="1055"/>
                      </a:cubicBezTo>
                      <a:cubicBezTo>
                        <a:pt x="3860" y="933"/>
                        <a:pt x="4073" y="751"/>
                        <a:pt x="3860" y="416"/>
                      </a:cubicBezTo>
                      <a:lnTo>
                        <a:pt x="3860" y="416"/>
                      </a:lnTo>
                      <a:cubicBezTo>
                        <a:pt x="3642" y="504"/>
                        <a:pt x="3471" y="794"/>
                        <a:pt x="3235" y="794"/>
                      </a:cubicBezTo>
                      <a:cubicBezTo>
                        <a:pt x="3142" y="794"/>
                        <a:pt x="3038" y="749"/>
                        <a:pt x="2918" y="629"/>
                      </a:cubicBezTo>
                      <a:cubicBezTo>
                        <a:pt x="2870" y="629"/>
                        <a:pt x="2821" y="668"/>
                        <a:pt x="2772" y="668"/>
                      </a:cubicBezTo>
                      <a:cubicBezTo>
                        <a:pt x="2760" y="668"/>
                        <a:pt x="2748" y="666"/>
                        <a:pt x="2736" y="660"/>
                      </a:cubicBezTo>
                      <a:cubicBezTo>
                        <a:pt x="2371" y="599"/>
                        <a:pt x="2371" y="113"/>
                        <a:pt x="2067" y="21"/>
                      </a:cubicBezTo>
                      <a:cubicBezTo>
                        <a:pt x="2034" y="7"/>
                        <a:pt x="2000" y="0"/>
                        <a:pt x="196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1"/>
                <p:cNvSpPr/>
                <p:nvPr/>
              </p:nvSpPr>
              <p:spPr>
                <a:xfrm>
                  <a:off x="572078" y="292846"/>
                  <a:ext cx="119385" cy="139131"/>
                </a:xfrm>
                <a:custGeom>
                  <a:rect b="b" l="l" r="r" t="t"/>
                  <a:pathLst>
                    <a:path extrusionOk="0" h="4925" w="4226">
                      <a:moveTo>
                        <a:pt x="1581" y="1581"/>
                      </a:moveTo>
                      <a:cubicBezTo>
                        <a:pt x="1581" y="1763"/>
                        <a:pt x="1733" y="1885"/>
                        <a:pt x="1794" y="2007"/>
                      </a:cubicBezTo>
                      <a:cubicBezTo>
                        <a:pt x="1946" y="2280"/>
                        <a:pt x="1763" y="2402"/>
                        <a:pt x="1581" y="2493"/>
                      </a:cubicBezTo>
                      <a:cubicBezTo>
                        <a:pt x="1533" y="2529"/>
                        <a:pt x="1476" y="2546"/>
                        <a:pt x="1420" y="2546"/>
                      </a:cubicBezTo>
                      <a:cubicBezTo>
                        <a:pt x="1335" y="2546"/>
                        <a:pt x="1253" y="2506"/>
                        <a:pt x="1216" y="2432"/>
                      </a:cubicBezTo>
                      <a:cubicBezTo>
                        <a:pt x="1034" y="2250"/>
                        <a:pt x="973" y="2067"/>
                        <a:pt x="1186" y="1915"/>
                      </a:cubicBezTo>
                      <a:lnTo>
                        <a:pt x="1216" y="1915"/>
                      </a:lnTo>
                      <a:cubicBezTo>
                        <a:pt x="1338" y="1794"/>
                        <a:pt x="1490" y="1733"/>
                        <a:pt x="1581" y="1581"/>
                      </a:cubicBezTo>
                      <a:close/>
                      <a:moveTo>
                        <a:pt x="1805" y="2907"/>
                      </a:moveTo>
                      <a:cubicBezTo>
                        <a:pt x="1869" y="2907"/>
                        <a:pt x="1924" y="2935"/>
                        <a:pt x="1946" y="2979"/>
                      </a:cubicBezTo>
                      <a:lnTo>
                        <a:pt x="1976" y="2979"/>
                      </a:lnTo>
                      <a:cubicBezTo>
                        <a:pt x="2007" y="3040"/>
                        <a:pt x="2007" y="3162"/>
                        <a:pt x="1946" y="3192"/>
                      </a:cubicBezTo>
                      <a:cubicBezTo>
                        <a:pt x="1900" y="3222"/>
                        <a:pt x="1855" y="3238"/>
                        <a:pt x="1813" y="3238"/>
                      </a:cubicBezTo>
                      <a:cubicBezTo>
                        <a:pt x="1771" y="3238"/>
                        <a:pt x="1733" y="3222"/>
                        <a:pt x="1703" y="3192"/>
                      </a:cubicBezTo>
                      <a:cubicBezTo>
                        <a:pt x="1581" y="3101"/>
                        <a:pt x="1642" y="3010"/>
                        <a:pt x="1733" y="2918"/>
                      </a:cubicBezTo>
                      <a:cubicBezTo>
                        <a:pt x="1757" y="2910"/>
                        <a:pt x="1782" y="2907"/>
                        <a:pt x="1805" y="2907"/>
                      </a:cubicBezTo>
                      <a:close/>
                      <a:moveTo>
                        <a:pt x="791" y="1"/>
                      </a:moveTo>
                      <a:cubicBezTo>
                        <a:pt x="548" y="61"/>
                        <a:pt x="274" y="152"/>
                        <a:pt x="274" y="396"/>
                      </a:cubicBezTo>
                      <a:cubicBezTo>
                        <a:pt x="274" y="639"/>
                        <a:pt x="0" y="882"/>
                        <a:pt x="183" y="1034"/>
                      </a:cubicBezTo>
                      <a:cubicBezTo>
                        <a:pt x="639" y="1429"/>
                        <a:pt x="396" y="1976"/>
                        <a:pt x="639" y="2402"/>
                      </a:cubicBezTo>
                      <a:cubicBezTo>
                        <a:pt x="779" y="2598"/>
                        <a:pt x="426" y="3081"/>
                        <a:pt x="900" y="3081"/>
                      </a:cubicBezTo>
                      <a:cubicBezTo>
                        <a:pt x="939" y="3081"/>
                        <a:pt x="983" y="3077"/>
                        <a:pt x="1034" y="3070"/>
                      </a:cubicBezTo>
                      <a:cubicBezTo>
                        <a:pt x="1064" y="3070"/>
                        <a:pt x="1095" y="3162"/>
                        <a:pt x="1095" y="3222"/>
                      </a:cubicBezTo>
                      <a:cubicBezTo>
                        <a:pt x="1368" y="4225"/>
                        <a:pt x="1459" y="4408"/>
                        <a:pt x="2159" y="4925"/>
                      </a:cubicBezTo>
                      <a:cubicBezTo>
                        <a:pt x="2219" y="4408"/>
                        <a:pt x="2311" y="3891"/>
                        <a:pt x="2432" y="3405"/>
                      </a:cubicBezTo>
                      <a:cubicBezTo>
                        <a:pt x="2584" y="2918"/>
                        <a:pt x="2007" y="2402"/>
                        <a:pt x="2584" y="1946"/>
                      </a:cubicBezTo>
                      <a:cubicBezTo>
                        <a:pt x="2645" y="2037"/>
                        <a:pt x="2736" y="2128"/>
                        <a:pt x="2827" y="2219"/>
                      </a:cubicBezTo>
                      <a:cubicBezTo>
                        <a:pt x="3011" y="2367"/>
                        <a:pt x="3229" y="2447"/>
                        <a:pt x="3453" y="2447"/>
                      </a:cubicBezTo>
                      <a:cubicBezTo>
                        <a:pt x="3599" y="2447"/>
                        <a:pt x="3747" y="2413"/>
                        <a:pt x="3891" y="2341"/>
                      </a:cubicBezTo>
                      <a:cubicBezTo>
                        <a:pt x="3982" y="2250"/>
                        <a:pt x="4074" y="2189"/>
                        <a:pt x="4013" y="2037"/>
                      </a:cubicBezTo>
                      <a:cubicBezTo>
                        <a:pt x="3979" y="1970"/>
                        <a:pt x="3927" y="1949"/>
                        <a:pt x="3872" y="1949"/>
                      </a:cubicBezTo>
                      <a:cubicBezTo>
                        <a:pt x="3827" y="1949"/>
                        <a:pt x="3780" y="1963"/>
                        <a:pt x="3739" y="1976"/>
                      </a:cubicBezTo>
                      <a:cubicBezTo>
                        <a:pt x="3660" y="1996"/>
                        <a:pt x="3555" y="2145"/>
                        <a:pt x="3415" y="2145"/>
                      </a:cubicBezTo>
                      <a:cubicBezTo>
                        <a:pt x="3341" y="2145"/>
                        <a:pt x="3257" y="2103"/>
                        <a:pt x="3162" y="1976"/>
                      </a:cubicBezTo>
                      <a:cubicBezTo>
                        <a:pt x="3496" y="1794"/>
                        <a:pt x="3496" y="1338"/>
                        <a:pt x="3739" y="1095"/>
                      </a:cubicBezTo>
                      <a:cubicBezTo>
                        <a:pt x="4225" y="669"/>
                        <a:pt x="3922" y="487"/>
                        <a:pt x="3587" y="213"/>
                      </a:cubicBezTo>
                      <a:cubicBezTo>
                        <a:pt x="3314" y="1004"/>
                        <a:pt x="2949" y="1520"/>
                        <a:pt x="2463" y="1672"/>
                      </a:cubicBezTo>
                      <a:cubicBezTo>
                        <a:pt x="2463" y="1490"/>
                        <a:pt x="2675" y="1308"/>
                        <a:pt x="2554" y="1156"/>
                      </a:cubicBezTo>
                      <a:cubicBezTo>
                        <a:pt x="2507" y="1109"/>
                        <a:pt x="2458" y="1091"/>
                        <a:pt x="2407" y="1091"/>
                      </a:cubicBezTo>
                      <a:cubicBezTo>
                        <a:pt x="2293" y="1091"/>
                        <a:pt x="2173" y="1183"/>
                        <a:pt x="2067" y="1247"/>
                      </a:cubicBezTo>
                      <a:lnTo>
                        <a:pt x="1551" y="1551"/>
                      </a:lnTo>
                      <a:cubicBezTo>
                        <a:pt x="1490" y="1490"/>
                        <a:pt x="1429" y="1429"/>
                        <a:pt x="1338" y="1429"/>
                      </a:cubicBezTo>
                      <a:cubicBezTo>
                        <a:pt x="760" y="1277"/>
                        <a:pt x="791" y="1277"/>
                        <a:pt x="821" y="669"/>
                      </a:cubicBezTo>
                      <a:cubicBezTo>
                        <a:pt x="821" y="456"/>
                        <a:pt x="1064" y="213"/>
                        <a:pt x="79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1"/>
                <p:cNvSpPr/>
                <p:nvPr/>
              </p:nvSpPr>
              <p:spPr>
                <a:xfrm>
                  <a:off x="457017" y="1015839"/>
                  <a:ext cx="91050" cy="148567"/>
                </a:xfrm>
                <a:custGeom>
                  <a:rect b="b" l="l" r="r" t="t"/>
                  <a:pathLst>
                    <a:path extrusionOk="0" h="5259" w="3223">
                      <a:moveTo>
                        <a:pt x="3131" y="1"/>
                      </a:moveTo>
                      <a:lnTo>
                        <a:pt x="3131" y="1"/>
                      </a:lnTo>
                      <a:cubicBezTo>
                        <a:pt x="2706" y="365"/>
                        <a:pt x="1976" y="1"/>
                        <a:pt x="1855" y="791"/>
                      </a:cubicBezTo>
                      <a:cubicBezTo>
                        <a:pt x="1855" y="882"/>
                        <a:pt x="1672" y="943"/>
                        <a:pt x="1581" y="1004"/>
                      </a:cubicBezTo>
                      <a:cubicBezTo>
                        <a:pt x="1095" y="1247"/>
                        <a:pt x="821" y="1551"/>
                        <a:pt x="1216" y="2098"/>
                      </a:cubicBezTo>
                      <a:cubicBezTo>
                        <a:pt x="1095" y="2128"/>
                        <a:pt x="1034" y="2159"/>
                        <a:pt x="1004" y="2159"/>
                      </a:cubicBezTo>
                      <a:cubicBezTo>
                        <a:pt x="921" y="2113"/>
                        <a:pt x="835" y="2092"/>
                        <a:pt x="752" y="2092"/>
                      </a:cubicBezTo>
                      <a:cubicBezTo>
                        <a:pt x="562" y="2092"/>
                        <a:pt x="389" y="2202"/>
                        <a:pt x="304" y="2371"/>
                      </a:cubicBezTo>
                      <a:cubicBezTo>
                        <a:pt x="183" y="2615"/>
                        <a:pt x="426" y="2767"/>
                        <a:pt x="517" y="2919"/>
                      </a:cubicBezTo>
                      <a:cubicBezTo>
                        <a:pt x="608" y="3192"/>
                        <a:pt x="973" y="3374"/>
                        <a:pt x="821" y="3739"/>
                      </a:cubicBezTo>
                      <a:cubicBezTo>
                        <a:pt x="700" y="3739"/>
                        <a:pt x="578" y="3648"/>
                        <a:pt x="517" y="3557"/>
                      </a:cubicBezTo>
                      <a:cubicBezTo>
                        <a:pt x="451" y="3468"/>
                        <a:pt x="384" y="3347"/>
                        <a:pt x="294" y="3347"/>
                      </a:cubicBezTo>
                      <a:cubicBezTo>
                        <a:pt x="261" y="3347"/>
                        <a:pt x="224" y="3364"/>
                        <a:pt x="183" y="3405"/>
                      </a:cubicBezTo>
                      <a:cubicBezTo>
                        <a:pt x="0" y="3557"/>
                        <a:pt x="183" y="3709"/>
                        <a:pt x="274" y="3861"/>
                      </a:cubicBezTo>
                      <a:cubicBezTo>
                        <a:pt x="304" y="3922"/>
                        <a:pt x="365" y="3982"/>
                        <a:pt x="456" y="3982"/>
                      </a:cubicBezTo>
                      <a:cubicBezTo>
                        <a:pt x="1247" y="4074"/>
                        <a:pt x="1186" y="4651"/>
                        <a:pt x="1186" y="5259"/>
                      </a:cubicBezTo>
                      <a:cubicBezTo>
                        <a:pt x="1763" y="4955"/>
                        <a:pt x="2584" y="5259"/>
                        <a:pt x="2949" y="4378"/>
                      </a:cubicBezTo>
                      <a:cubicBezTo>
                        <a:pt x="2894" y="4365"/>
                        <a:pt x="2843" y="4359"/>
                        <a:pt x="2796" y="4359"/>
                      </a:cubicBezTo>
                      <a:cubicBezTo>
                        <a:pt x="2502" y="4359"/>
                        <a:pt x="2338" y="4577"/>
                        <a:pt x="2128" y="4681"/>
                      </a:cubicBezTo>
                      <a:cubicBezTo>
                        <a:pt x="2042" y="4725"/>
                        <a:pt x="1970" y="4754"/>
                        <a:pt x="1904" y="4754"/>
                      </a:cubicBezTo>
                      <a:cubicBezTo>
                        <a:pt x="1831" y="4754"/>
                        <a:pt x="1767" y="4717"/>
                        <a:pt x="1703" y="4621"/>
                      </a:cubicBezTo>
                      <a:cubicBezTo>
                        <a:pt x="1581" y="4408"/>
                        <a:pt x="1490" y="4256"/>
                        <a:pt x="1703" y="4165"/>
                      </a:cubicBezTo>
                      <a:cubicBezTo>
                        <a:pt x="2037" y="3952"/>
                        <a:pt x="2007" y="3587"/>
                        <a:pt x="2067" y="3314"/>
                      </a:cubicBezTo>
                      <a:cubicBezTo>
                        <a:pt x="2189" y="2919"/>
                        <a:pt x="2159" y="2493"/>
                        <a:pt x="2523" y="2128"/>
                      </a:cubicBezTo>
                      <a:cubicBezTo>
                        <a:pt x="2736" y="1916"/>
                        <a:pt x="2766" y="1551"/>
                        <a:pt x="2614" y="1277"/>
                      </a:cubicBezTo>
                      <a:cubicBezTo>
                        <a:pt x="2402" y="1004"/>
                        <a:pt x="2523" y="852"/>
                        <a:pt x="2736" y="700"/>
                      </a:cubicBezTo>
                      <a:cubicBezTo>
                        <a:pt x="2949" y="517"/>
                        <a:pt x="3222" y="487"/>
                        <a:pt x="313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1"/>
                <p:cNvSpPr/>
                <p:nvPr/>
              </p:nvSpPr>
              <p:spPr>
                <a:xfrm>
                  <a:off x="391760" y="614525"/>
                  <a:ext cx="97067" cy="116729"/>
                </a:xfrm>
                <a:custGeom>
                  <a:rect b="b" l="l" r="r" t="t"/>
                  <a:pathLst>
                    <a:path extrusionOk="0" h="4132" w="3436">
                      <a:moveTo>
                        <a:pt x="454" y="1"/>
                      </a:moveTo>
                      <a:cubicBezTo>
                        <a:pt x="371" y="1"/>
                        <a:pt x="258" y="41"/>
                        <a:pt x="304" y="133"/>
                      </a:cubicBezTo>
                      <a:cubicBezTo>
                        <a:pt x="396" y="377"/>
                        <a:pt x="92" y="559"/>
                        <a:pt x="213" y="711"/>
                      </a:cubicBezTo>
                      <a:cubicBezTo>
                        <a:pt x="517" y="1136"/>
                        <a:pt x="365" y="1380"/>
                        <a:pt x="0" y="1592"/>
                      </a:cubicBezTo>
                      <a:lnTo>
                        <a:pt x="0" y="3811"/>
                      </a:lnTo>
                      <a:lnTo>
                        <a:pt x="92" y="3933"/>
                      </a:lnTo>
                      <a:cubicBezTo>
                        <a:pt x="183" y="4070"/>
                        <a:pt x="304" y="4092"/>
                        <a:pt x="434" y="4092"/>
                      </a:cubicBezTo>
                      <a:cubicBezTo>
                        <a:pt x="498" y="4092"/>
                        <a:pt x="565" y="4087"/>
                        <a:pt x="630" y="4087"/>
                      </a:cubicBezTo>
                      <a:cubicBezTo>
                        <a:pt x="696" y="4087"/>
                        <a:pt x="760" y="4092"/>
                        <a:pt x="821" y="4115"/>
                      </a:cubicBezTo>
                      <a:cubicBezTo>
                        <a:pt x="852" y="4127"/>
                        <a:pt x="877" y="4132"/>
                        <a:pt x="897" y="4132"/>
                      </a:cubicBezTo>
                      <a:cubicBezTo>
                        <a:pt x="1036" y="4132"/>
                        <a:pt x="950" y="3883"/>
                        <a:pt x="1003" y="3751"/>
                      </a:cubicBezTo>
                      <a:cubicBezTo>
                        <a:pt x="1179" y="3417"/>
                        <a:pt x="1507" y="3235"/>
                        <a:pt x="1840" y="3235"/>
                      </a:cubicBezTo>
                      <a:cubicBezTo>
                        <a:pt x="2084" y="3235"/>
                        <a:pt x="2331" y="3332"/>
                        <a:pt x="2523" y="3538"/>
                      </a:cubicBezTo>
                      <a:cubicBezTo>
                        <a:pt x="2641" y="3656"/>
                        <a:pt x="2741" y="3700"/>
                        <a:pt x="2827" y="3700"/>
                      </a:cubicBezTo>
                      <a:cubicBezTo>
                        <a:pt x="2964" y="3700"/>
                        <a:pt x="3068" y="3589"/>
                        <a:pt x="3162" y="3477"/>
                      </a:cubicBezTo>
                      <a:cubicBezTo>
                        <a:pt x="3435" y="3203"/>
                        <a:pt x="3131" y="3051"/>
                        <a:pt x="3010" y="2899"/>
                      </a:cubicBezTo>
                      <a:cubicBezTo>
                        <a:pt x="2969" y="2849"/>
                        <a:pt x="2912" y="2839"/>
                        <a:pt x="2847" y="2839"/>
                      </a:cubicBezTo>
                      <a:cubicBezTo>
                        <a:pt x="2805" y="2839"/>
                        <a:pt x="2759" y="2843"/>
                        <a:pt x="2713" y="2843"/>
                      </a:cubicBezTo>
                      <a:cubicBezTo>
                        <a:pt x="2622" y="2843"/>
                        <a:pt x="2530" y="2825"/>
                        <a:pt x="2462" y="2717"/>
                      </a:cubicBezTo>
                      <a:cubicBezTo>
                        <a:pt x="2098" y="2200"/>
                        <a:pt x="1581" y="1836"/>
                        <a:pt x="973" y="1714"/>
                      </a:cubicBezTo>
                      <a:cubicBezTo>
                        <a:pt x="851" y="1684"/>
                        <a:pt x="669" y="1471"/>
                        <a:pt x="699" y="1410"/>
                      </a:cubicBezTo>
                      <a:cubicBezTo>
                        <a:pt x="912" y="985"/>
                        <a:pt x="365" y="620"/>
                        <a:pt x="608" y="194"/>
                      </a:cubicBezTo>
                      <a:cubicBezTo>
                        <a:pt x="669" y="103"/>
                        <a:pt x="608" y="12"/>
                        <a:pt x="517" y="12"/>
                      </a:cubicBezTo>
                      <a:cubicBezTo>
                        <a:pt x="503" y="5"/>
                        <a:pt x="480" y="1"/>
                        <a:pt x="45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1"/>
                <p:cNvSpPr/>
                <p:nvPr/>
              </p:nvSpPr>
              <p:spPr>
                <a:xfrm>
                  <a:off x="537726" y="602829"/>
                  <a:ext cx="95344" cy="100457"/>
                </a:xfrm>
                <a:custGeom>
                  <a:rect b="b" l="l" r="r" t="t"/>
                  <a:pathLst>
                    <a:path extrusionOk="0" h="3556" w="3375">
                      <a:moveTo>
                        <a:pt x="1855" y="0"/>
                      </a:moveTo>
                      <a:cubicBezTo>
                        <a:pt x="1703" y="0"/>
                        <a:pt x="1642" y="122"/>
                        <a:pt x="1612" y="274"/>
                      </a:cubicBezTo>
                      <a:cubicBezTo>
                        <a:pt x="1581" y="669"/>
                        <a:pt x="1612" y="1095"/>
                        <a:pt x="1125" y="1277"/>
                      </a:cubicBezTo>
                      <a:cubicBezTo>
                        <a:pt x="761" y="1459"/>
                        <a:pt x="821" y="1672"/>
                        <a:pt x="1004" y="2006"/>
                      </a:cubicBezTo>
                      <a:cubicBezTo>
                        <a:pt x="1216" y="2310"/>
                        <a:pt x="1551" y="2462"/>
                        <a:pt x="1368" y="3009"/>
                      </a:cubicBezTo>
                      <a:cubicBezTo>
                        <a:pt x="1160" y="2644"/>
                        <a:pt x="771" y="2413"/>
                        <a:pt x="377" y="2413"/>
                      </a:cubicBezTo>
                      <a:cubicBezTo>
                        <a:pt x="312" y="2413"/>
                        <a:pt x="247" y="2419"/>
                        <a:pt x="183" y="2432"/>
                      </a:cubicBezTo>
                      <a:cubicBezTo>
                        <a:pt x="122" y="2675"/>
                        <a:pt x="61" y="2918"/>
                        <a:pt x="1" y="3253"/>
                      </a:cubicBezTo>
                      <a:cubicBezTo>
                        <a:pt x="47" y="3242"/>
                        <a:pt x="93" y="3238"/>
                        <a:pt x="139" y="3238"/>
                      </a:cubicBezTo>
                      <a:cubicBezTo>
                        <a:pt x="354" y="3238"/>
                        <a:pt x="560" y="3336"/>
                        <a:pt x="756" y="3336"/>
                      </a:cubicBezTo>
                      <a:cubicBezTo>
                        <a:pt x="872" y="3336"/>
                        <a:pt x="985" y="3302"/>
                        <a:pt x="1095" y="3192"/>
                      </a:cubicBezTo>
                      <a:cubicBezTo>
                        <a:pt x="1133" y="3154"/>
                        <a:pt x="1182" y="3137"/>
                        <a:pt x="1233" y="3137"/>
                      </a:cubicBezTo>
                      <a:cubicBezTo>
                        <a:pt x="1303" y="3137"/>
                        <a:pt x="1376" y="3169"/>
                        <a:pt x="1429" y="3222"/>
                      </a:cubicBezTo>
                      <a:cubicBezTo>
                        <a:pt x="1519" y="3356"/>
                        <a:pt x="1608" y="3556"/>
                        <a:pt x="1770" y="3556"/>
                      </a:cubicBezTo>
                      <a:cubicBezTo>
                        <a:pt x="1828" y="3556"/>
                        <a:pt x="1896" y="3530"/>
                        <a:pt x="1976" y="3465"/>
                      </a:cubicBezTo>
                      <a:cubicBezTo>
                        <a:pt x="2159" y="3344"/>
                        <a:pt x="2493" y="3253"/>
                        <a:pt x="2493" y="3040"/>
                      </a:cubicBezTo>
                      <a:cubicBezTo>
                        <a:pt x="2493" y="2584"/>
                        <a:pt x="2858" y="2462"/>
                        <a:pt x="3071" y="2219"/>
                      </a:cubicBezTo>
                      <a:cubicBezTo>
                        <a:pt x="3283" y="2006"/>
                        <a:pt x="3375" y="1672"/>
                        <a:pt x="3283" y="1368"/>
                      </a:cubicBezTo>
                      <a:cubicBezTo>
                        <a:pt x="3259" y="1129"/>
                        <a:pt x="3066" y="965"/>
                        <a:pt x="2852" y="965"/>
                      </a:cubicBezTo>
                      <a:cubicBezTo>
                        <a:pt x="2794" y="965"/>
                        <a:pt x="2734" y="977"/>
                        <a:pt x="2675" y="1003"/>
                      </a:cubicBezTo>
                      <a:cubicBezTo>
                        <a:pt x="2669" y="1007"/>
                        <a:pt x="2662" y="1008"/>
                        <a:pt x="2654" y="1008"/>
                      </a:cubicBezTo>
                      <a:cubicBezTo>
                        <a:pt x="2594" y="1008"/>
                        <a:pt x="2513" y="912"/>
                        <a:pt x="2432" y="912"/>
                      </a:cubicBezTo>
                      <a:cubicBezTo>
                        <a:pt x="2007" y="912"/>
                        <a:pt x="1764" y="760"/>
                        <a:pt x="1946" y="304"/>
                      </a:cubicBezTo>
                      <a:cubicBezTo>
                        <a:pt x="2007" y="152"/>
                        <a:pt x="1976" y="31"/>
                        <a:pt x="185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a:off x="852851" y="320954"/>
                  <a:ext cx="102208" cy="115034"/>
                </a:xfrm>
                <a:custGeom>
                  <a:rect b="b" l="l" r="r" t="t"/>
                  <a:pathLst>
                    <a:path extrusionOk="0" h="4072" w="3618">
                      <a:moveTo>
                        <a:pt x="1118" y="1477"/>
                      </a:moveTo>
                      <a:cubicBezTo>
                        <a:pt x="1192" y="1477"/>
                        <a:pt x="1240" y="1533"/>
                        <a:pt x="1277" y="1589"/>
                      </a:cubicBezTo>
                      <a:cubicBezTo>
                        <a:pt x="1338" y="1711"/>
                        <a:pt x="1551" y="1863"/>
                        <a:pt x="1399" y="2045"/>
                      </a:cubicBezTo>
                      <a:cubicBezTo>
                        <a:pt x="1361" y="2083"/>
                        <a:pt x="1324" y="2097"/>
                        <a:pt x="1288" y="2097"/>
                      </a:cubicBezTo>
                      <a:cubicBezTo>
                        <a:pt x="1208" y="2097"/>
                        <a:pt x="1137" y="2026"/>
                        <a:pt x="1095" y="1984"/>
                      </a:cubicBezTo>
                      <a:cubicBezTo>
                        <a:pt x="1004" y="1893"/>
                        <a:pt x="852" y="1741"/>
                        <a:pt x="943" y="1559"/>
                      </a:cubicBezTo>
                      <a:cubicBezTo>
                        <a:pt x="1014" y="1500"/>
                        <a:pt x="1071" y="1477"/>
                        <a:pt x="1118" y="1477"/>
                      </a:cubicBezTo>
                      <a:close/>
                      <a:moveTo>
                        <a:pt x="1911" y="0"/>
                      </a:moveTo>
                      <a:cubicBezTo>
                        <a:pt x="1800" y="0"/>
                        <a:pt x="1660" y="55"/>
                        <a:pt x="1490" y="161"/>
                      </a:cubicBezTo>
                      <a:cubicBezTo>
                        <a:pt x="1156" y="404"/>
                        <a:pt x="791" y="647"/>
                        <a:pt x="457" y="890"/>
                      </a:cubicBezTo>
                      <a:cubicBezTo>
                        <a:pt x="92" y="1133"/>
                        <a:pt x="1" y="1620"/>
                        <a:pt x="244" y="1984"/>
                      </a:cubicBezTo>
                      <a:cubicBezTo>
                        <a:pt x="332" y="1940"/>
                        <a:pt x="434" y="1889"/>
                        <a:pt x="510" y="1889"/>
                      </a:cubicBezTo>
                      <a:cubicBezTo>
                        <a:pt x="590" y="1889"/>
                        <a:pt x="640" y="1948"/>
                        <a:pt x="609" y="2136"/>
                      </a:cubicBezTo>
                      <a:cubicBezTo>
                        <a:pt x="548" y="2471"/>
                        <a:pt x="366" y="2775"/>
                        <a:pt x="548" y="3139"/>
                      </a:cubicBezTo>
                      <a:lnTo>
                        <a:pt x="1" y="3534"/>
                      </a:lnTo>
                      <a:cubicBezTo>
                        <a:pt x="1" y="3626"/>
                        <a:pt x="31" y="3686"/>
                        <a:pt x="92" y="3778"/>
                      </a:cubicBezTo>
                      <a:cubicBezTo>
                        <a:pt x="169" y="3881"/>
                        <a:pt x="203" y="4071"/>
                        <a:pt x="360" y="4071"/>
                      </a:cubicBezTo>
                      <a:cubicBezTo>
                        <a:pt x="388" y="4071"/>
                        <a:pt x="420" y="4065"/>
                        <a:pt x="457" y="4051"/>
                      </a:cubicBezTo>
                      <a:cubicBezTo>
                        <a:pt x="700" y="3960"/>
                        <a:pt x="518" y="3808"/>
                        <a:pt x="578" y="3656"/>
                      </a:cubicBezTo>
                      <a:cubicBezTo>
                        <a:pt x="639" y="3474"/>
                        <a:pt x="730" y="3291"/>
                        <a:pt x="578" y="3109"/>
                      </a:cubicBezTo>
                      <a:cubicBezTo>
                        <a:pt x="761" y="3018"/>
                        <a:pt x="974" y="2866"/>
                        <a:pt x="1126" y="2744"/>
                      </a:cubicBezTo>
                      <a:cubicBezTo>
                        <a:pt x="1429" y="2440"/>
                        <a:pt x="2007" y="2440"/>
                        <a:pt x="1977" y="1832"/>
                      </a:cubicBezTo>
                      <a:cubicBezTo>
                        <a:pt x="1977" y="1711"/>
                        <a:pt x="2098" y="1741"/>
                        <a:pt x="2250" y="1711"/>
                      </a:cubicBezTo>
                      <a:cubicBezTo>
                        <a:pt x="2269" y="1710"/>
                        <a:pt x="2287" y="1709"/>
                        <a:pt x="2304" y="1709"/>
                      </a:cubicBezTo>
                      <a:cubicBezTo>
                        <a:pt x="2789" y="1709"/>
                        <a:pt x="2677" y="2116"/>
                        <a:pt x="2706" y="2410"/>
                      </a:cubicBezTo>
                      <a:cubicBezTo>
                        <a:pt x="3010" y="2349"/>
                        <a:pt x="3314" y="2197"/>
                        <a:pt x="3527" y="1984"/>
                      </a:cubicBezTo>
                      <a:cubicBezTo>
                        <a:pt x="3588" y="1923"/>
                        <a:pt x="3618" y="1893"/>
                        <a:pt x="3618" y="1832"/>
                      </a:cubicBezTo>
                      <a:cubicBezTo>
                        <a:pt x="3618" y="1528"/>
                        <a:pt x="3405" y="1346"/>
                        <a:pt x="3253" y="1133"/>
                      </a:cubicBezTo>
                      <a:cubicBezTo>
                        <a:pt x="3071" y="920"/>
                        <a:pt x="3527" y="708"/>
                        <a:pt x="3192" y="495"/>
                      </a:cubicBezTo>
                      <a:cubicBezTo>
                        <a:pt x="3181" y="494"/>
                        <a:pt x="3169" y="493"/>
                        <a:pt x="3158" y="493"/>
                      </a:cubicBezTo>
                      <a:cubicBezTo>
                        <a:pt x="2827" y="493"/>
                        <a:pt x="2646" y="891"/>
                        <a:pt x="2315" y="891"/>
                      </a:cubicBezTo>
                      <a:cubicBezTo>
                        <a:pt x="2304" y="891"/>
                        <a:pt x="2292" y="891"/>
                        <a:pt x="2281" y="890"/>
                      </a:cubicBezTo>
                      <a:cubicBezTo>
                        <a:pt x="2250" y="829"/>
                        <a:pt x="2220" y="799"/>
                        <a:pt x="2189" y="738"/>
                      </a:cubicBezTo>
                      <a:cubicBezTo>
                        <a:pt x="2189" y="708"/>
                        <a:pt x="2250" y="647"/>
                        <a:pt x="2250" y="586"/>
                      </a:cubicBezTo>
                      <a:cubicBezTo>
                        <a:pt x="2230" y="190"/>
                        <a:pt x="2120" y="0"/>
                        <a:pt x="191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
                <p:cNvSpPr/>
                <p:nvPr/>
              </p:nvSpPr>
              <p:spPr>
                <a:xfrm>
                  <a:off x="495662" y="430930"/>
                  <a:ext cx="76360" cy="173653"/>
                </a:xfrm>
                <a:custGeom>
                  <a:rect b="b" l="l" r="r" t="t"/>
                  <a:pathLst>
                    <a:path extrusionOk="0" h="6147" w="2703">
                      <a:moveTo>
                        <a:pt x="912" y="0"/>
                      </a:moveTo>
                      <a:cubicBezTo>
                        <a:pt x="823" y="0"/>
                        <a:pt x="735" y="32"/>
                        <a:pt x="669" y="97"/>
                      </a:cubicBezTo>
                      <a:cubicBezTo>
                        <a:pt x="487" y="280"/>
                        <a:pt x="152" y="341"/>
                        <a:pt x="152" y="736"/>
                      </a:cubicBezTo>
                      <a:cubicBezTo>
                        <a:pt x="517" y="736"/>
                        <a:pt x="851" y="979"/>
                        <a:pt x="973" y="1313"/>
                      </a:cubicBezTo>
                      <a:cubicBezTo>
                        <a:pt x="1125" y="1678"/>
                        <a:pt x="973" y="2073"/>
                        <a:pt x="1186" y="2407"/>
                      </a:cubicBezTo>
                      <a:cubicBezTo>
                        <a:pt x="730" y="2620"/>
                        <a:pt x="882" y="3319"/>
                        <a:pt x="335" y="3502"/>
                      </a:cubicBezTo>
                      <a:cubicBezTo>
                        <a:pt x="91" y="3623"/>
                        <a:pt x="0" y="3806"/>
                        <a:pt x="183" y="4079"/>
                      </a:cubicBezTo>
                      <a:cubicBezTo>
                        <a:pt x="304" y="4201"/>
                        <a:pt x="243" y="4322"/>
                        <a:pt x="243" y="4474"/>
                      </a:cubicBezTo>
                      <a:cubicBezTo>
                        <a:pt x="243" y="4878"/>
                        <a:pt x="332" y="5059"/>
                        <a:pt x="572" y="5059"/>
                      </a:cubicBezTo>
                      <a:cubicBezTo>
                        <a:pt x="676" y="5059"/>
                        <a:pt x="808" y="5025"/>
                        <a:pt x="973" y="4961"/>
                      </a:cubicBezTo>
                      <a:cubicBezTo>
                        <a:pt x="1011" y="4935"/>
                        <a:pt x="1050" y="4926"/>
                        <a:pt x="1089" y="4926"/>
                      </a:cubicBezTo>
                      <a:cubicBezTo>
                        <a:pt x="1141" y="4926"/>
                        <a:pt x="1194" y="4943"/>
                        <a:pt x="1246" y="4961"/>
                      </a:cubicBezTo>
                      <a:cubicBezTo>
                        <a:pt x="973" y="5477"/>
                        <a:pt x="1368" y="5781"/>
                        <a:pt x="1642" y="6116"/>
                      </a:cubicBezTo>
                      <a:cubicBezTo>
                        <a:pt x="1672" y="6146"/>
                        <a:pt x="1763" y="6146"/>
                        <a:pt x="1794" y="6146"/>
                      </a:cubicBezTo>
                      <a:cubicBezTo>
                        <a:pt x="1854" y="6116"/>
                        <a:pt x="1946" y="5994"/>
                        <a:pt x="1915" y="5933"/>
                      </a:cubicBezTo>
                      <a:cubicBezTo>
                        <a:pt x="1520" y="5477"/>
                        <a:pt x="1915" y="4991"/>
                        <a:pt x="1854" y="4444"/>
                      </a:cubicBezTo>
                      <a:lnTo>
                        <a:pt x="1854" y="4444"/>
                      </a:lnTo>
                      <a:cubicBezTo>
                        <a:pt x="1567" y="4540"/>
                        <a:pt x="1380" y="4602"/>
                        <a:pt x="1242" y="4602"/>
                      </a:cubicBezTo>
                      <a:cubicBezTo>
                        <a:pt x="985" y="4602"/>
                        <a:pt x="895" y="4388"/>
                        <a:pt x="639" y="3775"/>
                      </a:cubicBezTo>
                      <a:cubicBezTo>
                        <a:pt x="1611" y="3471"/>
                        <a:pt x="1368" y="2529"/>
                        <a:pt x="1581" y="1800"/>
                      </a:cubicBezTo>
                      <a:lnTo>
                        <a:pt x="1581" y="1800"/>
                      </a:lnTo>
                      <a:cubicBezTo>
                        <a:pt x="1885" y="1921"/>
                        <a:pt x="2189" y="1800"/>
                        <a:pt x="2493" y="1982"/>
                      </a:cubicBezTo>
                      <a:cubicBezTo>
                        <a:pt x="2510" y="1994"/>
                        <a:pt x="2526" y="1998"/>
                        <a:pt x="2542" y="1998"/>
                      </a:cubicBezTo>
                      <a:cubicBezTo>
                        <a:pt x="2606" y="1998"/>
                        <a:pt x="2650" y="1910"/>
                        <a:pt x="2675" y="1860"/>
                      </a:cubicBezTo>
                      <a:cubicBezTo>
                        <a:pt x="2703" y="1777"/>
                        <a:pt x="2629" y="1644"/>
                        <a:pt x="2570" y="1644"/>
                      </a:cubicBezTo>
                      <a:cubicBezTo>
                        <a:pt x="2565" y="1644"/>
                        <a:pt x="2559" y="1645"/>
                        <a:pt x="2553" y="1648"/>
                      </a:cubicBezTo>
                      <a:cubicBezTo>
                        <a:pt x="2508" y="1656"/>
                        <a:pt x="2466" y="1660"/>
                        <a:pt x="2428" y="1660"/>
                      </a:cubicBezTo>
                      <a:cubicBezTo>
                        <a:pt x="2055" y="1660"/>
                        <a:pt x="1989" y="1285"/>
                        <a:pt x="1824" y="1009"/>
                      </a:cubicBezTo>
                      <a:cubicBezTo>
                        <a:pt x="1642" y="736"/>
                        <a:pt x="1429" y="432"/>
                        <a:pt x="1216" y="158"/>
                      </a:cubicBezTo>
                      <a:cubicBezTo>
                        <a:pt x="1147" y="55"/>
                        <a:pt x="1029" y="0"/>
                        <a:pt x="91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760983" y="460197"/>
                  <a:ext cx="127125" cy="100570"/>
                </a:xfrm>
                <a:custGeom>
                  <a:rect b="b" l="l" r="r" t="t"/>
                  <a:pathLst>
                    <a:path extrusionOk="0" h="3560" w="4500">
                      <a:moveTo>
                        <a:pt x="1287" y="1"/>
                      </a:moveTo>
                      <a:cubicBezTo>
                        <a:pt x="1274" y="1"/>
                        <a:pt x="1261" y="2"/>
                        <a:pt x="1247" y="4"/>
                      </a:cubicBezTo>
                      <a:cubicBezTo>
                        <a:pt x="1034" y="64"/>
                        <a:pt x="791" y="156"/>
                        <a:pt x="791" y="460"/>
                      </a:cubicBezTo>
                      <a:cubicBezTo>
                        <a:pt x="791" y="642"/>
                        <a:pt x="791" y="703"/>
                        <a:pt x="578" y="703"/>
                      </a:cubicBezTo>
                      <a:cubicBezTo>
                        <a:pt x="213" y="764"/>
                        <a:pt x="1" y="1128"/>
                        <a:pt x="153" y="1463"/>
                      </a:cubicBezTo>
                      <a:cubicBezTo>
                        <a:pt x="487" y="2131"/>
                        <a:pt x="973" y="2648"/>
                        <a:pt x="1612" y="3013"/>
                      </a:cubicBezTo>
                      <a:cubicBezTo>
                        <a:pt x="1710" y="3075"/>
                        <a:pt x="1792" y="3098"/>
                        <a:pt x="1865" y="3098"/>
                      </a:cubicBezTo>
                      <a:cubicBezTo>
                        <a:pt x="2040" y="3098"/>
                        <a:pt x="2160" y="2965"/>
                        <a:pt x="2311" y="2922"/>
                      </a:cubicBezTo>
                      <a:cubicBezTo>
                        <a:pt x="2324" y="2918"/>
                        <a:pt x="2336" y="2917"/>
                        <a:pt x="2349" y="2917"/>
                      </a:cubicBezTo>
                      <a:cubicBezTo>
                        <a:pt x="2451" y="2917"/>
                        <a:pt x="2530" y="3023"/>
                        <a:pt x="2584" y="3104"/>
                      </a:cubicBezTo>
                      <a:cubicBezTo>
                        <a:pt x="2635" y="3180"/>
                        <a:pt x="2769" y="3339"/>
                        <a:pt x="2865" y="3339"/>
                      </a:cubicBezTo>
                      <a:cubicBezTo>
                        <a:pt x="2885" y="3339"/>
                        <a:pt x="2903" y="3332"/>
                        <a:pt x="2919" y="3317"/>
                      </a:cubicBezTo>
                      <a:cubicBezTo>
                        <a:pt x="3063" y="3192"/>
                        <a:pt x="3188" y="3143"/>
                        <a:pt x="3300" y="3143"/>
                      </a:cubicBezTo>
                      <a:cubicBezTo>
                        <a:pt x="3541" y="3143"/>
                        <a:pt x="3715" y="3373"/>
                        <a:pt x="3861" y="3560"/>
                      </a:cubicBezTo>
                      <a:cubicBezTo>
                        <a:pt x="4104" y="3408"/>
                        <a:pt x="4134" y="3286"/>
                        <a:pt x="4074" y="3256"/>
                      </a:cubicBezTo>
                      <a:cubicBezTo>
                        <a:pt x="3952" y="3074"/>
                        <a:pt x="4499" y="2678"/>
                        <a:pt x="3922" y="2678"/>
                      </a:cubicBezTo>
                      <a:cubicBezTo>
                        <a:pt x="3587" y="2678"/>
                        <a:pt x="3557" y="2283"/>
                        <a:pt x="3283" y="2253"/>
                      </a:cubicBezTo>
                      <a:cubicBezTo>
                        <a:pt x="3222" y="2253"/>
                        <a:pt x="3131" y="2344"/>
                        <a:pt x="3101" y="2405"/>
                      </a:cubicBezTo>
                      <a:cubicBezTo>
                        <a:pt x="2975" y="2603"/>
                        <a:pt x="2796" y="2705"/>
                        <a:pt x="2620" y="2705"/>
                      </a:cubicBezTo>
                      <a:cubicBezTo>
                        <a:pt x="2499" y="2705"/>
                        <a:pt x="2380" y="2656"/>
                        <a:pt x="2280" y="2557"/>
                      </a:cubicBezTo>
                      <a:cubicBezTo>
                        <a:pt x="2189" y="2466"/>
                        <a:pt x="2128" y="2374"/>
                        <a:pt x="2128" y="2253"/>
                      </a:cubicBezTo>
                      <a:cubicBezTo>
                        <a:pt x="2143" y="2147"/>
                        <a:pt x="2189" y="2116"/>
                        <a:pt x="2250" y="2116"/>
                      </a:cubicBezTo>
                      <a:cubicBezTo>
                        <a:pt x="2311" y="2116"/>
                        <a:pt x="2387" y="2147"/>
                        <a:pt x="2463" y="2162"/>
                      </a:cubicBezTo>
                      <a:cubicBezTo>
                        <a:pt x="2494" y="2177"/>
                        <a:pt x="2525" y="2185"/>
                        <a:pt x="2555" y="2185"/>
                      </a:cubicBezTo>
                      <a:cubicBezTo>
                        <a:pt x="2639" y="2185"/>
                        <a:pt x="2706" y="2122"/>
                        <a:pt x="2706" y="2010"/>
                      </a:cubicBezTo>
                      <a:cubicBezTo>
                        <a:pt x="2706" y="1956"/>
                        <a:pt x="2657" y="1853"/>
                        <a:pt x="2582" y="1853"/>
                      </a:cubicBezTo>
                      <a:cubicBezTo>
                        <a:pt x="2573" y="1853"/>
                        <a:pt x="2564" y="1854"/>
                        <a:pt x="2554" y="1858"/>
                      </a:cubicBezTo>
                      <a:cubicBezTo>
                        <a:pt x="2531" y="1861"/>
                        <a:pt x="2508" y="1862"/>
                        <a:pt x="2486" y="1862"/>
                      </a:cubicBezTo>
                      <a:cubicBezTo>
                        <a:pt x="2052" y="1862"/>
                        <a:pt x="1892" y="1311"/>
                        <a:pt x="1429" y="1311"/>
                      </a:cubicBezTo>
                      <a:cubicBezTo>
                        <a:pt x="1308" y="1311"/>
                        <a:pt x="1125" y="976"/>
                        <a:pt x="1429" y="764"/>
                      </a:cubicBezTo>
                      <a:cubicBezTo>
                        <a:pt x="1581" y="672"/>
                        <a:pt x="1763" y="581"/>
                        <a:pt x="1642" y="338"/>
                      </a:cubicBezTo>
                      <a:cubicBezTo>
                        <a:pt x="1557" y="196"/>
                        <a:pt x="1471" y="1"/>
                        <a:pt x="128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a:off x="570354" y="547743"/>
                  <a:ext cx="103084" cy="63534"/>
                </a:xfrm>
                <a:custGeom>
                  <a:rect b="b" l="l" r="r" t="t"/>
                  <a:pathLst>
                    <a:path extrusionOk="0" h="2249" w="3649">
                      <a:moveTo>
                        <a:pt x="1522" y="0"/>
                      </a:moveTo>
                      <a:cubicBezTo>
                        <a:pt x="1350" y="0"/>
                        <a:pt x="1156" y="109"/>
                        <a:pt x="1156" y="218"/>
                      </a:cubicBezTo>
                      <a:cubicBezTo>
                        <a:pt x="1065" y="856"/>
                        <a:pt x="517" y="1008"/>
                        <a:pt x="122" y="1342"/>
                      </a:cubicBezTo>
                      <a:cubicBezTo>
                        <a:pt x="31" y="1403"/>
                        <a:pt x="1" y="1555"/>
                        <a:pt x="61" y="1646"/>
                      </a:cubicBezTo>
                      <a:cubicBezTo>
                        <a:pt x="99" y="1684"/>
                        <a:pt x="160" y="1710"/>
                        <a:pt x="215" y="1710"/>
                      </a:cubicBezTo>
                      <a:cubicBezTo>
                        <a:pt x="249" y="1710"/>
                        <a:pt x="281" y="1700"/>
                        <a:pt x="305" y="1677"/>
                      </a:cubicBezTo>
                      <a:cubicBezTo>
                        <a:pt x="444" y="1548"/>
                        <a:pt x="565" y="1495"/>
                        <a:pt x="670" y="1495"/>
                      </a:cubicBezTo>
                      <a:cubicBezTo>
                        <a:pt x="864" y="1495"/>
                        <a:pt x="1007" y="1673"/>
                        <a:pt x="1125" y="1890"/>
                      </a:cubicBezTo>
                      <a:cubicBezTo>
                        <a:pt x="1219" y="2077"/>
                        <a:pt x="1329" y="2152"/>
                        <a:pt x="1454" y="2152"/>
                      </a:cubicBezTo>
                      <a:cubicBezTo>
                        <a:pt x="1573" y="2152"/>
                        <a:pt x="1707" y="2084"/>
                        <a:pt x="1855" y="1981"/>
                      </a:cubicBezTo>
                      <a:cubicBezTo>
                        <a:pt x="2057" y="1854"/>
                        <a:pt x="2234" y="1791"/>
                        <a:pt x="2403" y="1791"/>
                      </a:cubicBezTo>
                      <a:cubicBezTo>
                        <a:pt x="2641" y="1791"/>
                        <a:pt x="2865" y="1915"/>
                        <a:pt x="3131" y="2163"/>
                      </a:cubicBezTo>
                      <a:cubicBezTo>
                        <a:pt x="3184" y="2216"/>
                        <a:pt x="3268" y="2249"/>
                        <a:pt x="3347" y="2249"/>
                      </a:cubicBezTo>
                      <a:cubicBezTo>
                        <a:pt x="3404" y="2249"/>
                        <a:pt x="3458" y="2232"/>
                        <a:pt x="3496" y="2193"/>
                      </a:cubicBezTo>
                      <a:cubicBezTo>
                        <a:pt x="3375" y="1920"/>
                        <a:pt x="3648" y="1707"/>
                        <a:pt x="3587" y="1403"/>
                      </a:cubicBezTo>
                      <a:cubicBezTo>
                        <a:pt x="3538" y="1376"/>
                        <a:pt x="3493" y="1365"/>
                        <a:pt x="3450" y="1365"/>
                      </a:cubicBezTo>
                      <a:cubicBezTo>
                        <a:pt x="3258" y="1365"/>
                        <a:pt x="3123" y="1588"/>
                        <a:pt x="2938" y="1588"/>
                      </a:cubicBezTo>
                      <a:cubicBezTo>
                        <a:pt x="2886" y="1588"/>
                        <a:pt x="2829" y="1570"/>
                        <a:pt x="2767" y="1525"/>
                      </a:cubicBezTo>
                      <a:cubicBezTo>
                        <a:pt x="2463" y="1312"/>
                        <a:pt x="2706" y="947"/>
                        <a:pt x="2615" y="704"/>
                      </a:cubicBezTo>
                      <a:cubicBezTo>
                        <a:pt x="2584" y="696"/>
                        <a:pt x="2552" y="693"/>
                        <a:pt x="2519" y="693"/>
                      </a:cubicBezTo>
                      <a:cubicBezTo>
                        <a:pt x="2421" y="693"/>
                        <a:pt x="2318" y="727"/>
                        <a:pt x="2250" y="795"/>
                      </a:cubicBezTo>
                      <a:cubicBezTo>
                        <a:pt x="2186" y="838"/>
                        <a:pt x="2123" y="895"/>
                        <a:pt x="2039" y="895"/>
                      </a:cubicBezTo>
                      <a:cubicBezTo>
                        <a:pt x="2002" y="895"/>
                        <a:pt x="1962" y="884"/>
                        <a:pt x="1916" y="856"/>
                      </a:cubicBezTo>
                      <a:cubicBezTo>
                        <a:pt x="1733" y="704"/>
                        <a:pt x="2007" y="552"/>
                        <a:pt x="1916" y="370"/>
                      </a:cubicBezTo>
                      <a:cubicBezTo>
                        <a:pt x="1824" y="218"/>
                        <a:pt x="1794" y="35"/>
                        <a:pt x="1581" y="5"/>
                      </a:cubicBezTo>
                      <a:cubicBezTo>
                        <a:pt x="1562" y="2"/>
                        <a:pt x="1542" y="0"/>
                        <a:pt x="152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1"/>
                <p:cNvSpPr/>
                <p:nvPr/>
              </p:nvSpPr>
              <p:spPr>
                <a:xfrm>
                  <a:off x="931865" y="516103"/>
                  <a:ext cx="28" cy="3447"/>
                </a:xfrm>
                <a:custGeom>
                  <a:rect b="b" l="l" r="r" t="t"/>
                  <a:pathLst>
                    <a:path extrusionOk="0" h="122" w="1">
                      <a:moveTo>
                        <a:pt x="0" y="122"/>
                      </a:moveTo>
                      <a:lnTo>
                        <a:pt x="0" y="122"/>
                      </a:lnTo>
                      <a:lnTo>
                        <a:pt x="0" y="0"/>
                      </a:lnTo>
                      <a:cubicBezTo>
                        <a:pt x="0" y="31"/>
                        <a:pt x="0" y="61"/>
                        <a:pt x="0" y="122"/>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a:off x="875196" y="490057"/>
                  <a:ext cx="124526" cy="66218"/>
                </a:xfrm>
                <a:custGeom>
                  <a:rect b="b" l="l" r="r" t="t"/>
                  <a:pathLst>
                    <a:path extrusionOk="0" h="2344" w="4408">
                      <a:moveTo>
                        <a:pt x="992" y="0"/>
                      </a:moveTo>
                      <a:cubicBezTo>
                        <a:pt x="677" y="0"/>
                        <a:pt x="419" y="166"/>
                        <a:pt x="91" y="527"/>
                      </a:cubicBezTo>
                      <a:cubicBezTo>
                        <a:pt x="31" y="588"/>
                        <a:pt x="0" y="679"/>
                        <a:pt x="0" y="770"/>
                      </a:cubicBezTo>
                      <a:cubicBezTo>
                        <a:pt x="20" y="851"/>
                        <a:pt x="95" y="905"/>
                        <a:pt x="178" y="905"/>
                      </a:cubicBezTo>
                      <a:cubicBezTo>
                        <a:pt x="220" y="905"/>
                        <a:pt x="264" y="892"/>
                        <a:pt x="304" y="862"/>
                      </a:cubicBezTo>
                      <a:cubicBezTo>
                        <a:pt x="470" y="751"/>
                        <a:pt x="662" y="697"/>
                        <a:pt x="853" y="697"/>
                      </a:cubicBezTo>
                      <a:cubicBezTo>
                        <a:pt x="1081" y="697"/>
                        <a:pt x="1308" y="774"/>
                        <a:pt x="1490" y="922"/>
                      </a:cubicBezTo>
                      <a:cubicBezTo>
                        <a:pt x="1611" y="922"/>
                        <a:pt x="1773" y="693"/>
                        <a:pt x="1886" y="693"/>
                      </a:cubicBezTo>
                      <a:cubicBezTo>
                        <a:pt x="1942" y="693"/>
                        <a:pt x="1986" y="750"/>
                        <a:pt x="2006" y="922"/>
                      </a:cubicBezTo>
                      <a:cubicBezTo>
                        <a:pt x="2006" y="831"/>
                        <a:pt x="2067" y="770"/>
                        <a:pt x="2158" y="770"/>
                      </a:cubicBezTo>
                      <a:cubicBezTo>
                        <a:pt x="2310" y="801"/>
                        <a:pt x="2401" y="983"/>
                        <a:pt x="2462" y="1166"/>
                      </a:cubicBezTo>
                      <a:cubicBezTo>
                        <a:pt x="2537" y="1314"/>
                        <a:pt x="2620" y="1364"/>
                        <a:pt x="2707" y="1364"/>
                      </a:cubicBezTo>
                      <a:cubicBezTo>
                        <a:pt x="2886" y="1364"/>
                        <a:pt x="3083" y="1154"/>
                        <a:pt x="3254" y="1154"/>
                      </a:cubicBezTo>
                      <a:cubicBezTo>
                        <a:pt x="3307" y="1154"/>
                        <a:pt x="3358" y="1174"/>
                        <a:pt x="3404" y="1226"/>
                      </a:cubicBezTo>
                      <a:cubicBezTo>
                        <a:pt x="3404" y="1409"/>
                        <a:pt x="3252" y="1469"/>
                        <a:pt x="3131" y="1561"/>
                      </a:cubicBezTo>
                      <a:cubicBezTo>
                        <a:pt x="2949" y="1713"/>
                        <a:pt x="2979" y="1834"/>
                        <a:pt x="3070" y="2017"/>
                      </a:cubicBezTo>
                      <a:cubicBezTo>
                        <a:pt x="3264" y="2230"/>
                        <a:pt x="3519" y="2344"/>
                        <a:pt x="3781" y="2344"/>
                      </a:cubicBezTo>
                      <a:cubicBezTo>
                        <a:pt x="3930" y="2344"/>
                        <a:pt x="4082" y="2307"/>
                        <a:pt x="4225" y="2229"/>
                      </a:cubicBezTo>
                      <a:cubicBezTo>
                        <a:pt x="4316" y="2169"/>
                        <a:pt x="4408" y="2077"/>
                        <a:pt x="4347" y="1956"/>
                      </a:cubicBezTo>
                      <a:cubicBezTo>
                        <a:pt x="4305" y="1851"/>
                        <a:pt x="4248" y="1818"/>
                        <a:pt x="4177" y="1818"/>
                      </a:cubicBezTo>
                      <a:cubicBezTo>
                        <a:pt x="4145" y="1818"/>
                        <a:pt x="4111" y="1825"/>
                        <a:pt x="4073" y="1834"/>
                      </a:cubicBezTo>
                      <a:cubicBezTo>
                        <a:pt x="3951" y="1883"/>
                        <a:pt x="3848" y="2011"/>
                        <a:pt x="3669" y="2011"/>
                      </a:cubicBezTo>
                      <a:cubicBezTo>
                        <a:pt x="3626" y="2011"/>
                        <a:pt x="3579" y="2004"/>
                        <a:pt x="3526" y="1986"/>
                      </a:cubicBezTo>
                      <a:cubicBezTo>
                        <a:pt x="3587" y="1682"/>
                        <a:pt x="3800" y="1287"/>
                        <a:pt x="3708" y="1044"/>
                      </a:cubicBezTo>
                      <a:cubicBezTo>
                        <a:pt x="3587" y="801"/>
                        <a:pt x="3070" y="892"/>
                        <a:pt x="2797" y="770"/>
                      </a:cubicBezTo>
                      <a:cubicBezTo>
                        <a:pt x="2523" y="618"/>
                        <a:pt x="2280" y="466"/>
                        <a:pt x="2006" y="345"/>
                      </a:cubicBezTo>
                      <a:cubicBezTo>
                        <a:pt x="1573" y="121"/>
                        <a:pt x="1261" y="0"/>
                        <a:pt x="9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391760" y="747948"/>
                  <a:ext cx="24916" cy="42347"/>
                </a:xfrm>
                <a:custGeom>
                  <a:rect b="b" l="l" r="r" t="t"/>
                  <a:pathLst>
                    <a:path extrusionOk="0" h="1499" w="882">
                      <a:moveTo>
                        <a:pt x="0" y="0"/>
                      </a:moveTo>
                      <a:lnTo>
                        <a:pt x="0" y="1064"/>
                      </a:lnTo>
                      <a:cubicBezTo>
                        <a:pt x="110" y="1256"/>
                        <a:pt x="195" y="1498"/>
                        <a:pt x="368" y="1498"/>
                      </a:cubicBezTo>
                      <a:cubicBezTo>
                        <a:pt x="386" y="1498"/>
                        <a:pt x="405" y="1495"/>
                        <a:pt x="426" y="1490"/>
                      </a:cubicBezTo>
                      <a:cubicBezTo>
                        <a:pt x="882" y="1338"/>
                        <a:pt x="365" y="1064"/>
                        <a:pt x="396" y="851"/>
                      </a:cubicBezTo>
                      <a:cubicBezTo>
                        <a:pt x="396" y="760"/>
                        <a:pt x="456" y="699"/>
                        <a:pt x="487" y="608"/>
                      </a:cubicBezTo>
                      <a:cubicBezTo>
                        <a:pt x="548" y="365"/>
                        <a:pt x="396" y="122"/>
                        <a:pt x="152" y="31"/>
                      </a:cubicBezTo>
                      <a:cubicBezTo>
                        <a:pt x="92" y="31"/>
                        <a:pt x="31" y="0"/>
                        <a:pt x="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a:off x="864038" y="591671"/>
                  <a:ext cx="80739" cy="77320"/>
                </a:xfrm>
                <a:custGeom>
                  <a:rect b="b" l="l" r="r" t="t"/>
                  <a:pathLst>
                    <a:path extrusionOk="0" h="2737" w="2858">
                      <a:moveTo>
                        <a:pt x="2857" y="0"/>
                      </a:moveTo>
                      <a:cubicBezTo>
                        <a:pt x="2189" y="243"/>
                        <a:pt x="2219" y="243"/>
                        <a:pt x="2310" y="730"/>
                      </a:cubicBezTo>
                      <a:cubicBezTo>
                        <a:pt x="2444" y="1397"/>
                        <a:pt x="2178" y="1948"/>
                        <a:pt x="1493" y="1948"/>
                      </a:cubicBezTo>
                      <a:cubicBezTo>
                        <a:pt x="1399" y="1948"/>
                        <a:pt x="1296" y="1937"/>
                        <a:pt x="1185" y="1915"/>
                      </a:cubicBezTo>
                      <a:cubicBezTo>
                        <a:pt x="912" y="1854"/>
                        <a:pt x="851" y="1702"/>
                        <a:pt x="699" y="1581"/>
                      </a:cubicBezTo>
                      <a:cubicBezTo>
                        <a:pt x="618" y="1517"/>
                        <a:pt x="542" y="1492"/>
                        <a:pt x="473" y="1492"/>
                      </a:cubicBezTo>
                      <a:cubicBezTo>
                        <a:pt x="310" y="1492"/>
                        <a:pt x="186" y="1635"/>
                        <a:pt x="122" y="1763"/>
                      </a:cubicBezTo>
                      <a:cubicBezTo>
                        <a:pt x="0" y="1915"/>
                        <a:pt x="152" y="2037"/>
                        <a:pt x="365" y="2037"/>
                      </a:cubicBezTo>
                      <a:cubicBezTo>
                        <a:pt x="821" y="2067"/>
                        <a:pt x="730" y="2736"/>
                        <a:pt x="1185" y="2736"/>
                      </a:cubicBezTo>
                      <a:cubicBezTo>
                        <a:pt x="1194" y="2737"/>
                        <a:pt x="1203" y="2737"/>
                        <a:pt x="1212" y="2737"/>
                      </a:cubicBezTo>
                      <a:cubicBezTo>
                        <a:pt x="1500" y="2737"/>
                        <a:pt x="1676" y="2344"/>
                        <a:pt x="1980" y="2344"/>
                      </a:cubicBezTo>
                      <a:cubicBezTo>
                        <a:pt x="2044" y="2344"/>
                        <a:pt x="2112" y="2361"/>
                        <a:pt x="2189" y="2401"/>
                      </a:cubicBezTo>
                      <a:cubicBezTo>
                        <a:pt x="2234" y="2417"/>
                        <a:pt x="2280" y="2424"/>
                        <a:pt x="2321" y="2424"/>
                      </a:cubicBezTo>
                      <a:cubicBezTo>
                        <a:pt x="2363" y="2424"/>
                        <a:pt x="2401" y="2417"/>
                        <a:pt x="2432" y="2401"/>
                      </a:cubicBezTo>
                      <a:cubicBezTo>
                        <a:pt x="2584" y="2310"/>
                        <a:pt x="2857" y="2219"/>
                        <a:pt x="2766" y="2006"/>
                      </a:cubicBezTo>
                      <a:cubicBezTo>
                        <a:pt x="2371" y="1338"/>
                        <a:pt x="2827" y="730"/>
                        <a:pt x="285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a:off x="1043536" y="254342"/>
                  <a:ext cx="98734" cy="59127"/>
                </a:xfrm>
                <a:custGeom>
                  <a:rect b="b" l="l" r="r" t="t"/>
                  <a:pathLst>
                    <a:path extrusionOk="0" h="2093" w="3495">
                      <a:moveTo>
                        <a:pt x="2730" y="0"/>
                      </a:moveTo>
                      <a:cubicBezTo>
                        <a:pt x="2576" y="0"/>
                        <a:pt x="2422" y="39"/>
                        <a:pt x="2278" y="117"/>
                      </a:cubicBezTo>
                      <a:cubicBezTo>
                        <a:pt x="1883" y="360"/>
                        <a:pt x="1519" y="664"/>
                        <a:pt x="1154" y="938"/>
                      </a:cubicBezTo>
                      <a:cubicBezTo>
                        <a:pt x="1233" y="1097"/>
                        <a:pt x="1313" y="1350"/>
                        <a:pt x="1109" y="1350"/>
                      </a:cubicBezTo>
                      <a:cubicBezTo>
                        <a:pt x="1079" y="1350"/>
                        <a:pt x="1044" y="1345"/>
                        <a:pt x="1002" y="1333"/>
                      </a:cubicBezTo>
                      <a:cubicBezTo>
                        <a:pt x="759" y="1272"/>
                        <a:pt x="515" y="1212"/>
                        <a:pt x="242" y="1212"/>
                      </a:cubicBezTo>
                      <a:cubicBezTo>
                        <a:pt x="212" y="1205"/>
                        <a:pt x="188" y="1202"/>
                        <a:pt x="167" y="1202"/>
                      </a:cubicBezTo>
                      <a:cubicBezTo>
                        <a:pt x="1" y="1202"/>
                        <a:pt x="133" y="1407"/>
                        <a:pt x="242" y="1515"/>
                      </a:cubicBezTo>
                      <a:cubicBezTo>
                        <a:pt x="291" y="1491"/>
                        <a:pt x="380" y="1446"/>
                        <a:pt x="428" y="1446"/>
                      </a:cubicBezTo>
                      <a:cubicBezTo>
                        <a:pt x="440" y="1446"/>
                        <a:pt x="449" y="1449"/>
                        <a:pt x="455" y="1455"/>
                      </a:cubicBezTo>
                      <a:cubicBezTo>
                        <a:pt x="880" y="2093"/>
                        <a:pt x="1549" y="1880"/>
                        <a:pt x="2126" y="2063"/>
                      </a:cubicBezTo>
                      <a:cubicBezTo>
                        <a:pt x="2157" y="1667"/>
                        <a:pt x="1914" y="1515"/>
                        <a:pt x="1792" y="1303"/>
                      </a:cubicBezTo>
                      <a:cubicBezTo>
                        <a:pt x="1610" y="1090"/>
                        <a:pt x="1762" y="786"/>
                        <a:pt x="2035" y="786"/>
                      </a:cubicBezTo>
                      <a:cubicBezTo>
                        <a:pt x="2097" y="807"/>
                        <a:pt x="2158" y="815"/>
                        <a:pt x="2218" y="815"/>
                      </a:cubicBezTo>
                      <a:cubicBezTo>
                        <a:pt x="2480" y="815"/>
                        <a:pt x="2729" y="656"/>
                        <a:pt x="2976" y="656"/>
                      </a:cubicBezTo>
                      <a:cubicBezTo>
                        <a:pt x="3007" y="656"/>
                        <a:pt x="3038" y="659"/>
                        <a:pt x="3069" y="664"/>
                      </a:cubicBezTo>
                      <a:cubicBezTo>
                        <a:pt x="3160" y="680"/>
                        <a:pt x="3236" y="702"/>
                        <a:pt x="3300" y="702"/>
                      </a:cubicBezTo>
                      <a:cubicBezTo>
                        <a:pt x="3365" y="702"/>
                        <a:pt x="3418" y="680"/>
                        <a:pt x="3464" y="604"/>
                      </a:cubicBezTo>
                      <a:cubicBezTo>
                        <a:pt x="3494" y="452"/>
                        <a:pt x="3433" y="300"/>
                        <a:pt x="3312" y="208"/>
                      </a:cubicBezTo>
                      <a:cubicBezTo>
                        <a:pt x="3138" y="70"/>
                        <a:pt x="2935" y="0"/>
                        <a:pt x="273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a:off x="626176" y="252477"/>
                  <a:ext cx="63563" cy="34550"/>
                </a:xfrm>
                <a:custGeom>
                  <a:rect b="b" l="l" r="r" t="t"/>
                  <a:pathLst>
                    <a:path extrusionOk="0" h="1223" w="2250">
                      <a:moveTo>
                        <a:pt x="821" y="1"/>
                      </a:moveTo>
                      <a:cubicBezTo>
                        <a:pt x="892" y="37"/>
                        <a:pt x="953" y="51"/>
                        <a:pt x="1016" y="51"/>
                      </a:cubicBezTo>
                      <a:cubicBezTo>
                        <a:pt x="1060" y="51"/>
                        <a:pt x="1105" y="44"/>
                        <a:pt x="1155" y="31"/>
                      </a:cubicBezTo>
                      <a:lnTo>
                        <a:pt x="1155" y="214"/>
                      </a:lnTo>
                      <a:lnTo>
                        <a:pt x="0" y="974"/>
                      </a:lnTo>
                      <a:cubicBezTo>
                        <a:pt x="68" y="1158"/>
                        <a:pt x="153" y="1222"/>
                        <a:pt x="257" y="1222"/>
                      </a:cubicBezTo>
                      <a:cubicBezTo>
                        <a:pt x="342" y="1222"/>
                        <a:pt x="439" y="1180"/>
                        <a:pt x="548" y="1126"/>
                      </a:cubicBezTo>
                      <a:cubicBezTo>
                        <a:pt x="868" y="929"/>
                        <a:pt x="1108" y="612"/>
                        <a:pt x="1479" y="612"/>
                      </a:cubicBezTo>
                      <a:cubicBezTo>
                        <a:pt x="1565" y="612"/>
                        <a:pt x="1659" y="629"/>
                        <a:pt x="1763" y="670"/>
                      </a:cubicBezTo>
                      <a:cubicBezTo>
                        <a:pt x="1770" y="672"/>
                        <a:pt x="1778" y="673"/>
                        <a:pt x="1787" y="673"/>
                      </a:cubicBezTo>
                      <a:cubicBezTo>
                        <a:pt x="1895" y="673"/>
                        <a:pt x="2128" y="513"/>
                        <a:pt x="2128" y="457"/>
                      </a:cubicBezTo>
                      <a:cubicBezTo>
                        <a:pt x="2098" y="274"/>
                        <a:pt x="2159" y="122"/>
                        <a:pt x="22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855450" y="260217"/>
                  <a:ext cx="72998" cy="70427"/>
                </a:xfrm>
                <a:custGeom>
                  <a:rect b="b" l="l" r="r" t="t"/>
                  <a:pathLst>
                    <a:path extrusionOk="0" h="2493" w="2584">
                      <a:moveTo>
                        <a:pt x="2249" y="0"/>
                      </a:moveTo>
                      <a:lnTo>
                        <a:pt x="2249" y="0"/>
                      </a:lnTo>
                      <a:cubicBezTo>
                        <a:pt x="2052" y="66"/>
                        <a:pt x="1840" y="258"/>
                        <a:pt x="1611" y="258"/>
                      </a:cubicBezTo>
                      <a:cubicBezTo>
                        <a:pt x="1522" y="258"/>
                        <a:pt x="1431" y="229"/>
                        <a:pt x="1337" y="152"/>
                      </a:cubicBezTo>
                      <a:cubicBezTo>
                        <a:pt x="1329" y="148"/>
                        <a:pt x="1321" y="147"/>
                        <a:pt x="1312" y="147"/>
                      </a:cubicBezTo>
                      <a:cubicBezTo>
                        <a:pt x="1254" y="147"/>
                        <a:pt x="1185" y="229"/>
                        <a:pt x="1185" y="335"/>
                      </a:cubicBezTo>
                      <a:cubicBezTo>
                        <a:pt x="1185" y="426"/>
                        <a:pt x="1246" y="487"/>
                        <a:pt x="1337" y="517"/>
                      </a:cubicBezTo>
                      <a:cubicBezTo>
                        <a:pt x="1354" y="521"/>
                        <a:pt x="1372" y="523"/>
                        <a:pt x="1391" y="523"/>
                      </a:cubicBezTo>
                      <a:cubicBezTo>
                        <a:pt x="1421" y="523"/>
                        <a:pt x="1452" y="519"/>
                        <a:pt x="1483" y="519"/>
                      </a:cubicBezTo>
                      <a:cubicBezTo>
                        <a:pt x="1571" y="519"/>
                        <a:pt x="1652" y="547"/>
                        <a:pt x="1672" y="760"/>
                      </a:cubicBezTo>
                      <a:lnTo>
                        <a:pt x="851" y="1307"/>
                      </a:lnTo>
                      <a:cubicBezTo>
                        <a:pt x="608" y="1490"/>
                        <a:pt x="365" y="1642"/>
                        <a:pt x="152" y="1824"/>
                      </a:cubicBezTo>
                      <a:cubicBezTo>
                        <a:pt x="0" y="1946"/>
                        <a:pt x="30" y="2098"/>
                        <a:pt x="152" y="2219"/>
                      </a:cubicBezTo>
                      <a:cubicBezTo>
                        <a:pt x="243" y="2341"/>
                        <a:pt x="274" y="2493"/>
                        <a:pt x="456" y="2493"/>
                      </a:cubicBezTo>
                      <a:cubicBezTo>
                        <a:pt x="669" y="2493"/>
                        <a:pt x="578" y="2311"/>
                        <a:pt x="638" y="2189"/>
                      </a:cubicBezTo>
                      <a:cubicBezTo>
                        <a:pt x="717" y="1823"/>
                        <a:pt x="1042" y="1592"/>
                        <a:pt x="1402" y="1592"/>
                      </a:cubicBezTo>
                      <a:cubicBezTo>
                        <a:pt x="1461" y="1592"/>
                        <a:pt x="1521" y="1599"/>
                        <a:pt x="1581" y="1611"/>
                      </a:cubicBezTo>
                      <a:cubicBezTo>
                        <a:pt x="1630" y="1624"/>
                        <a:pt x="1685" y="1636"/>
                        <a:pt x="1732" y="1636"/>
                      </a:cubicBezTo>
                      <a:cubicBezTo>
                        <a:pt x="1801" y="1636"/>
                        <a:pt x="1854" y="1610"/>
                        <a:pt x="1854" y="1520"/>
                      </a:cubicBezTo>
                      <a:cubicBezTo>
                        <a:pt x="1854" y="1004"/>
                        <a:pt x="2584" y="700"/>
                        <a:pt x="224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p:nvPr/>
              </p:nvSpPr>
              <p:spPr>
                <a:xfrm>
                  <a:off x="429530" y="815097"/>
                  <a:ext cx="48985" cy="62517"/>
                </a:xfrm>
                <a:custGeom>
                  <a:rect b="b" l="l" r="r" t="t"/>
                  <a:pathLst>
                    <a:path extrusionOk="0" h="2213" w="1734">
                      <a:moveTo>
                        <a:pt x="885" y="735"/>
                      </a:moveTo>
                      <a:cubicBezTo>
                        <a:pt x="930" y="735"/>
                        <a:pt x="971" y="766"/>
                        <a:pt x="1004" y="815"/>
                      </a:cubicBezTo>
                      <a:cubicBezTo>
                        <a:pt x="1065" y="845"/>
                        <a:pt x="1065" y="967"/>
                        <a:pt x="1004" y="1027"/>
                      </a:cubicBezTo>
                      <a:cubicBezTo>
                        <a:pt x="973" y="1058"/>
                        <a:pt x="928" y="1073"/>
                        <a:pt x="882" y="1073"/>
                      </a:cubicBezTo>
                      <a:cubicBezTo>
                        <a:pt x="837" y="1073"/>
                        <a:pt x="791" y="1058"/>
                        <a:pt x="761" y="1027"/>
                      </a:cubicBezTo>
                      <a:cubicBezTo>
                        <a:pt x="669" y="967"/>
                        <a:pt x="730" y="875"/>
                        <a:pt x="761" y="815"/>
                      </a:cubicBezTo>
                      <a:cubicBezTo>
                        <a:pt x="803" y="758"/>
                        <a:pt x="845" y="735"/>
                        <a:pt x="885" y="735"/>
                      </a:cubicBezTo>
                      <a:close/>
                      <a:moveTo>
                        <a:pt x="1187" y="0"/>
                      </a:moveTo>
                      <a:cubicBezTo>
                        <a:pt x="1000" y="0"/>
                        <a:pt x="785" y="110"/>
                        <a:pt x="548" y="328"/>
                      </a:cubicBezTo>
                      <a:cubicBezTo>
                        <a:pt x="518" y="359"/>
                        <a:pt x="487" y="389"/>
                        <a:pt x="426" y="420"/>
                      </a:cubicBezTo>
                      <a:cubicBezTo>
                        <a:pt x="1" y="572"/>
                        <a:pt x="1" y="572"/>
                        <a:pt x="214" y="967"/>
                      </a:cubicBezTo>
                      <a:cubicBezTo>
                        <a:pt x="335" y="1149"/>
                        <a:pt x="457" y="1301"/>
                        <a:pt x="335" y="1575"/>
                      </a:cubicBezTo>
                      <a:cubicBezTo>
                        <a:pt x="244" y="1818"/>
                        <a:pt x="487" y="2000"/>
                        <a:pt x="913" y="2213"/>
                      </a:cubicBezTo>
                      <a:cubicBezTo>
                        <a:pt x="700" y="1605"/>
                        <a:pt x="1065" y="1483"/>
                        <a:pt x="1338" y="1271"/>
                      </a:cubicBezTo>
                      <a:cubicBezTo>
                        <a:pt x="1673" y="997"/>
                        <a:pt x="1733" y="511"/>
                        <a:pt x="1521" y="146"/>
                      </a:cubicBezTo>
                      <a:cubicBezTo>
                        <a:pt x="1423" y="49"/>
                        <a:pt x="1311" y="0"/>
                        <a:pt x="118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1"/>
                <p:cNvSpPr/>
                <p:nvPr/>
              </p:nvSpPr>
              <p:spPr>
                <a:xfrm>
                  <a:off x="1311399" y="422738"/>
                  <a:ext cx="80739" cy="37573"/>
                </a:xfrm>
                <a:custGeom>
                  <a:rect b="b" l="l" r="r" t="t"/>
                  <a:pathLst>
                    <a:path extrusionOk="0" h="1330" w="2858">
                      <a:moveTo>
                        <a:pt x="2326" y="0"/>
                      </a:moveTo>
                      <a:cubicBezTo>
                        <a:pt x="2030" y="0"/>
                        <a:pt x="1742" y="180"/>
                        <a:pt x="1458" y="180"/>
                      </a:cubicBezTo>
                      <a:cubicBezTo>
                        <a:pt x="1367" y="180"/>
                        <a:pt x="1276" y="162"/>
                        <a:pt x="1186" y="114"/>
                      </a:cubicBezTo>
                      <a:cubicBezTo>
                        <a:pt x="1070" y="63"/>
                        <a:pt x="967" y="42"/>
                        <a:pt x="872" y="42"/>
                      </a:cubicBezTo>
                      <a:cubicBezTo>
                        <a:pt x="566" y="42"/>
                        <a:pt x="346" y="263"/>
                        <a:pt x="91" y="448"/>
                      </a:cubicBezTo>
                      <a:cubicBezTo>
                        <a:pt x="31" y="479"/>
                        <a:pt x="0" y="570"/>
                        <a:pt x="31" y="661"/>
                      </a:cubicBezTo>
                      <a:cubicBezTo>
                        <a:pt x="84" y="732"/>
                        <a:pt x="137" y="762"/>
                        <a:pt x="197" y="762"/>
                      </a:cubicBezTo>
                      <a:cubicBezTo>
                        <a:pt x="239" y="762"/>
                        <a:pt x="284" y="747"/>
                        <a:pt x="335" y="722"/>
                      </a:cubicBezTo>
                      <a:cubicBezTo>
                        <a:pt x="426" y="661"/>
                        <a:pt x="517" y="570"/>
                        <a:pt x="638" y="539"/>
                      </a:cubicBezTo>
                      <a:cubicBezTo>
                        <a:pt x="746" y="475"/>
                        <a:pt x="853" y="320"/>
                        <a:pt x="982" y="320"/>
                      </a:cubicBezTo>
                      <a:cubicBezTo>
                        <a:pt x="1036" y="320"/>
                        <a:pt x="1093" y="346"/>
                        <a:pt x="1155" y="418"/>
                      </a:cubicBezTo>
                      <a:cubicBezTo>
                        <a:pt x="1307" y="539"/>
                        <a:pt x="1459" y="691"/>
                        <a:pt x="1307" y="935"/>
                      </a:cubicBezTo>
                      <a:cubicBezTo>
                        <a:pt x="1246" y="1056"/>
                        <a:pt x="1277" y="1178"/>
                        <a:pt x="1459" y="1330"/>
                      </a:cubicBezTo>
                      <a:cubicBezTo>
                        <a:pt x="1976" y="1026"/>
                        <a:pt x="2432" y="722"/>
                        <a:pt x="2857" y="357"/>
                      </a:cubicBezTo>
                      <a:cubicBezTo>
                        <a:pt x="2797" y="114"/>
                        <a:pt x="2675" y="114"/>
                        <a:pt x="2584" y="53"/>
                      </a:cubicBezTo>
                      <a:cubicBezTo>
                        <a:pt x="2497" y="15"/>
                        <a:pt x="2411" y="0"/>
                        <a:pt x="232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1"/>
                <p:cNvSpPr/>
                <p:nvPr/>
              </p:nvSpPr>
              <p:spPr>
                <a:xfrm>
                  <a:off x="1118200" y="309598"/>
                  <a:ext cx="45539" cy="55850"/>
                </a:xfrm>
                <a:custGeom>
                  <a:rect b="b" l="l" r="r" t="t"/>
                  <a:pathLst>
                    <a:path extrusionOk="0" h="1977" w="1612">
                      <a:moveTo>
                        <a:pt x="785" y="605"/>
                      </a:moveTo>
                      <a:cubicBezTo>
                        <a:pt x="840" y="605"/>
                        <a:pt x="894" y="626"/>
                        <a:pt x="942" y="684"/>
                      </a:cubicBezTo>
                      <a:cubicBezTo>
                        <a:pt x="1094" y="806"/>
                        <a:pt x="1186" y="988"/>
                        <a:pt x="1246" y="1170"/>
                      </a:cubicBezTo>
                      <a:cubicBezTo>
                        <a:pt x="1178" y="1209"/>
                        <a:pt x="1113" y="1223"/>
                        <a:pt x="1050" y="1223"/>
                      </a:cubicBezTo>
                      <a:cubicBezTo>
                        <a:pt x="917" y="1223"/>
                        <a:pt x="793" y="1161"/>
                        <a:pt x="669" y="1140"/>
                      </a:cubicBezTo>
                      <a:cubicBezTo>
                        <a:pt x="625" y="1140"/>
                        <a:pt x="576" y="1148"/>
                        <a:pt x="530" y="1148"/>
                      </a:cubicBezTo>
                      <a:cubicBezTo>
                        <a:pt x="449" y="1148"/>
                        <a:pt x="373" y="1123"/>
                        <a:pt x="334" y="988"/>
                      </a:cubicBezTo>
                      <a:cubicBezTo>
                        <a:pt x="274" y="806"/>
                        <a:pt x="395" y="806"/>
                        <a:pt x="486" y="745"/>
                      </a:cubicBezTo>
                      <a:cubicBezTo>
                        <a:pt x="549" y="703"/>
                        <a:pt x="668" y="605"/>
                        <a:pt x="785" y="605"/>
                      </a:cubicBezTo>
                      <a:close/>
                      <a:moveTo>
                        <a:pt x="475" y="1"/>
                      </a:moveTo>
                      <a:cubicBezTo>
                        <a:pt x="379" y="1"/>
                        <a:pt x="281" y="15"/>
                        <a:pt x="183" y="46"/>
                      </a:cubicBezTo>
                      <a:cubicBezTo>
                        <a:pt x="243" y="319"/>
                        <a:pt x="183" y="593"/>
                        <a:pt x="61" y="836"/>
                      </a:cubicBezTo>
                      <a:cubicBezTo>
                        <a:pt x="0" y="1201"/>
                        <a:pt x="122" y="1535"/>
                        <a:pt x="365" y="1778"/>
                      </a:cubicBezTo>
                      <a:cubicBezTo>
                        <a:pt x="444" y="1897"/>
                        <a:pt x="536" y="1977"/>
                        <a:pt x="632" y="1977"/>
                      </a:cubicBezTo>
                      <a:cubicBezTo>
                        <a:pt x="684" y="1977"/>
                        <a:pt x="737" y="1953"/>
                        <a:pt x="790" y="1900"/>
                      </a:cubicBezTo>
                      <a:cubicBezTo>
                        <a:pt x="912" y="1718"/>
                        <a:pt x="1611" y="1748"/>
                        <a:pt x="1246" y="1201"/>
                      </a:cubicBezTo>
                      <a:cubicBezTo>
                        <a:pt x="1459" y="1049"/>
                        <a:pt x="1490" y="806"/>
                        <a:pt x="1368" y="593"/>
                      </a:cubicBezTo>
                      <a:cubicBezTo>
                        <a:pt x="1198" y="229"/>
                        <a:pt x="854" y="1"/>
                        <a:pt x="4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a:off x="555749" y="519606"/>
                  <a:ext cx="61868" cy="34860"/>
                </a:xfrm>
                <a:custGeom>
                  <a:rect b="b" l="l" r="r" t="t"/>
                  <a:pathLst>
                    <a:path extrusionOk="0" h="1234" w="2190">
                      <a:moveTo>
                        <a:pt x="992" y="1"/>
                      </a:moveTo>
                      <a:cubicBezTo>
                        <a:pt x="451" y="1"/>
                        <a:pt x="191" y="295"/>
                        <a:pt x="62" y="940"/>
                      </a:cubicBezTo>
                      <a:cubicBezTo>
                        <a:pt x="31" y="1062"/>
                        <a:pt x="1" y="1183"/>
                        <a:pt x="153" y="1214"/>
                      </a:cubicBezTo>
                      <a:cubicBezTo>
                        <a:pt x="180" y="1227"/>
                        <a:pt x="203" y="1233"/>
                        <a:pt x="225" y="1233"/>
                      </a:cubicBezTo>
                      <a:cubicBezTo>
                        <a:pt x="301" y="1233"/>
                        <a:pt x="349" y="1157"/>
                        <a:pt x="396" y="1062"/>
                      </a:cubicBezTo>
                      <a:cubicBezTo>
                        <a:pt x="518" y="748"/>
                        <a:pt x="580" y="614"/>
                        <a:pt x="708" y="614"/>
                      </a:cubicBezTo>
                      <a:cubicBezTo>
                        <a:pt x="803" y="614"/>
                        <a:pt x="935" y="689"/>
                        <a:pt x="1156" y="819"/>
                      </a:cubicBezTo>
                      <a:cubicBezTo>
                        <a:pt x="1217" y="864"/>
                        <a:pt x="1293" y="887"/>
                        <a:pt x="1365" y="887"/>
                      </a:cubicBezTo>
                      <a:cubicBezTo>
                        <a:pt x="1437" y="887"/>
                        <a:pt x="1506" y="864"/>
                        <a:pt x="1551" y="819"/>
                      </a:cubicBezTo>
                      <a:cubicBezTo>
                        <a:pt x="1764" y="667"/>
                        <a:pt x="2037" y="575"/>
                        <a:pt x="2189" y="211"/>
                      </a:cubicBezTo>
                      <a:lnTo>
                        <a:pt x="1308" y="28"/>
                      </a:lnTo>
                      <a:cubicBezTo>
                        <a:pt x="1193" y="10"/>
                        <a:pt x="1088" y="1"/>
                        <a:pt x="99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a:off x="415800" y="729840"/>
                  <a:ext cx="48957" cy="44465"/>
                </a:xfrm>
                <a:custGeom>
                  <a:rect b="b" l="l" r="r" t="t"/>
                  <a:pathLst>
                    <a:path extrusionOk="0" h="1574" w="1733">
                      <a:moveTo>
                        <a:pt x="1532" y="0"/>
                      </a:moveTo>
                      <a:cubicBezTo>
                        <a:pt x="1499" y="0"/>
                        <a:pt x="1464" y="10"/>
                        <a:pt x="1429" y="33"/>
                      </a:cubicBezTo>
                      <a:cubicBezTo>
                        <a:pt x="1277" y="94"/>
                        <a:pt x="1034" y="185"/>
                        <a:pt x="1064" y="368"/>
                      </a:cubicBezTo>
                      <a:cubicBezTo>
                        <a:pt x="1101" y="641"/>
                        <a:pt x="1028" y="696"/>
                        <a:pt x="905" y="696"/>
                      </a:cubicBezTo>
                      <a:cubicBezTo>
                        <a:pt x="822" y="696"/>
                        <a:pt x="718" y="672"/>
                        <a:pt x="608" y="672"/>
                      </a:cubicBezTo>
                      <a:cubicBezTo>
                        <a:pt x="183" y="672"/>
                        <a:pt x="0" y="1006"/>
                        <a:pt x="213" y="1310"/>
                      </a:cubicBezTo>
                      <a:cubicBezTo>
                        <a:pt x="409" y="1486"/>
                        <a:pt x="654" y="1574"/>
                        <a:pt x="902" y="1574"/>
                      </a:cubicBezTo>
                      <a:cubicBezTo>
                        <a:pt x="1039" y="1574"/>
                        <a:pt x="1177" y="1547"/>
                        <a:pt x="1307" y="1492"/>
                      </a:cubicBezTo>
                      <a:cubicBezTo>
                        <a:pt x="1459" y="1401"/>
                        <a:pt x="1611" y="1219"/>
                        <a:pt x="1459" y="1067"/>
                      </a:cubicBezTo>
                      <a:cubicBezTo>
                        <a:pt x="1155" y="672"/>
                        <a:pt x="1338" y="489"/>
                        <a:pt x="1642" y="307"/>
                      </a:cubicBezTo>
                      <a:cubicBezTo>
                        <a:pt x="1733" y="246"/>
                        <a:pt x="1733" y="124"/>
                        <a:pt x="1672" y="64"/>
                      </a:cubicBezTo>
                      <a:cubicBezTo>
                        <a:pt x="1635" y="26"/>
                        <a:pt x="1585" y="0"/>
                        <a:pt x="153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a:off x="809940" y="772836"/>
                  <a:ext cx="51528" cy="46019"/>
                </a:xfrm>
                <a:custGeom>
                  <a:rect b="b" l="l" r="r" t="t"/>
                  <a:pathLst>
                    <a:path extrusionOk="0" h="1629" w="1824">
                      <a:moveTo>
                        <a:pt x="152" y="1"/>
                      </a:moveTo>
                      <a:cubicBezTo>
                        <a:pt x="426" y="426"/>
                        <a:pt x="0" y="761"/>
                        <a:pt x="304" y="1064"/>
                      </a:cubicBezTo>
                      <a:cubicBezTo>
                        <a:pt x="547" y="1277"/>
                        <a:pt x="790" y="1460"/>
                        <a:pt x="1064" y="1581"/>
                      </a:cubicBezTo>
                      <a:cubicBezTo>
                        <a:pt x="1128" y="1613"/>
                        <a:pt x="1196" y="1628"/>
                        <a:pt x="1264" y="1628"/>
                      </a:cubicBezTo>
                      <a:cubicBezTo>
                        <a:pt x="1454" y="1628"/>
                        <a:pt x="1643" y="1509"/>
                        <a:pt x="1733" y="1308"/>
                      </a:cubicBezTo>
                      <a:cubicBezTo>
                        <a:pt x="1824" y="1125"/>
                        <a:pt x="1641" y="973"/>
                        <a:pt x="1520" y="852"/>
                      </a:cubicBezTo>
                      <a:cubicBezTo>
                        <a:pt x="1456" y="788"/>
                        <a:pt x="1398" y="764"/>
                        <a:pt x="1344" y="764"/>
                      </a:cubicBezTo>
                      <a:cubicBezTo>
                        <a:pt x="1192" y="764"/>
                        <a:pt x="1069" y="951"/>
                        <a:pt x="912" y="973"/>
                      </a:cubicBezTo>
                      <a:cubicBezTo>
                        <a:pt x="851" y="973"/>
                        <a:pt x="790" y="973"/>
                        <a:pt x="699" y="943"/>
                      </a:cubicBezTo>
                      <a:cubicBezTo>
                        <a:pt x="790" y="578"/>
                        <a:pt x="882" y="183"/>
                        <a:pt x="15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a:off x="742084" y="550031"/>
                  <a:ext cx="50709" cy="42742"/>
                </a:xfrm>
                <a:custGeom>
                  <a:rect b="b" l="l" r="r" t="t"/>
                  <a:pathLst>
                    <a:path extrusionOk="0" h="1513" w="1795">
                      <a:moveTo>
                        <a:pt x="541" y="1"/>
                      </a:moveTo>
                      <a:cubicBezTo>
                        <a:pt x="477" y="1"/>
                        <a:pt x="408" y="24"/>
                        <a:pt x="335" y="76"/>
                      </a:cubicBezTo>
                      <a:cubicBezTo>
                        <a:pt x="183" y="167"/>
                        <a:pt x="1" y="289"/>
                        <a:pt x="62" y="502"/>
                      </a:cubicBezTo>
                      <a:cubicBezTo>
                        <a:pt x="118" y="699"/>
                        <a:pt x="200" y="870"/>
                        <a:pt x="430" y="870"/>
                      </a:cubicBezTo>
                      <a:cubicBezTo>
                        <a:pt x="448" y="870"/>
                        <a:pt x="467" y="868"/>
                        <a:pt x="487" y="866"/>
                      </a:cubicBezTo>
                      <a:cubicBezTo>
                        <a:pt x="512" y="865"/>
                        <a:pt x="534" y="864"/>
                        <a:pt x="555" y="864"/>
                      </a:cubicBezTo>
                      <a:cubicBezTo>
                        <a:pt x="899" y="864"/>
                        <a:pt x="786" y="1091"/>
                        <a:pt x="700" y="1292"/>
                      </a:cubicBezTo>
                      <a:cubicBezTo>
                        <a:pt x="670" y="1413"/>
                        <a:pt x="730" y="1474"/>
                        <a:pt x="822" y="1505"/>
                      </a:cubicBezTo>
                      <a:cubicBezTo>
                        <a:pt x="838" y="1510"/>
                        <a:pt x="856" y="1513"/>
                        <a:pt x="874" y="1513"/>
                      </a:cubicBezTo>
                      <a:cubicBezTo>
                        <a:pt x="953" y="1513"/>
                        <a:pt x="1034" y="1463"/>
                        <a:pt x="1034" y="1413"/>
                      </a:cubicBezTo>
                      <a:cubicBezTo>
                        <a:pt x="943" y="897"/>
                        <a:pt x="1399" y="805"/>
                        <a:pt x="1673" y="562"/>
                      </a:cubicBezTo>
                      <a:cubicBezTo>
                        <a:pt x="1764" y="502"/>
                        <a:pt x="1794" y="380"/>
                        <a:pt x="1764" y="289"/>
                      </a:cubicBezTo>
                      <a:cubicBezTo>
                        <a:pt x="1711" y="236"/>
                        <a:pt x="1637" y="203"/>
                        <a:pt x="1567" y="203"/>
                      </a:cubicBezTo>
                      <a:cubicBezTo>
                        <a:pt x="1516" y="203"/>
                        <a:pt x="1468" y="220"/>
                        <a:pt x="1429" y="258"/>
                      </a:cubicBezTo>
                      <a:cubicBezTo>
                        <a:pt x="1305" y="312"/>
                        <a:pt x="1191" y="396"/>
                        <a:pt x="1081" y="396"/>
                      </a:cubicBezTo>
                      <a:cubicBezTo>
                        <a:pt x="1003" y="396"/>
                        <a:pt x="928" y="354"/>
                        <a:pt x="852" y="228"/>
                      </a:cubicBezTo>
                      <a:cubicBezTo>
                        <a:pt x="772" y="88"/>
                        <a:pt x="665" y="1"/>
                        <a:pt x="54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a:off x="1186875" y="253353"/>
                  <a:ext cx="21498" cy="9633"/>
                </a:xfrm>
                <a:custGeom>
                  <a:rect b="b" l="l" r="r" t="t"/>
                  <a:pathLst>
                    <a:path extrusionOk="0" h="341" w="761">
                      <a:moveTo>
                        <a:pt x="1" y="0"/>
                      </a:moveTo>
                      <a:cubicBezTo>
                        <a:pt x="1" y="31"/>
                        <a:pt x="1" y="91"/>
                        <a:pt x="1" y="152"/>
                      </a:cubicBezTo>
                      <a:cubicBezTo>
                        <a:pt x="27" y="258"/>
                        <a:pt x="99" y="341"/>
                        <a:pt x="198" y="341"/>
                      </a:cubicBezTo>
                      <a:cubicBezTo>
                        <a:pt x="213" y="341"/>
                        <a:pt x="228" y="339"/>
                        <a:pt x="244" y="335"/>
                      </a:cubicBezTo>
                      <a:cubicBezTo>
                        <a:pt x="426" y="213"/>
                        <a:pt x="609" y="122"/>
                        <a:pt x="76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1"/>
                <p:cNvSpPr/>
                <p:nvPr/>
              </p:nvSpPr>
              <p:spPr>
                <a:xfrm>
                  <a:off x="855450" y="449405"/>
                  <a:ext cx="60992" cy="39776"/>
                </a:xfrm>
                <a:custGeom>
                  <a:rect b="b" l="l" r="r" t="t"/>
                  <a:pathLst>
                    <a:path extrusionOk="0" h="1408" w="2159">
                      <a:moveTo>
                        <a:pt x="1720" y="1"/>
                      </a:moveTo>
                      <a:cubicBezTo>
                        <a:pt x="1558" y="1"/>
                        <a:pt x="1576" y="196"/>
                        <a:pt x="1550" y="325"/>
                      </a:cubicBezTo>
                      <a:cubicBezTo>
                        <a:pt x="1550" y="452"/>
                        <a:pt x="1506" y="505"/>
                        <a:pt x="1428" y="505"/>
                      </a:cubicBezTo>
                      <a:cubicBezTo>
                        <a:pt x="1394" y="505"/>
                        <a:pt x="1353" y="495"/>
                        <a:pt x="1307" y="477"/>
                      </a:cubicBezTo>
                      <a:cubicBezTo>
                        <a:pt x="1237" y="439"/>
                        <a:pt x="1174" y="423"/>
                        <a:pt x="1116" y="423"/>
                      </a:cubicBezTo>
                      <a:cubicBezTo>
                        <a:pt x="895" y="423"/>
                        <a:pt x="746" y="648"/>
                        <a:pt x="578" y="720"/>
                      </a:cubicBezTo>
                      <a:lnTo>
                        <a:pt x="243" y="933"/>
                      </a:lnTo>
                      <a:cubicBezTo>
                        <a:pt x="122" y="1024"/>
                        <a:pt x="0" y="1146"/>
                        <a:pt x="61" y="1298"/>
                      </a:cubicBezTo>
                      <a:cubicBezTo>
                        <a:pt x="107" y="1379"/>
                        <a:pt x="163" y="1407"/>
                        <a:pt x="222" y="1407"/>
                      </a:cubicBezTo>
                      <a:cubicBezTo>
                        <a:pt x="318" y="1407"/>
                        <a:pt x="423" y="1335"/>
                        <a:pt x="517" y="1298"/>
                      </a:cubicBezTo>
                      <a:cubicBezTo>
                        <a:pt x="727" y="1166"/>
                        <a:pt x="892" y="1012"/>
                        <a:pt x="1168" y="1012"/>
                      </a:cubicBezTo>
                      <a:cubicBezTo>
                        <a:pt x="1212" y="1012"/>
                        <a:pt x="1258" y="1016"/>
                        <a:pt x="1307" y="1024"/>
                      </a:cubicBezTo>
                      <a:cubicBezTo>
                        <a:pt x="1319" y="1027"/>
                        <a:pt x="1331" y="1028"/>
                        <a:pt x="1342" y="1028"/>
                      </a:cubicBezTo>
                      <a:cubicBezTo>
                        <a:pt x="1556" y="1028"/>
                        <a:pt x="1640" y="567"/>
                        <a:pt x="1949" y="567"/>
                      </a:cubicBezTo>
                      <a:cubicBezTo>
                        <a:pt x="1993" y="567"/>
                        <a:pt x="2042" y="576"/>
                        <a:pt x="2097" y="598"/>
                      </a:cubicBezTo>
                      <a:cubicBezTo>
                        <a:pt x="2097" y="538"/>
                        <a:pt x="2158" y="477"/>
                        <a:pt x="2128" y="416"/>
                      </a:cubicBezTo>
                      <a:cubicBezTo>
                        <a:pt x="2097" y="234"/>
                        <a:pt x="1976" y="82"/>
                        <a:pt x="1824" y="21"/>
                      </a:cubicBezTo>
                      <a:cubicBezTo>
                        <a:pt x="1783" y="7"/>
                        <a:pt x="1748" y="1"/>
                        <a:pt x="172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1"/>
                <p:cNvSpPr/>
                <p:nvPr/>
              </p:nvSpPr>
              <p:spPr>
                <a:xfrm>
                  <a:off x="492216" y="623536"/>
                  <a:ext cx="60822" cy="47997"/>
                </a:xfrm>
                <a:custGeom>
                  <a:rect b="b" l="l" r="r" t="t"/>
                  <a:pathLst>
                    <a:path extrusionOk="0" h="1699" w="2153">
                      <a:moveTo>
                        <a:pt x="1674" y="0"/>
                      </a:moveTo>
                      <a:cubicBezTo>
                        <a:pt x="1602" y="0"/>
                        <a:pt x="1520" y="27"/>
                        <a:pt x="1429" y="88"/>
                      </a:cubicBezTo>
                      <a:cubicBezTo>
                        <a:pt x="1175" y="258"/>
                        <a:pt x="921" y="611"/>
                        <a:pt x="544" y="611"/>
                      </a:cubicBezTo>
                      <a:cubicBezTo>
                        <a:pt x="516" y="611"/>
                        <a:pt x="487" y="609"/>
                        <a:pt x="457" y="605"/>
                      </a:cubicBezTo>
                      <a:cubicBezTo>
                        <a:pt x="356" y="590"/>
                        <a:pt x="263" y="563"/>
                        <a:pt x="192" y="563"/>
                      </a:cubicBezTo>
                      <a:cubicBezTo>
                        <a:pt x="113" y="563"/>
                        <a:pt x="61" y="598"/>
                        <a:pt x="61" y="726"/>
                      </a:cubicBezTo>
                      <a:cubicBezTo>
                        <a:pt x="61" y="874"/>
                        <a:pt x="141" y="898"/>
                        <a:pt x="234" y="898"/>
                      </a:cubicBezTo>
                      <a:cubicBezTo>
                        <a:pt x="277" y="898"/>
                        <a:pt x="323" y="893"/>
                        <a:pt x="365" y="893"/>
                      </a:cubicBezTo>
                      <a:cubicBezTo>
                        <a:pt x="400" y="893"/>
                        <a:pt x="431" y="896"/>
                        <a:pt x="457" y="909"/>
                      </a:cubicBezTo>
                      <a:cubicBezTo>
                        <a:pt x="517" y="939"/>
                        <a:pt x="548" y="969"/>
                        <a:pt x="578" y="1000"/>
                      </a:cubicBezTo>
                      <a:cubicBezTo>
                        <a:pt x="609" y="1304"/>
                        <a:pt x="1" y="1304"/>
                        <a:pt x="244" y="1699"/>
                      </a:cubicBezTo>
                      <a:cubicBezTo>
                        <a:pt x="548" y="1669"/>
                        <a:pt x="761" y="1577"/>
                        <a:pt x="821" y="1273"/>
                      </a:cubicBezTo>
                      <a:cubicBezTo>
                        <a:pt x="873" y="886"/>
                        <a:pt x="1210" y="608"/>
                        <a:pt x="1571" y="608"/>
                      </a:cubicBezTo>
                      <a:cubicBezTo>
                        <a:pt x="1635" y="608"/>
                        <a:pt x="1700" y="617"/>
                        <a:pt x="1764" y="635"/>
                      </a:cubicBezTo>
                      <a:cubicBezTo>
                        <a:pt x="1797" y="638"/>
                        <a:pt x="1828" y="639"/>
                        <a:pt x="1856" y="639"/>
                      </a:cubicBezTo>
                      <a:cubicBezTo>
                        <a:pt x="2153" y="639"/>
                        <a:pt x="2118" y="493"/>
                        <a:pt x="2007" y="270"/>
                      </a:cubicBezTo>
                      <a:cubicBezTo>
                        <a:pt x="1926" y="108"/>
                        <a:pt x="1818" y="0"/>
                        <a:pt x="16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1"/>
                <p:cNvSpPr/>
                <p:nvPr/>
              </p:nvSpPr>
              <p:spPr>
                <a:xfrm>
                  <a:off x="463881" y="1004709"/>
                  <a:ext cx="32657" cy="41330"/>
                </a:xfrm>
                <a:custGeom>
                  <a:rect b="b" l="l" r="r" t="t"/>
                  <a:pathLst>
                    <a:path extrusionOk="0" h="1463" w="1156">
                      <a:moveTo>
                        <a:pt x="197" y="1"/>
                      </a:moveTo>
                      <a:cubicBezTo>
                        <a:pt x="135" y="1"/>
                        <a:pt x="70" y="17"/>
                        <a:pt x="1" y="60"/>
                      </a:cubicBezTo>
                      <a:cubicBezTo>
                        <a:pt x="1" y="486"/>
                        <a:pt x="548" y="699"/>
                        <a:pt x="396" y="1124"/>
                      </a:cubicBezTo>
                      <a:cubicBezTo>
                        <a:pt x="335" y="1276"/>
                        <a:pt x="274" y="1428"/>
                        <a:pt x="487" y="1458"/>
                      </a:cubicBezTo>
                      <a:cubicBezTo>
                        <a:pt x="505" y="1461"/>
                        <a:pt x="523" y="1462"/>
                        <a:pt x="538" y="1462"/>
                      </a:cubicBezTo>
                      <a:cubicBezTo>
                        <a:pt x="705" y="1462"/>
                        <a:pt x="727" y="1324"/>
                        <a:pt x="700" y="1185"/>
                      </a:cubicBezTo>
                      <a:cubicBezTo>
                        <a:pt x="639" y="1002"/>
                        <a:pt x="791" y="942"/>
                        <a:pt x="882" y="820"/>
                      </a:cubicBezTo>
                      <a:cubicBezTo>
                        <a:pt x="1156" y="455"/>
                        <a:pt x="1064" y="151"/>
                        <a:pt x="639" y="121"/>
                      </a:cubicBezTo>
                      <a:cubicBezTo>
                        <a:pt x="487" y="99"/>
                        <a:pt x="351" y="1"/>
                        <a:pt x="19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1"/>
                <p:cNvSpPr/>
                <p:nvPr/>
              </p:nvSpPr>
              <p:spPr>
                <a:xfrm>
                  <a:off x="687138" y="473757"/>
                  <a:ext cx="51556" cy="23928"/>
                </a:xfrm>
                <a:custGeom>
                  <a:rect b="b" l="l" r="r" t="t"/>
                  <a:pathLst>
                    <a:path extrusionOk="0" h="847" w="1825">
                      <a:moveTo>
                        <a:pt x="606" y="0"/>
                      </a:moveTo>
                      <a:cubicBezTo>
                        <a:pt x="557" y="0"/>
                        <a:pt x="507" y="3"/>
                        <a:pt x="456" y="10"/>
                      </a:cubicBezTo>
                      <a:cubicBezTo>
                        <a:pt x="274" y="71"/>
                        <a:pt x="1" y="192"/>
                        <a:pt x="152" y="527"/>
                      </a:cubicBezTo>
                      <a:cubicBezTo>
                        <a:pt x="246" y="733"/>
                        <a:pt x="340" y="846"/>
                        <a:pt x="469" y="846"/>
                      </a:cubicBezTo>
                      <a:cubicBezTo>
                        <a:pt x="550" y="846"/>
                        <a:pt x="644" y="802"/>
                        <a:pt x="760" y="709"/>
                      </a:cubicBezTo>
                      <a:cubicBezTo>
                        <a:pt x="938" y="598"/>
                        <a:pt x="1116" y="405"/>
                        <a:pt x="1342" y="405"/>
                      </a:cubicBezTo>
                      <a:cubicBezTo>
                        <a:pt x="1425" y="405"/>
                        <a:pt x="1514" y="431"/>
                        <a:pt x="1611" y="496"/>
                      </a:cubicBezTo>
                      <a:cubicBezTo>
                        <a:pt x="1631" y="506"/>
                        <a:pt x="1649" y="510"/>
                        <a:pt x="1666" y="510"/>
                      </a:cubicBezTo>
                      <a:cubicBezTo>
                        <a:pt x="1759" y="510"/>
                        <a:pt x="1824" y="386"/>
                        <a:pt x="1824" y="284"/>
                      </a:cubicBezTo>
                      <a:cubicBezTo>
                        <a:pt x="1824" y="253"/>
                        <a:pt x="1794" y="223"/>
                        <a:pt x="1794" y="223"/>
                      </a:cubicBezTo>
                      <a:cubicBezTo>
                        <a:pt x="1388" y="196"/>
                        <a:pt x="1007" y="0"/>
                        <a:pt x="60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1"/>
                <p:cNvSpPr/>
                <p:nvPr/>
              </p:nvSpPr>
              <p:spPr>
                <a:xfrm>
                  <a:off x="449276" y="611276"/>
                  <a:ext cx="31725" cy="41189"/>
                </a:xfrm>
                <a:custGeom>
                  <a:rect b="b" l="l" r="r" t="t"/>
                  <a:pathLst>
                    <a:path extrusionOk="0" h="1458" w="1123">
                      <a:moveTo>
                        <a:pt x="535" y="0"/>
                      </a:moveTo>
                      <a:cubicBezTo>
                        <a:pt x="384" y="0"/>
                        <a:pt x="251" y="91"/>
                        <a:pt x="183" y="248"/>
                      </a:cubicBezTo>
                      <a:cubicBezTo>
                        <a:pt x="62" y="431"/>
                        <a:pt x="1" y="644"/>
                        <a:pt x="1" y="887"/>
                      </a:cubicBezTo>
                      <a:cubicBezTo>
                        <a:pt x="31" y="1403"/>
                        <a:pt x="518" y="1312"/>
                        <a:pt x="822" y="1434"/>
                      </a:cubicBezTo>
                      <a:cubicBezTo>
                        <a:pt x="854" y="1450"/>
                        <a:pt x="887" y="1458"/>
                        <a:pt x="918" y="1458"/>
                      </a:cubicBezTo>
                      <a:cubicBezTo>
                        <a:pt x="1002" y="1458"/>
                        <a:pt x="1073" y="1401"/>
                        <a:pt x="1095" y="1312"/>
                      </a:cubicBezTo>
                      <a:cubicBezTo>
                        <a:pt x="1122" y="1204"/>
                        <a:pt x="1052" y="1095"/>
                        <a:pt x="950" y="1095"/>
                      </a:cubicBezTo>
                      <a:cubicBezTo>
                        <a:pt x="938" y="1095"/>
                        <a:pt x="926" y="1096"/>
                        <a:pt x="913" y="1100"/>
                      </a:cubicBezTo>
                      <a:cubicBezTo>
                        <a:pt x="856" y="1110"/>
                        <a:pt x="810" y="1115"/>
                        <a:pt x="773" y="1115"/>
                      </a:cubicBezTo>
                      <a:cubicBezTo>
                        <a:pt x="589" y="1115"/>
                        <a:pt x="614" y="992"/>
                        <a:pt x="639" y="765"/>
                      </a:cubicBezTo>
                      <a:cubicBezTo>
                        <a:pt x="670" y="492"/>
                        <a:pt x="822" y="279"/>
                        <a:pt x="700" y="36"/>
                      </a:cubicBezTo>
                      <a:cubicBezTo>
                        <a:pt x="644" y="12"/>
                        <a:pt x="589" y="0"/>
                        <a:pt x="53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1"/>
                <p:cNvSpPr/>
                <p:nvPr/>
              </p:nvSpPr>
              <p:spPr>
                <a:xfrm>
                  <a:off x="694879" y="262788"/>
                  <a:ext cx="37798" cy="32374"/>
                </a:xfrm>
                <a:custGeom>
                  <a:rect b="b" l="l" r="r" t="t"/>
                  <a:pathLst>
                    <a:path extrusionOk="0" h="1146" w="1338">
                      <a:moveTo>
                        <a:pt x="1337" y="1"/>
                      </a:moveTo>
                      <a:lnTo>
                        <a:pt x="1337" y="1"/>
                      </a:lnTo>
                      <a:cubicBezTo>
                        <a:pt x="882" y="153"/>
                        <a:pt x="486" y="365"/>
                        <a:pt x="152" y="669"/>
                      </a:cubicBezTo>
                      <a:cubicBezTo>
                        <a:pt x="30" y="730"/>
                        <a:pt x="0" y="852"/>
                        <a:pt x="91" y="973"/>
                      </a:cubicBezTo>
                      <a:cubicBezTo>
                        <a:pt x="174" y="1092"/>
                        <a:pt x="340" y="1146"/>
                        <a:pt x="521" y="1146"/>
                      </a:cubicBezTo>
                      <a:cubicBezTo>
                        <a:pt x="804" y="1146"/>
                        <a:pt x="1123" y="1014"/>
                        <a:pt x="1216" y="791"/>
                      </a:cubicBezTo>
                      <a:cubicBezTo>
                        <a:pt x="1277" y="548"/>
                        <a:pt x="1307" y="274"/>
                        <a:pt x="13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1"/>
                <p:cNvSpPr/>
                <p:nvPr/>
              </p:nvSpPr>
              <p:spPr>
                <a:xfrm>
                  <a:off x="756689" y="263664"/>
                  <a:ext cx="35228" cy="36951"/>
                </a:xfrm>
                <a:custGeom>
                  <a:rect b="b" l="l" r="r" t="t"/>
                  <a:pathLst>
                    <a:path extrusionOk="0" h="1308" w="1247">
                      <a:moveTo>
                        <a:pt x="1034" y="0"/>
                      </a:moveTo>
                      <a:lnTo>
                        <a:pt x="1034" y="0"/>
                      </a:lnTo>
                      <a:cubicBezTo>
                        <a:pt x="578" y="304"/>
                        <a:pt x="1" y="304"/>
                        <a:pt x="92" y="821"/>
                      </a:cubicBezTo>
                      <a:cubicBezTo>
                        <a:pt x="183" y="1307"/>
                        <a:pt x="730" y="1185"/>
                        <a:pt x="1247" y="1246"/>
                      </a:cubicBezTo>
                      <a:cubicBezTo>
                        <a:pt x="912" y="851"/>
                        <a:pt x="943" y="486"/>
                        <a:pt x="103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1"/>
                <p:cNvSpPr/>
                <p:nvPr/>
              </p:nvSpPr>
              <p:spPr>
                <a:xfrm>
                  <a:off x="391760" y="415506"/>
                  <a:ext cx="18927" cy="22487"/>
                </a:xfrm>
                <a:custGeom>
                  <a:rect b="b" l="l" r="r" t="t"/>
                  <a:pathLst>
                    <a:path extrusionOk="0" h="796" w="670">
                      <a:moveTo>
                        <a:pt x="137" y="0"/>
                      </a:moveTo>
                      <a:cubicBezTo>
                        <a:pt x="94" y="0"/>
                        <a:pt x="48" y="12"/>
                        <a:pt x="0" y="35"/>
                      </a:cubicBezTo>
                      <a:cubicBezTo>
                        <a:pt x="0" y="187"/>
                        <a:pt x="0" y="309"/>
                        <a:pt x="0" y="461"/>
                      </a:cubicBezTo>
                      <a:lnTo>
                        <a:pt x="0" y="795"/>
                      </a:lnTo>
                      <a:cubicBezTo>
                        <a:pt x="61" y="795"/>
                        <a:pt x="152" y="765"/>
                        <a:pt x="244" y="765"/>
                      </a:cubicBezTo>
                      <a:cubicBezTo>
                        <a:pt x="456" y="765"/>
                        <a:pt x="669" y="552"/>
                        <a:pt x="456" y="248"/>
                      </a:cubicBezTo>
                      <a:cubicBezTo>
                        <a:pt x="367" y="91"/>
                        <a:pt x="260" y="0"/>
                        <a:pt x="13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1"/>
                <p:cNvSpPr/>
                <p:nvPr/>
              </p:nvSpPr>
              <p:spPr>
                <a:xfrm>
                  <a:off x="706885" y="770548"/>
                  <a:ext cx="30934" cy="47658"/>
                </a:xfrm>
                <a:custGeom>
                  <a:rect b="b" l="l" r="r" t="t"/>
                  <a:pathLst>
                    <a:path extrusionOk="0" h="1687" w="1095">
                      <a:moveTo>
                        <a:pt x="369" y="1"/>
                      </a:moveTo>
                      <a:cubicBezTo>
                        <a:pt x="330" y="1"/>
                        <a:pt x="288" y="16"/>
                        <a:pt x="244" y="51"/>
                      </a:cubicBezTo>
                      <a:cubicBezTo>
                        <a:pt x="153" y="142"/>
                        <a:pt x="153" y="294"/>
                        <a:pt x="244" y="355"/>
                      </a:cubicBezTo>
                      <a:cubicBezTo>
                        <a:pt x="548" y="598"/>
                        <a:pt x="213" y="902"/>
                        <a:pt x="305" y="1145"/>
                      </a:cubicBezTo>
                      <a:cubicBezTo>
                        <a:pt x="396" y="1328"/>
                        <a:pt x="1" y="1571"/>
                        <a:pt x="305" y="1662"/>
                      </a:cubicBezTo>
                      <a:cubicBezTo>
                        <a:pt x="360" y="1679"/>
                        <a:pt x="402" y="1687"/>
                        <a:pt x="435" y="1687"/>
                      </a:cubicBezTo>
                      <a:cubicBezTo>
                        <a:pt x="638" y="1687"/>
                        <a:pt x="469" y="1402"/>
                        <a:pt x="548" y="1297"/>
                      </a:cubicBezTo>
                      <a:cubicBezTo>
                        <a:pt x="578" y="1206"/>
                        <a:pt x="639" y="1145"/>
                        <a:pt x="700" y="1115"/>
                      </a:cubicBezTo>
                      <a:cubicBezTo>
                        <a:pt x="1095" y="872"/>
                        <a:pt x="912" y="629"/>
                        <a:pt x="760" y="446"/>
                      </a:cubicBezTo>
                      <a:cubicBezTo>
                        <a:pt x="700" y="325"/>
                        <a:pt x="639" y="264"/>
                        <a:pt x="609" y="173"/>
                      </a:cubicBezTo>
                      <a:cubicBezTo>
                        <a:pt x="544" y="87"/>
                        <a:pt x="464" y="1"/>
                        <a:pt x="3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1"/>
                <p:cNvSpPr/>
                <p:nvPr/>
              </p:nvSpPr>
              <p:spPr>
                <a:xfrm>
                  <a:off x="661375" y="732495"/>
                  <a:ext cx="26640" cy="44522"/>
                </a:xfrm>
                <a:custGeom>
                  <a:rect b="b" l="l" r="r" t="t"/>
                  <a:pathLst>
                    <a:path extrusionOk="0" h="1576" w="943">
                      <a:moveTo>
                        <a:pt x="700" y="0"/>
                      </a:moveTo>
                      <a:cubicBezTo>
                        <a:pt x="457" y="0"/>
                        <a:pt x="244" y="122"/>
                        <a:pt x="153" y="334"/>
                      </a:cubicBezTo>
                      <a:cubicBezTo>
                        <a:pt x="61" y="730"/>
                        <a:pt x="1" y="1094"/>
                        <a:pt x="1" y="1489"/>
                      </a:cubicBezTo>
                      <a:cubicBezTo>
                        <a:pt x="1" y="1532"/>
                        <a:pt x="92" y="1575"/>
                        <a:pt x="145" y="1575"/>
                      </a:cubicBezTo>
                      <a:cubicBezTo>
                        <a:pt x="167" y="1575"/>
                        <a:pt x="183" y="1568"/>
                        <a:pt x="183" y="1550"/>
                      </a:cubicBezTo>
                      <a:cubicBezTo>
                        <a:pt x="183" y="1003"/>
                        <a:pt x="943" y="699"/>
                        <a:pt x="7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1"/>
                <p:cNvSpPr/>
                <p:nvPr/>
              </p:nvSpPr>
              <p:spPr>
                <a:xfrm>
                  <a:off x="584959" y="266715"/>
                  <a:ext cx="41245" cy="17148"/>
                </a:xfrm>
                <a:custGeom>
                  <a:rect b="b" l="l" r="r" t="t"/>
                  <a:pathLst>
                    <a:path extrusionOk="0" h="607" w="1460">
                      <a:moveTo>
                        <a:pt x="1028" y="0"/>
                      </a:moveTo>
                      <a:cubicBezTo>
                        <a:pt x="1002" y="0"/>
                        <a:pt x="974" y="4"/>
                        <a:pt x="943" y="14"/>
                      </a:cubicBezTo>
                      <a:cubicBezTo>
                        <a:pt x="730" y="77"/>
                        <a:pt x="577" y="156"/>
                        <a:pt x="400" y="156"/>
                      </a:cubicBezTo>
                      <a:cubicBezTo>
                        <a:pt x="324" y="156"/>
                        <a:pt x="244" y="141"/>
                        <a:pt x="152" y="105"/>
                      </a:cubicBezTo>
                      <a:cubicBezTo>
                        <a:pt x="144" y="101"/>
                        <a:pt x="136" y="99"/>
                        <a:pt x="127" y="99"/>
                      </a:cubicBezTo>
                      <a:cubicBezTo>
                        <a:pt x="69" y="99"/>
                        <a:pt x="0" y="178"/>
                        <a:pt x="0" y="257"/>
                      </a:cubicBezTo>
                      <a:cubicBezTo>
                        <a:pt x="0" y="378"/>
                        <a:pt x="61" y="409"/>
                        <a:pt x="61" y="409"/>
                      </a:cubicBezTo>
                      <a:cubicBezTo>
                        <a:pt x="90" y="405"/>
                        <a:pt x="120" y="403"/>
                        <a:pt x="149" y="403"/>
                      </a:cubicBezTo>
                      <a:cubicBezTo>
                        <a:pt x="468" y="403"/>
                        <a:pt x="776" y="606"/>
                        <a:pt x="1079" y="606"/>
                      </a:cubicBezTo>
                      <a:cubicBezTo>
                        <a:pt x="1206" y="606"/>
                        <a:pt x="1333" y="571"/>
                        <a:pt x="1459" y="470"/>
                      </a:cubicBezTo>
                      <a:cubicBezTo>
                        <a:pt x="1323" y="333"/>
                        <a:pt x="1260" y="0"/>
                        <a:pt x="102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626176" y="279964"/>
                  <a:ext cx="876" cy="876"/>
                </a:xfrm>
                <a:custGeom>
                  <a:rect b="b" l="l" r="r" t="t"/>
                  <a:pathLst>
                    <a:path extrusionOk="0" h="31" w="31">
                      <a:moveTo>
                        <a:pt x="0" y="1"/>
                      </a:moveTo>
                      <a:lnTo>
                        <a:pt x="31" y="31"/>
                      </a:lnTo>
                      <a:lnTo>
                        <a:pt x="31"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1071814" y="373103"/>
                  <a:ext cx="42658" cy="18871"/>
                </a:xfrm>
                <a:custGeom>
                  <a:rect b="b" l="l" r="r" t="t"/>
                  <a:pathLst>
                    <a:path extrusionOk="0" h="668" w="1510">
                      <a:moveTo>
                        <a:pt x="1376" y="1"/>
                      </a:moveTo>
                      <a:cubicBezTo>
                        <a:pt x="1362" y="1"/>
                        <a:pt x="1349" y="6"/>
                        <a:pt x="1338" y="17"/>
                      </a:cubicBezTo>
                      <a:cubicBezTo>
                        <a:pt x="943" y="321"/>
                        <a:pt x="274" y="47"/>
                        <a:pt x="1" y="655"/>
                      </a:cubicBezTo>
                      <a:cubicBezTo>
                        <a:pt x="38" y="663"/>
                        <a:pt x="74" y="667"/>
                        <a:pt x="109" y="667"/>
                      </a:cubicBezTo>
                      <a:cubicBezTo>
                        <a:pt x="372" y="667"/>
                        <a:pt x="599" y="461"/>
                        <a:pt x="851" y="461"/>
                      </a:cubicBezTo>
                      <a:cubicBezTo>
                        <a:pt x="929" y="461"/>
                        <a:pt x="1010" y="481"/>
                        <a:pt x="1095" y="533"/>
                      </a:cubicBezTo>
                      <a:cubicBezTo>
                        <a:pt x="1103" y="542"/>
                        <a:pt x="1115" y="545"/>
                        <a:pt x="1128" y="545"/>
                      </a:cubicBezTo>
                      <a:cubicBezTo>
                        <a:pt x="1218" y="545"/>
                        <a:pt x="1407" y="387"/>
                        <a:pt x="1460" y="229"/>
                      </a:cubicBezTo>
                      <a:cubicBezTo>
                        <a:pt x="1510" y="105"/>
                        <a:pt x="1437" y="1"/>
                        <a:pt x="137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1"/>
                <p:cNvSpPr/>
                <p:nvPr/>
              </p:nvSpPr>
              <p:spPr>
                <a:xfrm>
                  <a:off x="679398" y="582207"/>
                  <a:ext cx="31810" cy="34437"/>
                </a:xfrm>
                <a:custGeom>
                  <a:rect b="b" l="l" r="r" t="t"/>
                  <a:pathLst>
                    <a:path extrusionOk="0" h="1219" w="1126">
                      <a:moveTo>
                        <a:pt x="275" y="1"/>
                      </a:moveTo>
                      <a:cubicBezTo>
                        <a:pt x="305" y="335"/>
                        <a:pt x="1" y="609"/>
                        <a:pt x="244" y="973"/>
                      </a:cubicBezTo>
                      <a:cubicBezTo>
                        <a:pt x="331" y="1103"/>
                        <a:pt x="417" y="1218"/>
                        <a:pt x="548" y="1218"/>
                      </a:cubicBezTo>
                      <a:cubicBezTo>
                        <a:pt x="601" y="1218"/>
                        <a:pt x="661" y="1199"/>
                        <a:pt x="730" y="1156"/>
                      </a:cubicBezTo>
                      <a:cubicBezTo>
                        <a:pt x="913" y="1034"/>
                        <a:pt x="1126" y="882"/>
                        <a:pt x="943" y="639"/>
                      </a:cubicBezTo>
                      <a:cubicBezTo>
                        <a:pt x="730" y="396"/>
                        <a:pt x="670" y="122"/>
                        <a:pt x="2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1"/>
                <p:cNvSpPr/>
                <p:nvPr/>
              </p:nvSpPr>
              <p:spPr>
                <a:xfrm>
                  <a:off x="529138" y="1073384"/>
                  <a:ext cx="34380" cy="30369"/>
                </a:xfrm>
                <a:custGeom>
                  <a:rect b="b" l="l" r="r" t="t"/>
                  <a:pathLst>
                    <a:path extrusionOk="0" h="1075" w="1217">
                      <a:moveTo>
                        <a:pt x="973" y="0"/>
                      </a:moveTo>
                      <a:lnTo>
                        <a:pt x="973" y="0"/>
                      </a:lnTo>
                      <a:cubicBezTo>
                        <a:pt x="761" y="61"/>
                        <a:pt x="548" y="152"/>
                        <a:pt x="396" y="304"/>
                      </a:cubicBezTo>
                      <a:cubicBezTo>
                        <a:pt x="244" y="426"/>
                        <a:pt x="1" y="517"/>
                        <a:pt x="153" y="790"/>
                      </a:cubicBezTo>
                      <a:cubicBezTo>
                        <a:pt x="233" y="897"/>
                        <a:pt x="313" y="1075"/>
                        <a:pt x="476" y="1075"/>
                      </a:cubicBezTo>
                      <a:cubicBezTo>
                        <a:pt x="498" y="1075"/>
                        <a:pt x="522" y="1071"/>
                        <a:pt x="548" y="1064"/>
                      </a:cubicBezTo>
                      <a:cubicBezTo>
                        <a:pt x="761" y="1034"/>
                        <a:pt x="1004" y="882"/>
                        <a:pt x="973" y="699"/>
                      </a:cubicBezTo>
                      <a:cubicBezTo>
                        <a:pt x="943" y="486"/>
                        <a:pt x="1217" y="274"/>
                        <a:pt x="97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1344875" y="468022"/>
                  <a:ext cx="28" cy="876"/>
                </a:xfrm>
                <a:custGeom>
                  <a:rect b="b" l="l" r="r" t="t"/>
                  <a:pathLst>
                    <a:path extrusionOk="0" h="31" w="1">
                      <a:moveTo>
                        <a:pt x="1" y="0"/>
                      </a:moveTo>
                      <a:lnTo>
                        <a:pt x="1" y="0"/>
                      </a:lnTo>
                      <a:lnTo>
                        <a:pt x="1" y="0"/>
                      </a:lnTo>
                      <a:lnTo>
                        <a:pt x="1" y="3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1"/>
                <p:cNvSpPr/>
                <p:nvPr/>
              </p:nvSpPr>
              <p:spPr>
                <a:xfrm>
                  <a:off x="1312077" y="453841"/>
                  <a:ext cx="32826" cy="28391"/>
                </a:xfrm>
                <a:custGeom>
                  <a:rect b="b" l="l" r="r" t="t"/>
                  <a:pathLst>
                    <a:path extrusionOk="0" h="1005" w="1162">
                      <a:moveTo>
                        <a:pt x="537" y="1"/>
                      </a:moveTo>
                      <a:cubicBezTo>
                        <a:pt x="414" y="1"/>
                        <a:pt x="254" y="43"/>
                        <a:pt x="7" y="107"/>
                      </a:cubicBezTo>
                      <a:cubicBezTo>
                        <a:pt x="67" y="259"/>
                        <a:pt x="219" y="381"/>
                        <a:pt x="98" y="563"/>
                      </a:cubicBezTo>
                      <a:cubicBezTo>
                        <a:pt x="2" y="803"/>
                        <a:pt x="1" y="1005"/>
                        <a:pt x="213" y="1005"/>
                      </a:cubicBezTo>
                      <a:cubicBezTo>
                        <a:pt x="270" y="1005"/>
                        <a:pt x="342" y="990"/>
                        <a:pt x="432" y="958"/>
                      </a:cubicBezTo>
                      <a:cubicBezTo>
                        <a:pt x="675" y="837"/>
                        <a:pt x="918" y="685"/>
                        <a:pt x="1162" y="533"/>
                      </a:cubicBezTo>
                      <a:cubicBezTo>
                        <a:pt x="867" y="140"/>
                        <a:pt x="763" y="1"/>
                        <a:pt x="5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1"/>
                <p:cNvSpPr/>
                <p:nvPr/>
              </p:nvSpPr>
              <p:spPr>
                <a:xfrm>
                  <a:off x="548037" y="861286"/>
                  <a:ext cx="28363" cy="32657"/>
                </a:xfrm>
                <a:custGeom>
                  <a:rect b="b" l="l" r="r" t="t"/>
                  <a:pathLst>
                    <a:path extrusionOk="0" h="1156" w="1004">
                      <a:moveTo>
                        <a:pt x="396" y="0"/>
                      </a:moveTo>
                      <a:cubicBezTo>
                        <a:pt x="396" y="365"/>
                        <a:pt x="365" y="669"/>
                        <a:pt x="31" y="851"/>
                      </a:cubicBezTo>
                      <a:cubicBezTo>
                        <a:pt x="0" y="851"/>
                        <a:pt x="0" y="1003"/>
                        <a:pt x="0" y="1064"/>
                      </a:cubicBezTo>
                      <a:cubicBezTo>
                        <a:pt x="31" y="1125"/>
                        <a:pt x="92" y="1155"/>
                        <a:pt x="152" y="1155"/>
                      </a:cubicBezTo>
                      <a:cubicBezTo>
                        <a:pt x="456" y="1095"/>
                        <a:pt x="730" y="912"/>
                        <a:pt x="912" y="608"/>
                      </a:cubicBezTo>
                      <a:cubicBezTo>
                        <a:pt x="1003" y="365"/>
                        <a:pt x="791" y="152"/>
                        <a:pt x="3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535155" y="270416"/>
                  <a:ext cx="30086" cy="24464"/>
                </a:xfrm>
                <a:custGeom>
                  <a:rect b="b" l="l" r="r" t="t"/>
                  <a:pathLst>
                    <a:path extrusionOk="0" h="866" w="1065">
                      <a:moveTo>
                        <a:pt x="604" y="0"/>
                      </a:moveTo>
                      <a:cubicBezTo>
                        <a:pt x="532" y="0"/>
                        <a:pt x="454" y="32"/>
                        <a:pt x="365" y="95"/>
                      </a:cubicBezTo>
                      <a:cubicBezTo>
                        <a:pt x="152" y="247"/>
                        <a:pt x="0" y="339"/>
                        <a:pt x="183" y="582"/>
                      </a:cubicBezTo>
                      <a:cubicBezTo>
                        <a:pt x="284" y="744"/>
                        <a:pt x="372" y="865"/>
                        <a:pt x="500" y="865"/>
                      </a:cubicBezTo>
                      <a:cubicBezTo>
                        <a:pt x="564" y="865"/>
                        <a:pt x="639" y="835"/>
                        <a:pt x="730" y="764"/>
                      </a:cubicBezTo>
                      <a:cubicBezTo>
                        <a:pt x="973" y="673"/>
                        <a:pt x="1064" y="369"/>
                        <a:pt x="882" y="187"/>
                      </a:cubicBezTo>
                      <a:cubicBezTo>
                        <a:pt x="793" y="62"/>
                        <a:pt x="705" y="0"/>
                        <a:pt x="60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1"/>
                <p:cNvSpPr/>
                <p:nvPr/>
              </p:nvSpPr>
              <p:spPr>
                <a:xfrm>
                  <a:off x="829686" y="384714"/>
                  <a:ext cx="23193" cy="31103"/>
                </a:xfrm>
                <a:custGeom>
                  <a:rect b="b" l="l" r="r" t="t"/>
                  <a:pathLst>
                    <a:path extrusionOk="0" h="1101" w="821">
                      <a:moveTo>
                        <a:pt x="760" y="1"/>
                      </a:moveTo>
                      <a:lnTo>
                        <a:pt x="760" y="1"/>
                      </a:lnTo>
                      <a:cubicBezTo>
                        <a:pt x="335" y="31"/>
                        <a:pt x="699" y="609"/>
                        <a:pt x="274" y="700"/>
                      </a:cubicBezTo>
                      <a:cubicBezTo>
                        <a:pt x="152" y="730"/>
                        <a:pt x="0" y="852"/>
                        <a:pt x="122" y="1034"/>
                      </a:cubicBezTo>
                      <a:cubicBezTo>
                        <a:pt x="171" y="1083"/>
                        <a:pt x="220" y="1101"/>
                        <a:pt x="269" y="1101"/>
                      </a:cubicBezTo>
                      <a:cubicBezTo>
                        <a:pt x="372" y="1101"/>
                        <a:pt x="475" y="1024"/>
                        <a:pt x="578" y="1004"/>
                      </a:cubicBezTo>
                      <a:cubicBezTo>
                        <a:pt x="790" y="700"/>
                        <a:pt x="821" y="335"/>
                        <a:pt x="76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a:off x="959324" y="568421"/>
                  <a:ext cx="28363" cy="24719"/>
                </a:xfrm>
                <a:custGeom>
                  <a:rect b="b" l="l" r="r" t="t"/>
                  <a:pathLst>
                    <a:path extrusionOk="0" h="875" w="1004">
                      <a:moveTo>
                        <a:pt x="524" y="1"/>
                      </a:moveTo>
                      <a:cubicBezTo>
                        <a:pt x="445" y="1"/>
                        <a:pt x="354" y="32"/>
                        <a:pt x="244" y="94"/>
                      </a:cubicBezTo>
                      <a:cubicBezTo>
                        <a:pt x="31" y="246"/>
                        <a:pt x="1" y="398"/>
                        <a:pt x="153" y="610"/>
                      </a:cubicBezTo>
                      <a:cubicBezTo>
                        <a:pt x="257" y="757"/>
                        <a:pt x="319" y="874"/>
                        <a:pt x="436" y="874"/>
                      </a:cubicBezTo>
                      <a:cubicBezTo>
                        <a:pt x="489" y="874"/>
                        <a:pt x="554" y="850"/>
                        <a:pt x="639" y="793"/>
                      </a:cubicBezTo>
                      <a:cubicBezTo>
                        <a:pt x="882" y="610"/>
                        <a:pt x="1004" y="519"/>
                        <a:pt x="822" y="215"/>
                      </a:cubicBezTo>
                      <a:cubicBezTo>
                        <a:pt x="731" y="70"/>
                        <a:pt x="640" y="1"/>
                        <a:pt x="5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733496" y="653989"/>
                  <a:ext cx="39013" cy="17713"/>
                </a:xfrm>
                <a:custGeom>
                  <a:rect b="b" l="l" r="r" t="t"/>
                  <a:pathLst>
                    <a:path extrusionOk="0" h="627" w="1381">
                      <a:moveTo>
                        <a:pt x="204" y="1"/>
                      </a:moveTo>
                      <a:cubicBezTo>
                        <a:pt x="138" y="1"/>
                        <a:pt x="71" y="27"/>
                        <a:pt x="1" y="104"/>
                      </a:cubicBezTo>
                      <a:cubicBezTo>
                        <a:pt x="81" y="385"/>
                        <a:pt x="175" y="627"/>
                        <a:pt x="378" y="627"/>
                      </a:cubicBezTo>
                      <a:cubicBezTo>
                        <a:pt x="482" y="627"/>
                        <a:pt x="616" y="563"/>
                        <a:pt x="791" y="408"/>
                      </a:cubicBezTo>
                      <a:cubicBezTo>
                        <a:pt x="814" y="389"/>
                        <a:pt x="839" y="382"/>
                        <a:pt x="866" y="382"/>
                      </a:cubicBezTo>
                      <a:cubicBezTo>
                        <a:pt x="987" y="382"/>
                        <a:pt x="1145" y="537"/>
                        <a:pt x="1252" y="537"/>
                      </a:cubicBezTo>
                      <a:cubicBezTo>
                        <a:pt x="1314" y="537"/>
                        <a:pt x="1359" y="484"/>
                        <a:pt x="1369" y="317"/>
                      </a:cubicBezTo>
                      <a:cubicBezTo>
                        <a:pt x="1380" y="180"/>
                        <a:pt x="1315" y="150"/>
                        <a:pt x="1222" y="150"/>
                      </a:cubicBezTo>
                      <a:cubicBezTo>
                        <a:pt x="1150" y="150"/>
                        <a:pt x="1061" y="168"/>
                        <a:pt x="979" y="168"/>
                      </a:cubicBezTo>
                      <a:cubicBezTo>
                        <a:pt x="886" y="168"/>
                        <a:pt x="801" y="145"/>
                        <a:pt x="761" y="43"/>
                      </a:cubicBezTo>
                      <a:cubicBezTo>
                        <a:pt x="709" y="96"/>
                        <a:pt x="656" y="114"/>
                        <a:pt x="604" y="114"/>
                      </a:cubicBezTo>
                      <a:cubicBezTo>
                        <a:pt x="474" y="114"/>
                        <a:pt x="342" y="1"/>
                        <a:pt x="20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1"/>
                <p:cNvSpPr/>
                <p:nvPr/>
              </p:nvSpPr>
              <p:spPr>
                <a:xfrm>
                  <a:off x="925848" y="457541"/>
                  <a:ext cx="34380" cy="23391"/>
                </a:xfrm>
                <a:custGeom>
                  <a:rect b="b" l="l" r="r" t="t"/>
                  <a:pathLst>
                    <a:path extrusionOk="0" h="828" w="1217">
                      <a:moveTo>
                        <a:pt x="750" y="1"/>
                      </a:moveTo>
                      <a:cubicBezTo>
                        <a:pt x="537" y="1"/>
                        <a:pt x="355" y="275"/>
                        <a:pt x="152" y="402"/>
                      </a:cubicBezTo>
                      <a:cubicBezTo>
                        <a:pt x="31" y="462"/>
                        <a:pt x="1" y="614"/>
                        <a:pt x="92" y="736"/>
                      </a:cubicBezTo>
                      <a:cubicBezTo>
                        <a:pt x="146" y="781"/>
                        <a:pt x="210" y="794"/>
                        <a:pt x="282" y="794"/>
                      </a:cubicBezTo>
                      <a:cubicBezTo>
                        <a:pt x="380" y="794"/>
                        <a:pt x="491" y="769"/>
                        <a:pt x="605" y="769"/>
                      </a:cubicBezTo>
                      <a:cubicBezTo>
                        <a:pt x="687" y="769"/>
                        <a:pt x="771" y="782"/>
                        <a:pt x="852" y="827"/>
                      </a:cubicBezTo>
                      <a:cubicBezTo>
                        <a:pt x="730" y="554"/>
                        <a:pt x="1216" y="219"/>
                        <a:pt x="882" y="37"/>
                      </a:cubicBezTo>
                      <a:cubicBezTo>
                        <a:pt x="836" y="12"/>
                        <a:pt x="792" y="1"/>
                        <a:pt x="7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1"/>
                <p:cNvSpPr/>
                <p:nvPr/>
              </p:nvSpPr>
              <p:spPr>
                <a:xfrm>
                  <a:off x="431253" y="1069683"/>
                  <a:ext cx="22346" cy="38928"/>
                </a:xfrm>
                <a:custGeom>
                  <a:rect b="b" l="l" r="r" t="t"/>
                  <a:pathLst>
                    <a:path extrusionOk="0" h="1378" w="791">
                      <a:moveTo>
                        <a:pt x="583" y="0"/>
                      </a:moveTo>
                      <a:cubicBezTo>
                        <a:pt x="516" y="0"/>
                        <a:pt x="436" y="35"/>
                        <a:pt x="365" y="70"/>
                      </a:cubicBezTo>
                      <a:cubicBezTo>
                        <a:pt x="31" y="405"/>
                        <a:pt x="1" y="921"/>
                        <a:pt x="274" y="1286"/>
                      </a:cubicBezTo>
                      <a:cubicBezTo>
                        <a:pt x="335" y="1347"/>
                        <a:pt x="426" y="1377"/>
                        <a:pt x="517" y="1377"/>
                      </a:cubicBezTo>
                      <a:cubicBezTo>
                        <a:pt x="669" y="1317"/>
                        <a:pt x="639" y="1195"/>
                        <a:pt x="578" y="1073"/>
                      </a:cubicBezTo>
                      <a:cubicBezTo>
                        <a:pt x="396" y="800"/>
                        <a:pt x="335" y="587"/>
                        <a:pt x="700" y="374"/>
                      </a:cubicBezTo>
                      <a:cubicBezTo>
                        <a:pt x="791" y="313"/>
                        <a:pt x="760" y="161"/>
                        <a:pt x="700" y="70"/>
                      </a:cubicBezTo>
                      <a:cubicBezTo>
                        <a:pt x="674" y="19"/>
                        <a:pt x="632" y="0"/>
                        <a:pt x="5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1"/>
                <p:cNvSpPr/>
                <p:nvPr/>
              </p:nvSpPr>
              <p:spPr>
                <a:xfrm>
                  <a:off x="795335" y="264088"/>
                  <a:ext cx="29211" cy="24493"/>
                </a:xfrm>
                <a:custGeom>
                  <a:rect b="b" l="l" r="r" t="t"/>
                  <a:pathLst>
                    <a:path extrusionOk="0" h="867" w="1034">
                      <a:moveTo>
                        <a:pt x="336" y="1"/>
                      </a:moveTo>
                      <a:cubicBezTo>
                        <a:pt x="305" y="1"/>
                        <a:pt x="274" y="5"/>
                        <a:pt x="244" y="15"/>
                      </a:cubicBezTo>
                      <a:cubicBezTo>
                        <a:pt x="31" y="76"/>
                        <a:pt x="152" y="319"/>
                        <a:pt x="92" y="471"/>
                      </a:cubicBezTo>
                      <a:cubicBezTo>
                        <a:pt x="0" y="593"/>
                        <a:pt x="0" y="745"/>
                        <a:pt x="92" y="867"/>
                      </a:cubicBezTo>
                      <a:cubicBezTo>
                        <a:pt x="396" y="806"/>
                        <a:pt x="669" y="623"/>
                        <a:pt x="912" y="411"/>
                      </a:cubicBezTo>
                      <a:cubicBezTo>
                        <a:pt x="1034" y="319"/>
                        <a:pt x="973" y="107"/>
                        <a:pt x="821" y="76"/>
                      </a:cubicBezTo>
                      <a:cubicBezTo>
                        <a:pt x="801" y="79"/>
                        <a:pt x="782" y="80"/>
                        <a:pt x="763" y="80"/>
                      </a:cubicBezTo>
                      <a:cubicBezTo>
                        <a:pt x="610" y="80"/>
                        <a:pt x="472" y="1"/>
                        <a:pt x="33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1"/>
                <p:cNvSpPr/>
                <p:nvPr/>
              </p:nvSpPr>
              <p:spPr>
                <a:xfrm>
                  <a:off x="669963" y="399658"/>
                  <a:ext cx="13758" cy="39522"/>
                </a:xfrm>
                <a:custGeom>
                  <a:rect b="b" l="l" r="r" t="t"/>
                  <a:pathLst>
                    <a:path extrusionOk="0" h="1399" w="487">
                      <a:moveTo>
                        <a:pt x="323" y="1"/>
                      </a:moveTo>
                      <a:cubicBezTo>
                        <a:pt x="295" y="1"/>
                        <a:pt x="274" y="8"/>
                        <a:pt x="274" y="19"/>
                      </a:cubicBezTo>
                      <a:cubicBezTo>
                        <a:pt x="153" y="444"/>
                        <a:pt x="61" y="870"/>
                        <a:pt x="1" y="1326"/>
                      </a:cubicBezTo>
                      <a:cubicBezTo>
                        <a:pt x="1" y="1376"/>
                        <a:pt x="37" y="1399"/>
                        <a:pt x="86" y="1399"/>
                      </a:cubicBezTo>
                      <a:cubicBezTo>
                        <a:pt x="125" y="1399"/>
                        <a:pt x="172" y="1384"/>
                        <a:pt x="213" y="1356"/>
                      </a:cubicBezTo>
                      <a:cubicBezTo>
                        <a:pt x="365" y="961"/>
                        <a:pt x="457" y="505"/>
                        <a:pt x="487" y="80"/>
                      </a:cubicBezTo>
                      <a:cubicBezTo>
                        <a:pt x="448" y="22"/>
                        <a:pt x="373" y="1"/>
                        <a:pt x="32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1"/>
                <p:cNvSpPr/>
                <p:nvPr/>
              </p:nvSpPr>
              <p:spPr>
                <a:xfrm>
                  <a:off x="708608" y="308835"/>
                  <a:ext cx="23222" cy="24973"/>
                </a:xfrm>
                <a:custGeom>
                  <a:rect b="b" l="l" r="r" t="t"/>
                  <a:pathLst>
                    <a:path extrusionOk="0" h="884" w="822">
                      <a:moveTo>
                        <a:pt x="410" y="0"/>
                      </a:moveTo>
                      <a:cubicBezTo>
                        <a:pt x="388" y="0"/>
                        <a:pt x="363" y="4"/>
                        <a:pt x="335" y="12"/>
                      </a:cubicBezTo>
                      <a:cubicBezTo>
                        <a:pt x="122" y="73"/>
                        <a:pt x="244" y="286"/>
                        <a:pt x="213" y="438"/>
                      </a:cubicBezTo>
                      <a:cubicBezTo>
                        <a:pt x="183" y="590"/>
                        <a:pt x="0" y="681"/>
                        <a:pt x="152" y="833"/>
                      </a:cubicBezTo>
                      <a:cubicBezTo>
                        <a:pt x="198" y="869"/>
                        <a:pt x="238" y="884"/>
                        <a:pt x="276" y="884"/>
                      </a:cubicBezTo>
                      <a:cubicBezTo>
                        <a:pt x="365" y="884"/>
                        <a:pt x="441" y="805"/>
                        <a:pt x="548" y="742"/>
                      </a:cubicBezTo>
                      <a:cubicBezTo>
                        <a:pt x="669" y="681"/>
                        <a:pt x="821" y="529"/>
                        <a:pt x="699" y="346"/>
                      </a:cubicBezTo>
                      <a:cubicBezTo>
                        <a:pt x="594" y="162"/>
                        <a:pt x="557" y="0"/>
                        <a:pt x="41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a:off x="792058" y="740094"/>
                  <a:ext cx="31640" cy="21611"/>
                </a:xfrm>
                <a:custGeom>
                  <a:rect b="b" l="l" r="r" t="t"/>
                  <a:pathLst>
                    <a:path extrusionOk="0" h="765" w="1120">
                      <a:moveTo>
                        <a:pt x="193" y="1"/>
                      </a:moveTo>
                      <a:cubicBezTo>
                        <a:pt x="46" y="1"/>
                        <a:pt x="0" y="142"/>
                        <a:pt x="56" y="309"/>
                      </a:cubicBezTo>
                      <a:cubicBezTo>
                        <a:pt x="268" y="764"/>
                        <a:pt x="694" y="673"/>
                        <a:pt x="1119" y="764"/>
                      </a:cubicBezTo>
                      <a:cubicBezTo>
                        <a:pt x="1089" y="65"/>
                        <a:pt x="633" y="96"/>
                        <a:pt x="238" y="5"/>
                      </a:cubicBezTo>
                      <a:cubicBezTo>
                        <a:pt x="222" y="2"/>
                        <a:pt x="207" y="1"/>
                        <a:pt x="19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1"/>
                <p:cNvSpPr/>
                <p:nvPr/>
              </p:nvSpPr>
              <p:spPr>
                <a:xfrm>
                  <a:off x="393483" y="391578"/>
                  <a:ext cx="5170" cy="12063"/>
                </a:xfrm>
                <a:custGeom>
                  <a:rect b="b" l="l" r="r" t="t"/>
                  <a:pathLst>
                    <a:path extrusionOk="0" h="427" w="183">
                      <a:moveTo>
                        <a:pt x="61" y="1"/>
                      </a:moveTo>
                      <a:lnTo>
                        <a:pt x="61" y="1"/>
                      </a:lnTo>
                      <a:cubicBezTo>
                        <a:pt x="31" y="123"/>
                        <a:pt x="31" y="275"/>
                        <a:pt x="0" y="427"/>
                      </a:cubicBezTo>
                      <a:cubicBezTo>
                        <a:pt x="183" y="275"/>
                        <a:pt x="183" y="183"/>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1"/>
                <p:cNvSpPr/>
                <p:nvPr/>
              </p:nvSpPr>
              <p:spPr>
                <a:xfrm>
                  <a:off x="997122" y="368414"/>
                  <a:ext cx="18052" cy="32177"/>
                </a:xfrm>
                <a:custGeom>
                  <a:rect b="b" l="l" r="r" t="t"/>
                  <a:pathLst>
                    <a:path extrusionOk="0" h="1139" w="639">
                      <a:moveTo>
                        <a:pt x="152" y="0"/>
                      </a:moveTo>
                      <a:cubicBezTo>
                        <a:pt x="31" y="61"/>
                        <a:pt x="0" y="183"/>
                        <a:pt x="61" y="304"/>
                      </a:cubicBezTo>
                      <a:cubicBezTo>
                        <a:pt x="213" y="517"/>
                        <a:pt x="365" y="730"/>
                        <a:pt x="183" y="1003"/>
                      </a:cubicBezTo>
                      <a:cubicBezTo>
                        <a:pt x="183" y="1034"/>
                        <a:pt x="244" y="1125"/>
                        <a:pt x="274" y="1125"/>
                      </a:cubicBezTo>
                      <a:cubicBezTo>
                        <a:pt x="294" y="1135"/>
                        <a:pt x="314" y="1138"/>
                        <a:pt x="335" y="1138"/>
                      </a:cubicBezTo>
                      <a:cubicBezTo>
                        <a:pt x="375" y="1138"/>
                        <a:pt x="416" y="1125"/>
                        <a:pt x="456" y="1125"/>
                      </a:cubicBezTo>
                      <a:cubicBezTo>
                        <a:pt x="639" y="791"/>
                        <a:pt x="608" y="395"/>
                        <a:pt x="365" y="92"/>
                      </a:cubicBezTo>
                      <a:cubicBezTo>
                        <a:pt x="335" y="31"/>
                        <a:pt x="244" y="0"/>
                        <a:pt x="15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490493" y="790605"/>
                  <a:ext cx="24069" cy="26018"/>
                </a:xfrm>
                <a:custGeom>
                  <a:rect b="b" l="l" r="r" t="t"/>
                  <a:pathLst>
                    <a:path extrusionOk="0" h="921" w="852">
                      <a:moveTo>
                        <a:pt x="407" y="0"/>
                      </a:moveTo>
                      <a:cubicBezTo>
                        <a:pt x="385" y="0"/>
                        <a:pt x="361" y="3"/>
                        <a:pt x="335" y="10"/>
                      </a:cubicBezTo>
                      <a:cubicBezTo>
                        <a:pt x="92" y="101"/>
                        <a:pt x="244" y="314"/>
                        <a:pt x="183" y="466"/>
                      </a:cubicBezTo>
                      <a:cubicBezTo>
                        <a:pt x="122" y="587"/>
                        <a:pt x="1" y="709"/>
                        <a:pt x="153" y="861"/>
                      </a:cubicBezTo>
                      <a:cubicBezTo>
                        <a:pt x="196" y="904"/>
                        <a:pt x="236" y="920"/>
                        <a:pt x="275" y="920"/>
                      </a:cubicBezTo>
                      <a:cubicBezTo>
                        <a:pt x="373" y="920"/>
                        <a:pt x="461" y="814"/>
                        <a:pt x="548" y="770"/>
                      </a:cubicBezTo>
                      <a:cubicBezTo>
                        <a:pt x="639" y="679"/>
                        <a:pt x="852" y="527"/>
                        <a:pt x="700" y="344"/>
                      </a:cubicBezTo>
                      <a:cubicBezTo>
                        <a:pt x="619" y="209"/>
                        <a:pt x="586" y="0"/>
                        <a:pt x="4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1"/>
                <p:cNvSpPr/>
                <p:nvPr/>
              </p:nvSpPr>
              <p:spPr>
                <a:xfrm>
                  <a:off x="655358" y="702438"/>
                  <a:ext cx="33533" cy="17374"/>
                </a:xfrm>
                <a:custGeom>
                  <a:rect b="b" l="l" r="r" t="t"/>
                  <a:pathLst>
                    <a:path extrusionOk="0" h="615" w="1187">
                      <a:moveTo>
                        <a:pt x="1095" y="0"/>
                      </a:moveTo>
                      <a:cubicBezTo>
                        <a:pt x="1095" y="31"/>
                        <a:pt x="1004" y="31"/>
                        <a:pt x="913" y="61"/>
                      </a:cubicBezTo>
                      <a:cubicBezTo>
                        <a:pt x="761" y="152"/>
                        <a:pt x="609" y="213"/>
                        <a:pt x="457" y="274"/>
                      </a:cubicBezTo>
                      <a:cubicBezTo>
                        <a:pt x="365" y="274"/>
                        <a:pt x="228" y="162"/>
                        <a:pt x="128" y="162"/>
                      </a:cubicBezTo>
                      <a:cubicBezTo>
                        <a:pt x="63" y="162"/>
                        <a:pt x="13" y="209"/>
                        <a:pt x="1" y="365"/>
                      </a:cubicBezTo>
                      <a:cubicBezTo>
                        <a:pt x="1" y="504"/>
                        <a:pt x="49" y="541"/>
                        <a:pt x="118" y="541"/>
                      </a:cubicBezTo>
                      <a:cubicBezTo>
                        <a:pt x="198" y="541"/>
                        <a:pt x="307" y="489"/>
                        <a:pt x="396" y="489"/>
                      </a:cubicBezTo>
                      <a:cubicBezTo>
                        <a:pt x="430" y="489"/>
                        <a:pt x="461" y="496"/>
                        <a:pt x="487" y="517"/>
                      </a:cubicBezTo>
                      <a:cubicBezTo>
                        <a:pt x="566" y="587"/>
                        <a:pt x="635" y="614"/>
                        <a:pt x="698" y="614"/>
                      </a:cubicBezTo>
                      <a:cubicBezTo>
                        <a:pt x="851" y="614"/>
                        <a:pt x="966" y="451"/>
                        <a:pt x="1095" y="365"/>
                      </a:cubicBezTo>
                      <a:cubicBezTo>
                        <a:pt x="1186" y="304"/>
                        <a:pt x="1156" y="243"/>
                        <a:pt x="10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1"/>
                <p:cNvSpPr/>
                <p:nvPr/>
              </p:nvSpPr>
              <p:spPr>
                <a:xfrm>
                  <a:off x="816804" y="587801"/>
                  <a:ext cx="24069" cy="23928"/>
                </a:xfrm>
                <a:custGeom>
                  <a:rect b="b" l="l" r="r" t="t"/>
                  <a:pathLst>
                    <a:path extrusionOk="0" h="847" w="852">
                      <a:moveTo>
                        <a:pt x="608" y="0"/>
                      </a:moveTo>
                      <a:cubicBezTo>
                        <a:pt x="563" y="0"/>
                        <a:pt x="517" y="16"/>
                        <a:pt x="487" y="46"/>
                      </a:cubicBezTo>
                      <a:cubicBezTo>
                        <a:pt x="335" y="168"/>
                        <a:pt x="0" y="228"/>
                        <a:pt x="183" y="532"/>
                      </a:cubicBezTo>
                      <a:cubicBezTo>
                        <a:pt x="263" y="666"/>
                        <a:pt x="320" y="847"/>
                        <a:pt x="477" y="847"/>
                      </a:cubicBezTo>
                      <a:cubicBezTo>
                        <a:pt x="499" y="847"/>
                        <a:pt x="522" y="844"/>
                        <a:pt x="547" y="836"/>
                      </a:cubicBezTo>
                      <a:cubicBezTo>
                        <a:pt x="851" y="775"/>
                        <a:pt x="608" y="502"/>
                        <a:pt x="699" y="350"/>
                      </a:cubicBezTo>
                      <a:cubicBezTo>
                        <a:pt x="821" y="198"/>
                        <a:pt x="821" y="137"/>
                        <a:pt x="730" y="46"/>
                      </a:cubicBezTo>
                      <a:cubicBezTo>
                        <a:pt x="699" y="16"/>
                        <a:pt x="654" y="0"/>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809940" y="298213"/>
                  <a:ext cx="21470" cy="24803"/>
                </a:xfrm>
                <a:custGeom>
                  <a:rect b="b" l="l" r="r" t="t"/>
                  <a:pathLst>
                    <a:path extrusionOk="0" h="878" w="760">
                      <a:moveTo>
                        <a:pt x="583" y="1"/>
                      </a:moveTo>
                      <a:cubicBezTo>
                        <a:pt x="537" y="1"/>
                        <a:pt x="492" y="18"/>
                        <a:pt x="456" y="54"/>
                      </a:cubicBezTo>
                      <a:cubicBezTo>
                        <a:pt x="274" y="175"/>
                        <a:pt x="0" y="266"/>
                        <a:pt x="182" y="570"/>
                      </a:cubicBezTo>
                      <a:cubicBezTo>
                        <a:pt x="268" y="684"/>
                        <a:pt x="300" y="877"/>
                        <a:pt x="527" y="877"/>
                      </a:cubicBezTo>
                      <a:cubicBezTo>
                        <a:pt x="543" y="877"/>
                        <a:pt x="560" y="876"/>
                        <a:pt x="578" y="874"/>
                      </a:cubicBezTo>
                      <a:cubicBezTo>
                        <a:pt x="699" y="631"/>
                        <a:pt x="760" y="358"/>
                        <a:pt x="760" y="114"/>
                      </a:cubicBezTo>
                      <a:cubicBezTo>
                        <a:pt x="723" y="41"/>
                        <a:pt x="653" y="1"/>
                        <a:pt x="5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1"/>
                <p:cNvSpPr/>
                <p:nvPr/>
              </p:nvSpPr>
              <p:spPr>
                <a:xfrm>
                  <a:off x="489645" y="928887"/>
                  <a:ext cx="23222" cy="24295"/>
                </a:xfrm>
                <a:custGeom>
                  <a:rect b="b" l="l" r="r" t="t"/>
                  <a:pathLst>
                    <a:path extrusionOk="0" h="860" w="822">
                      <a:moveTo>
                        <a:pt x="559" y="0"/>
                      </a:moveTo>
                      <a:cubicBezTo>
                        <a:pt x="477" y="0"/>
                        <a:pt x="398" y="57"/>
                        <a:pt x="335" y="100"/>
                      </a:cubicBezTo>
                      <a:cubicBezTo>
                        <a:pt x="244" y="161"/>
                        <a:pt x="0" y="282"/>
                        <a:pt x="122" y="465"/>
                      </a:cubicBezTo>
                      <a:cubicBezTo>
                        <a:pt x="213" y="677"/>
                        <a:pt x="274" y="860"/>
                        <a:pt x="517" y="860"/>
                      </a:cubicBezTo>
                      <a:cubicBezTo>
                        <a:pt x="760" y="738"/>
                        <a:pt x="548" y="525"/>
                        <a:pt x="639" y="404"/>
                      </a:cubicBezTo>
                      <a:cubicBezTo>
                        <a:pt x="730" y="252"/>
                        <a:pt x="821" y="161"/>
                        <a:pt x="669" y="39"/>
                      </a:cubicBezTo>
                      <a:cubicBezTo>
                        <a:pt x="632" y="11"/>
                        <a:pt x="595" y="0"/>
                        <a:pt x="5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1"/>
                <p:cNvSpPr/>
                <p:nvPr/>
              </p:nvSpPr>
              <p:spPr>
                <a:xfrm>
                  <a:off x="779882" y="663312"/>
                  <a:ext cx="23193" cy="16102"/>
                </a:xfrm>
                <a:custGeom>
                  <a:rect b="b" l="l" r="r" t="t"/>
                  <a:pathLst>
                    <a:path extrusionOk="0" h="570" w="821">
                      <a:moveTo>
                        <a:pt x="575" y="0"/>
                      </a:moveTo>
                      <a:cubicBezTo>
                        <a:pt x="469" y="0"/>
                        <a:pt x="379" y="106"/>
                        <a:pt x="274" y="169"/>
                      </a:cubicBezTo>
                      <a:cubicBezTo>
                        <a:pt x="152" y="230"/>
                        <a:pt x="0" y="352"/>
                        <a:pt x="152" y="504"/>
                      </a:cubicBezTo>
                      <a:cubicBezTo>
                        <a:pt x="190" y="551"/>
                        <a:pt x="235" y="569"/>
                        <a:pt x="282" y="569"/>
                      </a:cubicBezTo>
                      <a:cubicBezTo>
                        <a:pt x="385" y="569"/>
                        <a:pt x="504" y="485"/>
                        <a:pt x="608" y="443"/>
                      </a:cubicBezTo>
                      <a:cubicBezTo>
                        <a:pt x="760" y="352"/>
                        <a:pt x="821" y="261"/>
                        <a:pt x="730" y="78"/>
                      </a:cubicBezTo>
                      <a:cubicBezTo>
                        <a:pt x="673" y="22"/>
                        <a:pt x="622" y="0"/>
                        <a:pt x="57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a:off x="533432" y="375250"/>
                  <a:ext cx="20651" cy="26668"/>
                </a:xfrm>
                <a:custGeom>
                  <a:rect b="b" l="l" r="r" t="t"/>
                  <a:pathLst>
                    <a:path extrusionOk="0" h="944" w="731">
                      <a:moveTo>
                        <a:pt x="495" y="0"/>
                      </a:moveTo>
                      <a:cubicBezTo>
                        <a:pt x="454" y="0"/>
                        <a:pt x="410" y="10"/>
                        <a:pt x="365" y="32"/>
                      </a:cubicBezTo>
                      <a:cubicBezTo>
                        <a:pt x="1" y="153"/>
                        <a:pt x="1" y="305"/>
                        <a:pt x="274" y="944"/>
                      </a:cubicBezTo>
                      <a:cubicBezTo>
                        <a:pt x="289" y="929"/>
                        <a:pt x="312" y="921"/>
                        <a:pt x="335" y="921"/>
                      </a:cubicBezTo>
                      <a:cubicBezTo>
                        <a:pt x="358" y="921"/>
                        <a:pt x="381" y="929"/>
                        <a:pt x="396" y="944"/>
                      </a:cubicBezTo>
                      <a:cubicBezTo>
                        <a:pt x="730" y="792"/>
                        <a:pt x="517" y="427"/>
                        <a:pt x="669" y="184"/>
                      </a:cubicBezTo>
                      <a:cubicBezTo>
                        <a:pt x="715" y="92"/>
                        <a:pt x="622" y="0"/>
                        <a:pt x="4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1"/>
                <p:cNvSpPr/>
                <p:nvPr/>
              </p:nvSpPr>
              <p:spPr>
                <a:xfrm>
                  <a:off x="435547" y="1016517"/>
                  <a:ext cx="22346" cy="16300"/>
                </a:xfrm>
                <a:custGeom>
                  <a:rect b="b" l="l" r="r" t="t"/>
                  <a:pathLst>
                    <a:path extrusionOk="0" h="577" w="791">
                      <a:moveTo>
                        <a:pt x="518" y="1"/>
                      </a:moveTo>
                      <a:cubicBezTo>
                        <a:pt x="383" y="1"/>
                        <a:pt x="296" y="148"/>
                        <a:pt x="153" y="220"/>
                      </a:cubicBezTo>
                      <a:cubicBezTo>
                        <a:pt x="61" y="311"/>
                        <a:pt x="1" y="433"/>
                        <a:pt x="122" y="524"/>
                      </a:cubicBezTo>
                      <a:cubicBezTo>
                        <a:pt x="182" y="561"/>
                        <a:pt x="236" y="576"/>
                        <a:pt x="286" y="576"/>
                      </a:cubicBezTo>
                      <a:cubicBezTo>
                        <a:pt x="438" y="576"/>
                        <a:pt x="547" y="433"/>
                        <a:pt x="639" y="341"/>
                      </a:cubicBezTo>
                      <a:cubicBezTo>
                        <a:pt x="791" y="220"/>
                        <a:pt x="760" y="159"/>
                        <a:pt x="639" y="37"/>
                      </a:cubicBezTo>
                      <a:cubicBezTo>
                        <a:pt x="594" y="12"/>
                        <a:pt x="554" y="1"/>
                        <a:pt x="5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1"/>
                <p:cNvSpPr/>
                <p:nvPr/>
              </p:nvSpPr>
              <p:spPr>
                <a:xfrm>
                  <a:off x="491368" y="366690"/>
                  <a:ext cx="17204" cy="24916"/>
                </a:xfrm>
                <a:custGeom>
                  <a:rect b="b" l="l" r="r" t="t"/>
                  <a:pathLst>
                    <a:path extrusionOk="0" h="882" w="609">
                      <a:moveTo>
                        <a:pt x="426" y="1"/>
                      </a:moveTo>
                      <a:cubicBezTo>
                        <a:pt x="304" y="31"/>
                        <a:pt x="183" y="122"/>
                        <a:pt x="274" y="244"/>
                      </a:cubicBezTo>
                      <a:cubicBezTo>
                        <a:pt x="395" y="456"/>
                        <a:pt x="0" y="669"/>
                        <a:pt x="274" y="882"/>
                      </a:cubicBezTo>
                      <a:lnTo>
                        <a:pt x="426" y="882"/>
                      </a:lnTo>
                      <a:cubicBezTo>
                        <a:pt x="487" y="608"/>
                        <a:pt x="547" y="365"/>
                        <a:pt x="608" y="122"/>
                      </a:cubicBezTo>
                      <a:cubicBezTo>
                        <a:pt x="547" y="61"/>
                        <a:pt x="487" y="1"/>
                        <a:pt x="42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863162" y="253353"/>
                  <a:ext cx="7769" cy="2006"/>
                </a:xfrm>
                <a:custGeom>
                  <a:rect b="b" l="l" r="r" t="t"/>
                  <a:pathLst>
                    <a:path extrusionOk="0" h="71" w="275">
                      <a:moveTo>
                        <a:pt x="1" y="0"/>
                      </a:moveTo>
                      <a:cubicBezTo>
                        <a:pt x="36" y="35"/>
                        <a:pt x="81" y="71"/>
                        <a:pt x="136" y="71"/>
                      </a:cubicBezTo>
                      <a:cubicBezTo>
                        <a:pt x="177" y="71"/>
                        <a:pt x="223" y="52"/>
                        <a:pt x="2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1"/>
                <p:cNvSpPr/>
                <p:nvPr/>
              </p:nvSpPr>
              <p:spPr>
                <a:xfrm>
                  <a:off x="533432" y="942701"/>
                  <a:ext cx="19775" cy="18250"/>
                </a:xfrm>
                <a:custGeom>
                  <a:rect b="b" l="l" r="r" t="t"/>
                  <a:pathLst>
                    <a:path extrusionOk="0" h="646" w="700">
                      <a:moveTo>
                        <a:pt x="278" y="1"/>
                      </a:moveTo>
                      <a:cubicBezTo>
                        <a:pt x="241" y="1"/>
                        <a:pt x="200" y="19"/>
                        <a:pt x="153" y="67"/>
                      </a:cubicBezTo>
                      <a:cubicBezTo>
                        <a:pt x="1" y="188"/>
                        <a:pt x="153" y="340"/>
                        <a:pt x="213" y="462"/>
                      </a:cubicBezTo>
                      <a:cubicBezTo>
                        <a:pt x="282" y="554"/>
                        <a:pt x="369" y="646"/>
                        <a:pt x="459" y="646"/>
                      </a:cubicBezTo>
                      <a:cubicBezTo>
                        <a:pt x="488" y="646"/>
                        <a:pt x="518" y="636"/>
                        <a:pt x="548" y="614"/>
                      </a:cubicBezTo>
                      <a:cubicBezTo>
                        <a:pt x="700" y="523"/>
                        <a:pt x="639" y="340"/>
                        <a:pt x="517" y="219"/>
                      </a:cubicBezTo>
                      <a:cubicBezTo>
                        <a:pt x="450" y="151"/>
                        <a:pt x="382" y="1"/>
                        <a:pt x="27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1"/>
                <p:cNvSpPr/>
                <p:nvPr/>
              </p:nvSpPr>
              <p:spPr>
                <a:xfrm>
                  <a:off x="806493" y="365899"/>
                  <a:ext cx="21498" cy="15170"/>
                </a:xfrm>
                <a:custGeom>
                  <a:rect b="b" l="l" r="r" t="t"/>
                  <a:pathLst>
                    <a:path extrusionOk="0" h="537" w="761">
                      <a:moveTo>
                        <a:pt x="540" y="1"/>
                      </a:moveTo>
                      <a:cubicBezTo>
                        <a:pt x="383" y="1"/>
                        <a:pt x="249" y="121"/>
                        <a:pt x="152" y="241"/>
                      </a:cubicBezTo>
                      <a:cubicBezTo>
                        <a:pt x="61" y="302"/>
                        <a:pt x="1" y="454"/>
                        <a:pt x="183" y="515"/>
                      </a:cubicBezTo>
                      <a:cubicBezTo>
                        <a:pt x="224" y="530"/>
                        <a:pt x="261" y="537"/>
                        <a:pt x="296" y="537"/>
                      </a:cubicBezTo>
                      <a:cubicBezTo>
                        <a:pt x="468" y="537"/>
                        <a:pt x="573" y="373"/>
                        <a:pt x="700" y="272"/>
                      </a:cubicBezTo>
                      <a:cubicBezTo>
                        <a:pt x="760" y="181"/>
                        <a:pt x="730" y="89"/>
                        <a:pt x="669" y="29"/>
                      </a:cubicBezTo>
                      <a:cubicBezTo>
                        <a:pt x="625" y="9"/>
                        <a:pt x="581" y="1"/>
                        <a:pt x="5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1"/>
                <p:cNvSpPr/>
                <p:nvPr/>
              </p:nvSpPr>
              <p:spPr>
                <a:xfrm>
                  <a:off x="575524" y="421325"/>
                  <a:ext cx="24916" cy="16555"/>
                </a:xfrm>
                <a:custGeom>
                  <a:rect b="b" l="l" r="r" t="t"/>
                  <a:pathLst>
                    <a:path extrusionOk="0" h="586" w="882">
                      <a:moveTo>
                        <a:pt x="596" y="1"/>
                      </a:moveTo>
                      <a:cubicBezTo>
                        <a:pt x="507" y="1"/>
                        <a:pt x="414" y="74"/>
                        <a:pt x="334" y="133"/>
                      </a:cubicBezTo>
                      <a:cubicBezTo>
                        <a:pt x="213" y="194"/>
                        <a:pt x="0" y="316"/>
                        <a:pt x="152" y="498"/>
                      </a:cubicBezTo>
                      <a:cubicBezTo>
                        <a:pt x="195" y="562"/>
                        <a:pt x="241" y="585"/>
                        <a:pt x="289" y="585"/>
                      </a:cubicBezTo>
                      <a:cubicBezTo>
                        <a:pt x="377" y="585"/>
                        <a:pt x="468" y="507"/>
                        <a:pt x="547" y="468"/>
                      </a:cubicBezTo>
                      <a:cubicBezTo>
                        <a:pt x="638" y="346"/>
                        <a:pt x="882" y="285"/>
                        <a:pt x="730" y="73"/>
                      </a:cubicBezTo>
                      <a:cubicBezTo>
                        <a:pt x="688" y="20"/>
                        <a:pt x="643" y="1"/>
                        <a:pt x="59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1"/>
                <p:cNvSpPr/>
                <p:nvPr/>
              </p:nvSpPr>
              <p:spPr>
                <a:xfrm>
                  <a:off x="912966" y="519521"/>
                  <a:ext cx="23222" cy="18193"/>
                </a:xfrm>
                <a:custGeom>
                  <a:rect b="b" l="l" r="r" t="t"/>
                  <a:pathLst>
                    <a:path extrusionOk="0" h="644" w="822">
                      <a:moveTo>
                        <a:pt x="669" y="1"/>
                      </a:moveTo>
                      <a:lnTo>
                        <a:pt x="335" y="153"/>
                      </a:lnTo>
                      <a:cubicBezTo>
                        <a:pt x="244" y="274"/>
                        <a:pt x="1" y="366"/>
                        <a:pt x="183" y="578"/>
                      </a:cubicBezTo>
                      <a:cubicBezTo>
                        <a:pt x="221" y="626"/>
                        <a:pt x="259" y="644"/>
                        <a:pt x="298" y="644"/>
                      </a:cubicBezTo>
                      <a:cubicBezTo>
                        <a:pt x="381" y="644"/>
                        <a:pt x="464" y="559"/>
                        <a:pt x="548" y="518"/>
                      </a:cubicBezTo>
                      <a:cubicBezTo>
                        <a:pt x="669" y="457"/>
                        <a:pt x="730" y="366"/>
                        <a:pt x="821" y="274"/>
                      </a:cubicBezTo>
                      <a:lnTo>
                        <a:pt x="669"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1"/>
                <p:cNvSpPr/>
                <p:nvPr/>
              </p:nvSpPr>
              <p:spPr>
                <a:xfrm>
                  <a:off x="511115" y="326322"/>
                  <a:ext cx="20623" cy="25792"/>
                </a:xfrm>
                <a:custGeom>
                  <a:rect b="b" l="l" r="r" t="t"/>
                  <a:pathLst>
                    <a:path extrusionOk="0" h="913" w="730">
                      <a:moveTo>
                        <a:pt x="608" y="1"/>
                      </a:moveTo>
                      <a:cubicBezTo>
                        <a:pt x="548" y="1"/>
                        <a:pt x="487" y="1"/>
                        <a:pt x="426" y="31"/>
                      </a:cubicBezTo>
                      <a:cubicBezTo>
                        <a:pt x="608" y="335"/>
                        <a:pt x="0" y="609"/>
                        <a:pt x="426" y="913"/>
                      </a:cubicBezTo>
                      <a:cubicBezTo>
                        <a:pt x="730" y="730"/>
                        <a:pt x="578" y="366"/>
                        <a:pt x="699" y="92"/>
                      </a:cubicBezTo>
                      <a:cubicBezTo>
                        <a:pt x="699" y="92"/>
                        <a:pt x="639" y="1"/>
                        <a:pt x="60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1"/>
                <p:cNvSpPr/>
                <p:nvPr/>
              </p:nvSpPr>
              <p:spPr>
                <a:xfrm>
                  <a:off x="443287" y="302281"/>
                  <a:ext cx="1723" cy="1751"/>
                </a:xfrm>
                <a:custGeom>
                  <a:rect b="b" l="l" r="r" t="t"/>
                  <a:pathLst>
                    <a:path extrusionOk="0" h="62" w="61">
                      <a:moveTo>
                        <a:pt x="61" y="1"/>
                      </a:moveTo>
                      <a:cubicBezTo>
                        <a:pt x="30" y="31"/>
                        <a:pt x="0" y="31"/>
                        <a:pt x="0" y="62"/>
                      </a:cubicBezTo>
                      <a:lnTo>
                        <a:pt x="31" y="31"/>
                      </a:lnTo>
                      <a:cubicBezTo>
                        <a:pt x="31" y="31"/>
                        <a:pt x="60" y="2"/>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1"/>
                <p:cNvSpPr/>
                <p:nvPr/>
              </p:nvSpPr>
              <p:spPr>
                <a:xfrm>
                  <a:off x="978223" y="433021"/>
                  <a:ext cx="12063" cy="10763"/>
                </a:xfrm>
                <a:custGeom>
                  <a:rect b="b" l="l" r="r" t="t"/>
                  <a:pathLst>
                    <a:path extrusionOk="0" h="381" w="427">
                      <a:moveTo>
                        <a:pt x="239" y="1"/>
                      </a:moveTo>
                      <a:cubicBezTo>
                        <a:pt x="199" y="1"/>
                        <a:pt x="158" y="18"/>
                        <a:pt x="122" y="54"/>
                      </a:cubicBezTo>
                      <a:cubicBezTo>
                        <a:pt x="31" y="84"/>
                        <a:pt x="1" y="175"/>
                        <a:pt x="61" y="267"/>
                      </a:cubicBezTo>
                      <a:cubicBezTo>
                        <a:pt x="80" y="340"/>
                        <a:pt x="143" y="380"/>
                        <a:pt x="210" y="380"/>
                      </a:cubicBezTo>
                      <a:cubicBezTo>
                        <a:pt x="254" y="380"/>
                        <a:pt x="299" y="363"/>
                        <a:pt x="335" y="327"/>
                      </a:cubicBezTo>
                      <a:cubicBezTo>
                        <a:pt x="396" y="267"/>
                        <a:pt x="426" y="175"/>
                        <a:pt x="396" y="115"/>
                      </a:cubicBezTo>
                      <a:cubicBezTo>
                        <a:pt x="359" y="41"/>
                        <a:pt x="300" y="1"/>
                        <a:pt x="23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1"/>
                <p:cNvSpPr/>
                <p:nvPr/>
              </p:nvSpPr>
              <p:spPr>
                <a:xfrm>
                  <a:off x="961047" y="445676"/>
                  <a:ext cx="11187" cy="10340"/>
                </a:xfrm>
                <a:custGeom>
                  <a:rect b="b" l="l" r="r" t="t"/>
                  <a:pathLst>
                    <a:path extrusionOk="0" h="366" w="396">
                      <a:moveTo>
                        <a:pt x="183" y="1"/>
                      </a:moveTo>
                      <a:cubicBezTo>
                        <a:pt x="92" y="1"/>
                        <a:pt x="1" y="62"/>
                        <a:pt x="31" y="153"/>
                      </a:cubicBezTo>
                      <a:cubicBezTo>
                        <a:pt x="31" y="305"/>
                        <a:pt x="92" y="366"/>
                        <a:pt x="244" y="366"/>
                      </a:cubicBezTo>
                      <a:cubicBezTo>
                        <a:pt x="335" y="335"/>
                        <a:pt x="396" y="244"/>
                        <a:pt x="365" y="153"/>
                      </a:cubicBezTo>
                      <a:cubicBezTo>
                        <a:pt x="365" y="62"/>
                        <a:pt x="274" y="1"/>
                        <a:pt x="1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1"/>
                <p:cNvSpPr/>
                <p:nvPr/>
              </p:nvSpPr>
              <p:spPr>
                <a:xfrm>
                  <a:off x="466452" y="785633"/>
                  <a:ext cx="11187" cy="10509"/>
                </a:xfrm>
                <a:custGeom>
                  <a:rect b="b" l="l" r="r" t="t"/>
                  <a:pathLst>
                    <a:path extrusionOk="0" h="372" w="396">
                      <a:moveTo>
                        <a:pt x="202" y="1"/>
                      </a:moveTo>
                      <a:cubicBezTo>
                        <a:pt x="148" y="1"/>
                        <a:pt x="99" y="27"/>
                        <a:pt x="62" y="64"/>
                      </a:cubicBezTo>
                      <a:cubicBezTo>
                        <a:pt x="1" y="125"/>
                        <a:pt x="1" y="216"/>
                        <a:pt x="62" y="308"/>
                      </a:cubicBezTo>
                      <a:cubicBezTo>
                        <a:pt x="99" y="345"/>
                        <a:pt x="148" y="371"/>
                        <a:pt x="202" y="371"/>
                      </a:cubicBezTo>
                      <a:cubicBezTo>
                        <a:pt x="235" y="371"/>
                        <a:pt x="270" y="361"/>
                        <a:pt x="305" y="338"/>
                      </a:cubicBezTo>
                      <a:cubicBezTo>
                        <a:pt x="396" y="277"/>
                        <a:pt x="396" y="95"/>
                        <a:pt x="305" y="34"/>
                      </a:cubicBezTo>
                      <a:cubicBezTo>
                        <a:pt x="270" y="11"/>
                        <a:pt x="235" y="1"/>
                        <a:pt x="20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1"/>
                <p:cNvSpPr/>
                <p:nvPr/>
              </p:nvSpPr>
              <p:spPr>
                <a:xfrm>
                  <a:off x="1070967" y="339175"/>
                  <a:ext cx="18927" cy="15481"/>
                </a:xfrm>
                <a:custGeom>
                  <a:rect b="b" l="l" r="r" t="t"/>
                  <a:pathLst>
                    <a:path extrusionOk="0" h="548" w="670">
                      <a:moveTo>
                        <a:pt x="448" y="1"/>
                      </a:moveTo>
                      <a:cubicBezTo>
                        <a:pt x="407" y="1"/>
                        <a:pt x="367" y="11"/>
                        <a:pt x="335" y="32"/>
                      </a:cubicBezTo>
                      <a:cubicBezTo>
                        <a:pt x="183" y="123"/>
                        <a:pt x="0" y="184"/>
                        <a:pt x="31" y="427"/>
                      </a:cubicBezTo>
                      <a:cubicBezTo>
                        <a:pt x="57" y="518"/>
                        <a:pt x="99" y="548"/>
                        <a:pt x="148" y="548"/>
                      </a:cubicBezTo>
                      <a:cubicBezTo>
                        <a:pt x="215" y="548"/>
                        <a:pt x="295" y="493"/>
                        <a:pt x="365" y="458"/>
                      </a:cubicBezTo>
                      <a:cubicBezTo>
                        <a:pt x="517" y="397"/>
                        <a:pt x="669" y="275"/>
                        <a:pt x="639" y="93"/>
                      </a:cubicBezTo>
                      <a:cubicBezTo>
                        <a:pt x="599" y="34"/>
                        <a:pt x="522" y="1"/>
                        <a:pt x="44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1"/>
                <p:cNvSpPr/>
                <p:nvPr/>
              </p:nvSpPr>
              <p:spPr>
                <a:xfrm>
                  <a:off x="474193" y="573930"/>
                  <a:ext cx="12035" cy="10933"/>
                </a:xfrm>
                <a:custGeom>
                  <a:rect b="b" l="l" r="r" t="t"/>
                  <a:pathLst>
                    <a:path extrusionOk="0" h="387" w="426">
                      <a:moveTo>
                        <a:pt x="207" y="0"/>
                      </a:moveTo>
                      <a:cubicBezTo>
                        <a:pt x="178" y="0"/>
                        <a:pt x="147" y="8"/>
                        <a:pt x="122" y="20"/>
                      </a:cubicBezTo>
                      <a:cubicBezTo>
                        <a:pt x="0" y="142"/>
                        <a:pt x="31" y="233"/>
                        <a:pt x="61" y="294"/>
                      </a:cubicBezTo>
                      <a:cubicBezTo>
                        <a:pt x="100" y="353"/>
                        <a:pt x="165" y="386"/>
                        <a:pt x="222" y="386"/>
                      </a:cubicBezTo>
                      <a:cubicBezTo>
                        <a:pt x="254" y="386"/>
                        <a:pt x="283" y="376"/>
                        <a:pt x="304" y="355"/>
                      </a:cubicBezTo>
                      <a:cubicBezTo>
                        <a:pt x="426" y="294"/>
                        <a:pt x="426" y="111"/>
                        <a:pt x="304" y="51"/>
                      </a:cubicBezTo>
                      <a:cubicBezTo>
                        <a:pt x="287" y="15"/>
                        <a:pt x="248" y="0"/>
                        <a:pt x="2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1"/>
                <p:cNvSpPr/>
                <p:nvPr/>
              </p:nvSpPr>
              <p:spPr>
                <a:xfrm>
                  <a:off x="1284760" y="489915"/>
                  <a:ext cx="12063" cy="10791"/>
                </a:xfrm>
                <a:custGeom>
                  <a:rect b="b" l="l" r="r" t="t"/>
                  <a:pathLst>
                    <a:path extrusionOk="0" h="382" w="427">
                      <a:moveTo>
                        <a:pt x="246" y="1"/>
                      </a:moveTo>
                      <a:cubicBezTo>
                        <a:pt x="207" y="1"/>
                        <a:pt x="165" y="14"/>
                        <a:pt x="122" y="46"/>
                      </a:cubicBezTo>
                      <a:cubicBezTo>
                        <a:pt x="31" y="107"/>
                        <a:pt x="1" y="198"/>
                        <a:pt x="62" y="289"/>
                      </a:cubicBezTo>
                      <a:cubicBezTo>
                        <a:pt x="101" y="348"/>
                        <a:pt x="166" y="381"/>
                        <a:pt x="239" y="381"/>
                      </a:cubicBezTo>
                      <a:cubicBezTo>
                        <a:pt x="280" y="381"/>
                        <a:pt x="323" y="371"/>
                        <a:pt x="366" y="350"/>
                      </a:cubicBezTo>
                      <a:cubicBezTo>
                        <a:pt x="426" y="289"/>
                        <a:pt x="426" y="198"/>
                        <a:pt x="396" y="107"/>
                      </a:cubicBezTo>
                      <a:cubicBezTo>
                        <a:pt x="376" y="47"/>
                        <a:pt x="318" y="1"/>
                        <a:pt x="24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1"/>
                <p:cNvSpPr/>
                <p:nvPr/>
              </p:nvSpPr>
              <p:spPr>
                <a:xfrm>
                  <a:off x="652787" y="388132"/>
                  <a:ext cx="12063" cy="10368"/>
                </a:xfrm>
                <a:custGeom>
                  <a:rect b="b" l="l" r="r" t="t"/>
                  <a:pathLst>
                    <a:path extrusionOk="0" h="367" w="427">
                      <a:moveTo>
                        <a:pt x="227" y="0"/>
                      </a:moveTo>
                      <a:cubicBezTo>
                        <a:pt x="191" y="0"/>
                        <a:pt x="155" y="10"/>
                        <a:pt x="122" y="32"/>
                      </a:cubicBezTo>
                      <a:cubicBezTo>
                        <a:pt x="31" y="93"/>
                        <a:pt x="1" y="184"/>
                        <a:pt x="61" y="245"/>
                      </a:cubicBezTo>
                      <a:cubicBezTo>
                        <a:pt x="82" y="326"/>
                        <a:pt x="156" y="366"/>
                        <a:pt x="230" y="366"/>
                      </a:cubicBezTo>
                      <a:cubicBezTo>
                        <a:pt x="267" y="366"/>
                        <a:pt x="305" y="356"/>
                        <a:pt x="335" y="336"/>
                      </a:cubicBezTo>
                      <a:cubicBezTo>
                        <a:pt x="396" y="275"/>
                        <a:pt x="426" y="184"/>
                        <a:pt x="396" y="93"/>
                      </a:cubicBezTo>
                      <a:cubicBezTo>
                        <a:pt x="357" y="34"/>
                        <a:pt x="292" y="0"/>
                        <a:pt x="22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1"/>
                <p:cNvSpPr/>
                <p:nvPr/>
              </p:nvSpPr>
              <p:spPr>
                <a:xfrm>
                  <a:off x="479334" y="544663"/>
                  <a:ext cx="12910" cy="11074"/>
                </a:xfrm>
                <a:custGeom>
                  <a:rect b="b" l="l" r="r" t="t"/>
                  <a:pathLst>
                    <a:path extrusionOk="0" h="392" w="457">
                      <a:moveTo>
                        <a:pt x="219" y="0"/>
                      </a:moveTo>
                      <a:cubicBezTo>
                        <a:pt x="173" y="0"/>
                        <a:pt x="128" y="17"/>
                        <a:pt x="92" y="53"/>
                      </a:cubicBezTo>
                      <a:cubicBezTo>
                        <a:pt x="31" y="114"/>
                        <a:pt x="1" y="205"/>
                        <a:pt x="62" y="296"/>
                      </a:cubicBezTo>
                      <a:cubicBezTo>
                        <a:pt x="110" y="362"/>
                        <a:pt x="159" y="392"/>
                        <a:pt x="213" y="392"/>
                      </a:cubicBezTo>
                      <a:cubicBezTo>
                        <a:pt x="259" y="392"/>
                        <a:pt x="309" y="369"/>
                        <a:pt x="365" y="327"/>
                      </a:cubicBezTo>
                      <a:cubicBezTo>
                        <a:pt x="426" y="266"/>
                        <a:pt x="457" y="175"/>
                        <a:pt x="396" y="114"/>
                      </a:cubicBezTo>
                      <a:cubicBezTo>
                        <a:pt x="359" y="40"/>
                        <a:pt x="289" y="0"/>
                        <a:pt x="21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1"/>
                <p:cNvSpPr/>
                <p:nvPr/>
              </p:nvSpPr>
              <p:spPr>
                <a:xfrm>
                  <a:off x="989382" y="449914"/>
                  <a:ext cx="12910" cy="11328"/>
                </a:xfrm>
                <a:custGeom>
                  <a:rect b="b" l="l" r="r" t="t"/>
                  <a:pathLst>
                    <a:path extrusionOk="0" h="401" w="457">
                      <a:moveTo>
                        <a:pt x="242" y="0"/>
                      </a:moveTo>
                      <a:cubicBezTo>
                        <a:pt x="208" y="0"/>
                        <a:pt x="176" y="10"/>
                        <a:pt x="153" y="33"/>
                      </a:cubicBezTo>
                      <a:cubicBezTo>
                        <a:pt x="31" y="94"/>
                        <a:pt x="1" y="246"/>
                        <a:pt x="92" y="337"/>
                      </a:cubicBezTo>
                      <a:cubicBezTo>
                        <a:pt x="130" y="375"/>
                        <a:pt x="179" y="401"/>
                        <a:pt x="232" y="401"/>
                      </a:cubicBezTo>
                      <a:cubicBezTo>
                        <a:pt x="265" y="401"/>
                        <a:pt x="300" y="391"/>
                        <a:pt x="335" y="368"/>
                      </a:cubicBezTo>
                      <a:cubicBezTo>
                        <a:pt x="426" y="307"/>
                        <a:pt x="457" y="155"/>
                        <a:pt x="396" y="64"/>
                      </a:cubicBezTo>
                      <a:cubicBezTo>
                        <a:pt x="358" y="26"/>
                        <a:pt x="298" y="0"/>
                        <a:pt x="24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1"/>
                <p:cNvSpPr/>
                <p:nvPr/>
              </p:nvSpPr>
              <p:spPr>
                <a:xfrm>
                  <a:off x="537726" y="798910"/>
                  <a:ext cx="21498" cy="19153"/>
                </a:xfrm>
                <a:custGeom>
                  <a:rect b="b" l="l" r="r" t="t"/>
                  <a:pathLst>
                    <a:path extrusionOk="0" h="678" w="761">
                      <a:moveTo>
                        <a:pt x="283" y="1"/>
                      </a:moveTo>
                      <a:cubicBezTo>
                        <a:pt x="247" y="1"/>
                        <a:pt x="205" y="16"/>
                        <a:pt x="153" y="50"/>
                      </a:cubicBezTo>
                      <a:cubicBezTo>
                        <a:pt x="1" y="172"/>
                        <a:pt x="153" y="324"/>
                        <a:pt x="213" y="476"/>
                      </a:cubicBezTo>
                      <a:cubicBezTo>
                        <a:pt x="257" y="584"/>
                        <a:pt x="331" y="677"/>
                        <a:pt x="426" y="677"/>
                      </a:cubicBezTo>
                      <a:cubicBezTo>
                        <a:pt x="463" y="677"/>
                        <a:pt x="504" y="663"/>
                        <a:pt x="548" y="628"/>
                      </a:cubicBezTo>
                      <a:cubicBezTo>
                        <a:pt x="761" y="476"/>
                        <a:pt x="578" y="324"/>
                        <a:pt x="487" y="202"/>
                      </a:cubicBezTo>
                      <a:cubicBezTo>
                        <a:pt x="422" y="94"/>
                        <a:pt x="372" y="1"/>
                        <a:pt x="2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1"/>
                <p:cNvSpPr/>
                <p:nvPr/>
              </p:nvSpPr>
              <p:spPr>
                <a:xfrm>
                  <a:off x="632193" y="733569"/>
                  <a:ext cx="20623" cy="18758"/>
                </a:xfrm>
                <a:custGeom>
                  <a:rect b="b" l="l" r="r" t="t"/>
                  <a:pathLst>
                    <a:path extrusionOk="0" h="664" w="730">
                      <a:moveTo>
                        <a:pt x="345" y="0"/>
                      </a:moveTo>
                      <a:cubicBezTo>
                        <a:pt x="309" y="0"/>
                        <a:pt x="265" y="16"/>
                        <a:pt x="213" y="53"/>
                      </a:cubicBezTo>
                      <a:cubicBezTo>
                        <a:pt x="0" y="144"/>
                        <a:pt x="122" y="296"/>
                        <a:pt x="213" y="388"/>
                      </a:cubicBezTo>
                      <a:cubicBezTo>
                        <a:pt x="262" y="486"/>
                        <a:pt x="311" y="664"/>
                        <a:pt x="457" y="664"/>
                      </a:cubicBezTo>
                      <a:cubicBezTo>
                        <a:pt x="491" y="664"/>
                        <a:pt x="531" y="654"/>
                        <a:pt x="578" y="631"/>
                      </a:cubicBezTo>
                      <a:cubicBezTo>
                        <a:pt x="730" y="509"/>
                        <a:pt x="669" y="388"/>
                        <a:pt x="578" y="236"/>
                      </a:cubicBezTo>
                      <a:cubicBezTo>
                        <a:pt x="509" y="144"/>
                        <a:pt x="457" y="0"/>
                        <a:pt x="34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1"/>
                <p:cNvSpPr/>
                <p:nvPr/>
              </p:nvSpPr>
              <p:spPr>
                <a:xfrm>
                  <a:off x="995399" y="497176"/>
                  <a:ext cx="12910" cy="10452"/>
                </a:xfrm>
                <a:custGeom>
                  <a:rect b="b" l="l" r="r" t="t"/>
                  <a:pathLst>
                    <a:path extrusionOk="0" h="370" w="457">
                      <a:moveTo>
                        <a:pt x="248" y="0"/>
                      </a:moveTo>
                      <a:cubicBezTo>
                        <a:pt x="217" y="0"/>
                        <a:pt x="185" y="11"/>
                        <a:pt x="153" y="32"/>
                      </a:cubicBezTo>
                      <a:cubicBezTo>
                        <a:pt x="31" y="62"/>
                        <a:pt x="1" y="245"/>
                        <a:pt x="122" y="306"/>
                      </a:cubicBezTo>
                      <a:cubicBezTo>
                        <a:pt x="141" y="343"/>
                        <a:pt x="183" y="369"/>
                        <a:pt x="234" y="369"/>
                      </a:cubicBezTo>
                      <a:cubicBezTo>
                        <a:pt x="265" y="369"/>
                        <a:pt x="300" y="359"/>
                        <a:pt x="335" y="336"/>
                      </a:cubicBezTo>
                      <a:cubicBezTo>
                        <a:pt x="426" y="275"/>
                        <a:pt x="456" y="184"/>
                        <a:pt x="396" y="93"/>
                      </a:cubicBezTo>
                      <a:cubicBezTo>
                        <a:pt x="356" y="34"/>
                        <a:pt x="305" y="0"/>
                        <a:pt x="24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1"/>
                <p:cNvSpPr/>
                <p:nvPr/>
              </p:nvSpPr>
              <p:spPr>
                <a:xfrm>
                  <a:off x="924125" y="559381"/>
                  <a:ext cx="11187" cy="10114"/>
                </a:xfrm>
                <a:custGeom>
                  <a:rect b="b" l="l" r="r" t="t"/>
                  <a:pathLst>
                    <a:path extrusionOk="0" h="358" w="396">
                      <a:moveTo>
                        <a:pt x="191" y="0"/>
                      </a:moveTo>
                      <a:cubicBezTo>
                        <a:pt x="159" y="0"/>
                        <a:pt x="125" y="7"/>
                        <a:pt x="92" y="19"/>
                      </a:cubicBezTo>
                      <a:cubicBezTo>
                        <a:pt x="31" y="79"/>
                        <a:pt x="1" y="171"/>
                        <a:pt x="62" y="262"/>
                      </a:cubicBezTo>
                      <a:cubicBezTo>
                        <a:pt x="94" y="327"/>
                        <a:pt x="144" y="357"/>
                        <a:pt x="198" y="357"/>
                      </a:cubicBezTo>
                      <a:cubicBezTo>
                        <a:pt x="244" y="357"/>
                        <a:pt x="293" y="334"/>
                        <a:pt x="335" y="292"/>
                      </a:cubicBezTo>
                      <a:cubicBezTo>
                        <a:pt x="396" y="231"/>
                        <a:pt x="396" y="110"/>
                        <a:pt x="335" y="79"/>
                      </a:cubicBezTo>
                      <a:cubicBezTo>
                        <a:pt x="297" y="22"/>
                        <a:pt x="246" y="0"/>
                        <a:pt x="19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1"/>
                <p:cNvSpPr/>
                <p:nvPr/>
              </p:nvSpPr>
              <p:spPr>
                <a:xfrm>
                  <a:off x="839122" y="695573"/>
                  <a:ext cx="10340" cy="10311"/>
                </a:xfrm>
                <a:custGeom>
                  <a:rect b="b" l="l" r="r" t="t"/>
                  <a:pathLst>
                    <a:path extrusionOk="0" h="365" w="366">
                      <a:moveTo>
                        <a:pt x="213" y="0"/>
                      </a:moveTo>
                      <a:cubicBezTo>
                        <a:pt x="92" y="0"/>
                        <a:pt x="1" y="91"/>
                        <a:pt x="1" y="213"/>
                      </a:cubicBezTo>
                      <a:cubicBezTo>
                        <a:pt x="1" y="304"/>
                        <a:pt x="92" y="365"/>
                        <a:pt x="183" y="365"/>
                      </a:cubicBezTo>
                      <a:cubicBezTo>
                        <a:pt x="304" y="365"/>
                        <a:pt x="365" y="274"/>
                        <a:pt x="365" y="213"/>
                      </a:cubicBezTo>
                      <a:cubicBezTo>
                        <a:pt x="365" y="61"/>
                        <a:pt x="304" y="0"/>
                        <a:pt x="21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1"/>
                <p:cNvSpPr/>
                <p:nvPr/>
              </p:nvSpPr>
              <p:spPr>
                <a:xfrm>
                  <a:off x="391760" y="900101"/>
                  <a:ext cx="11187" cy="10142"/>
                </a:xfrm>
                <a:custGeom>
                  <a:rect b="b" l="l" r="r" t="t"/>
                  <a:pathLst>
                    <a:path extrusionOk="0" h="359" w="396">
                      <a:moveTo>
                        <a:pt x="193" y="0"/>
                      </a:moveTo>
                      <a:cubicBezTo>
                        <a:pt x="171" y="0"/>
                        <a:pt x="147" y="8"/>
                        <a:pt x="122" y="25"/>
                      </a:cubicBezTo>
                      <a:cubicBezTo>
                        <a:pt x="31" y="55"/>
                        <a:pt x="0" y="146"/>
                        <a:pt x="31" y="237"/>
                      </a:cubicBezTo>
                      <a:cubicBezTo>
                        <a:pt x="51" y="318"/>
                        <a:pt x="125" y="359"/>
                        <a:pt x="200" y="359"/>
                      </a:cubicBezTo>
                      <a:cubicBezTo>
                        <a:pt x="237" y="359"/>
                        <a:pt x="274" y="349"/>
                        <a:pt x="304" y="329"/>
                      </a:cubicBezTo>
                      <a:cubicBezTo>
                        <a:pt x="365" y="268"/>
                        <a:pt x="396" y="177"/>
                        <a:pt x="365" y="116"/>
                      </a:cubicBezTo>
                      <a:cubicBezTo>
                        <a:pt x="299" y="50"/>
                        <a:pt x="249" y="0"/>
                        <a:pt x="19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1"/>
                <p:cNvSpPr/>
                <p:nvPr/>
              </p:nvSpPr>
              <p:spPr>
                <a:xfrm>
                  <a:off x="978223" y="471412"/>
                  <a:ext cx="12063" cy="9944"/>
                </a:xfrm>
                <a:custGeom>
                  <a:rect b="b" l="l" r="r" t="t"/>
                  <a:pathLst>
                    <a:path extrusionOk="0" h="352" w="427">
                      <a:moveTo>
                        <a:pt x="218" y="1"/>
                      </a:moveTo>
                      <a:cubicBezTo>
                        <a:pt x="187" y="1"/>
                        <a:pt x="155" y="11"/>
                        <a:pt x="122" y="32"/>
                      </a:cubicBezTo>
                      <a:cubicBezTo>
                        <a:pt x="31" y="93"/>
                        <a:pt x="1" y="215"/>
                        <a:pt x="92" y="306"/>
                      </a:cubicBezTo>
                      <a:cubicBezTo>
                        <a:pt x="122" y="336"/>
                        <a:pt x="168" y="351"/>
                        <a:pt x="213" y="351"/>
                      </a:cubicBezTo>
                      <a:cubicBezTo>
                        <a:pt x="259" y="351"/>
                        <a:pt x="305" y="336"/>
                        <a:pt x="335" y="306"/>
                      </a:cubicBezTo>
                      <a:cubicBezTo>
                        <a:pt x="396" y="275"/>
                        <a:pt x="426" y="154"/>
                        <a:pt x="365" y="93"/>
                      </a:cubicBezTo>
                      <a:cubicBezTo>
                        <a:pt x="326" y="34"/>
                        <a:pt x="274" y="1"/>
                        <a:pt x="2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1"/>
                <p:cNvSpPr/>
                <p:nvPr/>
              </p:nvSpPr>
              <p:spPr>
                <a:xfrm>
                  <a:off x="815929" y="569890"/>
                  <a:ext cx="12910" cy="10678"/>
                </a:xfrm>
                <a:custGeom>
                  <a:rect b="b" l="l" r="r" t="t"/>
                  <a:pathLst>
                    <a:path extrusionOk="0" h="378" w="457">
                      <a:moveTo>
                        <a:pt x="243" y="0"/>
                      </a:moveTo>
                      <a:cubicBezTo>
                        <a:pt x="225" y="0"/>
                        <a:pt x="205" y="4"/>
                        <a:pt x="183" y="11"/>
                      </a:cubicBezTo>
                      <a:cubicBezTo>
                        <a:pt x="62" y="42"/>
                        <a:pt x="1" y="194"/>
                        <a:pt x="92" y="285"/>
                      </a:cubicBezTo>
                      <a:cubicBezTo>
                        <a:pt x="112" y="344"/>
                        <a:pt x="169" y="377"/>
                        <a:pt x="224" y="377"/>
                      </a:cubicBezTo>
                      <a:cubicBezTo>
                        <a:pt x="254" y="377"/>
                        <a:pt x="283" y="367"/>
                        <a:pt x="305" y="346"/>
                      </a:cubicBezTo>
                      <a:cubicBezTo>
                        <a:pt x="396" y="285"/>
                        <a:pt x="457" y="224"/>
                        <a:pt x="396" y="133"/>
                      </a:cubicBezTo>
                      <a:cubicBezTo>
                        <a:pt x="350" y="40"/>
                        <a:pt x="303" y="0"/>
                        <a:pt x="24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1"/>
                <p:cNvSpPr/>
                <p:nvPr/>
              </p:nvSpPr>
              <p:spPr>
                <a:xfrm>
                  <a:off x="930990" y="439829"/>
                  <a:ext cx="11215" cy="10311"/>
                </a:xfrm>
                <a:custGeom>
                  <a:rect b="b" l="l" r="r" t="t"/>
                  <a:pathLst>
                    <a:path extrusionOk="0" h="365" w="397">
                      <a:moveTo>
                        <a:pt x="183" y="0"/>
                      </a:moveTo>
                      <a:cubicBezTo>
                        <a:pt x="161" y="0"/>
                        <a:pt x="140" y="8"/>
                        <a:pt x="122" y="26"/>
                      </a:cubicBezTo>
                      <a:cubicBezTo>
                        <a:pt x="62" y="86"/>
                        <a:pt x="1" y="178"/>
                        <a:pt x="62" y="269"/>
                      </a:cubicBezTo>
                      <a:cubicBezTo>
                        <a:pt x="78" y="334"/>
                        <a:pt x="129" y="364"/>
                        <a:pt x="187" y="364"/>
                      </a:cubicBezTo>
                      <a:cubicBezTo>
                        <a:pt x="237" y="364"/>
                        <a:pt x="293" y="341"/>
                        <a:pt x="335" y="299"/>
                      </a:cubicBezTo>
                      <a:cubicBezTo>
                        <a:pt x="396" y="269"/>
                        <a:pt x="366" y="147"/>
                        <a:pt x="366" y="86"/>
                      </a:cubicBezTo>
                      <a:cubicBezTo>
                        <a:pt x="301" y="43"/>
                        <a:pt x="237"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1"/>
                <p:cNvSpPr/>
                <p:nvPr/>
              </p:nvSpPr>
              <p:spPr>
                <a:xfrm>
                  <a:off x="889773" y="416156"/>
                  <a:ext cx="12063" cy="11102"/>
                </a:xfrm>
                <a:custGeom>
                  <a:rect b="b" l="l" r="r" t="t"/>
                  <a:pathLst>
                    <a:path extrusionOk="0" h="393" w="427">
                      <a:moveTo>
                        <a:pt x="240" y="1"/>
                      </a:moveTo>
                      <a:cubicBezTo>
                        <a:pt x="198" y="1"/>
                        <a:pt x="156" y="26"/>
                        <a:pt x="122" y="43"/>
                      </a:cubicBezTo>
                      <a:cubicBezTo>
                        <a:pt x="31" y="104"/>
                        <a:pt x="1" y="225"/>
                        <a:pt x="92" y="347"/>
                      </a:cubicBezTo>
                      <a:cubicBezTo>
                        <a:pt x="122" y="377"/>
                        <a:pt x="160" y="392"/>
                        <a:pt x="198" y="392"/>
                      </a:cubicBezTo>
                      <a:cubicBezTo>
                        <a:pt x="236" y="392"/>
                        <a:pt x="274" y="377"/>
                        <a:pt x="305" y="347"/>
                      </a:cubicBezTo>
                      <a:cubicBezTo>
                        <a:pt x="426" y="286"/>
                        <a:pt x="426" y="195"/>
                        <a:pt x="335" y="73"/>
                      </a:cubicBezTo>
                      <a:cubicBezTo>
                        <a:pt x="308" y="18"/>
                        <a:pt x="274" y="1"/>
                        <a:pt x="2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1"/>
                <p:cNvSpPr/>
                <p:nvPr/>
              </p:nvSpPr>
              <p:spPr>
                <a:xfrm>
                  <a:off x="472469" y="665911"/>
                  <a:ext cx="12063" cy="10565"/>
                </a:xfrm>
                <a:custGeom>
                  <a:rect b="b" l="l" r="r" t="t"/>
                  <a:pathLst>
                    <a:path extrusionOk="0" h="374" w="427">
                      <a:moveTo>
                        <a:pt x="200" y="0"/>
                      </a:moveTo>
                      <a:cubicBezTo>
                        <a:pt x="163" y="0"/>
                        <a:pt x="125" y="13"/>
                        <a:pt x="92" y="47"/>
                      </a:cubicBezTo>
                      <a:cubicBezTo>
                        <a:pt x="1" y="108"/>
                        <a:pt x="1" y="199"/>
                        <a:pt x="61" y="260"/>
                      </a:cubicBezTo>
                      <a:cubicBezTo>
                        <a:pt x="80" y="333"/>
                        <a:pt x="143" y="374"/>
                        <a:pt x="210" y="374"/>
                      </a:cubicBezTo>
                      <a:cubicBezTo>
                        <a:pt x="254" y="374"/>
                        <a:pt x="299" y="357"/>
                        <a:pt x="335" y="321"/>
                      </a:cubicBezTo>
                      <a:cubicBezTo>
                        <a:pt x="426" y="260"/>
                        <a:pt x="396" y="169"/>
                        <a:pt x="365" y="77"/>
                      </a:cubicBezTo>
                      <a:cubicBezTo>
                        <a:pt x="327" y="39"/>
                        <a:pt x="264"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1"/>
                <p:cNvSpPr/>
                <p:nvPr/>
              </p:nvSpPr>
              <p:spPr>
                <a:xfrm>
                  <a:off x="940453" y="266715"/>
                  <a:ext cx="12034" cy="10707"/>
                </a:xfrm>
                <a:custGeom>
                  <a:rect b="b" l="l" r="r" t="t"/>
                  <a:pathLst>
                    <a:path extrusionOk="0" h="379" w="426">
                      <a:moveTo>
                        <a:pt x="203" y="0"/>
                      </a:moveTo>
                      <a:cubicBezTo>
                        <a:pt x="169" y="0"/>
                        <a:pt x="132" y="14"/>
                        <a:pt x="91" y="44"/>
                      </a:cubicBezTo>
                      <a:cubicBezTo>
                        <a:pt x="31" y="105"/>
                        <a:pt x="0" y="196"/>
                        <a:pt x="61" y="257"/>
                      </a:cubicBezTo>
                      <a:cubicBezTo>
                        <a:pt x="81" y="338"/>
                        <a:pt x="156" y="378"/>
                        <a:pt x="230" y="378"/>
                      </a:cubicBezTo>
                      <a:cubicBezTo>
                        <a:pt x="267" y="378"/>
                        <a:pt x="304" y="368"/>
                        <a:pt x="335" y="348"/>
                      </a:cubicBezTo>
                      <a:cubicBezTo>
                        <a:pt x="395" y="287"/>
                        <a:pt x="426" y="196"/>
                        <a:pt x="365" y="135"/>
                      </a:cubicBezTo>
                      <a:cubicBezTo>
                        <a:pt x="324" y="54"/>
                        <a:pt x="270" y="0"/>
                        <a:pt x="20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1"/>
                <p:cNvSpPr/>
                <p:nvPr/>
              </p:nvSpPr>
              <p:spPr>
                <a:xfrm>
                  <a:off x="641628" y="446524"/>
                  <a:ext cx="12910" cy="10424"/>
                </a:xfrm>
                <a:custGeom>
                  <a:rect b="b" l="l" r="r" t="t"/>
                  <a:pathLst>
                    <a:path extrusionOk="0" h="369" w="457">
                      <a:moveTo>
                        <a:pt x="196" y="0"/>
                      </a:moveTo>
                      <a:cubicBezTo>
                        <a:pt x="160" y="0"/>
                        <a:pt x="124" y="10"/>
                        <a:pt x="92" y="32"/>
                      </a:cubicBezTo>
                      <a:cubicBezTo>
                        <a:pt x="1" y="93"/>
                        <a:pt x="1" y="184"/>
                        <a:pt x="61" y="305"/>
                      </a:cubicBezTo>
                      <a:cubicBezTo>
                        <a:pt x="80" y="343"/>
                        <a:pt x="134" y="369"/>
                        <a:pt x="186" y="369"/>
                      </a:cubicBezTo>
                      <a:cubicBezTo>
                        <a:pt x="219" y="369"/>
                        <a:pt x="251" y="359"/>
                        <a:pt x="274" y="336"/>
                      </a:cubicBezTo>
                      <a:cubicBezTo>
                        <a:pt x="365" y="275"/>
                        <a:pt x="456" y="184"/>
                        <a:pt x="365" y="93"/>
                      </a:cubicBezTo>
                      <a:cubicBezTo>
                        <a:pt x="326" y="34"/>
                        <a:pt x="261" y="0"/>
                        <a:pt x="1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1"/>
                <p:cNvSpPr/>
                <p:nvPr/>
              </p:nvSpPr>
              <p:spPr>
                <a:xfrm>
                  <a:off x="699173" y="343949"/>
                  <a:ext cx="12035" cy="10114"/>
                </a:xfrm>
                <a:custGeom>
                  <a:rect b="b" l="l" r="r" t="t"/>
                  <a:pathLst>
                    <a:path extrusionOk="0" h="358" w="426">
                      <a:moveTo>
                        <a:pt x="198" y="0"/>
                      </a:moveTo>
                      <a:cubicBezTo>
                        <a:pt x="160" y="0"/>
                        <a:pt x="122" y="15"/>
                        <a:pt x="91" y="46"/>
                      </a:cubicBezTo>
                      <a:cubicBezTo>
                        <a:pt x="0" y="106"/>
                        <a:pt x="0" y="198"/>
                        <a:pt x="61" y="289"/>
                      </a:cubicBezTo>
                      <a:cubicBezTo>
                        <a:pt x="91" y="334"/>
                        <a:pt x="144" y="357"/>
                        <a:pt x="201" y="357"/>
                      </a:cubicBezTo>
                      <a:cubicBezTo>
                        <a:pt x="258" y="357"/>
                        <a:pt x="319" y="334"/>
                        <a:pt x="365" y="289"/>
                      </a:cubicBezTo>
                      <a:cubicBezTo>
                        <a:pt x="426" y="198"/>
                        <a:pt x="365" y="106"/>
                        <a:pt x="304" y="46"/>
                      </a:cubicBezTo>
                      <a:cubicBezTo>
                        <a:pt x="274" y="15"/>
                        <a:pt x="236" y="0"/>
                        <a:pt x="19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1"/>
                <p:cNvSpPr/>
                <p:nvPr/>
              </p:nvSpPr>
              <p:spPr>
                <a:xfrm>
                  <a:off x="566936" y="356238"/>
                  <a:ext cx="12035" cy="11130"/>
                </a:xfrm>
                <a:custGeom>
                  <a:rect b="b" l="l" r="r" t="t"/>
                  <a:pathLst>
                    <a:path extrusionOk="0" h="394" w="426">
                      <a:moveTo>
                        <a:pt x="238" y="0"/>
                      </a:moveTo>
                      <a:cubicBezTo>
                        <a:pt x="206" y="0"/>
                        <a:pt x="168" y="20"/>
                        <a:pt x="122" y="67"/>
                      </a:cubicBezTo>
                      <a:cubicBezTo>
                        <a:pt x="0" y="158"/>
                        <a:pt x="0" y="188"/>
                        <a:pt x="61" y="279"/>
                      </a:cubicBezTo>
                      <a:cubicBezTo>
                        <a:pt x="79" y="353"/>
                        <a:pt x="142" y="393"/>
                        <a:pt x="209" y="393"/>
                      </a:cubicBezTo>
                      <a:cubicBezTo>
                        <a:pt x="253" y="393"/>
                        <a:pt x="298" y="376"/>
                        <a:pt x="334" y="340"/>
                      </a:cubicBezTo>
                      <a:cubicBezTo>
                        <a:pt x="395" y="310"/>
                        <a:pt x="426" y="219"/>
                        <a:pt x="365" y="127"/>
                      </a:cubicBezTo>
                      <a:cubicBezTo>
                        <a:pt x="327" y="52"/>
                        <a:pt x="290" y="0"/>
                        <a:pt x="23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1"/>
                <p:cNvSpPr/>
                <p:nvPr/>
              </p:nvSpPr>
              <p:spPr>
                <a:xfrm>
                  <a:off x="508544" y="270613"/>
                  <a:ext cx="10311" cy="10226"/>
                </a:xfrm>
                <a:custGeom>
                  <a:rect b="b" l="l" r="r" t="t"/>
                  <a:pathLst>
                    <a:path extrusionOk="0" h="362" w="365">
                      <a:moveTo>
                        <a:pt x="159" y="0"/>
                      </a:moveTo>
                      <a:cubicBezTo>
                        <a:pt x="122" y="0"/>
                        <a:pt x="88" y="17"/>
                        <a:pt x="61" y="58"/>
                      </a:cubicBezTo>
                      <a:cubicBezTo>
                        <a:pt x="0" y="149"/>
                        <a:pt x="0" y="240"/>
                        <a:pt x="31" y="271"/>
                      </a:cubicBezTo>
                      <a:cubicBezTo>
                        <a:pt x="61" y="332"/>
                        <a:pt x="114" y="362"/>
                        <a:pt x="171" y="362"/>
                      </a:cubicBezTo>
                      <a:cubicBezTo>
                        <a:pt x="228" y="362"/>
                        <a:pt x="289" y="332"/>
                        <a:pt x="335" y="271"/>
                      </a:cubicBezTo>
                      <a:cubicBezTo>
                        <a:pt x="365" y="210"/>
                        <a:pt x="365" y="119"/>
                        <a:pt x="304" y="58"/>
                      </a:cubicBezTo>
                      <a:cubicBezTo>
                        <a:pt x="254" y="25"/>
                        <a:pt x="204" y="0"/>
                        <a:pt x="1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1"/>
                <p:cNvSpPr/>
                <p:nvPr/>
              </p:nvSpPr>
              <p:spPr>
                <a:xfrm>
                  <a:off x="740389" y="813713"/>
                  <a:ext cx="12035" cy="10453"/>
                </a:xfrm>
                <a:custGeom>
                  <a:rect b="b" l="l" r="r" t="t"/>
                  <a:pathLst>
                    <a:path extrusionOk="0" h="370" w="426">
                      <a:moveTo>
                        <a:pt x="224" y="1"/>
                      </a:moveTo>
                      <a:cubicBezTo>
                        <a:pt x="179" y="1"/>
                        <a:pt x="132" y="16"/>
                        <a:pt x="91" y="43"/>
                      </a:cubicBezTo>
                      <a:cubicBezTo>
                        <a:pt x="0" y="104"/>
                        <a:pt x="0" y="195"/>
                        <a:pt x="61" y="286"/>
                      </a:cubicBezTo>
                      <a:cubicBezTo>
                        <a:pt x="91" y="347"/>
                        <a:pt x="137" y="370"/>
                        <a:pt x="186" y="370"/>
                      </a:cubicBezTo>
                      <a:cubicBezTo>
                        <a:pt x="236" y="370"/>
                        <a:pt x="289" y="347"/>
                        <a:pt x="334" y="317"/>
                      </a:cubicBezTo>
                      <a:cubicBezTo>
                        <a:pt x="395" y="256"/>
                        <a:pt x="426" y="165"/>
                        <a:pt x="365" y="73"/>
                      </a:cubicBezTo>
                      <a:cubicBezTo>
                        <a:pt x="331" y="23"/>
                        <a:pt x="279" y="1"/>
                        <a:pt x="2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1"/>
                <p:cNvSpPr/>
                <p:nvPr/>
              </p:nvSpPr>
              <p:spPr>
                <a:xfrm>
                  <a:off x="634764" y="976262"/>
                  <a:ext cx="12035" cy="10566"/>
                </a:xfrm>
                <a:custGeom>
                  <a:rect b="b" l="l" r="r" t="t"/>
                  <a:pathLst>
                    <a:path extrusionOk="0" h="374" w="426">
                      <a:moveTo>
                        <a:pt x="225" y="1"/>
                      </a:moveTo>
                      <a:cubicBezTo>
                        <a:pt x="192" y="1"/>
                        <a:pt x="157" y="11"/>
                        <a:pt x="122" y="34"/>
                      </a:cubicBezTo>
                      <a:cubicBezTo>
                        <a:pt x="31" y="64"/>
                        <a:pt x="0" y="186"/>
                        <a:pt x="61" y="247"/>
                      </a:cubicBezTo>
                      <a:cubicBezTo>
                        <a:pt x="118" y="322"/>
                        <a:pt x="174" y="374"/>
                        <a:pt x="237" y="374"/>
                      </a:cubicBezTo>
                      <a:cubicBezTo>
                        <a:pt x="277" y="374"/>
                        <a:pt x="319" y="354"/>
                        <a:pt x="365" y="307"/>
                      </a:cubicBezTo>
                      <a:cubicBezTo>
                        <a:pt x="426" y="247"/>
                        <a:pt x="426" y="125"/>
                        <a:pt x="365" y="64"/>
                      </a:cubicBezTo>
                      <a:cubicBezTo>
                        <a:pt x="328" y="27"/>
                        <a:pt x="278" y="1"/>
                        <a:pt x="22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1"/>
                <p:cNvSpPr/>
                <p:nvPr/>
              </p:nvSpPr>
              <p:spPr>
                <a:xfrm>
                  <a:off x="1344875" y="462683"/>
                  <a:ext cx="17204" cy="17459"/>
                </a:xfrm>
                <a:custGeom>
                  <a:rect b="b" l="l" r="r" t="t"/>
                  <a:pathLst>
                    <a:path extrusionOk="0" h="618" w="609">
                      <a:moveTo>
                        <a:pt x="180" y="0"/>
                      </a:moveTo>
                      <a:cubicBezTo>
                        <a:pt x="101" y="0"/>
                        <a:pt x="39" y="86"/>
                        <a:pt x="1" y="220"/>
                      </a:cubicBezTo>
                      <a:cubicBezTo>
                        <a:pt x="31" y="280"/>
                        <a:pt x="61" y="372"/>
                        <a:pt x="122" y="432"/>
                      </a:cubicBezTo>
                      <a:cubicBezTo>
                        <a:pt x="165" y="518"/>
                        <a:pt x="222" y="618"/>
                        <a:pt x="305" y="618"/>
                      </a:cubicBezTo>
                      <a:cubicBezTo>
                        <a:pt x="341" y="618"/>
                        <a:pt x="381" y="599"/>
                        <a:pt x="426" y="554"/>
                      </a:cubicBezTo>
                      <a:cubicBezTo>
                        <a:pt x="609" y="402"/>
                        <a:pt x="457" y="220"/>
                        <a:pt x="335" y="98"/>
                      </a:cubicBezTo>
                      <a:cubicBezTo>
                        <a:pt x="278" y="30"/>
                        <a:pt x="226" y="0"/>
                        <a:pt x="18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1"/>
                <p:cNvSpPr/>
                <p:nvPr/>
              </p:nvSpPr>
              <p:spPr>
                <a:xfrm>
                  <a:off x="1157693" y="564692"/>
                  <a:ext cx="11950" cy="9238"/>
                </a:xfrm>
                <a:custGeom>
                  <a:rect b="b" l="l" r="r" t="t"/>
                  <a:pathLst>
                    <a:path extrusionOk="0" h="327" w="423">
                      <a:moveTo>
                        <a:pt x="227" y="1"/>
                      </a:moveTo>
                      <a:cubicBezTo>
                        <a:pt x="189" y="1"/>
                        <a:pt x="149" y="16"/>
                        <a:pt x="122" y="43"/>
                      </a:cubicBezTo>
                      <a:cubicBezTo>
                        <a:pt x="31" y="74"/>
                        <a:pt x="0" y="195"/>
                        <a:pt x="61" y="256"/>
                      </a:cubicBezTo>
                      <a:cubicBezTo>
                        <a:pt x="78" y="306"/>
                        <a:pt x="115" y="326"/>
                        <a:pt x="158" y="326"/>
                      </a:cubicBezTo>
                      <a:cubicBezTo>
                        <a:pt x="271" y="326"/>
                        <a:pt x="423" y="184"/>
                        <a:pt x="335" y="74"/>
                      </a:cubicBezTo>
                      <a:cubicBezTo>
                        <a:pt x="318" y="23"/>
                        <a:pt x="274" y="1"/>
                        <a:pt x="22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1"/>
                <p:cNvSpPr/>
                <p:nvPr/>
              </p:nvSpPr>
              <p:spPr>
                <a:xfrm>
                  <a:off x="1041756" y="581529"/>
                  <a:ext cx="11215" cy="10537"/>
                </a:xfrm>
                <a:custGeom>
                  <a:rect b="b" l="l" r="r" t="t"/>
                  <a:pathLst>
                    <a:path extrusionOk="0" h="373" w="397">
                      <a:moveTo>
                        <a:pt x="200" y="1"/>
                      </a:moveTo>
                      <a:cubicBezTo>
                        <a:pt x="174" y="1"/>
                        <a:pt x="147" y="9"/>
                        <a:pt x="123" y="25"/>
                      </a:cubicBezTo>
                      <a:cubicBezTo>
                        <a:pt x="31" y="86"/>
                        <a:pt x="1" y="146"/>
                        <a:pt x="1" y="238"/>
                      </a:cubicBezTo>
                      <a:cubicBezTo>
                        <a:pt x="41" y="319"/>
                        <a:pt x="95" y="373"/>
                        <a:pt x="172" y="373"/>
                      </a:cubicBezTo>
                      <a:cubicBezTo>
                        <a:pt x="210" y="373"/>
                        <a:pt x="254" y="359"/>
                        <a:pt x="305" y="329"/>
                      </a:cubicBezTo>
                      <a:cubicBezTo>
                        <a:pt x="335" y="298"/>
                        <a:pt x="396" y="207"/>
                        <a:pt x="366" y="146"/>
                      </a:cubicBezTo>
                      <a:cubicBezTo>
                        <a:pt x="343" y="57"/>
                        <a:pt x="272" y="1"/>
                        <a:pt x="2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1"/>
                <p:cNvSpPr/>
                <p:nvPr/>
              </p:nvSpPr>
              <p:spPr>
                <a:xfrm>
                  <a:off x="675980" y="794475"/>
                  <a:ext cx="12910" cy="10565"/>
                </a:xfrm>
                <a:custGeom>
                  <a:rect b="b" l="l" r="r" t="t"/>
                  <a:pathLst>
                    <a:path extrusionOk="0" h="374" w="457">
                      <a:moveTo>
                        <a:pt x="217" y="0"/>
                      </a:moveTo>
                      <a:cubicBezTo>
                        <a:pt x="187" y="0"/>
                        <a:pt x="156" y="8"/>
                        <a:pt x="122" y="25"/>
                      </a:cubicBezTo>
                      <a:cubicBezTo>
                        <a:pt x="31" y="86"/>
                        <a:pt x="0" y="177"/>
                        <a:pt x="61" y="268"/>
                      </a:cubicBezTo>
                      <a:cubicBezTo>
                        <a:pt x="101" y="327"/>
                        <a:pt x="153" y="374"/>
                        <a:pt x="219" y="374"/>
                      </a:cubicBezTo>
                      <a:cubicBezTo>
                        <a:pt x="254" y="374"/>
                        <a:pt x="292" y="361"/>
                        <a:pt x="335" y="329"/>
                      </a:cubicBezTo>
                      <a:cubicBezTo>
                        <a:pt x="426" y="268"/>
                        <a:pt x="456" y="207"/>
                        <a:pt x="396" y="116"/>
                      </a:cubicBezTo>
                      <a:cubicBezTo>
                        <a:pt x="352" y="50"/>
                        <a:pt x="292"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1"/>
                <p:cNvSpPr/>
                <p:nvPr/>
              </p:nvSpPr>
              <p:spPr>
                <a:xfrm>
                  <a:off x="450152" y="910892"/>
                  <a:ext cx="12035" cy="10537"/>
                </a:xfrm>
                <a:custGeom>
                  <a:rect b="b" l="l" r="r" t="t"/>
                  <a:pathLst>
                    <a:path extrusionOk="0" h="373" w="426">
                      <a:moveTo>
                        <a:pt x="194" y="0"/>
                      </a:moveTo>
                      <a:cubicBezTo>
                        <a:pt x="153" y="0"/>
                        <a:pt x="110" y="19"/>
                        <a:pt x="61" y="68"/>
                      </a:cubicBezTo>
                      <a:cubicBezTo>
                        <a:pt x="31" y="129"/>
                        <a:pt x="0" y="190"/>
                        <a:pt x="31" y="281"/>
                      </a:cubicBezTo>
                      <a:cubicBezTo>
                        <a:pt x="91" y="342"/>
                        <a:pt x="152" y="372"/>
                        <a:pt x="243" y="372"/>
                      </a:cubicBezTo>
                      <a:cubicBezTo>
                        <a:pt x="365" y="342"/>
                        <a:pt x="426" y="220"/>
                        <a:pt x="365" y="99"/>
                      </a:cubicBezTo>
                      <a:cubicBezTo>
                        <a:pt x="310" y="44"/>
                        <a:pt x="256" y="0"/>
                        <a:pt x="19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1"/>
                <p:cNvSpPr/>
                <p:nvPr/>
              </p:nvSpPr>
              <p:spPr>
                <a:xfrm>
                  <a:off x="779006" y="646503"/>
                  <a:ext cx="12063" cy="10565"/>
                </a:xfrm>
                <a:custGeom>
                  <a:rect b="b" l="l" r="r" t="t"/>
                  <a:pathLst>
                    <a:path extrusionOk="0" h="374" w="427">
                      <a:moveTo>
                        <a:pt x="215" y="0"/>
                      </a:moveTo>
                      <a:cubicBezTo>
                        <a:pt x="153" y="0"/>
                        <a:pt x="94" y="31"/>
                        <a:pt x="62" y="96"/>
                      </a:cubicBezTo>
                      <a:cubicBezTo>
                        <a:pt x="1" y="156"/>
                        <a:pt x="1" y="248"/>
                        <a:pt x="62" y="308"/>
                      </a:cubicBezTo>
                      <a:cubicBezTo>
                        <a:pt x="104" y="351"/>
                        <a:pt x="159" y="373"/>
                        <a:pt x="213" y="373"/>
                      </a:cubicBezTo>
                      <a:cubicBezTo>
                        <a:pt x="274" y="373"/>
                        <a:pt x="333" y="343"/>
                        <a:pt x="366" y="278"/>
                      </a:cubicBezTo>
                      <a:cubicBezTo>
                        <a:pt x="426" y="217"/>
                        <a:pt x="426" y="126"/>
                        <a:pt x="366" y="65"/>
                      </a:cubicBezTo>
                      <a:cubicBezTo>
                        <a:pt x="323" y="23"/>
                        <a:pt x="268" y="0"/>
                        <a:pt x="21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1"/>
                <p:cNvSpPr/>
                <p:nvPr/>
              </p:nvSpPr>
              <p:spPr>
                <a:xfrm>
                  <a:off x="680274" y="370561"/>
                  <a:ext cx="10340" cy="9746"/>
                </a:xfrm>
                <a:custGeom>
                  <a:rect b="b" l="l" r="r" t="t"/>
                  <a:pathLst>
                    <a:path extrusionOk="0" h="345" w="366">
                      <a:moveTo>
                        <a:pt x="183" y="0"/>
                      </a:moveTo>
                      <a:cubicBezTo>
                        <a:pt x="137" y="0"/>
                        <a:pt x="92" y="16"/>
                        <a:pt x="61" y="46"/>
                      </a:cubicBezTo>
                      <a:cubicBezTo>
                        <a:pt x="0" y="107"/>
                        <a:pt x="0" y="198"/>
                        <a:pt x="31" y="259"/>
                      </a:cubicBezTo>
                      <a:cubicBezTo>
                        <a:pt x="66" y="312"/>
                        <a:pt x="132" y="344"/>
                        <a:pt x="193" y="344"/>
                      </a:cubicBezTo>
                      <a:cubicBezTo>
                        <a:pt x="237" y="344"/>
                        <a:pt x="279" y="327"/>
                        <a:pt x="304" y="289"/>
                      </a:cubicBezTo>
                      <a:cubicBezTo>
                        <a:pt x="365" y="198"/>
                        <a:pt x="365" y="107"/>
                        <a:pt x="304" y="46"/>
                      </a:cubicBezTo>
                      <a:cubicBezTo>
                        <a:pt x="274" y="16"/>
                        <a:pt x="228"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1"/>
                <p:cNvSpPr/>
                <p:nvPr/>
              </p:nvSpPr>
              <p:spPr>
                <a:xfrm>
                  <a:off x="392607" y="567291"/>
                  <a:ext cx="11187" cy="10227"/>
                </a:xfrm>
                <a:custGeom>
                  <a:rect b="b" l="l" r="r" t="t"/>
                  <a:pathLst>
                    <a:path extrusionOk="0" h="362" w="396">
                      <a:moveTo>
                        <a:pt x="217" y="0"/>
                      </a:moveTo>
                      <a:cubicBezTo>
                        <a:pt x="183" y="0"/>
                        <a:pt x="150" y="15"/>
                        <a:pt x="122" y="42"/>
                      </a:cubicBezTo>
                      <a:cubicBezTo>
                        <a:pt x="1" y="103"/>
                        <a:pt x="1" y="255"/>
                        <a:pt x="122" y="316"/>
                      </a:cubicBezTo>
                      <a:cubicBezTo>
                        <a:pt x="153" y="346"/>
                        <a:pt x="191" y="362"/>
                        <a:pt x="229" y="362"/>
                      </a:cubicBezTo>
                      <a:cubicBezTo>
                        <a:pt x="267" y="362"/>
                        <a:pt x="305" y="346"/>
                        <a:pt x="335" y="316"/>
                      </a:cubicBezTo>
                      <a:cubicBezTo>
                        <a:pt x="396" y="225"/>
                        <a:pt x="396" y="134"/>
                        <a:pt x="335" y="73"/>
                      </a:cubicBezTo>
                      <a:cubicBezTo>
                        <a:pt x="302" y="23"/>
                        <a:pt x="259"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1"/>
                <p:cNvSpPr/>
                <p:nvPr/>
              </p:nvSpPr>
              <p:spPr>
                <a:xfrm>
                  <a:off x="541172" y="336944"/>
                  <a:ext cx="12035" cy="9549"/>
                </a:xfrm>
                <a:custGeom>
                  <a:rect b="b" l="l" r="r" t="t"/>
                  <a:pathLst>
                    <a:path extrusionOk="0" h="338" w="426">
                      <a:moveTo>
                        <a:pt x="200" y="0"/>
                      </a:moveTo>
                      <a:cubicBezTo>
                        <a:pt x="172" y="0"/>
                        <a:pt x="147" y="7"/>
                        <a:pt x="122" y="20"/>
                      </a:cubicBezTo>
                      <a:cubicBezTo>
                        <a:pt x="0" y="81"/>
                        <a:pt x="0" y="233"/>
                        <a:pt x="122" y="324"/>
                      </a:cubicBezTo>
                      <a:cubicBezTo>
                        <a:pt x="132" y="334"/>
                        <a:pt x="149" y="338"/>
                        <a:pt x="170" y="338"/>
                      </a:cubicBezTo>
                      <a:cubicBezTo>
                        <a:pt x="213" y="338"/>
                        <a:pt x="274" y="324"/>
                        <a:pt x="335" y="324"/>
                      </a:cubicBezTo>
                      <a:cubicBezTo>
                        <a:pt x="365" y="202"/>
                        <a:pt x="426" y="142"/>
                        <a:pt x="335" y="50"/>
                      </a:cubicBezTo>
                      <a:cubicBezTo>
                        <a:pt x="281" y="15"/>
                        <a:pt x="238"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1"/>
                <p:cNvSpPr/>
                <p:nvPr/>
              </p:nvSpPr>
              <p:spPr>
                <a:xfrm>
                  <a:off x="523121" y="352961"/>
                  <a:ext cx="904" cy="28"/>
                </a:xfrm>
                <a:custGeom>
                  <a:rect b="b" l="l" r="r" t="t"/>
                  <a:pathLst>
                    <a:path extrusionOk="0" h="1" w="32">
                      <a:moveTo>
                        <a:pt x="1" y="0"/>
                      </a:moveTo>
                      <a:lnTo>
                        <a:pt x="31" y="0"/>
                      </a:lnTo>
                      <a:lnTo>
                        <a:pt x="31" y="0"/>
                      </a:lnTo>
                      <a:lnTo>
                        <a:pt x="31" y="0"/>
                      </a:lnTo>
                      <a:lnTo>
                        <a:pt x="31"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1"/>
                <p:cNvSpPr/>
                <p:nvPr/>
              </p:nvSpPr>
              <p:spPr>
                <a:xfrm>
                  <a:off x="514533" y="352961"/>
                  <a:ext cx="14634" cy="12063"/>
                </a:xfrm>
                <a:custGeom>
                  <a:rect b="b" l="l" r="r" t="t"/>
                  <a:pathLst>
                    <a:path extrusionOk="0" h="427" w="518">
                      <a:moveTo>
                        <a:pt x="305" y="0"/>
                      </a:moveTo>
                      <a:cubicBezTo>
                        <a:pt x="153" y="61"/>
                        <a:pt x="1" y="122"/>
                        <a:pt x="92" y="335"/>
                      </a:cubicBezTo>
                      <a:cubicBezTo>
                        <a:pt x="112" y="393"/>
                        <a:pt x="157" y="427"/>
                        <a:pt x="211" y="427"/>
                      </a:cubicBezTo>
                      <a:cubicBezTo>
                        <a:pt x="240" y="427"/>
                        <a:pt x="273" y="417"/>
                        <a:pt x="305" y="395"/>
                      </a:cubicBezTo>
                      <a:cubicBezTo>
                        <a:pt x="518" y="274"/>
                        <a:pt x="366" y="122"/>
                        <a:pt x="30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1"/>
                <p:cNvSpPr/>
                <p:nvPr/>
              </p:nvSpPr>
              <p:spPr>
                <a:xfrm>
                  <a:off x="1314761" y="496695"/>
                  <a:ext cx="11243" cy="9012"/>
                </a:xfrm>
                <a:custGeom>
                  <a:rect b="b" l="l" r="r" t="t"/>
                  <a:pathLst>
                    <a:path extrusionOk="0" h="319" w="398">
                      <a:moveTo>
                        <a:pt x="231" y="0"/>
                      </a:moveTo>
                      <a:cubicBezTo>
                        <a:pt x="203" y="0"/>
                        <a:pt x="177" y="8"/>
                        <a:pt x="155" y="19"/>
                      </a:cubicBezTo>
                      <a:cubicBezTo>
                        <a:pt x="0" y="70"/>
                        <a:pt x="108" y="319"/>
                        <a:pt x="237" y="319"/>
                      </a:cubicBezTo>
                      <a:cubicBezTo>
                        <a:pt x="260" y="319"/>
                        <a:pt x="284" y="311"/>
                        <a:pt x="307" y="292"/>
                      </a:cubicBezTo>
                      <a:cubicBezTo>
                        <a:pt x="398" y="231"/>
                        <a:pt x="398" y="140"/>
                        <a:pt x="368" y="79"/>
                      </a:cubicBezTo>
                      <a:cubicBezTo>
                        <a:pt x="329" y="22"/>
                        <a:pt x="278" y="0"/>
                        <a:pt x="23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1"/>
                <p:cNvSpPr/>
                <p:nvPr/>
              </p:nvSpPr>
              <p:spPr>
                <a:xfrm>
                  <a:off x="712026" y="641108"/>
                  <a:ext cx="12910" cy="10735"/>
                </a:xfrm>
                <a:custGeom>
                  <a:rect b="b" l="l" r="r" t="t"/>
                  <a:pathLst>
                    <a:path extrusionOk="0" h="380" w="457">
                      <a:moveTo>
                        <a:pt x="314" y="1"/>
                      </a:moveTo>
                      <a:cubicBezTo>
                        <a:pt x="282" y="1"/>
                        <a:pt x="217" y="22"/>
                        <a:pt x="153" y="44"/>
                      </a:cubicBezTo>
                      <a:cubicBezTo>
                        <a:pt x="62" y="44"/>
                        <a:pt x="1" y="135"/>
                        <a:pt x="31" y="226"/>
                      </a:cubicBezTo>
                      <a:cubicBezTo>
                        <a:pt x="77" y="294"/>
                        <a:pt x="123" y="380"/>
                        <a:pt x="207" y="380"/>
                      </a:cubicBezTo>
                      <a:cubicBezTo>
                        <a:pt x="235" y="380"/>
                        <a:pt x="267" y="370"/>
                        <a:pt x="305" y="347"/>
                      </a:cubicBezTo>
                      <a:cubicBezTo>
                        <a:pt x="457" y="256"/>
                        <a:pt x="396" y="195"/>
                        <a:pt x="335" y="13"/>
                      </a:cubicBezTo>
                      <a:cubicBezTo>
                        <a:pt x="335" y="4"/>
                        <a:pt x="328" y="1"/>
                        <a:pt x="3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1"/>
                <p:cNvSpPr/>
                <p:nvPr/>
              </p:nvSpPr>
              <p:spPr>
                <a:xfrm>
                  <a:off x="399472" y="856850"/>
                  <a:ext cx="12063" cy="9775"/>
                </a:xfrm>
                <a:custGeom>
                  <a:rect b="b" l="l" r="r" t="t"/>
                  <a:pathLst>
                    <a:path extrusionOk="0" h="346" w="427">
                      <a:moveTo>
                        <a:pt x="237" y="1"/>
                      </a:moveTo>
                      <a:cubicBezTo>
                        <a:pt x="206" y="1"/>
                        <a:pt x="177" y="5"/>
                        <a:pt x="153" y="5"/>
                      </a:cubicBezTo>
                      <a:cubicBezTo>
                        <a:pt x="62" y="36"/>
                        <a:pt x="1" y="127"/>
                        <a:pt x="62" y="218"/>
                      </a:cubicBezTo>
                      <a:cubicBezTo>
                        <a:pt x="88" y="271"/>
                        <a:pt x="160" y="346"/>
                        <a:pt x="218" y="346"/>
                      </a:cubicBezTo>
                      <a:cubicBezTo>
                        <a:pt x="227" y="346"/>
                        <a:pt x="236" y="344"/>
                        <a:pt x="244" y="340"/>
                      </a:cubicBezTo>
                      <a:cubicBezTo>
                        <a:pt x="366" y="309"/>
                        <a:pt x="426" y="188"/>
                        <a:pt x="366" y="66"/>
                      </a:cubicBezTo>
                      <a:cubicBezTo>
                        <a:pt x="329" y="11"/>
                        <a:pt x="282" y="1"/>
                        <a:pt x="2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1"/>
                <p:cNvSpPr/>
                <p:nvPr/>
              </p:nvSpPr>
              <p:spPr>
                <a:xfrm>
                  <a:off x="665669" y="557602"/>
                  <a:ext cx="12910" cy="10255"/>
                </a:xfrm>
                <a:custGeom>
                  <a:rect b="b" l="l" r="r" t="t"/>
                  <a:pathLst>
                    <a:path extrusionOk="0" h="363" w="457">
                      <a:moveTo>
                        <a:pt x="262" y="1"/>
                      </a:moveTo>
                      <a:cubicBezTo>
                        <a:pt x="228" y="1"/>
                        <a:pt x="190" y="8"/>
                        <a:pt x="153" y="21"/>
                      </a:cubicBezTo>
                      <a:cubicBezTo>
                        <a:pt x="1" y="112"/>
                        <a:pt x="61" y="234"/>
                        <a:pt x="122" y="294"/>
                      </a:cubicBezTo>
                      <a:cubicBezTo>
                        <a:pt x="153" y="340"/>
                        <a:pt x="198" y="363"/>
                        <a:pt x="244" y="363"/>
                      </a:cubicBezTo>
                      <a:cubicBezTo>
                        <a:pt x="289" y="363"/>
                        <a:pt x="335" y="340"/>
                        <a:pt x="365" y="294"/>
                      </a:cubicBezTo>
                      <a:cubicBezTo>
                        <a:pt x="457" y="234"/>
                        <a:pt x="457" y="112"/>
                        <a:pt x="365" y="51"/>
                      </a:cubicBezTo>
                      <a:cubicBezTo>
                        <a:pt x="348" y="16"/>
                        <a:pt x="309" y="1"/>
                        <a:pt x="26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4" name="Google Shape;924;p21"/>
            <p:cNvSpPr/>
            <p:nvPr/>
          </p:nvSpPr>
          <p:spPr>
            <a:xfrm flipH="1" rot="7460678">
              <a:off x="7631909" y="4428275"/>
              <a:ext cx="860685" cy="881561"/>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1"/>
            <p:cNvSpPr/>
            <p:nvPr/>
          </p:nvSpPr>
          <p:spPr>
            <a:xfrm rot="5713118">
              <a:off x="518433" y="4346587"/>
              <a:ext cx="389580" cy="765625"/>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6" name="Google Shape;926;p21"/>
            <p:cNvGrpSpPr/>
            <p:nvPr/>
          </p:nvGrpSpPr>
          <p:grpSpPr>
            <a:xfrm rot="-5400000">
              <a:off x="-1927150" y="272738"/>
              <a:ext cx="3254375" cy="2457450"/>
              <a:chOff x="2257425" y="-2154812"/>
              <a:chExt cx="3254375" cy="2457450"/>
            </a:xfrm>
          </p:grpSpPr>
          <p:sp>
            <p:nvSpPr>
              <p:cNvPr id="927" name="Google Shape;927;p21"/>
              <p:cNvSpPr/>
              <p:nvPr/>
            </p:nvSpPr>
            <p:spPr>
              <a:xfrm>
                <a:off x="2257425" y="-2154812"/>
                <a:ext cx="3254375" cy="2457450"/>
              </a:xfrm>
              <a:custGeom>
                <a:rect b="b" l="l" r="r" t="t"/>
                <a:pathLst>
                  <a:path extrusionOk="0" h="652" w="862">
                    <a:moveTo>
                      <a:pt x="862" y="0"/>
                    </a:moveTo>
                    <a:cubicBezTo>
                      <a:pt x="862" y="650"/>
                      <a:pt x="862" y="650"/>
                      <a:pt x="862" y="650"/>
                    </a:cubicBezTo>
                    <a:cubicBezTo>
                      <a:pt x="850" y="650"/>
                      <a:pt x="850" y="650"/>
                      <a:pt x="850" y="650"/>
                    </a:cubicBezTo>
                    <a:cubicBezTo>
                      <a:pt x="846" y="648"/>
                      <a:pt x="842" y="647"/>
                      <a:pt x="838" y="647"/>
                    </a:cubicBezTo>
                    <a:cubicBezTo>
                      <a:pt x="831" y="647"/>
                      <a:pt x="826" y="652"/>
                      <a:pt x="820" y="647"/>
                    </a:cubicBezTo>
                    <a:cubicBezTo>
                      <a:pt x="813" y="642"/>
                      <a:pt x="806" y="634"/>
                      <a:pt x="797" y="635"/>
                    </a:cubicBezTo>
                    <a:cubicBezTo>
                      <a:pt x="795" y="635"/>
                      <a:pt x="792" y="637"/>
                      <a:pt x="791" y="637"/>
                    </a:cubicBezTo>
                    <a:cubicBezTo>
                      <a:pt x="787" y="638"/>
                      <a:pt x="787" y="636"/>
                      <a:pt x="784" y="634"/>
                    </a:cubicBezTo>
                    <a:cubicBezTo>
                      <a:pt x="781" y="632"/>
                      <a:pt x="777" y="631"/>
                      <a:pt x="774" y="632"/>
                    </a:cubicBezTo>
                    <a:cubicBezTo>
                      <a:pt x="771" y="632"/>
                      <a:pt x="771" y="634"/>
                      <a:pt x="768" y="633"/>
                    </a:cubicBezTo>
                    <a:cubicBezTo>
                      <a:pt x="765" y="633"/>
                      <a:pt x="762" y="628"/>
                      <a:pt x="758" y="628"/>
                    </a:cubicBezTo>
                    <a:cubicBezTo>
                      <a:pt x="755" y="628"/>
                      <a:pt x="753" y="630"/>
                      <a:pt x="749" y="630"/>
                    </a:cubicBezTo>
                    <a:cubicBezTo>
                      <a:pt x="744" y="630"/>
                      <a:pt x="743" y="627"/>
                      <a:pt x="739" y="630"/>
                    </a:cubicBezTo>
                    <a:cubicBezTo>
                      <a:pt x="737" y="631"/>
                      <a:pt x="735" y="634"/>
                      <a:pt x="733" y="635"/>
                    </a:cubicBezTo>
                    <a:cubicBezTo>
                      <a:pt x="725" y="632"/>
                      <a:pt x="717" y="636"/>
                      <a:pt x="708" y="634"/>
                    </a:cubicBezTo>
                    <a:cubicBezTo>
                      <a:pt x="707" y="633"/>
                      <a:pt x="704" y="632"/>
                      <a:pt x="703" y="631"/>
                    </a:cubicBezTo>
                    <a:cubicBezTo>
                      <a:pt x="701" y="630"/>
                      <a:pt x="699" y="631"/>
                      <a:pt x="697" y="630"/>
                    </a:cubicBezTo>
                    <a:cubicBezTo>
                      <a:pt x="694" y="629"/>
                      <a:pt x="694" y="628"/>
                      <a:pt x="691" y="628"/>
                    </a:cubicBezTo>
                    <a:cubicBezTo>
                      <a:pt x="689" y="628"/>
                      <a:pt x="687" y="628"/>
                      <a:pt x="685" y="628"/>
                    </a:cubicBezTo>
                    <a:cubicBezTo>
                      <a:pt x="683" y="628"/>
                      <a:pt x="681" y="628"/>
                      <a:pt x="679" y="628"/>
                    </a:cubicBezTo>
                    <a:cubicBezTo>
                      <a:pt x="678" y="628"/>
                      <a:pt x="677" y="630"/>
                      <a:pt x="676" y="630"/>
                    </a:cubicBezTo>
                    <a:cubicBezTo>
                      <a:pt x="671" y="631"/>
                      <a:pt x="667" y="629"/>
                      <a:pt x="662" y="628"/>
                    </a:cubicBezTo>
                    <a:cubicBezTo>
                      <a:pt x="660" y="627"/>
                      <a:pt x="659" y="628"/>
                      <a:pt x="656" y="627"/>
                    </a:cubicBezTo>
                    <a:cubicBezTo>
                      <a:pt x="654" y="626"/>
                      <a:pt x="653" y="624"/>
                      <a:pt x="651" y="624"/>
                    </a:cubicBezTo>
                    <a:cubicBezTo>
                      <a:pt x="647" y="623"/>
                      <a:pt x="642" y="624"/>
                      <a:pt x="638" y="624"/>
                    </a:cubicBezTo>
                    <a:cubicBezTo>
                      <a:pt x="633" y="624"/>
                      <a:pt x="628" y="625"/>
                      <a:pt x="624" y="624"/>
                    </a:cubicBezTo>
                    <a:cubicBezTo>
                      <a:pt x="621" y="623"/>
                      <a:pt x="618" y="620"/>
                      <a:pt x="614" y="620"/>
                    </a:cubicBezTo>
                    <a:cubicBezTo>
                      <a:pt x="609" y="620"/>
                      <a:pt x="606" y="620"/>
                      <a:pt x="601" y="618"/>
                    </a:cubicBezTo>
                    <a:cubicBezTo>
                      <a:pt x="599" y="617"/>
                      <a:pt x="600" y="617"/>
                      <a:pt x="597" y="617"/>
                    </a:cubicBezTo>
                    <a:cubicBezTo>
                      <a:pt x="595" y="616"/>
                      <a:pt x="592" y="614"/>
                      <a:pt x="590" y="614"/>
                    </a:cubicBezTo>
                    <a:cubicBezTo>
                      <a:pt x="585" y="614"/>
                      <a:pt x="583" y="618"/>
                      <a:pt x="580" y="620"/>
                    </a:cubicBezTo>
                    <a:cubicBezTo>
                      <a:pt x="578" y="621"/>
                      <a:pt x="576" y="620"/>
                      <a:pt x="574" y="620"/>
                    </a:cubicBezTo>
                    <a:cubicBezTo>
                      <a:pt x="572" y="621"/>
                      <a:pt x="571" y="622"/>
                      <a:pt x="569" y="622"/>
                    </a:cubicBezTo>
                    <a:cubicBezTo>
                      <a:pt x="564" y="622"/>
                      <a:pt x="560" y="615"/>
                      <a:pt x="555" y="614"/>
                    </a:cubicBezTo>
                    <a:cubicBezTo>
                      <a:pt x="553" y="614"/>
                      <a:pt x="551" y="615"/>
                      <a:pt x="549" y="614"/>
                    </a:cubicBezTo>
                    <a:cubicBezTo>
                      <a:pt x="546" y="613"/>
                      <a:pt x="544" y="610"/>
                      <a:pt x="541" y="609"/>
                    </a:cubicBezTo>
                    <a:cubicBezTo>
                      <a:pt x="536" y="608"/>
                      <a:pt x="527" y="608"/>
                      <a:pt x="522" y="610"/>
                    </a:cubicBezTo>
                    <a:cubicBezTo>
                      <a:pt x="519" y="611"/>
                      <a:pt x="515" y="615"/>
                      <a:pt x="512" y="615"/>
                    </a:cubicBezTo>
                    <a:cubicBezTo>
                      <a:pt x="508" y="615"/>
                      <a:pt x="506" y="611"/>
                      <a:pt x="503" y="609"/>
                    </a:cubicBezTo>
                    <a:cubicBezTo>
                      <a:pt x="499" y="604"/>
                      <a:pt x="498" y="605"/>
                      <a:pt x="493" y="606"/>
                    </a:cubicBezTo>
                    <a:cubicBezTo>
                      <a:pt x="491" y="607"/>
                      <a:pt x="490" y="608"/>
                      <a:pt x="488" y="607"/>
                    </a:cubicBezTo>
                    <a:cubicBezTo>
                      <a:pt x="487" y="606"/>
                      <a:pt x="487" y="604"/>
                      <a:pt x="484" y="603"/>
                    </a:cubicBezTo>
                    <a:cubicBezTo>
                      <a:pt x="481" y="602"/>
                      <a:pt x="481" y="604"/>
                      <a:pt x="478" y="605"/>
                    </a:cubicBezTo>
                    <a:cubicBezTo>
                      <a:pt x="477" y="606"/>
                      <a:pt x="476" y="607"/>
                      <a:pt x="474" y="607"/>
                    </a:cubicBezTo>
                    <a:cubicBezTo>
                      <a:pt x="473" y="607"/>
                      <a:pt x="472" y="606"/>
                      <a:pt x="471" y="605"/>
                    </a:cubicBezTo>
                    <a:cubicBezTo>
                      <a:pt x="467" y="605"/>
                      <a:pt x="467" y="608"/>
                      <a:pt x="465" y="609"/>
                    </a:cubicBezTo>
                    <a:cubicBezTo>
                      <a:pt x="462" y="609"/>
                      <a:pt x="460" y="606"/>
                      <a:pt x="458" y="605"/>
                    </a:cubicBezTo>
                    <a:cubicBezTo>
                      <a:pt x="455" y="603"/>
                      <a:pt x="452" y="602"/>
                      <a:pt x="449" y="601"/>
                    </a:cubicBezTo>
                    <a:cubicBezTo>
                      <a:pt x="449" y="601"/>
                      <a:pt x="443" y="598"/>
                      <a:pt x="443" y="598"/>
                    </a:cubicBezTo>
                    <a:cubicBezTo>
                      <a:pt x="441" y="598"/>
                      <a:pt x="441" y="599"/>
                      <a:pt x="439" y="599"/>
                    </a:cubicBezTo>
                    <a:cubicBezTo>
                      <a:pt x="435" y="599"/>
                      <a:pt x="431" y="596"/>
                      <a:pt x="427" y="596"/>
                    </a:cubicBezTo>
                    <a:cubicBezTo>
                      <a:pt x="426" y="597"/>
                      <a:pt x="426" y="597"/>
                      <a:pt x="425" y="597"/>
                    </a:cubicBezTo>
                    <a:cubicBezTo>
                      <a:pt x="423" y="597"/>
                      <a:pt x="421" y="597"/>
                      <a:pt x="419" y="597"/>
                    </a:cubicBezTo>
                    <a:cubicBezTo>
                      <a:pt x="418" y="597"/>
                      <a:pt x="416" y="597"/>
                      <a:pt x="415" y="597"/>
                    </a:cubicBezTo>
                    <a:cubicBezTo>
                      <a:pt x="411" y="597"/>
                      <a:pt x="409" y="597"/>
                      <a:pt x="405" y="595"/>
                    </a:cubicBezTo>
                    <a:cubicBezTo>
                      <a:pt x="402" y="594"/>
                      <a:pt x="400" y="595"/>
                      <a:pt x="398" y="593"/>
                    </a:cubicBezTo>
                    <a:cubicBezTo>
                      <a:pt x="396" y="592"/>
                      <a:pt x="394" y="589"/>
                      <a:pt x="392" y="588"/>
                    </a:cubicBezTo>
                    <a:cubicBezTo>
                      <a:pt x="389" y="588"/>
                      <a:pt x="389" y="591"/>
                      <a:pt x="387" y="592"/>
                    </a:cubicBezTo>
                    <a:cubicBezTo>
                      <a:pt x="386" y="593"/>
                      <a:pt x="384" y="594"/>
                      <a:pt x="383" y="593"/>
                    </a:cubicBezTo>
                    <a:cubicBezTo>
                      <a:pt x="382" y="593"/>
                      <a:pt x="382" y="592"/>
                      <a:pt x="382" y="592"/>
                    </a:cubicBezTo>
                    <a:cubicBezTo>
                      <a:pt x="376" y="592"/>
                      <a:pt x="371" y="594"/>
                      <a:pt x="365" y="594"/>
                    </a:cubicBezTo>
                    <a:cubicBezTo>
                      <a:pt x="362" y="594"/>
                      <a:pt x="357" y="594"/>
                      <a:pt x="354" y="593"/>
                    </a:cubicBezTo>
                    <a:cubicBezTo>
                      <a:pt x="353" y="592"/>
                      <a:pt x="353" y="591"/>
                      <a:pt x="351" y="590"/>
                    </a:cubicBezTo>
                    <a:cubicBezTo>
                      <a:pt x="349" y="589"/>
                      <a:pt x="348" y="590"/>
                      <a:pt x="346" y="590"/>
                    </a:cubicBezTo>
                    <a:cubicBezTo>
                      <a:pt x="342" y="589"/>
                      <a:pt x="338" y="585"/>
                      <a:pt x="334" y="584"/>
                    </a:cubicBezTo>
                    <a:cubicBezTo>
                      <a:pt x="330" y="582"/>
                      <a:pt x="326" y="580"/>
                      <a:pt x="321" y="580"/>
                    </a:cubicBezTo>
                    <a:cubicBezTo>
                      <a:pt x="319" y="580"/>
                      <a:pt x="317" y="580"/>
                      <a:pt x="315" y="580"/>
                    </a:cubicBezTo>
                    <a:cubicBezTo>
                      <a:pt x="311" y="579"/>
                      <a:pt x="313" y="579"/>
                      <a:pt x="309" y="580"/>
                    </a:cubicBezTo>
                    <a:cubicBezTo>
                      <a:pt x="301" y="581"/>
                      <a:pt x="300" y="574"/>
                      <a:pt x="293" y="572"/>
                    </a:cubicBezTo>
                    <a:cubicBezTo>
                      <a:pt x="285" y="571"/>
                      <a:pt x="285" y="576"/>
                      <a:pt x="281" y="578"/>
                    </a:cubicBezTo>
                    <a:cubicBezTo>
                      <a:pt x="279" y="578"/>
                      <a:pt x="277" y="578"/>
                      <a:pt x="276" y="579"/>
                    </a:cubicBezTo>
                    <a:cubicBezTo>
                      <a:pt x="274" y="580"/>
                      <a:pt x="272" y="582"/>
                      <a:pt x="270" y="584"/>
                    </a:cubicBezTo>
                    <a:cubicBezTo>
                      <a:pt x="269" y="584"/>
                      <a:pt x="267" y="584"/>
                      <a:pt x="265" y="584"/>
                    </a:cubicBezTo>
                    <a:cubicBezTo>
                      <a:pt x="261" y="584"/>
                      <a:pt x="256" y="584"/>
                      <a:pt x="252" y="584"/>
                    </a:cubicBezTo>
                    <a:cubicBezTo>
                      <a:pt x="246" y="584"/>
                      <a:pt x="242" y="587"/>
                      <a:pt x="237" y="588"/>
                    </a:cubicBezTo>
                    <a:cubicBezTo>
                      <a:pt x="234" y="588"/>
                      <a:pt x="230" y="585"/>
                      <a:pt x="227" y="587"/>
                    </a:cubicBezTo>
                    <a:cubicBezTo>
                      <a:pt x="224" y="589"/>
                      <a:pt x="225" y="591"/>
                      <a:pt x="223" y="593"/>
                    </a:cubicBezTo>
                    <a:cubicBezTo>
                      <a:pt x="219" y="594"/>
                      <a:pt x="215" y="589"/>
                      <a:pt x="210" y="589"/>
                    </a:cubicBezTo>
                    <a:cubicBezTo>
                      <a:pt x="204" y="590"/>
                      <a:pt x="204" y="594"/>
                      <a:pt x="198" y="592"/>
                    </a:cubicBezTo>
                    <a:cubicBezTo>
                      <a:pt x="194" y="590"/>
                      <a:pt x="193" y="589"/>
                      <a:pt x="190" y="591"/>
                    </a:cubicBezTo>
                    <a:cubicBezTo>
                      <a:pt x="187" y="594"/>
                      <a:pt x="187" y="597"/>
                      <a:pt x="183" y="599"/>
                    </a:cubicBezTo>
                    <a:cubicBezTo>
                      <a:pt x="181" y="599"/>
                      <a:pt x="179" y="600"/>
                      <a:pt x="178" y="601"/>
                    </a:cubicBezTo>
                    <a:cubicBezTo>
                      <a:pt x="177" y="602"/>
                      <a:pt x="176" y="603"/>
                      <a:pt x="175" y="603"/>
                    </a:cubicBezTo>
                    <a:cubicBezTo>
                      <a:pt x="173" y="603"/>
                      <a:pt x="169" y="599"/>
                      <a:pt x="167" y="598"/>
                    </a:cubicBezTo>
                    <a:cubicBezTo>
                      <a:pt x="159" y="593"/>
                      <a:pt x="156" y="599"/>
                      <a:pt x="149" y="597"/>
                    </a:cubicBezTo>
                    <a:cubicBezTo>
                      <a:pt x="145" y="596"/>
                      <a:pt x="142" y="592"/>
                      <a:pt x="137" y="593"/>
                    </a:cubicBezTo>
                    <a:cubicBezTo>
                      <a:pt x="135" y="593"/>
                      <a:pt x="134" y="594"/>
                      <a:pt x="133" y="595"/>
                    </a:cubicBezTo>
                    <a:cubicBezTo>
                      <a:pt x="132" y="595"/>
                      <a:pt x="131" y="595"/>
                      <a:pt x="131" y="594"/>
                    </a:cubicBezTo>
                    <a:cubicBezTo>
                      <a:pt x="126" y="594"/>
                      <a:pt x="124" y="594"/>
                      <a:pt x="120" y="598"/>
                    </a:cubicBezTo>
                    <a:cubicBezTo>
                      <a:pt x="116" y="601"/>
                      <a:pt x="115" y="603"/>
                      <a:pt x="110" y="603"/>
                    </a:cubicBezTo>
                    <a:cubicBezTo>
                      <a:pt x="108" y="603"/>
                      <a:pt x="104" y="602"/>
                      <a:pt x="103" y="603"/>
                    </a:cubicBezTo>
                    <a:cubicBezTo>
                      <a:pt x="100" y="605"/>
                      <a:pt x="99" y="612"/>
                      <a:pt x="98" y="614"/>
                    </a:cubicBezTo>
                    <a:cubicBezTo>
                      <a:pt x="92" y="613"/>
                      <a:pt x="89" y="608"/>
                      <a:pt x="83" y="606"/>
                    </a:cubicBezTo>
                    <a:cubicBezTo>
                      <a:pt x="80" y="606"/>
                      <a:pt x="78" y="604"/>
                      <a:pt x="75" y="605"/>
                    </a:cubicBezTo>
                    <a:cubicBezTo>
                      <a:pt x="73" y="605"/>
                      <a:pt x="72" y="606"/>
                      <a:pt x="70" y="607"/>
                    </a:cubicBezTo>
                    <a:cubicBezTo>
                      <a:pt x="64" y="609"/>
                      <a:pt x="57" y="606"/>
                      <a:pt x="50" y="607"/>
                    </a:cubicBezTo>
                    <a:cubicBezTo>
                      <a:pt x="46" y="609"/>
                      <a:pt x="40" y="608"/>
                      <a:pt x="37" y="611"/>
                    </a:cubicBezTo>
                    <a:cubicBezTo>
                      <a:pt x="35" y="613"/>
                      <a:pt x="35" y="616"/>
                      <a:pt x="33" y="618"/>
                    </a:cubicBezTo>
                    <a:cubicBezTo>
                      <a:pt x="31" y="619"/>
                      <a:pt x="28" y="618"/>
                      <a:pt x="26" y="619"/>
                    </a:cubicBezTo>
                    <a:cubicBezTo>
                      <a:pt x="24" y="619"/>
                      <a:pt x="22" y="620"/>
                      <a:pt x="20" y="620"/>
                    </a:cubicBezTo>
                    <a:cubicBezTo>
                      <a:pt x="17" y="620"/>
                      <a:pt x="14" y="621"/>
                      <a:pt x="12" y="623"/>
                    </a:cubicBezTo>
                    <a:cubicBezTo>
                      <a:pt x="9" y="625"/>
                      <a:pt x="10" y="627"/>
                      <a:pt x="6" y="628"/>
                    </a:cubicBezTo>
                    <a:cubicBezTo>
                      <a:pt x="4" y="629"/>
                      <a:pt x="2" y="628"/>
                      <a:pt x="0" y="628"/>
                    </a:cubicBezTo>
                    <a:cubicBezTo>
                      <a:pt x="0" y="0"/>
                      <a:pt x="0" y="0"/>
                      <a:pt x="0" y="0"/>
                    </a:cubicBezTo>
                    <a:cubicBezTo>
                      <a:pt x="32" y="0"/>
                      <a:pt x="32" y="0"/>
                      <a:pt x="32" y="0"/>
                    </a:cubicBezTo>
                    <a:cubicBezTo>
                      <a:pt x="29" y="8"/>
                      <a:pt x="26" y="16"/>
                      <a:pt x="28" y="24"/>
                    </a:cubicBezTo>
                    <a:cubicBezTo>
                      <a:pt x="24" y="26"/>
                      <a:pt x="21" y="29"/>
                      <a:pt x="21" y="34"/>
                    </a:cubicBezTo>
                    <a:cubicBezTo>
                      <a:pt x="21" y="40"/>
                      <a:pt x="26" y="45"/>
                      <a:pt x="32" y="45"/>
                    </a:cubicBezTo>
                    <a:cubicBezTo>
                      <a:pt x="38" y="45"/>
                      <a:pt x="43" y="40"/>
                      <a:pt x="43" y="34"/>
                    </a:cubicBezTo>
                    <a:cubicBezTo>
                      <a:pt x="43" y="29"/>
                      <a:pt x="40" y="25"/>
                      <a:pt x="35" y="23"/>
                    </a:cubicBezTo>
                    <a:cubicBezTo>
                      <a:pt x="34" y="16"/>
                      <a:pt x="37" y="8"/>
                      <a:pt x="40" y="0"/>
                    </a:cubicBezTo>
                    <a:cubicBezTo>
                      <a:pt x="96" y="0"/>
                      <a:pt x="96" y="0"/>
                      <a:pt x="96" y="0"/>
                    </a:cubicBezTo>
                    <a:cubicBezTo>
                      <a:pt x="93" y="2"/>
                      <a:pt x="89" y="5"/>
                      <a:pt x="87" y="8"/>
                    </a:cubicBezTo>
                    <a:cubicBezTo>
                      <a:pt x="84" y="13"/>
                      <a:pt x="83" y="19"/>
                      <a:pt x="84" y="24"/>
                    </a:cubicBezTo>
                    <a:cubicBezTo>
                      <a:pt x="81" y="26"/>
                      <a:pt x="78" y="30"/>
                      <a:pt x="78" y="34"/>
                    </a:cubicBezTo>
                    <a:cubicBezTo>
                      <a:pt x="78" y="40"/>
                      <a:pt x="83" y="45"/>
                      <a:pt x="89" y="45"/>
                    </a:cubicBezTo>
                    <a:cubicBezTo>
                      <a:pt x="95" y="45"/>
                      <a:pt x="100" y="40"/>
                      <a:pt x="100" y="34"/>
                    </a:cubicBezTo>
                    <a:cubicBezTo>
                      <a:pt x="100" y="29"/>
                      <a:pt x="96" y="24"/>
                      <a:pt x="92" y="23"/>
                    </a:cubicBezTo>
                    <a:cubicBezTo>
                      <a:pt x="91" y="22"/>
                      <a:pt x="91" y="20"/>
                      <a:pt x="91" y="18"/>
                    </a:cubicBezTo>
                    <a:cubicBezTo>
                      <a:pt x="91" y="18"/>
                      <a:pt x="91" y="18"/>
                      <a:pt x="91" y="18"/>
                    </a:cubicBezTo>
                    <a:cubicBezTo>
                      <a:pt x="91" y="18"/>
                      <a:pt x="91" y="18"/>
                      <a:pt x="92" y="18"/>
                    </a:cubicBezTo>
                    <a:cubicBezTo>
                      <a:pt x="92" y="18"/>
                      <a:pt x="92" y="17"/>
                      <a:pt x="92" y="17"/>
                    </a:cubicBezTo>
                    <a:cubicBezTo>
                      <a:pt x="92" y="16"/>
                      <a:pt x="92" y="16"/>
                      <a:pt x="92" y="15"/>
                    </a:cubicBezTo>
                    <a:cubicBezTo>
                      <a:pt x="92" y="15"/>
                      <a:pt x="92" y="15"/>
                      <a:pt x="92" y="15"/>
                    </a:cubicBezTo>
                    <a:cubicBezTo>
                      <a:pt x="93" y="14"/>
                      <a:pt x="93" y="14"/>
                      <a:pt x="93" y="14"/>
                    </a:cubicBezTo>
                    <a:cubicBezTo>
                      <a:pt x="93" y="13"/>
                      <a:pt x="94" y="13"/>
                      <a:pt x="94" y="12"/>
                    </a:cubicBezTo>
                    <a:cubicBezTo>
                      <a:pt x="94" y="12"/>
                      <a:pt x="94" y="12"/>
                      <a:pt x="94" y="12"/>
                    </a:cubicBezTo>
                    <a:cubicBezTo>
                      <a:pt x="94" y="12"/>
                      <a:pt x="94" y="12"/>
                      <a:pt x="94" y="12"/>
                    </a:cubicBezTo>
                    <a:cubicBezTo>
                      <a:pt x="94" y="12"/>
                      <a:pt x="95" y="11"/>
                      <a:pt x="95" y="11"/>
                    </a:cubicBezTo>
                    <a:cubicBezTo>
                      <a:pt x="95" y="11"/>
                      <a:pt x="96" y="10"/>
                      <a:pt x="96" y="10"/>
                    </a:cubicBezTo>
                    <a:cubicBezTo>
                      <a:pt x="97" y="9"/>
                      <a:pt x="97" y="9"/>
                      <a:pt x="98" y="8"/>
                    </a:cubicBezTo>
                    <a:cubicBezTo>
                      <a:pt x="98" y="8"/>
                      <a:pt x="98" y="8"/>
                      <a:pt x="98" y="8"/>
                    </a:cubicBezTo>
                    <a:cubicBezTo>
                      <a:pt x="99" y="8"/>
                      <a:pt x="99" y="7"/>
                      <a:pt x="99" y="7"/>
                    </a:cubicBezTo>
                    <a:cubicBezTo>
                      <a:pt x="102" y="5"/>
                      <a:pt x="105" y="4"/>
                      <a:pt x="108" y="2"/>
                    </a:cubicBezTo>
                    <a:cubicBezTo>
                      <a:pt x="109" y="1"/>
                      <a:pt x="109" y="1"/>
                      <a:pt x="109" y="0"/>
                    </a:cubicBezTo>
                    <a:cubicBezTo>
                      <a:pt x="144" y="0"/>
                      <a:pt x="144" y="0"/>
                      <a:pt x="144" y="0"/>
                    </a:cubicBezTo>
                    <a:cubicBezTo>
                      <a:pt x="143" y="3"/>
                      <a:pt x="142" y="5"/>
                      <a:pt x="142" y="8"/>
                    </a:cubicBezTo>
                    <a:cubicBezTo>
                      <a:pt x="141" y="13"/>
                      <a:pt x="141" y="19"/>
                      <a:pt x="142" y="24"/>
                    </a:cubicBezTo>
                    <a:cubicBezTo>
                      <a:pt x="138" y="26"/>
                      <a:pt x="135" y="29"/>
                      <a:pt x="135" y="34"/>
                    </a:cubicBezTo>
                    <a:cubicBezTo>
                      <a:pt x="135" y="40"/>
                      <a:pt x="140" y="45"/>
                      <a:pt x="146" y="45"/>
                    </a:cubicBezTo>
                    <a:cubicBezTo>
                      <a:pt x="152" y="45"/>
                      <a:pt x="157" y="40"/>
                      <a:pt x="157" y="34"/>
                    </a:cubicBezTo>
                    <a:cubicBezTo>
                      <a:pt x="157" y="29"/>
                      <a:pt x="154" y="25"/>
                      <a:pt x="149" y="23"/>
                    </a:cubicBezTo>
                    <a:cubicBezTo>
                      <a:pt x="149" y="15"/>
                      <a:pt x="149" y="7"/>
                      <a:pt x="152" y="0"/>
                    </a:cubicBezTo>
                    <a:cubicBezTo>
                      <a:pt x="204" y="0"/>
                      <a:pt x="204" y="0"/>
                      <a:pt x="204" y="0"/>
                    </a:cubicBezTo>
                    <a:cubicBezTo>
                      <a:pt x="202" y="4"/>
                      <a:pt x="200" y="8"/>
                      <a:pt x="199" y="12"/>
                    </a:cubicBezTo>
                    <a:cubicBezTo>
                      <a:pt x="198" y="16"/>
                      <a:pt x="198" y="20"/>
                      <a:pt x="198" y="24"/>
                    </a:cubicBezTo>
                    <a:cubicBezTo>
                      <a:pt x="195" y="26"/>
                      <a:pt x="192" y="30"/>
                      <a:pt x="192" y="34"/>
                    </a:cubicBezTo>
                    <a:cubicBezTo>
                      <a:pt x="192" y="40"/>
                      <a:pt x="197" y="45"/>
                      <a:pt x="203" y="45"/>
                    </a:cubicBezTo>
                    <a:cubicBezTo>
                      <a:pt x="209" y="45"/>
                      <a:pt x="214" y="40"/>
                      <a:pt x="214" y="34"/>
                    </a:cubicBezTo>
                    <a:cubicBezTo>
                      <a:pt x="214" y="29"/>
                      <a:pt x="211" y="25"/>
                      <a:pt x="206" y="23"/>
                    </a:cubicBezTo>
                    <a:cubicBezTo>
                      <a:pt x="206" y="22"/>
                      <a:pt x="206" y="21"/>
                      <a:pt x="206" y="20"/>
                    </a:cubicBezTo>
                    <a:cubicBezTo>
                      <a:pt x="206" y="19"/>
                      <a:pt x="206" y="18"/>
                      <a:pt x="206" y="17"/>
                    </a:cubicBezTo>
                    <a:cubicBezTo>
                      <a:pt x="206" y="16"/>
                      <a:pt x="206" y="16"/>
                      <a:pt x="206" y="16"/>
                    </a:cubicBezTo>
                    <a:cubicBezTo>
                      <a:pt x="206" y="16"/>
                      <a:pt x="206" y="16"/>
                      <a:pt x="206" y="16"/>
                    </a:cubicBezTo>
                    <a:cubicBezTo>
                      <a:pt x="206" y="16"/>
                      <a:pt x="206" y="16"/>
                      <a:pt x="206" y="16"/>
                    </a:cubicBezTo>
                    <a:cubicBezTo>
                      <a:pt x="206" y="15"/>
                      <a:pt x="207" y="14"/>
                      <a:pt x="207" y="14"/>
                    </a:cubicBezTo>
                    <a:cubicBezTo>
                      <a:pt x="208" y="9"/>
                      <a:pt x="210" y="5"/>
                      <a:pt x="213" y="1"/>
                    </a:cubicBezTo>
                    <a:cubicBezTo>
                      <a:pt x="213" y="0"/>
                      <a:pt x="213" y="0"/>
                      <a:pt x="213" y="0"/>
                    </a:cubicBezTo>
                    <a:cubicBezTo>
                      <a:pt x="257" y="0"/>
                      <a:pt x="257" y="0"/>
                      <a:pt x="257" y="0"/>
                    </a:cubicBezTo>
                    <a:cubicBezTo>
                      <a:pt x="256" y="2"/>
                      <a:pt x="255" y="5"/>
                      <a:pt x="255" y="7"/>
                    </a:cubicBezTo>
                    <a:cubicBezTo>
                      <a:pt x="254" y="13"/>
                      <a:pt x="255" y="18"/>
                      <a:pt x="255" y="24"/>
                    </a:cubicBezTo>
                    <a:cubicBezTo>
                      <a:pt x="252" y="26"/>
                      <a:pt x="249" y="29"/>
                      <a:pt x="249" y="34"/>
                    </a:cubicBezTo>
                    <a:cubicBezTo>
                      <a:pt x="249" y="40"/>
                      <a:pt x="254" y="45"/>
                      <a:pt x="260" y="45"/>
                    </a:cubicBezTo>
                    <a:cubicBezTo>
                      <a:pt x="266" y="45"/>
                      <a:pt x="271" y="40"/>
                      <a:pt x="271" y="34"/>
                    </a:cubicBezTo>
                    <a:cubicBezTo>
                      <a:pt x="271" y="29"/>
                      <a:pt x="268" y="25"/>
                      <a:pt x="263" y="23"/>
                    </a:cubicBezTo>
                    <a:cubicBezTo>
                      <a:pt x="262" y="18"/>
                      <a:pt x="261" y="13"/>
                      <a:pt x="262" y="8"/>
                    </a:cubicBezTo>
                    <a:cubicBezTo>
                      <a:pt x="263" y="5"/>
                      <a:pt x="264" y="3"/>
                      <a:pt x="265" y="0"/>
                    </a:cubicBezTo>
                    <a:cubicBezTo>
                      <a:pt x="313" y="0"/>
                      <a:pt x="313" y="0"/>
                      <a:pt x="313" y="0"/>
                    </a:cubicBezTo>
                    <a:cubicBezTo>
                      <a:pt x="313" y="3"/>
                      <a:pt x="313" y="6"/>
                      <a:pt x="313" y="9"/>
                    </a:cubicBezTo>
                    <a:cubicBezTo>
                      <a:pt x="313" y="14"/>
                      <a:pt x="313" y="19"/>
                      <a:pt x="313" y="24"/>
                    </a:cubicBezTo>
                    <a:cubicBezTo>
                      <a:pt x="309" y="25"/>
                      <a:pt x="306" y="29"/>
                      <a:pt x="306" y="34"/>
                    </a:cubicBezTo>
                    <a:cubicBezTo>
                      <a:pt x="306" y="40"/>
                      <a:pt x="311" y="45"/>
                      <a:pt x="317" y="45"/>
                    </a:cubicBezTo>
                    <a:cubicBezTo>
                      <a:pt x="323" y="45"/>
                      <a:pt x="328" y="40"/>
                      <a:pt x="328" y="34"/>
                    </a:cubicBezTo>
                    <a:cubicBezTo>
                      <a:pt x="328" y="29"/>
                      <a:pt x="325" y="25"/>
                      <a:pt x="321" y="24"/>
                    </a:cubicBezTo>
                    <a:cubicBezTo>
                      <a:pt x="321" y="18"/>
                      <a:pt x="321" y="13"/>
                      <a:pt x="321" y="8"/>
                    </a:cubicBezTo>
                    <a:cubicBezTo>
                      <a:pt x="321" y="5"/>
                      <a:pt x="321" y="3"/>
                      <a:pt x="320" y="0"/>
                    </a:cubicBezTo>
                    <a:cubicBezTo>
                      <a:pt x="371" y="0"/>
                      <a:pt x="371" y="0"/>
                      <a:pt x="371" y="0"/>
                    </a:cubicBezTo>
                    <a:cubicBezTo>
                      <a:pt x="368" y="7"/>
                      <a:pt x="370" y="15"/>
                      <a:pt x="372" y="23"/>
                    </a:cubicBezTo>
                    <a:cubicBezTo>
                      <a:pt x="367" y="24"/>
                      <a:pt x="363" y="29"/>
                      <a:pt x="363" y="34"/>
                    </a:cubicBezTo>
                    <a:cubicBezTo>
                      <a:pt x="363" y="40"/>
                      <a:pt x="368" y="45"/>
                      <a:pt x="374" y="45"/>
                    </a:cubicBezTo>
                    <a:cubicBezTo>
                      <a:pt x="380" y="45"/>
                      <a:pt x="385" y="40"/>
                      <a:pt x="385" y="34"/>
                    </a:cubicBezTo>
                    <a:cubicBezTo>
                      <a:pt x="385" y="30"/>
                      <a:pt x="383" y="27"/>
                      <a:pt x="380" y="25"/>
                    </a:cubicBezTo>
                    <a:cubicBezTo>
                      <a:pt x="380" y="23"/>
                      <a:pt x="379" y="22"/>
                      <a:pt x="379" y="20"/>
                    </a:cubicBezTo>
                    <a:cubicBezTo>
                      <a:pt x="378" y="17"/>
                      <a:pt x="378" y="14"/>
                      <a:pt x="377" y="11"/>
                    </a:cubicBezTo>
                    <a:cubicBezTo>
                      <a:pt x="377" y="7"/>
                      <a:pt x="377" y="5"/>
                      <a:pt x="378" y="2"/>
                    </a:cubicBezTo>
                    <a:cubicBezTo>
                      <a:pt x="378" y="2"/>
                      <a:pt x="378" y="2"/>
                      <a:pt x="378" y="2"/>
                    </a:cubicBezTo>
                    <a:cubicBezTo>
                      <a:pt x="378" y="2"/>
                      <a:pt x="378" y="2"/>
                      <a:pt x="378" y="2"/>
                    </a:cubicBezTo>
                    <a:cubicBezTo>
                      <a:pt x="378" y="1"/>
                      <a:pt x="379" y="1"/>
                      <a:pt x="379" y="1"/>
                    </a:cubicBezTo>
                    <a:cubicBezTo>
                      <a:pt x="379" y="0"/>
                      <a:pt x="379" y="0"/>
                      <a:pt x="379" y="0"/>
                    </a:cubicBezTo>
                    <a:cubicBezTo>
                      <a:pt x="424" y="0"/>
                      <a:pt x="424" y="0"/>
                      <a:pt x="424" y="0"/>
                    </a:cubicBezTo>
                    <a:cubicBezTo>
                      <a:pt x="423" y="8"/>
                      <a:pt x="423" y="16"/>
                      <a:pt x="426" y="24"/>
                    </a:cubicBezTo>
                    <a:cubicBezTo>
                      <a:pt x="422" y="26"/>
                      <a:pt x="420" y="30"/>
                      <a:pt x="420" y="34"/>
                    </a:cubicBezTo>
                    <a:cubicBezTo>
                      <a:pt x="420" y="40"/>
                      <a:pt x="425" y="45"/>
                      <a:pt x="431" y="45"/>
                    </a:cubicBezTo>
                    <a:cubicBezTo>
                      <a:pt x="437" y="45"/>
                      <a:pt x="442" y="40"/>
                      <a:pt x="442" y="34"/>
                    </a:cubicBezTo>
                    <a:cubicBezTo>
                      <a:pt x="442" y="29"/>
                      <a:pt x="438" y="24"/>
                      <a:pt x="433" y="23"/>
                    </a:cubicBezTo>
                    <a:cubicBezTo>
                      <a:pt x="431" y="16"/>
                      <a:pt x="431" y="8"/>
                      <a:pt x="432" y="0"/>
                    </a:cubicBezTo>
                    <a:cubicBezTo>
                      <a:pt x="486" y="0"/>
                      <a:pt x="486" y="0"/>
                      <a:pt x="486" y="0"/>
                    </a:cubicBezTo>
                    <a:cubicBezTo>
                      <a:pt x="484" y="6"/>
                      <a:pt x="482" y="12"/>
                      <a:pt x="485" y="18"/>
                    </a:cubicBezTo>
                    <a:cubicBezTo>
                      <a:pt x="484" y="20"/>
                      <a:pt x="483" y="22"/>
                      <a:pt x="482" y="25"/>
                    </a:cubicBezTo>
                    <a:cubicBezTo>
                      <a:pt x="480" y="26"/>
                      <a:pt x="479" y="28"/>
                      <a:pt x="478" y="30"/>
                    </a:cubicBezTo>
                    <a:cubicBezTo>
                      <a:pt x="477" y="31"/>
                      <a:pt x="477" y="32"/>
                      <a:pt x="477" y="33"/>
                    </a:cubicBezTo>
                    <a:cubicBezTo>
                      <a:pt x="477" y="33"/>
                      <a:pt x="477" y="33"/>
                      <a:pt x="477" y="34"/>
                    </a:cubicBezTo>
                    <a:cubicBezTo>
                      <a:pt x="477" y="40"/>
                      <a:pt x="482" y="45"/>
                      <a:pt x="488" y="45"/>
                    </a:cubicBezTo>
                    <a:cubicBezTo>
                      <a:pt x="494" y="45"/>
                      <a:pt x="499" y="40"/>
                      <a:pt x="499" y="34"/>
                    </a:cubicBezTo>
                    <a:cubicBezTo>
                      <a:pt x="499" y="29"/>
                      <a:pt x="495" y="25"/>
                      <a:pt x="491" y="23"/>
                    </a:cubicBezTo>
                    <a:cubicBezTo>
                      <a:pt x="492" y="22"/>
                      <a:pt x="492" y="20"/>
                      <a:pt x="493" y="19"/>
                    </a:cubicBezTo>
                    <a:cubicBezTo>
                      <a:pt x="494" y="17"/>
                      <a:pt x="493" y="16"/>
                      <a:pt x="492" y="15"/>
                    </a:cubicBezTo>
                    <a:cubicBezTo>
                      <a:pt x="489" y="12"/>
                      <a:pt x="492" y="7"/>
                      <a:pt x="493" y="4"/>
                    </a:cubicBezTo>
                    <a:cubicBezTo>
                      <a:pt x="494" y="2"/>
                      <a:pt x="494" y="1"/>
                      <a:pt x="495" y="0"/>
                    </a:cubicBezTo>
                    <a:cubicBezTo>
                      <a:pt x="540" y="0"/>
                      <a:pt x="540" y="0"/>
                      <a:pt x="540" y="0"/>
                    </a:cubicBezTo>
                    <a:cubicBezTo>
                      <a:pt x="539" y="5"/>
                      <a:pt x="539" y="9"/>
                      <a:pt x="540" y="14"/>
                    </a:cubicBezTo>
                    <a:cubicBezTo>
                      <a:pt x="541" y="17"/>
                      <a:pt x="542" y="20"/>
                      <a:pt x="543" y="23"/>
                    </a:cubicBezTo>
                    <a:cubicBezTo>
                      <a:pt x="538" y="24"/>
                      <a:pt x="534" y="28"/>
                      <a:pt x="534" y="34"/>
                    </a:cubicBezTo>
                    <a:cubicBezTo>
                      <a:pt x="534" y="40"/>
                      <a:pt x="539" y="45"/>
                      <a:pt x="545" y="45"/>
                    </a:cubicBezTo>
                    <a:cubicBezTo>
                      <a:pt x="551" y="45"/>
                      <a:pt x="556" y="40"/>
                      <a:pt x="556" y="34"/>
                    </a:cubicBezTo>
                    <a:cubicBezTo>
                      <a:pt x="556" y="31"/>
                      <a:pt x="555" y="29"/>
                      <a:pt x="554" y="27"/>
                    </a:cubicBezTo>
                    <a:cubicBezTo>
                      <a:pt x="554" y="26"/>
                      <a:pt x="554" y="24"/>
                      <a:pt x="553" y="23"/>
                    </a:cubicBezTo>
                    <a:cubicBezTo>
                      <a:pt x="552" y="22"/>
                      <a:pt x="551" y="21"/>
                      <a:pt x="550" y="19"/>
                    </a:cubicBezTo>
                    <a:cubicBezTo>
                      <a:pt x="550" y="19"/>
                      <a:pt x="550" y="19"/>
                      <a:pt x="549" y="18"/>
                    </a:cubicBezTo>
                    <a:cubicBezTo>
                      <a:pt x="549" y="18"/>
                      <a:pt x="549" y="16"/>
                      <a:pt x="549" y="16"/>
                    </a:cubicBezTo>
                    <a:cubicBezTo>
                      <a:pt x="547" y="10"/>
                      <a:pt x="547" y="5"/>
                      <a:pt x="548" y="0"/>
                    </a:cubicBezTo>
                    <a:cubicBezTo>
                      <a:pt x="600" y="0"/>
                      <a:pt x="600" y="0"/>
                      <a:pt x="600" y="0"/>
                    </a:cubicBezTo>
                    <a:cubicBezTo>
                      <a:pt x="597" y="8"/>
                      <a:pt x="594" y="17"/>
                      <a:pt x="595" y="25"/>
                    </a:cubicBezTo>
                    <a:cubicBezTo>
                      <a:pt x="593" y="27"/>
                      <a:pt x="591" y="30"/>
                      <a:pt x="591" y="34"/>
                    </a:cubicBezTo>
                    <a:cubicBezTo>
                      <a:pt x="591" y="40"/>
                      <a:pt x="596" y="45"/>
                      <a:pt x="602" y="45"/>
                    </a:cubicBezTo>
                    <a:cubicBezTo>
                      <a:pt x="608" y="45"/>
                      <a:pt x="613" y="40"/>
                      <a:pt x="613" y="34"/>
                    </a:cubicBezTo>
                    <a:cubicBezTo>
                      <a:pt x="613" y="28"/>
                      <a:pt x="608" y="24"/>
                      <a:pt x="603" y="23"/>
                    </a:cubicBezTo>
                    <a:cubicBezTo>
                      <a:pt x="602" y="15"/>
                      <a:pt x="605" y="7"/>
                      <a:pt x="608" y="0"/>
                    </a:cubicBezTo>
                    <a:cubicBezTo>
                      <a:pt x="657" y="0"/>
                      <a:pt x="657" y="0"/>
                      <a:pt x="657" y="0"/>
                    </a:cubicBezTo>
                    <a:cubicBezTo>
                      <a:pt x="657" y="5"/>
                      <a:pt x="654" y="10"/>
                      <a:pt x="651" y="14"/>
                    </a:cubicBezTo>
                    <a:cubicBezTo>
                      <a:pt x="650" y="16"/>
                      <a:pt x="655" y="22"/>
                      <a:pt x="656" y="23"/>
                    </a:cubicBezTo>
                    <a:cubicBezTo>
                      <a:pt x="651" y="25"/>
                      <a:pt x="648" y="29"/>
                      <a:pt x="648" y="34"/>
                    </a:cubicBezTo>
                    <a:cubicBezTo>
                      <a:pt x="648" y="40"/>
                      <a:pt x="653" y="45"/>
                      <a:pt x="659" y="45"/>
                    </a:cubicBezTo>
                    <a:cubicBezTo>
                      <a:pt x="665" y="45"/>
                      <a:pt x="669" y="40"/>
                      <a:pt x="669" y="34"/>
                    </a:cubicBezTo>
                    <a:cubicBezTo>
                      <a:pt x="669" y="30"/>
                      <a:pt x="667" y="26"/>
                      <a:pt x="664" y="24"/>
                    </a:cubicBezTo>
                    <a:cubicBezTo>
                      <a:pt x="663" y="21"/>
                      <a:pt x="665" y="5"/>
                      <a:pt x="665" y="0"/>
                    </a:cubicBezTo>
                    <a:cubicBezTo>
                      <a:pt x="705" y="0"/>
                      <a:pt x="705" y="0"/>
                      <a:pt x="705" y="0"/>
                    </a:cubicBezTo>
                    <a:cubicBezTo>
                      <a:pt x="704" y="4"/>
                      <a:pt x="704" y="9"/>
                      <a:pt x="705" y="13"/>
                    </a:cubicBezTo>
                    <a:cubicBezTo>
                      <a:pt x="706" y="17"/>
                      <a:pt x="708" y="21"/>
                      <a:pt x="710" y="25"/>
                    </a:cubicBezTo>
                    <a:cubicBezTo>
                      <a:pt x="707" y="27"/>
                      <a:pt x="705" y="30"/>
                      <a:pt x="705" y="34"/>
                    </a:cubicBezTo>
                    <a:cubicBezTo>
                      <a:pt x="705" y="40"/>
                      <a:pt x="710" y="45"/>
                      <a:pt x="716" y="45"/>
                    </a:cubicBezTo>
                    <a:cubicBezTo>
                      <a:pt x="722" y="45"/>
                      <a:pt x="726" y="40"/>
                      <a:pt x="726" y="34"/>
                    </a:cubicBezTo>
                    <a:cubicBezTo>
                      <a:pt x="726" y="29"/>
                      <a:pt x="723" y="24"/>
                      <a:pt x="718" y="23"/>
                    </a:cubicBezTo>
                    <a:cubicBezTo>
                      <a:pt x="718" y="15"/>
                      <a:pt x="717" y="8"/>
                      <a:pt x="716" y="0"/>
                    </a:cubicBezTo>
                    <a:cubicBezTo>
                      <a:pt x="761" y="0"/>
                      <a:pt x="761" y="0"/>
                      <a:pt x="761" y="0"/>
                    </a:cubicBezTo>
                    <a:cubicBezTo>
                      <a:pt x="760" y="5"/>
                      <a:pt x="762" y="10"/>
                      <a:pt x="763" y="15"/>
                    </a:cubicBezTo>
                    <a:cubicBezTo>
                      <a:pt x="764" y="18"/>
                      <a:pt x="765" y="22"/>
                      <a:pt x="766" y="25"/>
                    </a:cubicBezTo>
                    <a:cubicBezTo>
                      <a:pt x="763" y="27"/>
                      <a:pt x="762" y="30"/>
                      <a:pt x="762" y="34"/>
                    </a:cubicBezTo>
                    <a:cubicBezTo>
                      <a:pt x="762" y="40"/>
                      <a:pt x="767" y="45"/>
                      <a:pt x="773" y="45"/>
                    </a:cubicBezTo>
                    <a:cubicBezTo>
                      <a:pt x="778" y="45"/>
                      <a:pt x="783" y="40"/>
                      <a:pt x="783" y="34"/>
                    </a:cubicBezTo>
                    <a:cubicBezTo>
                      <a:pt x="783" y="30"/>
                      <a:pt x="782" y="27"/>
                      <a:pt x="779" y="25"/>
                    </a:cubicBezTo>
                    <a:cubicBezTo>
                      <a:pt x="780" y="20"/>
                      <a:pt x="780" y="15"/>
                      <a:pt x="780" y="10"/>
                    </a:cubicBezTo>
                    <a:cubicBezTo>
                      <a:pt x="780" y="7"/>
                      <a:pt x="780" y="3"/>
                      <a:pt x="779" y="0"/>
                    </a:cubicBezTo>
                    <a:cubicBezTo>
                      <a:pt x="830" y="0"/>
                      <a:pt x="830" y="0"/>
                      <a:pt x="830" y="0"/>
                    </a:cubicBezTo>
                    <a:cubicBezTo>
                      <a:pt x="829" y="1"/>
                      <a:pt x="829" y="1"/>
                      <a:pt x="829" y="2"/>
                    </a:cubicBezTo>
                    <a:cubicBezTo>
                      <a:pt x="826" y="9"/>
                      <a:pt x="824" y="17"/>
                      <a:pt x="823" y="25"/>
                    </a:cubicBezTo>
                    <a:cubicBezTo>
                      <a:pt x="821" y="27"/>
                      <a:pt x="819" y="30"/>
                      <a:pt x="819" y="34"/>
                    </a:cubicBezTo>
                    <a:cubicBezTo>
                      <a:pt x="819" y="40"/>
                      <a:pt x="823" y="45"/>
                      <a:pt x="829" y="45"/>
                    </a:cubicBezTo>
                    <a:cubicBezTo>
                      <a:pt x="835" y="45"/>
                      <a:pt x="840" y="40"/>
                      <a:pt x="840" y="34"/>
                    </a:cubicBezTo>
                    <a:cubicBezTo>
                      <a:pt x="840" y="28"/>
                      <a:pt x="836" y="24"/>
                      <a:pt x="831" y="23"/>
                    </a:cubicBezTo>
                    <a:cubicBezTo>
                      <a:pt x="832" y="17"/>
                      <a:pt x="834" y="10"/>
                      <a:pt x="836" y="4"/>
                    </a:cubicBezTo>
                    <a:cubicBezTo>
                      <a:pt x="837" y="3"/>
                      <a:pt x="837" y="1"/>
                      <a:pt x="838" y="0"/>
                    </a:cubicBezTo>
                    <a:lnTo>
                      <a:pt x="862" y="0"/>
                    </a:lnTo>
                    <a:close/>
                  </a:path>
                </a:pathLst>
              </a:custGeom>
              <a:solidFill>
                <a:schemeClr val="dk2"/>
              </a:solidFill>
              <a:ln>
                <a:noFill/>
              </a:ln>
              <a:effectLst>
                <a:outerShdw blurRad="57150" rotWithShape="0" algn="bl" dir="540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28" name="Google Shape;928;p21"/>
              <p:cNvGrpSpPr/>
              <p:nvPr/>
            </p:nvGrpSpPr>
            <p:grpSpPr>
              <a:xfrm>
                <a:off x="2257425" y="-1661099"/>
                <a:ext cx="3254375" cy="1952626"/>
                <a:chOff x="2257425" y="-1661099"/>
                <a:chExt cx="3254375" cy="1952626"/>
              </a:xfrm>
            </p:grpSpPr>
            <p:sp>
              <p:nvSpPr>
                <p:cNvPr id="929" name="Google Shape;929;p21"/>
                <p:cNvSpPr/>
                <p:nvPr/>
              </p:nvSpPr>
              <p:spPr>
                <a:xfrm>
                  <a:off x="2257425" y="166113"/>
                  <a:ext cx="127000" cy="7938"/>
                </a:xfrm>
                <a:custGeom>
                  <a:rect b="b" l="l" r="r" t="t"/>
                  <a:pathLst>
                    <a:path extrusionOk="0" h="2" w="34">
                      <a:moveTo>
                        <a:pt x="0" y="0"/>
                      </a:moveTo>
                      <a:cubicBezTo>
                        <a:pt x="0" y="2"/>
                        <a:pt x="0" y="2"/>
                        <a:pt x="0" y="2"/>
                      </a:cubicBezTo>
                      <a:cubicBezTo>
                        <a:pt x="0" y="2"/>
                        <a:pt x="0" y="2"/>
                        <a:pt x="0" y="2"/>
                      </a:cubicBezTo>
                      <a:cubicBezTo>
                        <a:pt x="32" y="2"/>
                        <a:pt x="32" y="2"/>
                        <a:pt x="32" y="2"/>
                      </a:cubicBezTo>
                      <a:cubicBezTo>
                        <a:pt x="33" y="2"/>
                        <a:pt x="33" y="2"/>
                        <a:pt x="33" y="2"/>
                      </a:cubicBezTo>
                      <a:cubicBezTo>
                        <a:pt x="34" y="1"/>
                        <a:pt x="34" y="1"/>
                        <a:pt x="34" y="0"/>
                      </a:cubicBezTo>
                      <a:cubicBezTo>
                        <a:pt x="0" y="0"/>
                        <a:pt x="0" y="0"/>
                        <a:pt x="0" y="0"/>
                      </a:cubicBezTo>
                      <a:cubicBezTo>
                        <a:pt x="0" y="0"/>
                        <a:pt x="0" y="0"/>
                        <a:pt x="0" y="0"/>
                      </a:cubicBez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21"/>
                <p:cNvSpPr/>
                <p:nvPr/>
              </p:nvSpPr>
              <p:spPr>
                <a:xfrm>
                  <a:off x="2257425" y="-1661099"/>
                  <a:ext cx="3254375" cy="1952626"/>
                </a:xfrm>
                <a:custGeom>
                  <a:rect b="b" l="l" r="r" t="t"/>
                  <a:pathLst>
                    <a:path extrusionOk="0" h="518" w="862">
                      <a:moveTo>
                        <a:pt x="862" y="2"/>
                      </a:moveTo>
                      <a:cubicBezTo>
                        <a:pt x="862" y="2"/>
                        <a:pt x="862" y="2"/>
                        <a:pt x="862" y="2"/>
                      </a:cubicBezTo>
                      <a:cubicBezTo>
                        <a:pt x="862" y="1"/>
                        <a:pt x="862" y="1"/>
                        <a:pt x="862" y="1"/>
                      </a:cubicBezTo>
                      <a:cubicBezTo>
                        <a:pt x="862" y="1"/>
                        <a:pt x="862" y="0"/>
                        <a:pt x="862" y="0"/>
                      </a:cubicBezTo>
                      <a:cubicBezTo>
                        <a:pt x="0" y="0"/>
                        <a:pt x="0" y="0"/>
                        <a:pt x="0" y="0"/>
                      </a:cubicBezTo>
                      <a:cubicBezTo>
                        <a:pt x="0" y="0"/>
                        <a:pt x="0" y="1"/>
                        <a:pt x="0" y="1"/>
                      </a:cubicBezTo>
                      <a:cubicBezTo>
                        <a:pt x="0" y="2"/>
                        <a:pt x="0" y="2"/>
                        <a:pt x="0" y="2"/>
                      </a:cubicBezTo>
                      <a:cubicBezTo>
                        <a:pt x="0" y="2"/>
                        <a:pt x="0" y="2"/>
                        <a:pt x="0" y="2"/>
                      </a:cubicBezTo>
                      <a:cubicBezTo>
                        <a:pt x="39" y="2"/>
                        <a:pt x="39" y="2"/>
                        <a:pt x="39" y="2"/>
                      </a:cubicBezTo>
                      <a:cubicBezTo>
                        <a:pt x="39" y="37"/>
                        <a:pt x="39" y="37"/>
                        <a:pt x="39" y="37"/>
                      </a:cubicBezTo>
                      <a:cubicBezTo>
                        <a:pt x="0" y="37"/>
                        <a:pt x="0" y="37"/>
                        <a:pt x="0" y="37"/>
                      </a:cubicBezTo>
                      <a:cubicBezTo>
                        <a:pt x="0" y="37"/>
                        <a:pt x="0" y="38"/>
                        <a:pt x="0" y="38"/>
                      </a:cubicBezTo>
                      <a:cubicBezTo>
                        <a:pt x="0" y="39"/>
                        <a:pt x="0" y="39"/>
                        <a:pt x="0" y="39"/>
                      </a:cubicBezTo>
                      <a:cubicBezTo>
                        <a:pt x="0" y="39"/>
                        <a:pt x="0" y="39"/>
                        <a:pt x="0" y="39"/>
                      </a:cubicBezTo>
                      <a:cubicBezTo>
                        <a:pt x="39" y="39"/>
                        <a:pt x="39" y="39"/>
                        <a:pt x="39" y="39"/>
                      </a:cubicBezTo>
                      <a:cubicBezTo>
                        <a:pt x="39" y="74"/>
                        <a:pt x="39" y="74"/>
                        <a:pt x="39" y="74"/>
                      </a:cubicBezTo>
                      <a:cubicBezTo>
                        <a:pt x="0" y="74"/>
                        <a:pt x="0" y="74"/>
                        <a:pt x="0" y="74"/>
                      </a:cubicBezTo>
                      <a:cubicBezTo>
                        <a:pt x="0" y="74"/>
                        <a:pt x="0" y="74"/>
                        <a:pt x="0" y="74"/>
                      </a:cubicBezTo>
                      <a:cubicBezTo>
                        <a:pt x="0" y="76"/>
                        <a:pt x="0" y="76"/>
                        <a:pt x="0" y="76"/>
                      </a:cubicBezTo>
                      <a:cubicBezTo>
                        <a:pt x="0" y="76"/>
                        <a:pt x="0" y="76"/>
                        <a:pt x="0" y="76"/>
                      </a:cubicBezTo>
                      <a:cubicBezTo>
                        <a:pt x="39" y="76"/>
                        <a:pt x="39" y="76"/>
                        <a:pt x="39" y="76"/>
                      </a:cubicBezTo>
                      <a:cubicBezTo>
                        <a:pt x="39" y="111"/>
                        <a:pt x="39" y="111"/>
                        <a:pt x="39" y="111"/>
                      </a:cubicBezTo>
                      <a:cubicBezTo>
                        <a:pt x="0" y="111"/>
                        <a:pt x="0" y="111"/>
                        <a:pt x="0" y="111"/>
                      </a:cubicBezTo>
                      <a:cubicBezTo>
                        <a:pt x="0" y="111"/>
                        <a:pt x="0" y="111"/>
                        <a:pt x="0" y="111"/>
                      </a:cubicBezTo>
                      <a:cubicBezTo>
                        <a:pt x="0" y="113"/>
                        <a:pt x="0" y="113"/>
                        <a:pt x="0" y="113"/>
                      </a:cubicBezTo>
                      <a:cubicBezTo>
                        <a:pt x="0" y="113"/>
                        <a:pt x="0" y="113"/>
                        <a:pt x="0" y="113"/>
                      </a:cubicBezTo>
                      <a:cubicBezTo>
                        <a:pt x="39" y="113"/>
                        <a:pt x="39" y="113"/>
                        <a:pt x="39" y="113"/>
                      </a:cubicBezTo>
                      <a:cubicBezTo>
                        <a:pt x="39" y="148"/>
                        <a:pt x="39" y="148"/>
                        <a:pt x="39" y="148"/>
                      </a:cubicBezTo>
                      <a:cubicBezTo>
                        <a:pt x="0" y="148"/>
                        <a:pt x="0" y="148"/>
                        <a:pt x="0" y="148"/>
                      </a:cubicBezTo>
                      <a:cubicBezTo>
                        <a:pt x="0" y="148"/>
                        <a:pt x="0" y="148"/>
                        <a:pt x="0" y="148"/>
                      </a:cubicBezTo>
                      <a:cubicBezTo>
                        <a:pt x="0" y="150"/>
                        <a:pt x="0" y="150"/>
                        <a:pt x="0" y="150"/>
                      </a:cubicBezTo>
                      <a:cubicBezTo>
                        <a:pt x="0" y="150"/>
                        <a:pt x="0" y="150"/>
                        <a:pt x="0" y="150"/>
                      </a:cubicBezTo>
                      <a:cubicBezTo>
                        <a:pt x="39" y="150"/>
                        <a:pt x="39" y="150"/>
                        <a:pt x="39" y="150"/>
                      </a:cubicBezTo>
                      <a:cubicBezTo>
                        <a:pt x="39" y="185"/>
                        <a:pt x="39" y="185"/>
                        <a:pt x="39" y="185"/>
                      </a:cubicBezTo>
                      <a:cubicBezTo>
                        <a:pt x="0" y="185"/>
                        <a:pt x="0" y="185"/>
                        <a:pt x="0" y="185"/>
                      </a:cubicBezTo>
                      <a:cubicBezTo>
                        <a:pt x="0" y="185"/>
                        <a:pt x="0" y="185"/>
                        <a:pt x="0" y="185"/>
                      </a:cubicBezTo>
                      <a:cubicBezTo>
                        <a:pt x="0" y="187"/>
                        <a:pt x="0" y="187"/>
                        <a:pt x="0" y="187"/>
                      </a:cubicBezTo>
                      <a:cubicBezTo>
                        <a:pt x="0" y="187"/>
                        <a:pt x="0" y="187"/>
                        <a:pt x="0" y="187"/>
                      </a:cubicBezTo>
                      <a:cubicBezTo>
                        <a:pt x="39" y="187"/>
                        <a:pt x="39" y="187"/>
                        <a:pt x="39" y="187"/>
                      </a:cubicBezTo>
                      <a:cubicBezTo>
                        <a:pt x="39" y="222"/>
                        <a:pt x="39" y="222"/>
                        <a:pt x="39" y="222"/>
                      </a:cubicBezTo>
                      <a:cubicBezTo>
                        <a:pt x="0" y="222"/>
                        <a:pt x="0" y="222"/>
                        <a:pt x="0" y="222"/>
                      </a:cubicBezTo>
                      <a:cubicBezTo>
                        <a:pt x="0" y="222"/>
                        <a:pt x="0" y="222"/>
                        <a:pt x="0" y="222"/>
                      </a:cubicBezTo>
                      <a:cubicBezTo>
                        <a:pt x="0" y="224"/>
                        <a:pt x="0" y="224"/>
                        <a:pt x="0" y="224"/>
                      </a:cubicBezTo>
                      <a:cubicBezTo>
                        <a:pt x="0" y="224"/>
                        <a:pt x="0" y="224"/>
                        <a:pt x="0" y="224"/>
                      </a:cubicBezTo>
                      <a:cubicBezTo>
                        <a:pt x="39" y="224"/>
                        <a:pt x="39" y="224"/>
                        <a:pt x="39" y="224"/>
                      </a:cubicBezTo>
                      <a:cubicBezTo>
                        <a:pt x="39" y="259"/>
                        <a:pt x="39" y="259"/>
                        <a:pt x="39" y="259"/>
                      </a:cubicBezTo>
                      <a:cubicBezTo>
                        <a:pt x="0" y="259"/>
                        <a:pt x="0" y="259"/>
                        <a:pt x="0" y="259"/>
                      </a:cubicBezTo>
                      <a:cubicBezTo>
                        <a:pt x="0" y="259"/>
                        <a:pt x="0" y="259"/>
                        <a:pt x="0" y="259"/>
                      </a:cubicBezTo>
                      <a:cubicBezTo>
                        <a:pt x="0" y="261"/>
                        <a:pt x="0" y="261"/>
                        <a:pt x="0" y="261"/>
                      </a:cubicBezTo>
                      <a:cubicBezTo>
                        <a:pt x="0" y="261"/>
                        <a:pt x="0" y="261"/>
                        <a:pt x="0" y="261"/>
                      </a:cubicBezTo>
                      <a:cubicBezTo>
                        <a:pt x="39" y="261"/>
                        <a:pt x="39" y="261"/>
                        <a:pt x="39" y="261"/>
                      </a:cubicBezTo>
                      <a:cubicBezTo>
                        <a:pt x="39" y="296"/>
                        <a:pt x="39" y="296"/>
                        <a:pt x="39" y="296"/>
                      </a:cubicBezTo>
                      <a:cubicBezTo>
                        <a:pt x="0" y="296"/>
                        <a:pt x="0" y="296"/>
                        <a:pt x="0" y="296"/>
                      </a:cubicBezTo>
                      <a:cubicBezTo>
                        <a:pt x="0" y="296"/>
                        <a:pt x="0" y="296"/>
                        <a:pt x="0" y="296"/>
                      </a:cubicBezTo>
                      <a:cubicBezTo>
                        <a:pt x="0" y="298"/>
                        <a:pt x="0" y="298"/>
                        <a:pt x="0" y="298"/>
                      </a:cubicBezTo>
                      <a:cubicBezTo>
                        <a:pt x="0" y="298"/>
                        <a:pt x="0" y="298"/>
                        <a:pt x="0" y="298"/>
                      </a:cubicBezTo>
                      <a:cubicBezTo>
                        <a:pt x="39" y="298"/>
                        <a:pt x="39" y="298"/>
                        <a:pt x="39" y="298"/>
                      </a:cubicBezTo>
                      <a:cubicBezTo>
                        <a:pt x="39" y="333"/>
                        <a:pt x="39" y="333"/>
                        <a:pt x="39" y="333"/>
                      </a:cubicBezTo>
                      <a:cubicBezTo>
                        <a:pt x="0" y="333"/>
                        <a:pt x="0" y="333"/>
                        <a:pt x="0" y="333"/>
                      </a:cubicBezTo>
                      <a:cubicBezTo>
                        <a:pt x="0" y="333"/>
                        <a:pt x="0" y="333"/>
                        <a:pt x="0" y="333"/>
                      </a:cubicBezTo>
                      <a:cubicBezTo>
                        <a:pt x="0" y="334"/>
                        <a:pt x="0" y="334"/>
                        <a:pt x="0" y="334"/>
                      </a:cubicBezTo>
                      <a:cubicBezTo>
                        <a:pt x="0" y="335"/>
                        <a:pt x="0" y="335"/>
                        <a:pt x="0" y="335"/>
                      </a:cubicBezTo>
                      <a:cubicBezTo>
                        <a:pt x="39" y="335"/>
                        <a:pt x="39" y="335"/>
                        <a:pt x="39" y="335"/>
                      </a:cubicBezTo>
                      <a:cubicBezTo>
                        <a:pt x="39" y="370"/>
                        <a:pt x="39" y="370"/>
                        <a:pt x="39" y="370"/>
                      </a:cubicBezTo>
                      <a:cubicBezTo>
                        <a:pt x="0" y="370"/>
                        <a:pt x="0" y="370"/>
                        <a:pt x="0" y="370"/>
                      </a:cubicBezTo>
                      <a:cubicBezTo>
                        <a:pt x="0" y="370"/>
                        <a:pt x="0" y="370"/>
                        <a:pt x="0" y="370"/>
                      </a:cubicBezTo>
                      <a:cubicBezTo>
                        <a:pt x="0" y="371"/>
                        <a:pt x="0" y="371"/>
                        <a:pt x="0" y="371"/>
                      </a:cubicBezTo>
                      <a:cubicBezTo>
                        <a:pt x="0" y="371"/>
                        <a:pt x="0" y="372"/>
                        <a:pt x="0" y="372"/>
                      </a:cubicBezTo>
                      <a:cubicBezTo>
                        <a:pt x="39" y="372"/>
                        <a:pt x="39" y="372"/>
                        <a:pt x="39" y="372"/>
                      </a:cubicBezTo>
                      <a:cubicBezTo>
                        <a:pt x="39" y="406"/>
                        <a:pt x="39" y="406"/>
                        <a:pt x="39" y="406"/>
                      </a:cubicBezTo>
                      <a:cubicBezTo>
                        <a:pt x="0" y="406"/>
                        <a:pt x="0" y="406"/>
                        <a:pt x="0" y="406"/>
                      </a:cubicBezTo>
                      <a:cubicBezTo>
                        <a:pt x="0" y="406"/>
                        <a:pt x="0" y="407"/>
                        <a:pt x="0" y="407"/>
                      </a:cubicBezTo>
                      <a:cubicBezTo>
                        <a:pt x="0" y="408"/>
                        <a:pt x="0" y="408"/>
                        <a:pt x="0" y="408"/>
                      </a:cubicBezTo>
                      <a:cubicBezTo>
                        <a:pt x="0" y="408"/>
                        <a:pt x="0" y="408"/>
                        <a:pt x="0" y="408"/>
                      </a:cubicBezTo>
                      <a:cubicBezTo>
                        <a:pt x="39" y="408"/>
                        <a:pt x="39" y="408"/>
                        <a:pt x="39" y="408"/>
                      </a:cubicBezTo>
                      <a:cubicBezTo>
                        <a:pt x="39" y="446"/>
                        <a:pt x="39" y="446"/>
                        <a:pt x="39" y="446"/>
                      </a:cubicBezTo>
                      <a:cubicBezTo>
                        <a:pt x="0" y="446"/>
                        <a:pt x="0" y="446"/>
                        <a:pt x="0" y="446"/>
                      </a:cubicBezTo>
                      <a:cubicBezTo>
                        <a:pt x="0" y="446"/>
                        <a:pt x="0" y="446"/>
                        <a:pt x="0" y="446"/>
                      </a:cubicBezTo>
                      <a:cubicBezTo>
                        <a:pt x="0" y="448"/>
                        <a:pt x="0" y="448"/>
                        <a:pt x="0" y="448"/>
                      </a:cubicBezTo>
                      <a:cubicBezTo>
                        <a:pt x="0" y="448"/>
                        <a:pt x="0" y="448"/>
                        <a:pt x="0" y="448"/>
                      </a:cubicBezTo>
                      <a:cubicBezTo>
                        <a:pt x="39" y="448"/>
                        <a:pt x="39" y="448"/>
                        <a:pt x="39" y="448"/>
                      </a:cubicBezTo>
                      <a:cubicBezTo>
                        <a:pt x="39" y="479"/>
                        <a:pt x="39" y="479"/>
                        <a:pt x="39" y="479"/>
                      </a:cubicBezTo>
                      <a:cubicBezTo>
                        <a:pt x="40" y="479"/>
                        <a:pt x="40" y="478"/>
                        <a:pt x="41" y="478"/>
                      </a:cubicBezTo>
                      <a:cubicBezTo>
                        <a:pt x="41" y="448"/>
                        <a:pt x="41" y="448"/>
                        <a:pt x="41" y="448"/>
                      </a:cubicBezTo>
                      <a:cubicBezTo>
                        <a:pt x="78" y="448"/>
                        <a:pt x="78" y="448"/>
                        <a:pt x="78" y="448"/>
                      </a:cubicBezTo>
                      <a:cubicBezTo>
                        <a:pt x="78" y="474"/>
                        <a:pt x="78" y="474"/>
                        <a:pt x="78" y="474"/>
                      </a:cubicBezTo>
                      <a:cubicBezTo>
                        <a:pt x="79" y="474"/>
                        <a:pt x="80" y="474"/>
                        <a:pt x="80" y="474"/>
                      </a:cubicBezTo>
                      <a:cubicBezTo>
                        <a:pt x="80" y="448"/>
                        <a:pt x="80" y="448"/>
                        <a:pt x="80" y="448"/>
                      </a:cubicBezTo>
                      <a:cubicBezTo>
                        <a:pt x="118" y="448"/>
                        <a:pt x="118" y="448"/>
                        <a:pt x="118" y="448"/>
                      </a:cubicBezTo>
                      <a:cubicBezTo>
                        <a:pt x="118" y="469"/>
                        <a:pt x="118" y="469"/>
                        <a:pt x="118" y="469"/>
                      </a:cubicBezTo>
                      <a:cubicBezTo>
                        <a:pt x="118" y="469"/>
                        <a:pt x="119" y="468"/>
                        <a:pt x="120" y="467"/>
                      </a:cubicBezTo>
                      <a:cubicBezTo>
                        <a:pt x="120" y="448"/>
                        <a:pt x="120" y="448"/>
                        <a:pt x="120" y="448"/>
                      </a:cubicBezTo>
                      <a:cubicBezTo>
                        <a:pt x="154" y="448"/>
                        <a:pt x="154" y="448"/>
                        <a:pt x="154" y="448"/>
                      </a:cubicBezTo>
                      <a:cubicBezTo>
                        <a:pt x="154" y="466"/>
                        <a:pt x="154" y="466"/>
                        <a:pt x="154" y="466"/>
                      </a:cubicBezTo>
                      <a:cubicBezTo>
                        <a:pt x="155" y="466"/>
                        <a:pt x="156" y="466"/>
                        <a:pt x="156" y="466"/>
                      </a:cubicBezTo>
                      <a:cubicBezTo>
                        <a:pt x="156" y="448"/>
                        <a:pt x="156" y="448"/>
                        <a:pt x="156" y="448"/>
                      </a:cubicBezTo>
                      <a:cubicBezTo>
                        <a:pt x="191" y="448"/>
                        <a:pt x="191" y="448"/>
                        <a:pt x="191" y="448"/>
                      </a:cubicBezTo>
                      <a:cubicBezTo>
                        <a:pt x="191" y="459"/>
                        <a:pt x="191" y="459"/>
                        <a:pt x="191" y="459"/>
                      </a:cubicBezTo>
                      <a:cubicBezTo>
                        <a:pt x="192" y="459"/>
                        <a:pt x="193" y="459"/>
                        <a:pt x="193" y="459"/>
                      </a:cubicBezTo>
                      <a:cubicBezTo>
                        <a:pt x="193" y="448"/>
                        <a:pt x="193" y="448"/>
                        <a:pt x="193" y="448"/>
                      </a:cubicBezTo>
                      <a:cubicBezTo>
                        <a:pt x="228" y="448"/>
                        <a:pt x="228" y="448"/>
                        <a:pt x="228" y="448"/>
                      </a:cubicBezTo>
                      <a:cubicBezTo>
                        <a:pt x="228" y="455"/>
                        <a:pt x="228" y="455"/>
                        <a:pt x="228" y="455"/>
                      </a:cubicBezTo>
                      <a:cubicBezTo>
                        <a:pt x="229" y="455"/>
                        <a:pt x="230" y="455"/>
                        <a:pt x="230" y="455"/>
                      </a:cubicBezTo>
                      <a:cubicBezTo>
                        <a:pt x="230" y="448"/>
                        <a:pt x="230" y="448"/>
                        <a:pt x="230" y="448"/>
                      </a:cubicBezTo>
                      <a:cubicBezTo>
                        <a:pt x="265" y="448"/>
                        <a:pt x="265" y="448"/>
                        <a:pt x="265" y="448"/>
                      </a:cubicBezTo>
                      <a:cubicBezTo>
                        <a:pt x="265" y="453"/>
                        <a:pt x="265" y="453"/>
                        <a:pt x="265" y="453"/>
                      </a:cubicBezTo>
                      <a:cubicBezTo>
                        <a:pt x="266" y="453"/>
                        <a:pt x="266" y="453"/>
                        <a:pt x="267" y="453"/>
                      </a:cubicBezTo>
                      <a:cubicBezTo>
                        <a:pt x="267" y="448"/>
                        <a:pt x="267" y="448"/>
                        <a:pt x="267" y="448"/>
                      </a:cubicBezTo>
                      <a:cubicBezTo>
                        <a:pt x="276" y="448"/>
                        <a:pt x="276" y="448"/>
                        <a:pt x="276" y="448"/>
                      </a:cubicBezTo>
                      <a:cubicBezTo>
                        <a:pt x="278" y="447"/>
                        <a:pt x="279" y="447"/>
                        <a:pt x="281" y="447"/>
                      </a:cubicBezTo>
                      <a:cubicBezTo>
                        <a:pt x="282" y="447"/>
                        <a:pt x="282" y="446"/>
                        <a:pt x="283" y="446"/>
                      </a:cubicBezTo>
                      <a:cubicBezTo>
                        <a:pt x="267" y="446"/>
                        <a:pt x="267" y="446"/>
                        <a:pt x="267" y="446"/>
                      </a:cubicBezTo>
                      <a:cubicBezTo>
                        <a:pt x="267" y="408"/>
                        <a:pt x="267" y="408"/>
                        <a:pt x="267" y="408"/>
                      </a:cubicBezTo>
                      <a:cubicBezTo>
                        <a:pt x="302" y="408"/>
                        <a:pt x="302" y="408"/>
                        <a:pt x="302" y="408"/>
                      </a:cubicBezTo>
                      <a:cubicBezTo>
                        <a:pt x="302" y="446"/>
                        <a:pt x="302" y="446"/>
                        <a:pt x="302" y="446"/>
                      </a:cubicBezTo>
                      <a:cubicBezTo>
                        <a:pt x="300" y="446"/>
                        <a:pt x="300" y="446"/>
                        <a:pt x="300" y="446"/>
                      </a:cubicBezTo>
                      <a:cubicBezTo>
                        <a:pt x="301" y="447"/>
                        <a:pt x="303" y="448"/>
                        <a:pt x="304" y="448"/>
                      </a:cubicBezTo>
                      <a:cubicBezTo>
                        <a:pt x="304" y="448"/>
                        <a:pt x="304" y="448"/>
                        <a:pt x="304" y="448"/>
                      </a:cubicBezTo>
                      <a:cubicBezTo>
                        <a:pt x="339" y="448"/>
                        <a:pt x="339" y="448"/>
                        <a:pt x="339" y="448"/>
                      </a:cubicBezTo>
                      <a:cubicBezTo>
                        <a:pt x="339" y="455"/>
                        <a:pt x="339" y="455"/>
                        <a:pt x="339" y="455"/>
                      </a:cubicBezTo>
                      <a:cubicBezTo>
                        <a:pt x="340" y="456"/>
                        <a:pt x="340" y="456"/>
                        <a:pt x="341" y="457"/>
                      </a:cubicBezTo>
                      <a:cubicBezTo>
                        <a:pt x="341" y="448"/>
                        <a:pt x="341" y="448"/>
                        <a:pt x="341" y="448"/>
                      </a:cubicBezTo>
                      <a:cubicBezTo>
                        <a:pt x="376" y="448"/>
                        <a:pt x="376" y="448"/>
                        <a:pt x="376" y="448"/>
                      </a:cubicBezTo>
                      <a:cubicBezTo>
                        <a:pt x="376" y="461"/>
                        <a:pt x="376" y="461"/>
                        <a:pt x="376" y="461"/>
                      </a:cubicBezTo>
                      <a:cubicBezTo>
                        <a:pt x="377" y="461"/>
                        <a:pt x="377" y="461"/>
                        <a:pt x="378" y="461"/>
                      </a:cubicBezTo>
                      <a:cubicBezTo>
                        <a:pt x="378" y="448"/>
                        <a:pt x="378" y="448"/>
                        <a:pt x="378" y="448"/>
                      </a:cubicBezTo>
                      <a:cubicBezTo>
                        <a:pt x="413" y="448"/>
                        <a:pt x="413" y="448"/>
                        <a:pt x="413" y="448"/>
                      </a:cubicBezTo>
                      <a:cubicBezTo>
                        <a:pt x="413" y="466"/>
                        <a:pt x="413" y="466"/>
                        <a:pt x="413" y="466"/>
                      </a:cubicBezTo>
                      <a:cubicBezTo>
                        <a:pt x="413" y="466"/>
                        <a:pt x="414" y="466"/>
                        <a:pt x="415" y="466"/>
                      </a:cubicBezTo>
                      <a:cubicBezTo>
                        <a:pt x="415" y="448"/>
                        <a:pt x="415" y="448"/>
                        <a:pt x="415" y="448"/>
                      </a:cubicBezTo>
                      <a:cubicBezTo>
                        <a:pt x="450" y="448"/>
                        <a:pt x="450" y="448"/>
                        <a:pt x="450" y="448"/>
                      </a:cubicBezTo>
                      <a:cubicBezTo>
                        <a:pt x="450" y="470"/>
                        <a:pt x="450" y="470"/>
                        <a:pt x="450" y="470"/>
                      </a:cubicBezTo>
                      <a:cubicBezTo>
                        <a:pt x="450" y="470"/>
                        <a:pt x="451" y="470"/>
                        <a:pt x="452" y="471"/>
                      </a:cubicBezTo>
                      <a:cubicBezTo>
                        <a:pt x="452" y="448"/>
                        <a:pt x="452" y="448"/>
                        <a:pt x="452" y="448"/>
                      </a:cubicBezTo>
                      <a:cubicBezTo>
                        <a:pt x="487" y="448"/>
                        <a:pt x="487" y="448"/>
                        <a:pt x="487" y="448"/>
                      </a:cubicBezTo>
                      <a:cubicBezTo>
                        <a:pt x="487" y="474"/>
                        <a:pt x="487" y="474"/>
                        <a:pt x="487" y="474"/>
                      </a:cubicBezTo>
                      <a:cubicBezTo>
                        <a:pt x="487" y="474"/>
                        <a:pt x="488" y="475"/>
                        <a:pt x="488" y="476"/>
                      </a:cubicBezTo>
                      <a:cubicBezTo>
                        <a:pt x="488" y="476"/>
                        <a:pt x="488" y="476"/>
                        <a:pt x="489" y="476"/>
                      </a:cubicBezTo>
                      <a:cubicBezTo>
                        <a:pt x="489" y="448"/>
                        <a:pt x="489" y="448"/>
                        <a:pt x="489" y="448"/>
                      </a:cubicBezTo>
                      <a:cubicBezTo>
                        <a:pt x="524" y="448"/>
                        <a:pt x="524" y="448"/>
                        <a:pt x="524" y="448"/>
                      </a:cubicBezTo>
                      <a:cubicBezTo>
                        <a:pt x="524" y="479"/>
                        <a:pt x="524" y="479"/>
                        <a:pt x="524" y="479"/>
                      </a:cubicBezTo>
                      <a:cubicBezTo>
                        <a:pt x="524" y="478"/>
                        <a:pt x="525" y="478"/>
                        <a:pt x="526" y="478"/>
                      </a:cubicBezTo>
                      <a:cubicBezTo>
                        <a:pt x="526" y="448"/>
                        <a:pt x="526" y="448"/>
                        <a:pt x="526" y="448"/>
                      </a:cubicBezTo>
                      <a:cubicBezTo>
                        <a:pt x="563" y="448"/>
                        <a:pt x="563" y="448"/>
                        <a:pt x="563" y="448"/>
                      </a:cubicBezTo>
                      <a:cubicBezTo>
                        <a:pt x="563" y="485"/>
                        <a:pt x="563" y="485"/>
                        <a:pt x="563" y="485"/>
                      </a:cubicBezTo>
                      <a:cubicBezTo>
                        <a:pt x="558" y="485"/>
                        <a:pt x="558" y="485"/>
                        <a:pt x="558" y="485"/>
                      </a:cubicBezTo>
                      <a:cubicBezTo>
                        <a:pt x="559" y="486"/>
                        <a:pt x="560" y="486"/>
                        <a:pt x="561" y="487"/>
                      </a:cubicBezTo>
                      <a:cubicBezTo>
                        <a:pt x="563" y="487"/>
                        <a:pt x="563" y="487"/>
                        <a:pt x="563" y="487"/>
                      </a:cubicBezTo>
                      <a:cubicBezTo>
                        <a:pt x="563" y="488"/>
                        <a:pt x="563" y="488"/>
                        <a:pt x="563" y="488"/>
                      </a:cubicBezTo>
                      <a:cubicBezTo>
                        <a:pt x="563" y="489"/>
                        <a:pt x="564" y="489"/>
                        <a:pt x="565" y="489"/>
                      </a:cubicBezTo>
                      <a:cubicBezTo>
                        <a:pt x="565" y="487"/>
                        <a:pt x="565" y="487"/>
                        <a:pt x="565" y="487"/>
                      </a:cubicBezTo>
                      <a:cubicBezTo>
                        <a:pt x="582" y="487"/>
                        <a:pt x="582" y="487"/>
                        <a:pt x="582" y="487"/>
                      </a:cubicBezTo>
                      <a:cubicBezTo>
                        <a:pt x="583" y="486"/>
                        <a:pt x="584" y="486"/>
                        <a:pt x="585" y="485"/>
                      </a:cubicBezTo>
                      <a:cubicBezTo>
                        <a:pt x="565" y="485"/>
                        <a:pt x="565" y="485"/>
                        <a:pt x="565" y="485"/>
                      </a:cubicBezTo>
                      <a:cubicBezTo>
                        <a:pt x="565" y="448"/>
                        <a:pt x="565" y="448"/>
                        <a:pt x="565" y="448"/>
                      </a:cubicBezTo>
                      <a:cubicBezTo>
                        <a:pt x="599" y="448"/>
                        <a:pt x="599" y="448"/>
                        <a:pt x="599" y="448"/>
                      </a:cubicBezTo>
                      <a:cubicBezTo>
                        <a:pt x="599" y="485"/>
                        <a:pt x="599" y="485"/>
                        <a:pt x="599" y="485"/>
                      </a:cubicBezTo>
                      <a:cubicBezTo>
                        <a:pt x="595" y="485"/>
                        <a:pt x="595" y="485"/>
                        <a:pt x="595" y="485"/>
                      </a:cubicBezTo>
                      <a:cubicBezTo>
                        <a:pt x="596" y="485"/>
                        <a:pt x="596" y="485"/>
                        <a:pt x="597" y="486"/>
                      </a:cubicBezTo>
                      <a:cubicBezTo>
                        <a:pt x="600" y="486"/>
                        <a:pt x="599" y="486"/>
                        <a:pt x="601" y="487"/>
                      </a:cubicBezTo>
                      <a:cubicBezTo>
                        <a:pt x="602" y="487"/>
                        <a:pt x="602" y="487"/>
                        <a:pt x="602" y="487"/>
                      </a:cubicBezTo>
                      <a:cubicBezTo>
                        <a:pt x="636" y="487"/>
                        <a:pt x="636" y="487"/>
                        <a:pt x="636" y="487"/>
                      </a:cubicBezTo>
                      <a:cubicBezTo>
                        <a:pt x="636" y="493"/>
                        <a:pt x="636" y="493"/>
                        <a:pt x="636" y="493"/>
                      </a:cubicBezTo>
                      <a:cubicBezTo>
                        <a:pt x="637" y="493"/>
                        <a:pt x="637" y="493"/>
                        <a:pt x="638" y="493"/>
                      </a:cubicBezTo>
                      <a:cubicBezTo>
                        <a:pt x="638" y="493"/>
                        <a:pt x="638" y="493"/>
                        <a:pt x="638" y="493"/>
                      </a:cubicBezTo>
                      <a:cubicBezTo>
                        <a:pt x="638" y="487"/>
                        <a:pt x="638" y="487"/>
                        <a:pt x="638" y="487"/>
                      </a:cubicBezTo>
                      <a:cubicBezTo>
                        <a:pt x="673" y="487"/>
                        <a:pt x="673" y="487"/>
                        <a:pt x="673" y="487"/>
                      </a:cubicBezTo>
                      <a:cubicBezTo>
                        <a:pt x="673" y="499"/>
                        <a:pt x="673" y="499"/>
                        <a:pt x="673" y="499"/>
                      </a:cubicBezTo>
                      <a:cubicBezTo>
                        <a:pt x="674" y="499"/>
                        <a:pt x="675" y="499"/>
                        <a:pt x="675" y="499"/>
                      </a:cubicBezTo>
                      <a:cubicBezTo>
                        <a:pt x="675" y="487"/>
                        <a:pt x="675" y="487"/>
                        <a:pt x="675" y="487"/>
                      </a:cubicBezTo>
                      <a:cubicBezTo>
                        <a:pt x="710" y="487"/>
                        <a:pt x="710" y="487"/>
                        <a:pt x="710" y="487"/>
                      </a:cubicBezTo>
                      <a:cubicBezTo>
                        <a:pt x="710" y="503"/>
                        <a:pt x="710" y="503"/>
                        <a:pt x="710" y="503"/>
                      </a:cubicBezTo>
                      <a:cubicBezTo>
                        <a:pt x="711" y="503"/>
                        <a:pt x="712" y="503"/>
                        <a:pt x="712" y="503"/>
                      </a:cubicBezTo>
                      <a:cubicBezTo>
                        <a:pt x="712" y="487"/>
                        <a:pt x="712" y="487"/>
                        <a:pt x="712" y="487"/>
                      </a:cubicBezTo>
                      <a:cubicBezTo>
                        <a:pt x="747" y="487"/>
                        <a:pt x="747" y="487"/>
                        <a:pt x="747" y="487"/>
                      </a:cubicBezTo>
                      <a:cubicBezTo>
                        <a:pt x="747" y="499"/>
                        <a:pt x="747" y="499"/>
                        <a:pt x="747" y="499"/>
                      </a:cubicBezTo>
                      <a:cubicBezTo>
                        <a:pt x="748" y="499"/>
                        <a:pt x="748" y="499"/>
                        <a:pt x="749" y="499"/>
                      </a:cubicBezTo>
                      <a:cubicBezTo>
                        <a:pt x="749" y="499"/>
                        <a:pt x="749" y="499"/>
                        <a:pt x="749" y="499"/>
                      </a:cubicBezTo>
                      <a:cubicBezTo>
                        <a:pt x="749" y="487"/>
                        <a:pt x="749" y="487"/>
                        <a:pt x="749" y="487"/>
                      </a:cubicBezTo>
                      <a:cubicBezTo>
                        <a:pt x="784" y="487"/>
                        <a:pt x="784" y="487"/>
                        <a:pt x="784" y="487"/>
                      </a:cubicBezTo>
                      <a:cubicBezTo>
                        <a:pt x="784" y="503"/>
                        <a:pt x="784" y="503"/>
                        <a:pt x="784" y="503"/>
                      </a:cubicBezTo>
                      <a:cubicBezTo>
                        <a:pt x="785" y="503"/>
                        <a:pt x="786" y="504"/>
                        <a:pt x="786" y="504"/>
                      </a:cubicBezTo>
                      <a:cubicBezTo>
                        <a:pt x="786" y="487"/>
                        <a:pt x="786" y="487"/>
                        <a:pt x="786" y="487"/>
                      </a:cubicBezTo>
                      <a:cubicBezTo>
                        <a:pt x="821" y="487"/>
                        <a:pt x="821" y="487"/>
                        <a:pt x="821" y="487"/>
                      </a:cubicBezTo>
                      <a:cubicBezTo>
                        <a:pt x="821" y="517"/>
                        <a:pt x="821" y="517"/>
                        <a:pt x="821" y="517"/>
                      </a:cubicBezTo>
                      <a:cubicBezTo>
                        <a:pt x="822" y="517"/>
                        <a:pt x="822" y="517"/>
                        <a:pt x="823" y="518"/>
                      </a:cubicBezTo>
                      <a:cubicBezTo>
                        <a:pt x="823" y="487"/>
                        <a:pt x="823" y="487"/>
                        <a:pt x="823" y="487"/>
                      </a:cubicBezTo>
                      <a:cubicBezTo>
                        <a:pt x="862" y="487"/>
                        <a:pt x="862" y="487"/>
                        <a:pt x="862" y="487"/>
                      </a:cubicBezTo>
                      <a:cubicBezTo>
                        <a:pt x="862" y="487"/>
                        <a:pt x="862" y="487"/>
                        <a:pt x="862" y="487"/>
                      </a:cubicBezTo>
                      <a:cubicBezTo>
                        <a:pt x="862" y="485"/>
                        <a:pt x="862" y="485"/>
                        <a:pt x="862" y="485"/>
                      </a:cubicBezTo>
                      <a:cubicBezTo>
                        <a:pt x="862" y="485"/>
                        <a:pt x="862" y="485"/>
                        <a:pt x="862" y="485"/>
                      </a:cubicBezTo>
                      <a:cubicBezTo>
                        <a:pt x="823" y="485"/>
                        <a:pt x="823" y="485"/>
                        <a:pt x="823" y="485"/>
                      </a:cubicBezTo>
                      <a:cubicBezTo>
                        <a:pt x="823" y="448"/>
                        <a:pt x="823" y="448"/>
                        <a:pt x="823" y="448"/>
                      </a:cubicBezTo>
                      <a:cubicBezTo>
                        <a:pt x="862" y="448"/>
                        <a:pt x="862" y="448"/>
                        <a:pt x="862" y="448"/>
                      </a:cubicBezTo>
                      <a:cubicBezTo>
                        <a:pt x="862" y="448"/>
                        <a:pt x="862" y="448"/>
                        <a:pt x="862" y="448"/>
                      </a:cubicBezTo>
                      <a:cubicBezTo>
                        <a:pt x="862" y="446"/>
                        <a:pt x="862" y="446"/>
                        <a:pt x="862" y="446"/>
                      </a:cubicBezTo>
                      <a:cubicBezTo>
                        <a:pt x="862" y="446"/>
                        <a:pt x="862" y="446"/>
                        <a:pt x="862" y="446"/>
                      </a:cubicBezTo>
                      <a:cubicBezTo>
                        <a:pt x="823" y="446"/>
                        <a:pt x="823" y="446"/>
                        <a:pt x="823" y="446"/>
                      </a:cubicBezTo>
                      <a:cubicBezTo>
                        <a:pt x="823" y="408"/>
                        <a:pt x="823" y="408"/>
                        <a:pt x="823" y="408"/>
                      </a:cubicBezTo>
                      <a:cubicBezTo>
                        <a:pt x="862" y="408"/>
                        <a:pt x="862" y="408"/>
                        <a:pt x="862" y="408"/>
                      </a:cubicBezTo>
                      <a:cubicBezTo>
                        <a:pt x="862" y="408"/>
                        <a:pt x="862" y="408"/>
                        <a:pt x="862" y="408"/>
                      </a:cubicBezTo>
                      <a:cubicBezTo>
                        <a:pt x="862" y="407"/>
                        <a:pt x="862" y="407"/>
                        <a:pt x="862" y="407"/>
                      </a:cubicBezTo>
                      <a:cubicBezTo>
                        <a:pt x="862" y="407"/>
                        <a:pt x="862" y="406"/>
                        <a:pt x="862" y="406"/>
                      </a:cubicBezTo>
                      <a:cubicBezTo>
                        <a:pt x="823" y="406"/>
                        <a:pt x="823" y="406"/>
                        <a:pt x="823" y="406"/>
                      </a:cubicBezTo>
                      <a:cubicBezTo>
                        <a:pt x="823" y="372"/>
                        <a:pt x="823" y="372"/>
                        <a:pt x="823" y="372"/>
                      </a:cubicBezTo>
                      <a:cubicBezTo>
                        <a:pt x="862" y="372"/>
                        <a:pt x="862" y="372"/>
                        <a:pt x="862" y="372"/>
                      </a:cubicBezTo>
                      <a:cubicBezTo>
                        <a:pt x="862" y="372"/>
                        <a:pt x="862" y="371"/>
                        <a:pt x="862" y="371"/>
                      </a:cubicBezTo>
                      <a:cubicBezTo>
                        <a:pt x="862" y="370"/>
                        <a:pt x="862" y="370"/>
                        <a:pt x="862" y="370"/>
                      </a:cubicBezTo>
                      <a:cubicBezTo>
                        <a:pt x="862" y="370"/>
                        <a:pt x="862" y="370"/>
                        <a:pt x="862" y="370"/>
                      </a:cubicBezTo>
                      <a:cubicBezTo>
                        <a:pt x="823" y="370"/>
                        <a:pt x="823" y="370"/>
                        <a:pt x="823" y="370"/>
                      </a:cubicBezTo>
                      <a:cubicBezTo>
                        <a:pt x="823" y="335"/>
                        <a:pt x="823" y="335"/>
                        <a:pt x="823" y="335"/>
                      </a:cubicBezTo>
                      <a:cubicBezTo>
                        <a:pt x="862" y="335"/>
                        <a:pt x="862" y="335"/>
                        <a:pt x="862" y="335"/>
                      </a:cubicBezTo>
                      <a:cubicBezTo>
                        <a:pt x="862" y="335"/>
                        <a:pt x="862" y="335"/>
                        <a:pt x="862" y="334"/>
                      </a:cubicBezTo>
                      <a:cubicBezTo>
                        <a:pt x="862" y="333"/>
                        <a:pt x="862" y="333"/>
                        <a:pt x="862" y="333"/>
                      </a:cubicBezTo>
                      <a:cubicBezTo>
                        <a:pt x="862" y="333"/>
                        <a:pt x="862" y="333"/>
                        <a:pt x="862" y="333"/>
                      </a:cubicBezTo>
                      <a:cubicBezTo>
                        <a:pt x="823" y="333"/>
                        <a:pt x="823" y="333"/>
                        <a:pt x="823" y="333"/>
                      </a:cubicBezTo>
                      <a:cubicBezTo>
                        <a:pt x="823" y="298"/>
                        <a:pt x="823" y="298"/>
                        <a:pt x="823" y="298"/>
                      </a:cubicBezTo>
                      <a:cubicBezTo>
                        <a:pt x="862" y="298"/>
                        <a:pt x="862" y="298"/>
                        <a:pt x="862" y="298"/>
                      </a:cubicBezTo>
                      <a:cubicBezTo>
                        <a:pt x="862" y="298"/>
                        <a:pt x="862" y="298"/>
                        <a:pt x="862" y="298"/>
                      </a:cubicBezTo>
                      <a:cubicBezTo>
                        <a:pt x="862" y="296"/>
                        <a:pt x="862" y="296"/>
                        <a:pt x="862" y="296"/>
                      </a:cubicBezTo>
                      <a:cubicBezTo>
                        <a:pt x="862" y="296"/>
                        <a:pt x="862" y="296"/>
                        <a:pt x="862" y="296"/>
                      </a:cubicBezTo>
                      <a:cubicBezTo>
                        <a:pt x="823" y="296"/>
                        <a:pt x="823" y="296"/>
                        <a:pt x="823" y="296"/>
                      </a:cubicBezTo>
                      <a:cubicBezTo>
                        <a:pt x="823" y="261"/>
                        <a:pt x="823" y="261"/>
                        <a:pt x="823" y="261"/>
                      </a:cubicBezTo>
                      <a:cubicBezTo>
                        <a:pt x="862" y="261"/>
                        <a:pt x="862" y="261"/>
                        <a:pt x="862" y="261"/>
                      </a:cubicBezTo>
                      <a:cubicBezTo>
                        <a:pt x="862" y="261"/>
                        <a:pt x="862" y="261"/>
                        <a:pt x="862" y="261"/>
                      </a:cubicBezTo>
                      <a:cubicBezTo>
                        <a:pt x="862" y="259"/>
                        <a:pt x="862" y="259"/>
                        <a:pt x="862" y="259"/>
                      </a:cubicBezTo>
                      <a:cubicBezTo>
                        <a:pt x="862" y="259"/>
                        <a:pt x="862" y="259"/>
                        <a:pt x="862" y="259"/>
                      </a:cubicBezTo>
                      <a:cubicBezTo>
                        <a:pt x="823" y="259"/>
                        <a:pt x="823" y="259"/>
                        <a:pt x="823" y="259"/>
                      </a:cubicBezTo>
                      <a:cubicBezTo>
                        <a:pt x="823" y="224"/>
                        <a:pt x="823" y="224"/>
                        <a:pt x="823" y="224"/>
                      </a:cubicBezTo>
                      <a:cubicBezTo>
                        <a:pt x="862" y="224"/>
                        <a:pt x="862" y="224"/>
                        <a:pt x="862" y="224"/>
                      </a:cubicBezTo>
                      <a:cubicBezTo>
                        <a:pt x="862" y="224"/>
                        <a:pt x="862" y="224"/>
                        <a:pt x="862" y="224"/>
                      </a:cubicBezTo>
                      <a:cubicBezTo>
                        <a:pt x="862" y="222"/>
                        <a:pt x="862" y="222"/>
                        <a:pt x="862" y="222"/>
                      </a:cubicBezTo>
                      <a:cubicBezTo>
                        <a:pt x="862" y="222"/>
                        <a:pt x="862" y="222"/>
                        <a:pt x="862" y="222"/>
                      </a:cubicBezTo>
                      <a:cubicBezTo>
                        <a:pt x="823" y="222"/>
                        <a:pt x="823" y="222"/>
                        <a:pt x="823" y="222"/>
                      </a:cubicBezTo>
                      <a:cubicBezTo>
                        <a:pt x="823" y="187"/>
                        <a:pt x="823" y="187"/>
                        <a:pt x="823" y="187"/>
                      </a:cubicBezTo>
                      <a:cubicBezTo>
                        <a:pt x="862" y="187"/>
                        <a:pt x="862" y="187"/>
                        <a:pt x="862" y="187"/>
                      </a:cubicBezTo>
                      <a:cubicBezTo>
                        <a:pt x="862" y="187"/>
                        <a:pt x="862" y="187"/>
                        <a:pt x="862" y="187"/>
                      </a:cubicBezTo>
                      <a:cubicBezTo>
                        <a:pt x="862" y="185"/>
                        <a:pt x="862" y="185"/>
                        <a:pt x="862" y="185"/>
                      </a:cubicBezTo>
                      <a:cubicBezTo>
                        <a:pt x="862" y="185"/>
                        <a:pt x="862" y="185"/>
                        <a:pt x="862" y="185"/>
                      </a:cubicBezTo>
                      <a:cubicBezTo>
                        <a:pt x="823" y="185"/>
                        <a:pt x="823" y="185"/>
                        <a:pt x="823" y="185"/>
                      </a:cubicBezTo>
                      <a:cubicBezTo>
                        <a:pt x="823" y="150"/>
                        <a:pt x="823" y="150"/>
                        <a:pt x="823" y="150"/>
                      </a:cubicBezTo>
                      <a:cubicBezTo>
                        <a:pt x="862" y="150"/>
                        <a:pt x="862" y="150"/>
                        <a:pt x="862" y="150"/>
                      </a:cubicBezTo>
                      <a:cubicBezTo>
                        <a:pt x="862" y="150"/>
                        <a:pt x="862" y="150"/>
                        <a:pt x="862" y="150"/>
                      </a:cubicBezTo>
                      <a:cubicBezTo>
                        <a:pt x="862" y="148"/>
                        <a:pt x="862" y="148"/>
                        <a:pt x="862" y="148"/>
                      </a:cubicBezTo>
                      <a:cubicBezTo>
                        <a:pt x="862" y="148"/>
                        <a:pt x="862" y="148"/>
                        <a:pt x="862" y="148"/>
                      </a:cubicBezTo>
                      <a:cubicBezTo>
                        <a:pt x="823" y="148"/>
                        <a:pt x="823" y="148"/>
                        <a:pt x="823" y="148"/>
                      </a:cubicBezTo>
                      <a:cubicBezTo>
                        <a:pt x="823" y="113"/>
                        <a:pt x="823" y="113"/>
                        <a:pt x="823" y="113"/>
                      </a:cubicBezTo>
                      <a:cubicBezTo>
                        <a:pt x="862" y="113"/>
                        <a:pt x="862" y="113"/>
                        <a:pt x="862" y="113"/>
                      </a:cubicBezTo>
                      <a:cubicBezTo>
                        <a:pt x="862" y="113"/>
                        <a:pt x="862" y="113"/>
                        <a:pt x="862" y="113"/>
                      </a:cubicBezTo>
                      <a:cubicBezTo>
                        <a:pt x="862" y="111"/>
                        <a:pt x="862" y="111"/>
                        <a:pt x="862" y="111"/>
                      </a:cubicBezTo>
                      <a:cubicBezTo>
                        <a:pt x="862" y="111"/>
                        <a:pt x="862" y="111"/>
                        <a:pt x="862" y="111"/>
                      </a:cubicBezTo>
                      <a:cubicBezTo>
                        <a:pt x="823" y="111"/>
                        <a:pt x="823" y="111"/>
                        <a:pt x="823" y="111"/>
                      </a:cubicBezTo>
                      <a:cubicBezTo>
                        <a:pt x="823" y="76"/>
                        <a:pt x="823" y="76"/>
                        <a:pt x="823" y="76"/>
                      </a:cubicBezTo>
                      <a:cubicBezTo>
                        <a:pt x="862" y="76"/>
                        <a:pt x="862" y="76"/>
                        <a:pt x="862" y="76"/>
                      </a:cubicBezTo>
                      <a:cubicBezTo>
                        <a:pt x="862" y="76"/>
                        <a:pt x="862" y="76"/>
                        <a:pt x="862" y="76"/>
                      </a:cubicBezTo>
                      <a:cubicBezTo>
                        <a:pt x="862" y="74"/>
                        <a:pt x="862" y="74"/>
                        <a:pt x="862" y="74"/>
                      </a:cubicBezTo>
                      <a:cubicBezTo>
                        <a:pt x="862" y="74"/>
                        <a:pt x="862" y="74"/>
                        <a:pt x="862" y="74"/>
                      </a:cubicBezTo>
                      <a:cubicBezTo>
                        <a:pt x="823" y="74"/>
                        <a:pt x="823" y="74"/>
                        <a:pt x="823" y="74"/>
                      </a:cubicBezTo>
                      <a:cubicBezTo>
                        <a:pt x="823" y="39"/>
                        <a:pt x="823" y="39"/>
                        <a:pt x="823" y="39"/>
                      </a:cubicBezTo>
                      <a:cubicBezTo>
                        <a:pt x="862" y="39"/>
                        <a:pt x="862" y="39"/>
                        <a:pt x="862" y="39"/>
                      </a:cubicBezTo>
                      <a:cubicBezTo>
                        <a:pt x="862" y="39"/>
                        <a:pt x="862" y="39"/>
                        <a:pt x="862" y="39"/>
                      </a:cubicBezTo>
                      <a:cubicBezTo>
                        <a:pt x="862" y="38"/>
                        <a:pt x="862" y="38"/>
                        <a:pt x="862" y="38"/>
                      </a:cubicBezTo>
                      <a:cubicBezTo>
                        <a:pt x="862" y="38"/>
                        <a:pt x="862" y="37"/>
                        <a:pt x="862" y="37"/>
                      </a:cubicBezTo>
                      <a:cubicBezTo>
                        <a:pt x="823" y="37"/>
                        <a:pt x="823" y="37"/>
                        <a:pt x="823" y="37"/>
                      </a:cubicBezTo>
                      <a:cubicBezTo>
                        <a:pt x="823" y="2"/>
                        <a:pt x="823" y="2"/>
                        <a:pt x="823" y="2"/>
                      </a:cubicBezTo>
                      <a:lnTo>
                        <a:pt x="862" y="2"/>
                      </a:lnTo>
                      <a:close/>
                      <a:moveTo>
                        <a:pt x="78" y="446"/>
                      </a:moveTo>
                      <a:cubicBezTo>
                        <a:pt x="41" y="446"/>
                        <a:pt x="41" y="446"/>
                        <a:pt x="41" y="446"/>
                      </a:cubicBezTo>
                      <a:cubicBezTo>
                        <a:pt x="41" y="408"/>
                        <a:pt x="41" y="408"/>
                        <a:pt x="41" y="408"/>
                      </a:cubicBezTo>
                      <a:cubicBezTo>
                        <a:pt x="78" y="408"/>
                        <a:pt x="78" y="408"/>
                        <a:pt x="78" y="408"/>
                      </a:cubicBezTo>
                      <a:lnTo>
                        <a:pt x="78" y="446"/>
                      </a:lnTo>
                      <a:close/>
                      <a:moveTo>
                        <a:pt x="78" y="406"/>
                      </a:moveTo>
                      <a:cubicBezTo>
                        <a:pt x="41" y="406"/>
                        <a:pt x="41" y="406"/>
                        <a:pt x="41" y="406"/>
                      </a:cubicBezTo>
                      <a:cubicBezTo>
                        <a:pt x="41" y="372"/>
                        <a:pt x="41" y="372"/>
                        <a:pt x="41" y="372"/>
                      </a:cubicBezTo>
                      <a:cubicBezTo>
                        <a:pt x="78" y="372"/>
                        <a:pt x="78" y="372"/>
                        <a:pt x="78" y="372"/>
                      </a:cubicBezTo>
                      <a:lnTo>
                        <a:pt x="78" y="406"/>
                      </a:lnTo>
                      <a:close/>
                      <a:moveTo>
                        <a:pt x="78" y="370"/>
                      </a:moveTo>
                      <a:cubicBezTo>
                        <a:pt x="41" y="370"/>
                        <a:pt x="41" y="370"/>
                        <a:pt x="41" y="370"/>
                      </a:cubicBezTo>
                      <a:cubicBezTo>
                        <a:pt x="41" y="335"/>
                        <a:pt x="41" y="335"/>
                        <a:pt x="41" y="335"/>
                      </a:cubicBezTo>
                      <a:cubicBezTo>
                        <a:pt x="78" y="335"/>
                        <a:pt x="78" y="335"/>
                        <a:pt x="78" y="335"/>
                      </a:cubicBezTo>
                      <a:lnTo>
                        <a:pt x="78" y="370"/>
                      </a:lnTo>
                      <a:close/>
                      <a:moveTo>
                        <a:pt x="78" y="333"/>
                      </a:moveTo>
                      <a:cubicBezTo>
                        <a:pt x="41" y="333"/>
                        <a:pt x="41" y="333"/>
                        <a:pt x="41" y="333"/>
                      </a:cubicBezTo>
                      <a:cubicBezTo>
                        <a:pt x="41" y="298"/>
                        <a:pt x="41" y="298"/>
                        <a:pt x="41" y="298"/>
                      </a:cubicBezTo>
                      <a:cubicBezTo>
                        <a:pt x="78" y="298"/>
                        <a:pt x="78" y="298"/>
                        <a:pt x="78" y="298"/>
                      </a:cubicBezTo>
                      <a:lnTo>
                        <a:pt x="78" y="333"/>
                      </a:lnTo>
                      <a:close/>
                      <a:moveTo>
                        <a:pt x="78" y="296"/>
                      </a:moveTo>
                      <a:cubicBezTo>
                        <a:pt x="41" y="296"/>
                        <a:pt x="41" y="296"/>
                        <a:pt x="41" y="296"/>
                      </a:cubicBezTo>
                      <a:cubicBezTo>
                        <a:pt x="41" y="261"/>
                        <a:pt x="41" y="261"/>
                        <a:pt x="41" y="261"/>
                      </a:cubicBezTo>
                      <a:cubicBezTo>
                        <a:pt x="78" y="261"/>
                        <a:pt x="78" y="261"/>
                        <a:pt x="78" y="261"/>
                      </a:cubicBezTo>
                      <a:lnTo>
                        <a:pt x="78" y="296"/>
                      </a:lnTo>
                      <a:close/>
                      <a:moveTo>
                        <a:pt x="78" y="259"/>
                      </a:moveTo>
                      <a:cubicBezTo>
                        <a:pt x="41" y="259"/>
                        <a:pt x="41" y="259"/>
                        <a:pt x="41" y="259"/>
                      </a:cubicBezTo>
                      <a:cubicBezTo>
                        <a:pt x="41" y="224"/>
                        <a:pt x="41" y="224"/>
                        <a:pt x="41" y="224"/>
                      </a:cubicBezTo>
                      <a:cubicBezTo>
                        <a:pt x="78" y="224"/>
                        <a:pt x="78" y="224"/>
                        <a:pt x="78" y="224"/>
                      </a:cubicBezTo>
                      <a:lnTo>
                        <a:pt x="78" y="259"/>
                      </a:lnTo>
                      <a:close/>
                      <a:moveTo>
                        <a:pt x="78" y="222"/>
                      </a:moveTo>
                      <a:cubicBezTo>
                        <a:pt x="41" y="222"/>
                        <a:pt x="41" y="222"/>
                        <a:pt x="41" y="222"/>
                      </a:cubicBezTo>
                      <a:cubicBezTo>
                        <a:pt x="41" y="187"/>
                        <a:pt x="41" y="187"/>
                        <a:pt x="41" y="187"/>
                      </a:cubicBezTo>
                      <a:cubicBezTo>
                        <a:pt x="78" y="187"/>
                        <a:pt x="78" y="187"/>
                        <a:pt x="78" y="187"/>
                      </a:cubicBezTo>
                      <a:lnTo>
                        <a:pt x="78" y="222"/>
                      </a:lnTo>
                      <a:close/>
                      <a:moveTo>
                        <a:pt x="78" y="185"/>
                      </a:moveTo>
                      <a:cubicBezTo>
                        <a:pt x="41" y="185"/>
                        <a:pt x="41" y="185"/>
                        <a:pt x="41" y="185"/>
                      </a:cubicBezTo>
                      <a:cubicBezTo>
                        <a:pt x="41" y="150"/>
                        <a:pt x="41" y="150"/>
                        <a:pt x="41" y="150"/>
                      </a:cubicBezTo>
                      <a:cubicBezTo>
                        <a:pt x="78" y="150"/>
                        <a:pt x="78" y="150"/>
                        <a:pt x="78" y="150"/>
                      </a:cubicBezTo>
                      <a:lnTo>
                        <a:pt x="78" y="185"/>
                      </a:lnTo>
                      <a:close/>
                      <a:moveTo>
                        <a:pt x="78" y="148"/>
                      </a:moveTo>
                      <a:cubicBezTo>
                        <a:pt x="41" y="148"/>
                        <a:pt x="41" y="148"/>
                        <a:pt x="41" y="148"/>
                      </a:cubicBezTo>
                      <a:cubicBezTo>
                        <a:pt x="41" y="113"/>
                        <a:pt x="41" y="113"/>
                        <a:pt x="41" y="113"/>
                      </a:cubicBezTo>
                      <a:cubicBezTo>
                        <a:pt x="78" y="113"/>
                        <a:pt x="78" y="113"/>
                        <a:pt x="78" y="113"/>
                      </a:cubicBezTo>
                      <a:lnTo>
                        <a:pt x="78" y="148"/>
                      </a:lnTo>
                      <a:close/>
                      <a:moveTo>
                        <a:pt x="78" y="111"/>
                      </a:moveTo>
                      <a:cubicBezTo>
                        <a:pt x="41" y="111"/>
                        <a:pt x="41" y="111"/>
                        <a:pt x="41" y="111"/>
                      </a:cubicBezTo>
                      <a:cubicBezTo>
                        <a:pt x="41" y="76"/>
                        <a:pt x="41" y="76"/>
                        <a:pt x="41" y="76"/>
                      </a:cubicBezTo>
                      <a:cubicBezTo>
                        <a:pt x="78" y="76"/>
                        <a:pt x="78" y="76"/>
                        <a:pt x="78" y="76"/>
                      </a:cubicBezTo>
                      <a:lnTo>
                        <a:pt x="78" y="111"/>
                      </a:lnTo>
                      <a:close/>
                      <a:moveTo>
                        <a:pt x="78" y="74"/>
                      </a:moveTo>
                      <a:cubicBezTo>
                        <a:pt x="41" y="74"/>
                        <a:pt x="41" y="74"/>
                        <a:pt x="41" y="74"/>
                      </a:cubicBezTo>
                      <a:cubicBezTo>
                        <a:pt x="41" y="39"/>
                        <a:pt x="41" y="39"/>
                        <a:pt x="41" y="39"/>
                      </a:cubicBezTo>
                      <a:cubicBezTo>
                        <a:pt x="78" y="39"/>
                        <a:pt x="78" y="39"/>
                        <a:pt x="78" y="39"/>
                      </a:cubicBezTo>
                      <a:lnTo>
                        <a:pt x="78" y="74"/>
                      </a:lnTo>
                      <a:close/>
                      <a:moveTo>
                        <a:pt x="78" y="37"/>
                      </a:moveTo>
                      <a:cubicBezTo>
                        <a:pt x="41" y="37"/>
                        <a:pt x="41" y="37"/>
                        <a:pt x="41" y="37"/>
                      </a:cubicBezTo>
                      <a:cubicBezTo>
                        <a:pt x="41" y="2"/>
                        <a:pt x="41" y="2"/>
                        <a:pt x="41" y="2"/>
                      </a:cubicBezTo>
                      <a:cubicBezTo>
                        <a:pt x="78" y="2"/>
                        <a:pt x="78" y="2"/>
                        <a:pt x="78" y="2"/>
                      </a:cubicBezTo>
                      <a:lnTo>
                        <a:pt x="78" y="37"/>
                      </a:lnTo>
                      <a:close/>
                      <a:moveTo>
                        <a:pt x="118" y="446"/>
                      </a:moveTo>
                      <a:cubicBezTo>
                        <a:pt x="80" y="446"/>
                        <a:pt x="80" y="446"/>
                        <a:pt x="80" y="446"/>
                      </a:cubicBezTo>
                      <a:cubicBezTo>
                        <a:pt x="80" y="408"/>
                        <a:pt x="80" y="408"/>
                        <a:pt x="80" y="408"/>
                      </a:cubicBezTo>
                      <a:cubicBezTo>
                        <a:pt x="118" y="408"/>
                        <a:pt x="118" y="408"/>
                        <a:pt x="118" y="408"/>
                      </a:cubicBezTo>
                      <a:lnTo>
                        <a:pt x="118" y="446"/>
                      </a:lnTo>
                      <a:close/>
                      <a:moveTo>
                        <a:pt x="118" y="406"/>
                      </a:moveTo>
                      <a:cubicBezTo>
                        <a:pt x="80" y="406"/>
                        <a:pt x="80" y="406"/>
                        <a:pt x="80" y="406"/>
                      </a:cubicBezTo>
                      <a:cubicBezTo>
                        <a:pt x="80" y="372"/>
                        <a:pt x="80" y="372"/>
                        <a:pt x="80" y="372"/>
                      </a:cubicBezTo>
                      <a:cubicBezTo>
                        <a:pt x="118" y="372"/>
                        <a:pt x="118" y="372"/>
                        <a:pt x="118" y="372"/>
                      </a:cubicBezTo>
                      <a:lnTo>
                        <a:pt x="118" y="406"/>
                      </a:lnTo>
                      <a:close/>
                      <a:moveTo>
                        <a:pt x="118" y="370"/>
                      </a:moveTo>
                      <a:cubicBezTo>
                        <a:pt x="80" y="370"/>
                        <a:pt x="80" y="370"/>
                        <a:pt x="80" y="370"/>
                      </a:cubicBezTo>
                      <a:cubicBezTo>
                        <a:pt x="80" y="335"/>
                        <a:pt x="80" y="335"/>
                        <a:pt x="80" y="335"/>
                      </a:cubicBezTo>
                      <a:cubicBezTo>
                        <a:pt x="118" y="335"/>
                        <a:pt x="118" y="335"/>
                        <a:pt x="118" y="335"/>
                      </a:cubicBezTo>
                      <a:lnTo>
                        <a:pt x="118" y="370"/>
                      </a:lnTo>
                      <a:close/>
                      <a:moveTo>
                        <a:pt x="118" y="333"/>
                      </a:moveTo>
                      <a:cubicBezTo>
                        <a:pt x="80" y="333"/>
                        <a:pt x="80" y="333"/>
                        <a:pt x="80" y="333"/>
                      </a:cubicBezTo>
                      <a:cubicBezTo>
                        <a:pt x="80" y="298"/>
                        <a:pt x="80" y="298"/>
                        <a:pt x="80" y="298"/>
                      </a:cubicBezTo>
                      <a:cubicBezTo>
                        <a:pt x="118" y="298"/>
                        <a:pt x="118" y="298"/>
                        <a:pt x="118" y="298"/>
                      </a:cubicBezTo>
                      <a:lnTo>
                        <a:pt x="118" y="333"/>
                      </a:lnTo>
                      <a:close/>
                      <a:moveTo>
                        <a:pt x="118" y="296"/>
                      </a:moveTo>
                      <a:cubicBezTo>
                        <a:pt x="80" y="296"/>
                        <a:pt x="80" y="296"/>
                        <a:pt x="80" y="296"/>
                      </a:cubicBezTo>
                      <a:cubicBezTo>
                        <a:pt x="80" y="261"/>
                        <a:pt x="80" y="261"/>
                        <a:pt x="80" y="261"/>
                      </a:cubicBezTo>
                      <a:cubicBezTo>
                        <a:pt x="118" y="261"/>
                        <a:pt x="118" y="261"/>
                        <a:pt x="118" y="261"/>
                      </a:cubicBezTo>
                      <a:lnTo>
                        <a:pt x="118" y="296"/>
                      </a:lnTo>
                      <a:close/>
                      <a:moveTo>
                        <a:pt x="118" y="259"/>
                      </a:moveTo>
                      <a:cubicBezTo>
                        <a:pt x="80" y="259"/>
                        <a:pt x="80" y="259"/>
                        <a:pt x="80" y="259"/>
                      </a:cubicBezTo>
                      <a:cubicBezTo>
                        <a:pt x="80" y="224"/>
                        <a:pt x="80" y="224"/>
                        <a:pt x="80" y="224"/>
                      </a:cubicBezTo>
                      <a:cubicBezTo>
                        <a:pt x="118" y="224"/>
                        <a:pt x="118" y="224"/>
                        <a:pt x="118" y="224"/>
                      </a:cubicBezTo>
                      <a:lnTo>
                        <a:pt x="118" y="259"/>
                      </a:lnTo>
                      <a:close/>
                      <a:moveTo>
                        <a:pt x="118" y="222"/>
                      </a:moveTo>
                      <a:cubicBezTo>
                        <a:pt x="80" y="222"/>
                        <a:pt x="80" y="222"/>
                        <a:pt x="80" y="222"/>
                      </a:cubicBezTo>
                      <a:cubicBezTo>
                        <a:pt x="80" y="187"/>
                        <a:pt x="80" y="187"/>
                        <a:pt x="80" y="187"/>
                      </a:cubicBezTo>
                      <a:cubicBezTo>
                        <a:pt x="118" y="187"/>
                        <a:pt x="118" y="187"/>
                        <a:pt x="118" y="187"/>
                      </a:cubicBezTo>
                      <a:lnTo>
                        <a:pt x="118" y="222"/>
                      </a:lnTo>
                      <a:close/>
                      <a:moveTo>
                        <a:pt x="118" y="185"/>
                      </a:moveTo>
                      <a:cubicBezTo>
                        <a:pt x="80" y="185"/>
                        <a:pt x="80" y="185"/>
                        <a:pt x="80" y="185"/>
                      </a:cubicBezTo>
                      <a:cubicBezTo>
                        <a:pt x="80" y="150"/>
                        <a:pt x="80" y="150"/>
                        <a:pt x="80" y="150"/>
                      </a:cubicBezTo>
                      <a:cubicBezTo>
                        <a:pt x="118" y="150"/>
                        <a:pt x="118" y="150"/>
                        <a:pt x="118" y="150"/>
                      </a:cubicBezTo>
                      <a:lnTo>
                        <a:pt x="118" y="185"/>
                      </a:lnTo>
                      <a:close/>
                      <a:moveTo>
                        <a:pt x="118" y="148"/>
                      </a:moveTo>
                      <a:cubicBezTo>
                        <a:pt x="80" y="148"/>
                        <a:pt x="80" y="148"/>
                        <a:pt x="80" y="148"/>
                      </a:cubicBezTo>
                      <a:cubicBezTo>
                        <a:pt x="80" y="113"/>
                        <a:pt x="80" y="113"/>
                        <a:pt x="80" y="113"/>
                      </a:cubicBezTo>
                      <a:cubicBezTo>
                        <a:pt x="118" y="113"/>
                        <a:pt x="118" y="113"/>
                        <a:pt x="118" y="113"/>
                      </a:cubicBezTo>
                      <a:lnTo>
                        <a:pt x="118" y="148"/>
                      </a:lnTo>
                      <a:close/>
                      <a:moveTo>
                        <a:pt x="118" y="111"/>
                      </a:moveTo>
                      <a:cubicBezTo>
                        <a:pt x="80" y="111"/>
                        <a:pt x="80" y="111"/>
                        <a:pt x="80" y="111"/>
                      </a:cubicBezTo>
                      <a:cubicBezTo>
                        <a:pt x="80" y="76"/>
                        <a:pt x="80" y="76"/>
                        <a:pt x="80" y="76"/>
                      </a:cubicBezTo>
                      <a:cubicBezTo>
                        <a:pt x="118" y="76"/>
                        <a:pt x="118" y="76"/>
                        <a:pt x="118" y="76"/>
                      </a:cubicBezTo>
                      <a:lnTo>
                        <a:pt x="118" y="111"/>
                      </a:lnTo>
                      <a:close/>
                      <a:moveTo>
                        <a:pt x="118" y="74"/>
                      </a:moveTo>
                      <a:cubicBezTo>
                        <a:pt x="80" y="74"/>
                        <a:pt x="80" y="74"/>
                        <a:pt x="80" y="74"/>
                      </a:cubicBezTo>
                      <a:cubicBezTo>
                        <a:pt x="80" y="39"/>
                        <a:pt x="80" y="39"/>
                        <a:pt x="80" y="39"/>
                      </a:cubicBezTo>
                      <a:cubicBezTo>
                        <a:pt x="118" y="39"/>
                        <a:pt x="118" y="39"/>
                        <a:pt x="118" y="39"/>
                      </a:cubicBezTo>
                      <a:lnTo>
                        <a:pt x="118" y="74"/>
                      </a:lnTo>
                      <a:close/>
                      <a:moveTo>
                        <a:pt x="118" y="37"/>
                      </a:moveTo>
                      <a:cubicBezTo>
                        <a:pt x="80" y="37"/>
                        <a:pt x="80" y="37"/>
                        <a:pt x="80" y="37"/>
                      </a:cubicBezTo>
                      <a:cubicBezTo>
                        <a:pt x="80" y="2"/>
                        <a:pt x="80" y="2"/>
                        <a:pt x="80" y="2"/>
                      </a:cubicBezTo>
                      <a:cubicBezTo>
                        <a:pt x="118" y="2"/>
                        <a:pt x="118" y="2"/>
                        <a:pt x="118" y="2"/>
                      </a:cubicBezTo>
                      <a:lnTo>
                        <a:pt x="118" y="37"/>
                      </a:lnTo>
                      <a:close/>
                      <a:moveTo>
                        <a:pt x="154" y="446"/>
                      </a:moveTo>
                      <a:cubicBezTo>
                        <a:pt x="120" y="446"/>
                        <a:pt x="120" y="446"/>
                        <a:pt x="120" y="446"/>
                      </a:cubicBezTo>
                      <a:cubicBezTo>
                        <a:pt x="120" y="408"/>
                        <a:pt x="120" y="408"/>
                        <a:pt x="120" y="408"/>
                      </a:cubicBezTo>
                      <a:cubicBezTo>
                        <a:pt x="154" y="408"/>
                        <a:pt x="154" y="408"/>
                        <a:pt x="154" y="408"/>
                      </a:cubicBezTo>
                      <a:lnTo>
                        <a:pt x="154" y="446"/>
                      </a:lnTo>
                      <a:close/>
                      <a:moveTo>
                        <a:pt x="154" y="406"/>
                      </a:moveTo>
                      <a:cubicBezTo>
                        <a:pt x="120" y="406"/>
                        <a:pt x="120" y="406"/>
                        <a:pt x="120" y="406"/>
                      </a:cubicBezTo>
                      <a:cubicBezTo>
                        <a:pt x="120" y="372"/>
                        <a:pt x="120" y="372"/>
                        <a:pt x="120" y="372"/>
                      </a:cubicBezTo>
                      <a:cubicBezTo>
                        <a:pt x="154" y="372"/>
                        <a:pt x="154" y="372"/>
                        <a:pt x="154" y="372"/>
                      </a:cubicBezTo>
                      <a:lnTo>
                        <a:pt x="154" y="406"/>
                      </a:lnTo>
                      <a:close/>
                      <a:moveTo>
                        <a:pt x="154" y="370"/>
                      </a:moveTo>
                      <a:cubicBezTo>
                        <a:pt x="120" y="370"/>
                        <a:pt x="120" y="370"/>
                        <a:pt x="120" y="370"/>
                      </a:cubicBezTo>
                      <a:cubicBezTo>
                        <a:pt x="120" y="335"/>
                        <a:pt x="120" y="335"/>
                        <a:pt x="120" y="335"/>
                      </a:cubicBezTo>
                      <a:cubicBezTo>
                        <a:pt x="154" y="335"/>
                        <a:pt x="154" y="335"/>
                        <a:pt x="154" y="335"/>
                      </a:cubicBezTo>
                      <a:lnTo>
                        <a:pt x="154" y="370"/>
                      </a:lnTo>
                      <a:close/>
                      <a:moveTo>
                        <a:pt x="154" y="333"/>
                      </a:moveTo>
                      <a:cubicBezTo>
                        <a:pt x="120" y="333"/>
                        <a:pt x="120" y="333"/>
                        <a:pt x="120" y="333"/>
                      </a:cubicBezTo>
                      <a:cubicBezTo>
                        <a:pt x="120" y="298"/>
                        <a:pt x="120" y="298"/>
                        <a:pt x="120" y="298"/>
                      </a:cubicBezTo>
                      <a:cubicBezTo>
                        <a:pt x="154" y="298"/>
                        <a:pt x="154" y="298"/>
                        <a:pt x="154" y="298"/>
                      </a:cubicBezTo>
                      <a:lnTo>
                        <a:pt x="154" y="333"/>
                      </a:lnTo>
                      <a:close/>
                      <a:moveTo>
                        <a:pt x="154" y="296"/>
                      </a:moveTo>
                      <a:cubicBezTo>
                        <a:pt x="120" y="296"/>
                        <a:pt x="120" y="296"/>
                        <a:pt x="120" y="296"/>
                      </a:cubicBezTo>
                      <a:cubicBezTo>
                        <a:pt x="120" y="261"/>
                        <a:pt x="120" y="261"/>
                        <a:pt x="120" y="261"/>
                      </a:cubicBezTo>
                      <a:cubicBezTo>
                        <a:pt x="154" y="261"/>
                        <a:pt x="154" y="261"/>
                        <a:pt x="154" y="261"/>
                      </a:cubicBezTo>
                      <a:lnTo>
                        <a:pt x="154" y="296"/>
                      </a:lnTo>
                      <a:close/>
                      <a:moveTo>
                        <a:pt x="154" y="259"/>
                      </a:moveTo>
                      <a:cubicBezTo>
                        <a:pt x="120" y="259"/>
                        <a:pt x="120" y="259"/>
                        <a:pt x="120" y="259"/>
                      </a:cubicBezTo>
                      <a:cubicBezTo>
                        <a:pt x="120" y="224"/>
                        <a:pt x="120" y="224"/>
                        <a:pt x="120" y="224"/>
                      </a:cubicBezTo>
                      <a:cubicBezTo>
                        <a:pt x="154" y="224"/>
                        <a:pt x="154" y="224"/>
                        <a:pt x="154" y="224"/>
                      </a:cubicBezTo>
                      <a:lnTo>
                        <a:pt x="154" y="259"/>
                      </a:lnTo>
                      <a:close/>
                      <a:moveTo>
                        <a:pt x="154" y="222"/>
                      </a:moveTo>
                      <a:cubicBezTo>
                        <a:pt x="120" y="222"/>
                        <a:pt x="120" y="222"/>
                        <a:pt x="120" y="222"/>
                      </a:cubicBezTo>
                      <a:cubicBezTo>
                        <a:pt x="120" y="187"/>
                        <a:pt x="120" y="187"/>
                        <a:pt x="120" y="187"/>
                      </a:cubicBezTo>
                      <a:cubicBezTo>
                        <a:pt x="154" y="187"/>
                        <a:pt x="154" y="187"/>
                        <a:pt x="154" y="187"/>
                      </a:cubicBezTo>
                      <a:lnTo>
                        <a:pt x="154" y="222"/>
                      </a:lnTo>
                      <a:close/>
                      <a:moveTo>
                        <a:pt x="154" y="185"/>
                      </a:moveTo>
                      <a:cubicBezTo>
                        <a:pt x="120" y="185"/>
                        <a:pt x="120" y="185"/>
                        <a:pt x="120" y="185"/>
                      </a:cubicBezTo>
                      <a:cubicBezTo>
                        <a:pt x="120" y="150"/>
                        <a:pt x="120" y="150"/>
                        <a:pt x="120" y="150"/>
                      </a:cubicBezTo>
                      <a:cubicBezTo>
                        <a:pt x="154" y="150"/>
                        <a:pt x="154" y="150"/>
                        <a:pt x="154" y="150"/>
                      </a:cubicBezTo>
                      <a:lnTo>
                        <a:pt x="154" y="185"/>
                      </a:lnTo>
                      <a:close/>
                      <a:moveTo>
                        <a:pt x="154" y="148"/>
                      </a:moveTo>
                      <a:cubicBezTo>
                        <a:pt x="120" y="148"/>
                        <a:pt x="120" y="148"/>
                        <a:pt x="120" y="148"/>
                      </a:cubicBezTo>
                      <a:cubicBezTo>
                        <a:pt x="120" y="113"/>
                        <a:pt x="120" y="113"/>
                        <a:pt x="120" y="113"/>
                      </a:cubicBezTo>
                      <a:cubicBezTo>
                        <a:pt x="154" y="113"/>
                        <a:pt x="154" y="113"/>
                        <a:pt x="154" y="113"/>
                      </a:cubicBezTo>
                      <a:lnTo>
                        <a:pt x="154" y="148"/>
                      </a:lnTo>
                      <a:close/>
                      <a:moveTo>
                        <a:pt x="154" y="111"/>
                      </a:moveTo>
                      <a:cubicBezTo>
                        <a:pt x="120" y="111"/>
                        <a:pt x="120" y="111"/>
                        <a:pt x="120" y="111"/>
                      </a:cubicBezTo>
                      <a:cubicBezTo>
                        <a:pt x="120" y="76"/>
                        <a:pt x="120" y="76"/>
                        <a:pt x="120" y="76"/>
                      </a:cubicBezTo>
                      <a:cubicBezTo>
                        <a:pt x="154" y="76"/>
                        <a:pt x="154" y="76"/>
                        <a:pt x="154" y="76"/>
                      </a:cubicBezTo>
                      <a:lnTo>
                        <a:pt x="154" y="111"/>
                      </a:lnTo>
                      <a:close/>
                      <a:moveTo>
                        <a:pt x="154" y="74"/>
                      </a:moveTo>
                      <a:cubicBezTo>
                        <a:pt x="120" y="74"/>
                        <a:pt x="120" y="74"/>
                        <a:pt x="120" y="74"/>
                      </a:cubicBezTo>
                      <a:cubicBezTo>
                        <a:pt x="120" y="39"/>
                        <a:pt x="120" y="39"/>
                        <a:pt x="120" y="39"/>
                      </a:cubicBezTo>
                      <a:cubicBezTo>
                        <a:pt x="154" y="39"/>
                        <a:pt x="154" y="39"/>
                        <a:pt x="154" y="39"/>
                      </a:cubicBezTo>
                      <a:lnTo>
                        <a:pt x="154" y="74"/>
                      </a:lnTo>
                      <a:close/>
                      <a:moveTo>
                        <a:pt x="154" y="37"/>
                      </a:moveTo>
                      <a:cubicBezTo>
                        <a:pt x="120" y="37"/>
                        <a:pt x="120" y="37"/>
                        <a:pt x="120" y="37"/>
                      </a:cubicBezTo>
                      <a:cubicBezTo>
                        <a:pt x="120" y="2"/>
                        <a:pt x="120" y="2"/>
                        <a:pt x="120" y="2"/>
                      </a:cubicBezTo>
                      <a:cubicBezTo>
                        <a:pt x="154" y="2"/>
                        <a:pt x="154" y="2"/>
                        <a:pt x="154" y="2"/>
                      </a:cubicBezTo>
                      <a:lnTo>
                        <a:pt x="154" y="37"/>
                      </a:lnTo>
                      <a:close/>
                      <a:moveTo>
                        <a:pt x="191" y="446"/>
                      </a:moveTo>
                      <a:cubicBezTo>
                        <a:pt x="156" y="446"/>
                        <a:pt x="156" y="446"/>
                        <a:pt x="156" y="446"/>
                      </a:cubicBezTo>
                      <a:cubicBezTo>
                        <a:pt x="156" y="408"/>
                        <a:pt x="156" y="408"/>
                        <a:pt x="156" y="408"/>
                      </a:cubicBezTo>
                      <a:cubicBezTo>
                        <a:pt x="191" y="408"/>
                        <a:pt x="191" y="408"/>
                        <a:pt x="191" y="408"/>
                      </a:cubicBezTo>
                      <a:lnTo>
                        <a:pt x="191" y="446"/>
                      </a:lnTo>
                      <a:close/>
                      <a:moveTo>
                        <a:pt x="191" y="406"/>
                      </a:moveTo>
                      <a:cubicBezTo>
                        <a:pt x="156" y="406"/>
                        <a:pt x="156" y="406"/>
                        <a:pt x="156" y="406"/>
                      </a:cubicBezTo>
                      <a:cubicBezTo>
                        <a:pt x="156" y="372"/>
                        <a:pt x="156" y="372"/>
                        <a:pt x="156" y="372"/>
                      </a:cubicBezTo>
                      <a:cubicBezTo>
                        <a:pt x="191" y="372"/>
                        <a:pt x="191" y="372"/>
                        <a:pt x="191" y="372"/>
                      </a:cubicBezTo>
                      <a:lnTo>
                        <a:pt x="191" y="406"/>
                      </a:lnTo>
                      <a:close/>
                      <a:moveTo>
                        <a:pt x="191" y="370"/>
                      </a:moveTo>
                      <a:cubicBezTo>
                        <a:pt x="156" y="370"/>
                        <a:pt x="156" y="370"/>
                        <a:pt x="156" y="370"/>
                      </a:cubicBezTo>
                      <a:cubicBezTo>
                        <a:pt x="156" y="335"/>
                        <a:pt x="156" y="335"/>
                        <a:pt x="156" y="335"/>
                      </a:cubicBezTo>
                      <a:cubicBezTo>
                        <a:pt x="191" y="335"/>
                        <a:pt x="191" y="335"/>
                        <a:pt x="191" y="335"/>
                      </a:cubicBezTo>
                      <a:lnTo>
                        <a:pt x="191" y="370"/>
                      </a:lnTo>
                      <a:close/>
                      <a:moveTo>
                        <a:pt x="191" y="333"/>
                      </a:moveTo>
                      <a:cubicBezTo>
                        <a:pt x="156" y="333"/>
                        <a:pt x="156" y="333"/>
                        <a:pt x="156" y="333"/>
                      </a:cubicBezTo>
                      <a:cubicBezTo>
                        <a:pt x="156" y="298"/>
                        <a:pt x="156" y="298"/>
                        <a:pt x="156" y="298"/>
                      </a:cubicBezTo>
                      <a:cubicBezTo>
                        <a:pt x="191" y="298"/>
                        <a:pt x="191" y="298"/>
                        <a:pt x="191" y="298"/>
                      </a:cubicBezTo>
                      <a:lnTo>
                        <a:pt x="191" y="333"/>
                      </a:lnTo>
                      <a:close/>
                      <a:moveTo>
                        <a:pt x="191" y="296"/>
                      </a:moveTo>
                      <a:cubicBezTo>
                        <a:pt x="156" y="296"/>
                        <a:pt x="156" y="296"/>
                        <a:pt x="156" y="296"/>
                      </a:cubicBezTo>
                      <a:cubicBezTo>
                        <a:pt x="156" y="261"/>
                        <a:pt x="156" y="261"/>
                        <a:pt x="156" y="261"/>
                      </a:cubicBezTo>
                      <a:cubicBezTo>
                        <a:pt x="191" y="261"/>
                        <a:pt x="191" y="261"/>
                        <a:pt x="191" y="261"/>
                      </a:cubicBezTo>
                      <a:lnTo>
                        <a:pt x="191" y="296"/>
                      </a:lnTo>
                      <a:close/>
                      <a:moveTo>
                        <a:pt x="191" y="259"/>
                      </a:moveTo>
                      <a:cubicBezTo>
                        <a:pt x="156" y="259"/>
                        <a:pt x="156" y="259"/>
                        <a:pt x="156" y="259"/>
                      </a:cubicBezTo>
                      <a:cubicBezTo>
                        <a:pt x="156" y="224"/>
                        <a:pt x="156" y="224"/>
                        <a:pt x="156" y="224"/>
                      </a:cubicBezTo>
                      <a:cubicBezTo>
                        <a:pt x="191" y="224"/>
                        <a:pt x="191" y="224"/>
                        <a:pt x="191" y="224"/>
                      </a:cubicBezTo>
                      <a:lnTo>
                        <a:pt x="191" y="259"/>
                      </a:lnTo>
                      <a:close/>
                      <a:moveTo>
                        <a:pt x="191" y="222"/>
                      </a:moveTo>
                      <a:cubicBezTo>
                        <a:pt x="156" y="222"/>
                        <a:pt x="156" y="222"/>
                        <a:pt x="156" y="222"/>
                      </a:cubicBezTo>
                      <a:cubicBezTo>
                        <a:pt x="156" y="187"/>
                        <a:pt x="156" y="187"/>
                        <a:pt x="156" y="187"/>
                      </a:cubicBezTo>
                      <a:cubicBezTo>
                        <a:pt x="191" y="187"/>
                        <a:pt x="191" y="187"/>
                        <a:pt x="191" y="187"/>
                      </a:cubicBezTo>
                      <a:lnTo>
                        <a:pt x="191" y="222"/>
                      </a:lnTo>
                      <a:close/>
                      <a:moveTo>
                        <a:pt x="191" y="185"/>
                      </a:moveTo>
                      <a:cubicBezTo>
                        <a:pt x="156" y="185"/>
                        <a:pt x="156" y="185"/>
                        <a:pt x="156" y="185"/>
                      </a:cubicBezTo>
                      <a:cubicBezTo>
                        <a:pt x="156" y="150"/>
                        <a:pt x="156" y="150"/>
                        <a:pt x="156" y="150"/>
                      </a:cubicBezTo>
                      <a:cubicBezTo>
                        <a:pt x="191" y="150"/>
                        <a:pt x="191" y="150"/>
                        <a:pt x="191" y="150"/>
                      </a:cubicBezTo>
                      <a:lnTo>
                        <a:pt x="191" y="185"/>
                      </a:lnTo>
                      <a:close/>
                      <a:moveTo>
                        <a:pt x="191" y="148"/>
                      </a:moveTo>
                      <a:cubicBezTo>
                        <a:pt x="156" y="148"/>
                        <a:pt x="156" y="148"/>
                        <a:pt x="156" y="148"/>
                      </a:cubicBezTo>
                      <a:cubicBezTo>
                        <a:pt x="156" y="113"/>
                        <a:pt x="156" y="113"/>
                        <a:pt x="156" y="113"/>
                      </a:cubicBezTo>
                      <a:cubicBezTo>
                        <a:pt x="191" y="113"/>
                        <a:pt x="191" y="113"/>
                        <a:pt x="191" y="113"/>
                      </a:cubicBezTo>
                      <a:lnTo>
                        <a:pt x="191" y="148"/>
                      </a:lnTo>
                      <a:close/>
                      <a:moveTo>
                        <a:pt x="191" y="111"/>
                      </a:moveTo>
                      <a:cubicBezTo>
                        <a:pt x="156" y="111"/>
                        <a:pt x="156" y="111"/>
                        <a:pt x="156" y="111"/>
                      </a:cubicBezTo>
                      <a:cubicBezTo>
                        <a:pt x="156" y="76"/>
                        <a:pt x="156" y="76"/>
                        <a:pt x="156" y="76"/>
                      </a:cubicBezTo>
                      <a:cubicBezTo>
                        <a:pt x="191" y="76"/>
                        <a:pt x="191" y="76"/>
                        <a:pt x="191" y="76"/>
                      </a:cubicBezTo>
                      <a:lnTo>
                        <a:pt x="191" y="111"/>
                      </a:lnTo>
                      <a:close/>
                      <a:moveTo>
                        <a:pt x="191" y="74"/>
                      </a:moveTo>
                      <a:cubicBezTo>
                        <a:pt x="156" y="74"/>
                        <a:pt x="156" y="74"/>
                        <a:pt x="156" y="74"/>
                      </a:cubicBezTo>
                      <a:cubicBezTo>
                        <a:pt x="156" y="39"/>
                        <a:pt x="156" y="39"/>
                        <a:pt x="156" y="39"/>
                      </a:cubicBezTo>
                      <a:cubicBezTo>
                        <a:pt x="191" y="39"/>
                        <a:pt x="191" y="39"/>
                        <a:pt x="191" y="39"/>
                      </a:cubicBezTo>
                      <a:lnTo>
                        <a:pt x="191" y="74"/>
                      </a:lnTo>
                      <a:close/>
                      <a:moveTo>
                        <a:pt x="191" y="37"/>
                      </a:moveTo>
                      <a:cubicBezTo>
                        <a:pt x="156" y="37"/>
                        <a:pt x="156" y="37"/>
                        <a:pt x="156" y="37"/>
                      </a:cubicBezTo>
                      <a:cubicBezTo>
                        <a:pt x="156" y="2"/>
                        <a:pt x="156" y="2"/>
                        <a:pt x="156" y="2"/>
                      </a:cubicBezTo>
                      <a:cubicBezTo>
                        <a:pt x="191" y="2"/>
                        <a:pt x="191" y="2"/>
                        <a:pt x="191" y="2"/>
                      </a:cubicBezTo>
                      <a:lnTo>
                        <a:pt x="191" y="37"/>
                      </a:lnTo>
                      <a:close/>
                      <a:moveTo>
                        <a:pt x="228" y="446"/>
                      </a:moveTo>
                      <a:cubicBezTo>
                        <a:pt x="193" y="446"/>
                        <a:pt x="193" y="446"/>
                        <a:pt x="193" y="446"/>
                      </a:cubicBezTo>
                      <a:cubicBezTo>
                        <a:pt x="193" y="408"/>
                        <a:pt x="193" y="408"/>
                        <a:pt x="193" y="408"/>
                      </a:cubicBezTo>
                      <a:cubicBezTo>
                        <a:pt x="228" y="408"/>
                        <a:pt x="228" y="408"/>
                        <a:pt x="228" y="408"/>
                      </a:cubicBezTo>
                      <a:lnTo>
                        <a:pt x="228" y="446"/>
                      </a:lnTo>
                      <a:close/>
                      <a:moveTo>
                        <a:pt x="228" y="406"/>
                      </a:moveTo>
                      <a:cubicBezTo>
                        <a:pt x="193" y="406"/>
                        <a:pt x="193" y="406"/>
                        <a:pt x="193" y="406"/>
                      </a:cubicBezTo>
                      <a:cubicBezTo>
                        <a:pt x="193" y="372"/>
                        <a:pt x="193" y="372"/>
                        <a:pt x="193" y="372"/>
                      </a:cubicBezTo>
                      <a:cubicBezTo>
                        <a:pt x="228" y="372"/>
                        <a:pt x="228" y="372"/>
                        <a:pt x="228" y="372"/>
                      </a:cubicBezTo>
                      <a:lnTo>
                        <a:pt x="228" y="406"/>
                      </a:lnTo>
                      <a:close/>
                      <a:moveTo>
                        <a:pt x="228" y="370"/>
                      </a:moveTo>
                      <a:cubicBezTo>
                        <a:pt x="193" y="370"/>
                        <a:pt x="193" y="370"/>
                        <a:pt x="193" y="370"/>
                      </a:cubicBezTo>
                      <a:cubicBezTo>
                        <a:pt x="193" y="335"/>
                        <a:pt x="193" y="335"/>
                        <a:pt x="193" y="335"/>
                      </a:cubicBezTo>
                      <a:cubicBezTo>
                        <a:pt x="228" y="335"/>
                        <a:pt x="228" y="335"/>
                        <a:pt x="228" y="335"/>
                      </a:cubicBezTo>
                      <a:lnTo>
                        <a:pt x="228" y="370"/>
                      </a:lnTo>
                      <a:close/>
                      <a:moveTo>
                        <a:pt x="228" y="333"/>
                      </a:moveTo>
                      <a:cubicBezTo>
                        <a:pt x="193" y="333"/>
                        <a:pt x="193" y="333"/>
                        <a:pt x="193" y="333"/>
                      </a:cubicBezTo>
                      <a:cubicBezTo>
                        <a:pt x="193" y="298"/>
                        <a:pt x="193" y="298"/>
                        <a:pt x="193" y="298"/>
                      </a:cubicBezTo>
                      <a:cubicBezTo>
                        <a:pt x="228" y="298"/>
                        <a:pt x="228" y="298"/>
                        <a:pt x="228" y="298"/>
                      </a:cubicBezTo>
                      <a:lnTo>
                        <a:pt x="228" y="333"/>
                      </a:lnTo>
                      <a:close/>
                      <a:moveTo>
                        <a:pt x="228" y="296"/>
                      </a:moveTo>
                      <a:cubicBezTo>
                        <a:pt x="193" y="296"/>
                        <a:pt x="193" y="296"/>
                        <a:pt x="193" y="296"/>
                      </a:cubicBezTo>
                      <a:cubicBezTo>
                        <a:pt x="193" y="261"/>
                        <a:pt x="193" y="261"/>
                        <a:pt x="193" y="261"/>
                      </a:cubicBezTo>
                      <a:cubicBezTo>
                        <a:pt x="228" y="261"/>
                        <a:pt x="228" y="261"/>
                        <a:pt x="228" y="261"/>
                      </a:cubicBezTo>
                      <a:lnTo>
                        <a:pt x="228" y="296"/>
                      </a:lnTo>
                      <a:close/>
                      <a:moveTo>
                        <a:pt x="228" y="259"/>
                      </a:moveTo>
                      <a:cubicBezTo>
                        <a:pt x="193" y="259"/>
                        <a:pt x="193" y="259"/>
                        <a:pt x="193" y="259"/>
                      </a:cubicBezTo>
                      <a:cubicBezTo>
                        <a:pt x="193" y="224"/>
                        <a:pt x="193" y="224"/>
                        <a:pt x="193" y="224"/>
                      </a:cubicBezTo>
                      <a:cubicBezTo>
                        <a:pt x="228" y="224"/>
                        <a:pt x="228" y="224"/>
                        <a:pt x="228" y="224"/>
                      </a:cubicBezTo>
                      <a:lnTo>
                        <a:pt x="228" y="259"/>
                      </a:lnTo>
                      <a:close/>
                      <a:moveTo>
                        <a:pt x="228" y="222"/>
                      </a:moveTo>
                      <a:cubicBezTo>
                        <a:pt x="193" y="222"/>
                        <a:pt x="193" y="222"/>
                        <a:pt x="193" y="222"/>
                      </a:cubicBezTo>
                      <a:cubicBezTo>
                        <a:pt x="193" y="187"/>
                        <a:pt x="193" y="187"/>
                        <a:pt x="193" y="187"/>
                      </a:cubicBezTo>
                      <a:cubicBezTo>
                        <a:pt x="228" y="187"/>
                        <a:pt x="228" y="187"/>
                        <a:pt x="228" y="187"/>
                      </a:cubicBezTo>
                      <a:lnTo>
                        <a:pt x="228" y="222"/>
                      </a:lnTo>
                      <a:close/>
                      <a:moveTo>
                        <a:pt x="228" y="185"/>
                      </a:moveTo>
                      <a:cubicBezTo>
                        <a:pt x="193" y="185"/>
                        <a:pt x="193" y="185"/>
                        <a:pt x="193" y="185"/>
                      </a:cubicBezTo>
                      <a:cubicBezTo>
                        <a:pt x="193" y="150"/>
                        <a:pt x="193" y="150"/>
                        <a:pt x="193" y="150"/>
                      </a:cubicBezTo>
                      <a:cubicBezTo>
                        <a:pt x="228" y="150"/>
                        <a:pt x="228" y="150"/>
                        <a:pt x="228" y="150"/>
                      </a:cubicBezTo>
                      <a:lnTo>
                        <a:pt x="228" y="185"/>
                      </a:lnTo>
                      <a:close/>
                      <a:moveTo>
                        <a:pt x="228" y="148"/>
                      </a:moveTo>
                      <a:cubicBezTo>
                        <a:pt x="193" y="148"/>
                        <a:pt x="193" y="148"/>
                        <a:pt x="193" y="148"/>
                      </a:cubicBezTo>
                      <a:cubicBezTo>
                        <a:pt x="193" y="113"/>
                        <a:pt x="193" y="113"/>
                        <a:pt x="193" y="113"/>
                      </a:cubicBezTo>
                      <a:cubicBezTo>
                        <a:pt x="228" y="113"/>
                        <a:pt x="228" y="113"/>
                        <a:pt x="228" y="113"/>
                      </a:cubicBezTo>
                      <a:lnTo>
                        <a:pt x="228" y="148"/>
                      </a:lnTo>
                      <a:close/>
                      <a:moveTo>
                        <a:pt x="228" y="111"/>
                      </a:moveTo>
                      <a:cubicBezTo>
                        <a:pt x="193" y="111"/>
                        <a:pt x="193" y="111"/>
                        <a:pt x="193" y="111"/>
                      </a:cubicBezTo>
                      <a:cubicBezTo>
                        <a:pt x="193" y="76"/>
                        <a:pt x="193" y="76"/>
                        <a:pt x="193" y="76"/>
                      </a:cubicBezTo>
                      <a:cubicBezTo>
                        <a:pt x="228" y="76"/>
                        <a:pt x="228" y="76"/>
                        <a:pt x="228" y="76"/>
                      </a:cubicBezTo>
                      <a:lnTo>
                        <a:pt x="228" y="111"/>
                      </a:lnTo>
                      <a:close/>
                      <a:moveTo>
                        <a:pt x="228" y="74"/>
                      </a:moveTo>
                      <a:cubicBezTo>
                        <a:pt x="193" y="74"/>
                        <a:pt x="193" y="74"/>
                        <a:pt x="193" y="74"/>
                      </a:cubicBezTo>
                      <a:cubicBezTo>
                        <a:pt x="193" y="39"/>
                        <a:pt x="193" y="39"/>
                        <a:pt x="193" y="39"/>
                      </a:cubicBezTo>
                      <a:cubicBezTo>
                        <a:pt x="228" y="39"/>
                        <a:pt x="228" y="39"/>
                        <a:pt x="228" y="39"/>
                      </a:cubicBezTo>
                      <a:lnTo>
                        <a:pt x="228" y="74"/>
                      </a:lnTo>
                      <a:close/>
                      <a:moveTo>
                        <a:pt x="228" y="37"/>
                      </a:moveTo>
                      <a:cubicBezTo>
                        <a:pt x="193" y="37"/>
                        <a:pt x="193" y="37"/>
                        <a:pt x="193" y="37"/>
                      </a:cubicBezTo>
                      <a:cubicBezTo>
                        <a:pt x="193" y="2"/>
                        <a:pt x="193" y="2"/>
                        <a:pt x="193" y="2"/>
                      </a:cubicBezTo>
                      <a:cubicBezTo>
                        <a:pt x="228" y="2"/>
                        <a:pt x="228" y="2"/>
                        <a:pt x="228" y="2"/>
                      </a:cubicBezTo>
                      <a:lnTo>
                        <a:pt x="228" y="37"/>
                      </a:lnTo>
                      <a:close/>
                      <a:moveTo>
                        <a:pt x="265" y="446"/>
                      </a:moveTo>
                      <a:cubicBezTo>
                        <a:pt x="230" y="446"/>
                        <a:pt x="230" y="446"/>
                        <a:pt x="230" y="446"/>
                      </a:cubicBezTo>
                      <a:cubicBezTo>
                        <a:pt x="230" y="408"/>
                        <a:pt x="230" y="408"/>
                        <a:pt x="230" y="408"/>
                      </a:cubicBezTo>
                      <a:cubicBezTo>
                        <a:pt x="265" y="408"/>
                        <a:pt x="265" y="408"/>
                        <a:pt x="265" y="408"/>
                      </a:cubicBezTo>
                      <a:lnTo>
                        <a:pt x="265" y="446"/>
                      </a:lnTo>
                      <a:close/>
                      <a:moveTo>
                        <a:pt x="265" y="406"/>
                      </a:moveTo>
                      <a:cubicBezTo>
                        <a:pt x="230" y="406"/>
                        <a:pt x="230" y="406"/>
                        <a:pt x="230" y="406"/>
                      </a:cubicBezTo>
                      <a:cubicBezTo>
                        <a:pt x="230" y="372"/>
                        <a:pt x="230" y="372"/>
                        <a:pt x="230" y="372"/>
                      </a:cubicBezTo>
                      <a:cubicBezTo>
                        <a:pt x="265" y="372"/>
                        <a:pt x="265" y="372"/>
                        <a:pt x="265" y="372"/>
                      </a:cubicBezTo>
                      <a:lnTo>
                        <a:pt x="265" y="406"/>
                      </a:lnTo>
                      <a:close/>
                      <a:moveTo>
                        <a:pt x="265" y="370"/>
                      </a:moveTo>
                      <a:cubicBezTo>
                        <a:pt x="230" y="370"/>
                        <a:pt x="230" y="370"/>
                        <a:pt x="230" y="370"/>
                      </a:cubicBezTo>
                      <a:cubicBezTo>
                        <a:pt x="230" y="335"/>
                        <a:pt x="230" y="335"/>
                        <a:pt x="230" y="335"/>
                      </a:cubicBezTo>
                      <a:cubicBezTo>
                        <a:pt x="265" y="335"/>
                        <a:pt x="265" y="335"/>
                        <a:pt x="265" y="335"/>
                      </a:cubicBezTo>
                      <a:lnTo>
                        <a:pt x="265" y="370"/>
                      </a:lnTo>
                      <a:close/>
                      <a:moveTo>
                        <a:pt x="265" y="333"/>
                      </a:moveTo>
                      <a:cubicBezTo>
                        <a:pt x="230" y="333"/>
                        <a:pt x="230" y="333"/>
                        <a:pt x="230" y="333"/>
                      </a:cubicBezTo>
                      <a:cubicBezTo>
                        <a:pt x="230" y="298"/>
                        <a:pt x="230" y="298"/>
                        <a:pt x="230" y="298"/>
                      </a:cubicBezTo>
                      <a:cubicBezTo>
                        <a:pt x="265" y="298"/>
                        <a:pt x="265" y="298"/>
                        <a:pt x="265" y="298"/>
                      </a:cubicBezTo>
                      <a:lnTo>
                        <a:pt x="265" y="333"/>
                      </a:lnTo>
                      <a:close/>
                      <a:moveTo>
                        <a:pt x="265" y="296"/>
                      </a:moveTo>
                      <a:cubicBezTo>
                        <a:pt x="230" y="296"/>
                        <a:pt x="230" y="296"/>
                        <a:pt x="230" y="296"/>
                      </a:cubicBezTo>
                      <a:cubicBezTo>
                        <a:pt x="230" y="261"/>
                        <a:pt x="230" y="261"/>
                        <a:pt x="230" y="261"/>
                      </a:cubicBezTo>
                      <a:cubicBezTo>
                        <a:pt x="265" y="261"/>
                        <a:pt x="265" y="261"/>
                        <a:pt x="265" y="261"/>
                      </a:cubicBezTo>
                      <a:lnTo>
                        <a:pt x="265" y="296"/>
                      </a:lnTo>
                      <a:close/>
                      <a:moveTo>
                        <a:pt x="265" y="259"/>
                      </a:moveTo>
                      <a:cubicBezTo>
                        <a:pt x="230" y="259"/>
                        <a:pt x="230" y="259"/>
                        <a:pt x="230" y="259"/>
                      </a:cubicBezTo>
                      <a:cubicBezTo>
                        <a:pt x="230" y="224"/>
                        <a:pt x="230" y="224"/>
                        <a:pt x="230" y="224"/>
                      </a:cubicBezTo>
                      <a:cubicBezTo>
                        <a:pt x="265" y="224"/>
                        <a:pt x="265" y="224"/>
                        <a:pt x="265" y="224"/>
                      </a:cubicBezTo>
                      <a:lnTo>
                        <a:pt x="265" y="259"/>
                      </a:lnTo>
                      <a:close/>
                      <a:moveTo>
                        <a:pt x="265" y="222"/>
                      </a:moveTo>
                      <a:cubicBezTo>
                        <a:pt x="230" y="222"/>
                        <a:pt x="230" y="222"/>
                        <a:pt x="230" y="222"/>
                      </a:cubicBezTo>
                      <a:cubicBezTo>
                        <a:pt x="230" y="187"/>
                        <a:pt x="230" y="187"/>
                        <a:pt x="230" y="187"/>
                      </a:cubicBezTo>
                      <a:cubicBezTo>
                        <a:pt x="265" y="187"/>
                        <a:pt x="265" y="187"/>
                        <a:pt x="265" y="187"/>
                      </a:cubicBezTo>
                      <a:lnTo>
                        <a:pt x="265" y="222"/>
                      </a:lnTo>
                      <a:close/>
                      <a:moveTo>
                        <a:pt x="265" y="185"/>
                      </a:moveTo>
                      <a:cubicBezTo>
                        <a:pt x="230" y="185"/>
                        <a:pt x="230" y="185"/>
                        <a:pt x="230" y="185"/>
                      </a:cubicBezTo>
                      <a:cubicBezTo>
                        <a:pt x="230" y="150"/>
                        <a:pt x="230" y="150"/>
                        <a:pt x="230" y="150"/>
                      </a:cubicBezTo>
                      <a:cubicBezTo>
                        <a:pt x="265" y="150"/>
                        <a:pt x="265" y="150"/>
                        <a:pt x="265" y="150"/>
                      </a:cubicBezTo>
                      <a:lnTo>
                        <a:pt x="265" y="185"/>
                      </a:lnTo>
                      <a:close/>
                      <a:moveTo>
                        <a:pt x="265" y="148"/>
                      </a:moveTo>
                      <a:cubicBezTo>
                        <a:pt x="230" y="148"/>
                        <a:pt x="230" y="148"/>
                        <a:pt x="230" y="148"/>
                      </a:cubicBezTo>
                      <a:cubicBezTo>
                        <a:pt x="230" y="113"/>
                        <a:pt x="230" y="113"/>
                        <a:pt x="230" y="113"/>
                      </a:cubicBezTo>
                      <a:cubicBezTo>
                        <a:pt x="265" y="113"/>
                        <a:pt x="265" y="113"/>
                        <a:pt x="265" y="113"/>
                      </a:cubicBezTo>
                      <a:lnTo>
                        <a:pt x="265" y="148"/>
                      </a:lnTo>
                      <a:close/>
                      <a:moveTo>
                        <a:pt x="265" y="111"/>
                      </a:moveTo>
                      <a:cubicBezTo>
                        <a:pt x="230" y="111"/>
                        <a:pt x="230" y="111"/>
                        <a:pt x="230" y="111"/>
                      </a:cubicBezTo>
                      <a:cubicBezTo>
                        <a:pt x="230" y="76"/>
                        <a:pt x="230" y="76"/>
                        <a:pt x="230" y="76"/>
                      </a:cubicBezTo>
                      <a:cubicBezTo>
                        <a:pt x="265" y="76"/>
                        <a:pt x="265" y="76"/>
                        <a:pt x="265" y="76"/>
                      </a:cubicBezTo>
                      <a:lnTo>
                        <a:pt x="265" y="111"/>
                      </a:lnTo>
                      <a:close/>
                      <a:moveTo>
                        <a:pt x="265" y="74"/>
                      </a:moveTo>
                      <a:cubicBezTo>
                        <a:pt x="230" y="74"/>
                        <a:pt x="230" y="74"/>
                        <a:pt x="230" y="74"/>
                      </a:cubicBezTo>
                      <a:cubicBezTo>
                        <a:pt x="230" y="39"/>
                        <a:pt x="230" y="39"/>
                        <a:pt x="230" y="39"/>
                      </a:cubicBezTo>
                      <a:cubicBezTo>
                        <a:pt x="265" y="39"/>
                        <a:pt x="265" y="39"/>
                        <a:pt x="265" y="39"/>
                      </a:cubicBezTo>
                      <a:lnTo>
                        <a:pt x="265" y="74"/>
                      </a:lnTo>
                      <a:close/>
                      <a:moveTo>
                        <a:pt x="265" y="37"/>
                      </a:moveTo>
                      <a:cubicBezTo>
                        <a:pt x="230" y="37"/>
                        <a:pt x="230" y="37"/>
                        <a:pt x="230" y="37"/>
                      </a:cubicBezTo>
                      <a:cubicBezTo>
                        <a:pt x="230" y="2"/>
                        <a:pt x="230" y="2"/>
                        <a:pt x="230" y="2"/>
                      </a:cubicBezTo>
                      <a:cubicBezTo>
                        <a:pt x="265" y="2"/>
                        <a:pt x="265" y="2"/>
                        <a:pt x="265" y="2"/>
                      </a:cubicBezTo>
                      <a:lnTo>
                        <a:pt x="265" y="37"/>
                      </a:lnTo>
                      <a:close/>
                      <a:moveTo>
                        <a:pt x="302" y="406"/>
                      </a:moveTo>
                      <a:cubicBezTo>
                        <a:pt x="267" y="406"/>
                        <a:pt x="267" y="406"/>
                        <a:pt x="267" y="406"/>
                      </a:cubicBezTo>
                      <a:cubicBezTo>
                        <a:pt x="267" y="372"/>
                        <a:pt x="267" y="372"/>
                        <a:pt x="267" y="372"/>
                      </a:cubicBezTo>
                      <a:cubicBezTo>
                        <a:pt x="302" y="372"/>
                        <a:pt x="302" y="372"/>
                        <a:pt x="302" y="372"/>
                      </a:cubicBezTo>
                      <a:lnTo>
                        <a:pt x="302" y="406"/>
                      </a:lnTo>
                      <a:close/>
                      <a:moveTo>
                        <a:pt x="302" y="370"/>
                      </a:moveTo>
                      <a:cubicBezTo>
                        <a:pt x="267" y="370"/>
                        <a:pt x="267" y="370"/>
                        <a:pt x="267" y="370"/>
                      </a:cubicBezTo>
                      <a:cubicBezTo>
                        <a:pt x="267" y="335"/>
                        <a:pt x="267" y="335"/>
                        <a:pt x="267" y="335"/>
                      </a:cubicBezTo>
                      <a:cubicBezTo>
                        <a:pt x="302" y="335"/>
                        <a:pt x="302" y="335"/>
                        <a:pt x="302" y="335"/>
                      </a:cubicBezTo>
                      <a:lnTo>
                        <a:pt x="302" y="370"/>
                      </a:lnTo>
                      <a:close/>
                      <a:moveTo>
                        <a:pt x="302" y="333"/>
                      </a:moveTo>
                      <a:cubicBezTo>
                        <a:pt x="267" y="333"/>
                        <a:pt x="267" y="333"/>
                        <a:pt x="267" y="333"/>
                      </a:cubicBezTo>
                      <a:cubicBezTo>
                        <a:pt x="267" y="298"/>
                        <a:pt x="267" y="298"/>
                        <a:pt x="267" y="298"/>
                      </a:cubicBezTo>
                      <a:cubicBezTo>
                        <a:pt x="302" y="298"/>
                        <a:pt x="302" y="298"/>
                        <a:pt x="302" y="298"/>
                      </a:cubicBezTo>
                      <a:lnTo>
                        <a:pt x="302" y="333"/>
                      </a:lnTo>
                      <a:close/>
                      <a:moveTo>
                        <a:pt x="302" y="296"/>
                      </a:moveTo>
                      <a:cubicBezTo>
                        <a:pt x="267" y="296"/>
                        <a:pt x="267" y="296"/>
                        <a:pt x="267" y="296"/>
                      </a:cubicBezTo>
                      <a:cubicBezTo>
                        <a:pt x="267" y="261"/>
                        <a:pt x="267" y="261"/>
                        <a:pt x="267" y="261"/>
                      </a:cubicBezTo>
                      <a:cubicBezTo>
                        <a:pt x="302" y="261"/>
                        <a:pt x="302" y="261"/>
                        <a:pt x="302" y="261"/>
                      </a:cubicBezTo>
                      <a:lnTo>
                        <a:pt x="302" y="296"/>
                      </a:lnTo>
                      <a:close/>
                      <a:moveTo>
                        <a:pt x="302" y="259"/>
                      </a:moveTo>
                      <a:cubicBezTo>
                        <a:pt x="267" y="259"/>
                        <a:pt x="267" y="259"/>
                        <a:pt x="267" y="259"/>
                      </a:cubicBezTo>
                      <a:cubicBezTo>
                        <a:pt x="267" y="224"/>
                        <a:pt x="267" y="224"/>
                        <a:pt x="267" y="224"/>
                      </a:cubicBezTo>
                      <a:cubicBezTo>
                        <a:pt x="302" y="224"/>
                        <a:pt x="302" y="224"/>
                        <a:pt x="302" y="224"/>
                      </a:cubicBezTo>
                      <a:lnTo>
                        <a:pt x="302" y="259"/>
                      </a:lnTo>
                      <a:close/>
                      <a:moveTo>
                        <a:pt x="302" y="222"/>
                      </a:moveTo>
                      <a:cubicBezTo>
                        <a:pt x="267" y="222"/>
                        <a:pt x="267" y="222"/>
                        <a:pt x="267" y="222"/>
                      </a:cubicBezTo>
                      <a:cubicBezTo>
                        <a:pt x="267" y="187"/>
                        <a:pt x="267" y="187"/>
                        <a:pt x="267" y="187"/>
                      </a:cubicBezTo>
                      <a:cubicBezTo>
                        <a:pt x="302" y="187"/>
                        <a:pt x="302" y="187"/>
                        <a:pt x="302" y="187"/>
                      </a:cubicBezTo>
                      <a:lnTo>
                        <a:pt x="302" y="222"/>
                      </a:lnTo>
                      <a:close/>
                      <a:moveTo>
                        <a:pt x="302" y="185"/>
                      </a:moveTo>
                      <a:cubicBezTo>
                        <a:pt x="267" y="185"/>
                        <a:pt x="267" y="185"/>
                        <a:pt x="267" y="185"/>
                      </a:cubicBezTo>
                      <a:cubicBezTo>
                        <a:pt x="267" y="150"/>
                        <a:pt x="267" y="150"/>
                        <a:pt x="267" y="150"/>
                      </a:cubicBezTo>
                      <a:cubicBezTo>
                        <a:pt x="302" y="150"/>
                        <a:pt x="302" y="150"/>
                        <a:pt x="302" y="150"/>
                      </a:cubicBezTo>
                      <a:lnTo>
                        <a:pt x="302" y="185"/>
                      </a:lnTo>
                      <a:close/>
                      <a:moveTo>
                        <a:pt x="302" y="148"/>
                      </a:moveTo>
                      <a:cubicBezTo>
                        <a:pt x="267" y="148"/>
                        <a:pt x="267" y="148"/>
                        <a:pt x="267" y="148"/>
                      </a:cubicBezTo>
                      <a:cubicBezTo>
                        <a:pt x="267" y="113"/>
                        <a:pt x="267" y="113"/>
                        <a:pt x="267" y="113"/>
                      </a:cubicBezTo>
                      <a:cubicBezTo>
                        <a:pt x="302" y="113"/>
                        <a:pt x="302" y="113"/>
                        <a:pt x="302" y="113"/>
                      </a:cubicBezTo>
                      <a:lnTo>
                        <a:pt x="302" y="148"/>
                      </a:lnTo>
                      <a:close/>
                      <a:moveTo>
                        <a:pt x="302" y="111"/>
                      </a:moveTo>
                      <a:cubicBezTo>
                        <a:pt x="267" y="111"/>
                        <a:pt x="267" y="111"/>
                        <a:pt x="267" y="111"/>
                      </a:cubicBezTo>
                      <a:cubicBezTo>
                        <a:pt x="267" y="76"/>
                        <a:pt x="267" y="76"/>
                        <a:pt x="267" y="76"/>
                      </a:cubicBezTo>
                      <a:cubicBezTo>
                        <a:pt x="302" y="76"/>
                        <a:pt x="302" y="76"/>
                        <a:pt x="302" y="76"/>
                      </a:cubicBezTo>
                      <a:lnTo>
                        <a:pt x="302" y="111"/>
                      </a:lnTo>
                      <a:close/>
                      <a:moveTo>
                        <a:pt x="302" y="74"/>
                      </a:moveTo>
                      <a:cubicBezTo>
                        <a:pt x="267" y="74"/>
                        <a:pt x="267" y="74"/>
                        <a:pt x="267" y="74"/>
                      </a:cubicBezTo>
                      <a:cubicBezTo>
                        <a:pt x="267" y="39"/>
                        <a:pt x="267" y="39"/>
                        <a:pt x="267" y="39"/>
                      </a:cubicBezTo>
                      <a:cubicBezTo>
                        <a:pt x="302" y="39"/>
                        <a:pt x="302" y="39"/>
                        <a:pt x="302" y="39"/>
                      </a:cubicBezTo>
                      <a:lnTo>
                        <a:pt x="302" y="74"/>
                      </a:lnTo>
                      <a:close/>
                      <a:moveTo>
                        <a:pt x="302" y="37"/>
                      </a:moveTo>
                      <a:cubicBezTo>
                        <a:pt x="267" y="37"/>
                        <a:pt x="267" y="37"/>
                        <a:pt x="267" y="37"/>
                      </a:cubicBezTo>
                      <a:cubicBezTo>
                        <a:pt x="267" y="2"/>
                        <a:pt x="267" y="2"/>
                        <a:pt x="267" y="2"/>
                      </a:cubicBezTo>
                      <a:cubicBezTo>
                        <a:pt x="302" y="2"/>
                        <a:pt x="302" y="2"/>
                        <a:pt x="302" y="2"/>
                      </a:cubicBezTo>
                      <a:lnTo>
                        <a:pt x="302" y="37"/>
                      </a:lnTo>
                      <a:close/>
                      <a:moveTo>
                        <a:pt x="339" y="446"/>
                      </a:moveTo>
                      <a:cubicBezTo>
                        <a:pt x="304" y="446"/>
                        <a:pt x="304" y="446"/>
                        <a:pt x="304" y="446"/>
                      </a:cubicBezTo>
                      <a:cubicBezTo>
                        <a:pt x="304" y="408"/>
                        <a:pt x="304" y="408"/>
                        <a:pt x="304" y="408"/>
                      </a:cubicBezTo>
                      <a:cubicBezTo>
                        <a:pt x="339" y="408"/>
                        <a:pt x="339" y="408"/>
                        <a:pt x="339" y="408"/>
                      </a:cubicBezTo>
                      <a:lnTo>
                        <a:pt x="339" y="446"/>
                      </a:lnTo>
                      <a:close/>
                      <a:moveTo>
                        <a:pt x="339" y="406"/>
                      </a:moveTo>
                      <a:cubicBezTo>
                        <a:pt x="304" y="406"/>
                        <a:pt x="304" y="406"/>
                        <a:pt x="304" y="406"/>
                      </a:cubicBezTo>
                      <a:cubicBezTo>
                        <a:pt x="304" y="372"/>
                        <a:pt x="304" y="372"/>
                        <a:pt x="304" y="372"/>
                      </a:cubicBezTo>
                      <a:cubicBezTo>
                        <a:pt x="339" y="372"/>
                        <a:pt x="339" y="372"/>
                        <a:pt x="339" y="372"/>
                      </a:cubicBezTo>
                      <a:lnTo>
                        <a:pt x="339" y="406"/>
                      </a:lnTo>
                      <a:close/>
                      <a:moveTo>
                        <a:pt x="339" y="370"/>
                      </a:moveTo>
                      <a:cubicBezTo>
                        <a:pt x="304" y="370"/>
                        <a:pt x="304" y="370"/>
                        <a:pt x="304" y="370"/>
                      </a:cubicBezTo>
                      <a:cubicBezTo>
                        <a:pt x="304" y="335"/>
                        <a:pt x="304" y="335"/>
                        <a:pt x="304" y="335"/>
                      </a:cubicBezTo>
                      <a:cubicBezTo>
                        <a:pt x="339" y="335"/>
                        <a:pt x="339" y="335"/>
                        <a:pt x="339" y="335"/>
                      </a:cubicBezTo>
                      <a:lnTo>
                        <a:pt x="339" y="370"/>
                      </a:lnTo>
                      <a:close/>
                      <a:moveTo>
                        <a:pt x="339" y="333"/>
                      </a:moveTo>
                      <a:cubicBezTo>
                        <a:pt x="304" y="333"/>
                        <a:pt x="304" y="333"/>
                        <a:pt x="304" y="333"/>
                      </a:cubicBezTo>
                      <a:cubicBezTo>
                        <a:pt x="304" y="298"/>
                        <a:pt x="304" y="298"/>
                        <a:pt x="304" y="298"/>
                      </a:cubicBezTo>
                      <a:cubicBezTo>
                        <a:pt x="339" y="298"/>
                        <a:pt x="339" y="298"/>
                        <a:pt x="339" y="298"/>
                      </a:cubicBezTo>
                      <a:lnTo>
                        <a:pt x="339" y="333"/>
                      </a:lnTo>
                      <a:close/>
                      <a:moveTo>
                        <a:pt x="339" y="296"/>
                      </a:moveTo>
                      <a:cubicBezTo>
                        <a:pt x="304" y="296"/>
                        <a:pt x="304" y="296"/>
                        <a:pt x="304" y="296"/>
                      </a:cubicBezTo>
                      <a:cubicBezTo>
                        <a:pt x="304" y="261"/>
                        <a:pt x="304" y="261"/>
                        <a:pt x="304" y="261"/>
                      </a:cubicBezTo>
                      <a:cubicBezTo>
                        <a:pt x="339" y="261"/>
                        <a:pt x="339" y="261"/>
                        <a:pt x="339" y="261"/>
                      </a:cubicBezTo>
                      <a:lnTo>
                        <a:pt x="339" y="296"/>
                      </a:lnTo>
                      <a:close/>
                      <a:moveTo>
                        <a:pt x="339" y="259"/>
                      </a:moveTo>
                      <a:cubicBezTo>
                        <a:pt x="304" y="259"/>
                        <a:pt x="304" y="259"/>
                        <a:pt x="304" y="259"/>
                      </a:cubicBezTo>
                      <a:cubicBezTo>
                        <a:pt x="304" y="224"/>
                        <a:pt x="304" y="224"/>
                        <a:pt x="304" y="224"/>
                      </a:cubicBezTo>
                      <a:cubicBezTo>
                        <a:pt x="339" y="224"/>
                        <a:pt x="339" y="224"/>
                        <a:pt x="339" y="224"/>
                      </a:cubicBezTo>
                      <a:lnTo>
                        <a:pt x="339" y="259"/>
                      </a:lnTo>
                      <a:close/>
                      <a:moveTo>
                        <a:pt x="339" y="222"/>
                      </a:moveTo>
                      <a:cubicBezTo>
                        <a:pt x="304" y="222"/>
                        <a:pt x="304" y="222"/>
                        <a:pt x="304" y="222"/>
                      </a:cubicBezTo>
                      <a:cubicBezTo>
                        <a:pt x="304" y="187"/>
                        <a:pt x="304" y="187"/>
                        <a:pt x="304" y="187"/>
                      </a:cubicBezTo>
                      <a:cubicBezTo>
                        <a:pt x="339" y="187"/>
                        <a:pt x="339" y="187"/>
                        <a:pt x="339" y="187"/>
                      </a:cubicBezTo>
                      <a:lnTo>
                        <a:pt x="339" y="222"/>
                      </a:lnTo>
                      <a:close/>
                      <a:moveTo>
                        <a:pt x="339" y="185"/>
                      </a:moveTo>
                      <a:cubicBezTo>
                        <a:pt x="304" y="185"/>
                        <a:pt x="304" y="185"/>
                        <a:pt x="304" y="185"/>
                      </a:cubicBezTo>
                      <a:cubicBezTo>
                        <a:pt x="304" y="150"/>
                        <a:pt x="304" y="150"/>
                        <a:pt x="304" y="150"/>
                      </a:cubicBezTo>
                      <a:cubicBezTo>
                        <a:pt x="339" y="150"/>
                        <a:pt x="339" y="150"/>
                        <a:pt x="339" y="150"/>
                      </a:cubicBezTo>
                      <a:lnTo>
                        <a:pt x="339" y="185"/>
                      </a:lnTo>
                      <a:close/>
                      <a:moveTo>
                        <a:pt x="339" y="148"/>
                      </a:moveTo>
                      <a:cubicBezTo>
                        <a:pt x="304" y="148"/>
                        <a:pt x="304" y="148"/>
                        <a:pt x="304" y="148"/>
                      </a:cubicBezTo>
                      <a:cubicBezTo>
                        <a:pt x="304" y="113"/>
                        <a:pt x="304" y="113"/>
                        <a:pt x="304" y="113"/>
                      </a:cubicBezTo>
                      <a:cubicBezTo>
                        <a:pt x="339" y="113"/>
                        <a:pt x="339" y="113"/>
                        <a:pt x="339" y="113"/>
                      </a:cubicBezTo>
                      <a:lnTo>
                        <a:pt x="339" y="148"/>
                      </a:lnTo>
                      <a:close/>
                      <a:moveTo>
                        <a:pt x="339" y="111"/>
                      </a:moveTo>
                      <a:cubicBezTo>
                        <a:pt x="304" y="111"/>
                        <a:pt x="304" y="111"/>
                        <a:pt x="304" y="111"/>
                      </a:cubicBezTo>
                      <a:cubicBezTo>
                        <a:pt x="304" y="76"/>
                        <a:pt x="304" y="76"/>
                        <a:pt x="304" y="76"/>
                      </a:cubicBezTo>
                      <a:cubicBezTo>
                        <a:pt x="339" y="76"/>
                        <a:pt x="339" y="76"/>
                        <a:pt x="339" y="76"/>
                      </a:cubicBezTo>
                      <a:lnTo>
                        <a:pt x="339" y="111"/>
                      </a:lnTo>
                      <a:close/>
                      <a:moveTo>
                        <a:pt x="339" y="74"/>
                      </a:moveTo>
                      <a:cubicBezTo>
                        <a:pt x="304" y="74"/>
                        <a:pt x="304" y="74"/>
                        <a:pt x="304" y="74"/>
                      </a:cubicBezTo>
                      <a:cubicBezTo>
                        <a:pt x="304" y="39"/>
                        <a:pt x="304" y="39"/>
                        <a:pt x="304" y="39"/>
                      </a:cubicBezTo>
                      <a:cubicBezTo>
                        <a:pt x="339" y="39"/>
                        <a:pt x="339" y="39"/>
                        <a:pt x="339" y="39"/>
                      </a:cubicBezTo>
                      <a:lnTo>
                        <a:pt x="339" y="74"/>
                      </a:lnTo>
                      <a:close/>
                      <a:moveTo>
                        <a:pt x="339" y="37"/>
                      </a:moveTo>
                      <a:cubicBezTo>
                        <a:pt x="304" y="37"/>
                        <a:pt x="304" y="37"/>
                        <a:pt x="304" y="37"/>
                      </a:cubicBezTo>
                      <a:cubicBezTo>
                        <a:pt x="304" y="2"/>
                        <a:pt x="304" y="2"/>
                        <a:pt x="304" y="2"/>
                      </a:cubicBezTo>
                      <a:cubicBezTo>
                        <a:pt x="339" y="2"/>
                        <a:pt x="339" y="2"/>
                        <a:pt x="339" y="2"/>
                      </a:cubicBezTo>
                      <a:lnTo>
                        <a:pt x="339" y="37"/>
                      </a:lnTo>
                      <a:close/>
                      <a:moveTo>
                        <a:pt x="376" y="446"/>
                      </a:moveTo>
                      <a:cubicBezTo>
                        <a:pt x="341" y="446"/>
                        <a:pt x="341" y="446"/>
                        <a:pt x="341" y="446"/>
                      </a:cubicBezTo>
                      <a:cubicBezTo>
                        <a:pt x="341" y="408"/>
                        <a:pt x="341" y="408"/>
                        <a:pt x="341" y="408"/>
                      </a:cubicBezTo>
                      <a:cubicBezTo>
                        <a:pt x="376" y="408"/>
                        <a:pt x="376" y="408"/>
                        <a:pt x="376" y="408"/>
                      </a:cubicBezTo>
                      <a:lnTo>
                        <a:pt x="376" y="446"/>
                      </a:lnTo>
                      <a:close/>
                      <a:moveTo>
                        <a:pt x="376" y="406"/>
                      </a:moveTo>
                      <a:cubicBezTo>
                        <a:pt x="341" y="406"/>
                        <a:pt x="341" y="406"/>
                        <a:pt x="341" y="406"/>
                      </a:cubicBezTo>
                      <a:cubicBezTo>
                        <a:pt x="341" y="372"/>
                        <a:pt x="341" y="372"/>
                        <a:pt x="341" y="372"/>
                      </a:cubicBezTo>
                      <a:cubicBezTo>
                        <a:pt x="376" y="372"/>
                        <a:pt x="376" y="372"/>
                        <a:pt x="376" y="372"/>
                      </a:cubicBezTo>
                      <a:lnTo>
                        <a:pt x="376" y="406"/>
                      </a:lnTo>
                      <a:close/>
                      <a:moveTo>
                        <a:pt x="376" y="370"/>
                      </a:moveTo>
                      <a:cubicBezTo>
                        <a:pt x="341" y="370"/>
                        <a:pt x="341" y="370"/>
                        <a:pt x="341" y="370"/>
                      </a:cubicBezTo>
                      <a:cubicBezTo>
                        <a:pt x="341" y="335"/>
                        <a:pt x="341" y="335"/>
                        <a:pt x="341" y="335"/>
                      </a:cubicBezTo>
                      <a:cubicBezTo>
                        <a:pt x="376" y="335"/>
                        <a:pt x="376" y="335"/>
                        <a:pt x="376" y="335"/>
                      </a:cubicBezTo>
                      <a:lnTo>
                        <a:pt x="376" y="370"/>
                      </a:lnTo>
                      <a:close/>
                      <a:moveTo>
                        <a:pt x="376" y="333"/>
                      </a:moveTo>
                      <a:cubicBezTo>
                        <a:pt x="341" y="333"/>
                        <a:pt x="341" y="333"/>
                        <a:pt x="341" y="333"/>
                      </a:cubicBezTo>
                      <a:cubicBezTo>
                        <a:pt x="341" y="298"/>
                        <a:pt x="341" y="298"/>
                        <a:pt x="341" y="298"/>
                      </a:cubicBezTo>
                      <a:cubicBezTo>
                        <a:pt x="376" y="298"/>
                        <a:pt x="376" y="298"/>
                        <a:pt x="376" y="298"/>
                      </a:cubicBezTo>
                      <a:lnTo>
                        <a:pt x="376" y="333"/>
                      </a:lnTo>
                      <a:close/>
                      <a:moveTo>
                        <a:pt x="376" y="296"/>
                      </a:moveTo>
                      <a:cubicBezTo>
                        <a:pt x="341" y="296"/>
                        <a:pt x="341" y="296"/>
                        <a:pt x="341" y="296"/>
                      </a:cubicBezTo>
                      <a:cubicBezTo>
                        <a:pt x="341" y="261"/>
                        <a:pt x="341" y="261"/>
                        <a:pt x="341" y="261"/>
                      </a:cubicBezTo>
                      <a:cubicBezTo>
                        <a:pt x="376" y="261"/>
                        <a:pt x="376" y="261"/>
                        <a:pt x="376" y="261"/>
                      </a:cubicBezTo>
                      <a:lnTo>
                        <a:pt x="376" y="296"/>
                      </a:lnTo>
                      <a:close/>
                      <a:moveTo>
                        <a:pt x="376" y="259"/>
                      </a:moveTo>
                      <a:cubicBezTo>
                        <a:pt x="341" y="259"/>
                        <a:pt x="341" y="259"/>
                        <a:pt x="341" y="259"/>
                      </a:cubicBezTo>
                      <a:cubicBezTo>
                        <a:pt x="341" y="224"/>
                        <a:pt x="341" y="224"/>
                        <a:pt x="341" y="224"/>
                      </a:cubicBezTo>
                      <a:cubicBezTo>
                        <a:pt x="376" y="224"/>
                        <a:pt x="376" y="224"/>
                        <a:pt x="376" y="224"/>
                      </a:cubicBezTo>
                      <a:lnTo>
                        <a:pt x="376" y="259"/>
                      </a:lnTo>
                      <a:close/>
                      <a:moveTo>
                        <a:pt x="376" y="222"/>
                      </a:moveTo>
                      <a:cubicBezTo>
                        <a:pt x="341" y="222"/>
                        <a:pt x="341" y="222"/>
                        <a:pt x="341" y="222"/>
                      </a:cubicBezTo>
                      <a:cubicBezTo>
                        <a:pt x="341" y="187"/>
                        <a:pt x="341" y="187"/>
                        <a:pt x="341" y="187"/>
                      </a:cubicBezTo>
                      <a:cubicBezTo>
                        <a:pt x="376" y="187"/>
                        <a:pt x="376" y="187"/>
                        <a:pt x="376" y="187"/>
                      </a:cubicBezTo>
                      <a:lnTo>
                        <a:pt x="376" y="222"/>
                      </a:lnTo>
                      <a:close/>
                      <a:moveTo>
                        <a:pt x="376" y="185"/>
                      </a:moveTo>
                      <a:cubicBezTo>
                        <a:pt x="341" y="185"/>
                        <a:pt x="341" y="185"/>
                        <a:pt x="341" y="185"/>
                      </a:cubicBezTo>
                      <a:cubicBezTo>
                        <a:pt x="341" y="150"/>
                        <a:pt x="341" y="150"/>
                        <a:pt x="341" y="150"/>
                      </a:cubicBezTo>
                      <a:cubicBezTo>
                        <a:pt x="376" y="150"/>
                        <a:pt x="376" y="150"/>
                        <a:pt x="376" y="150"/>
                      </a:cubicBezTo>
                      <a:lnTo>
                        <a:pt x="376" y="185"/>
                      </a:lnTo>
                      <a:close/>
                      <a:moveTo>
                        <a:pt x="376" y="148"/>
                      </a:moveTo>
                      <a:cubicBezTo>
                        <a:pt x="341" y="148"/>
                        <a:pt x="341" y="148"/>
                        <a:pt x="341" y="148"/>
                      </a:cubicBezTo>
                      <a:cubicBezTo>
                        <a:pt x="341" y="113"/>
                        <a:pt x="341" y="113"/>
                        <a:pt x="341" y="113"/>
                      </a:cubicBezTo>
                      <a:cubicBezTo>
                        <a:pt x="376" y="113"/>
                        <a:pt x="376" y="113"/>
                        <a:pt x="376" y="113"/>
                      </a:cubicBezTo>
                      <a:lnTo>
                        <a:pt x="376" y="148"/>
                      </a:lnTo>
                      <a:close/>
                      <a:moveTo>
                        <a:pt x="376" y="111"/>
                      </a:moveTo>
                      <a:cubicBezTo>
                        <a:pt x="341" y="111"/>
                        <a:pt x="341" y="111"/>
                        <a:pt x="341" y="111"/>
                      </a:cubicBezTo>
                      <a:cubicBezTo>
                        <a:pt x="341" y="76"/>
                        <a:pt x="341" y="76"/>
                        <a:pt x="341" y="76"/>
                      </a:cubicBezTo>
                      <a:cubicBezTo>
                        <a:pt x="376" y="76"/>
                        <a:pt x="376" y="76"/>
                        <a:pt x="376" y="76"/>
                      </a:cubicBezTo>
                      <a:lnTo>
                        <a:pt x="376" y="111"/>
                      </a:lnTo>
                      <a:close/>
                      <a:moveTo>
                        <a:pt x="376" y="74"/>
                      </a:moveTo>
                      <a:cubicBezTo>
                        <a:pt x="341" y="74"/>
                        <a:pt x="341" y="74"/>
                        <a:pt x="341" y="74"/>
                      </a:cubicBezTo>
                      <a:cubicBezTo>
                        <a:pt x="341" y="39"/>
                        <a:pt x="341" y="39"/>
                        <a:pt x="341" y="39"/>
                      </a:cubicBezTo>
                      <a:cubicBezTo>
                        <a:pt x="376" y="39"/>
                        <a:pt x="376" y="39"/>
                        <a:pt x="376" y="39"/>
                      </a:cubicBezTo>
                      <a:lnTo>
                        <a:pt x="376" y="74"/>
                      </a:lnTo>
                      <a:close/>
                      <a:moveTo>
                        <a:pt x="376" y="37"/>
                      </a:moveTo>
                      <a:cubicBezTo>
                        <a:pt x="341" y="37"/>
                        <a:pt x="341" y="37"/>
                        <a:pt x="341" y="37"/>
                      </a:cubicBezTo>
                      <a:cubicBezTo>
                        <a:pt x="341" y="2"/>
                        <a:pt x="341" y="2"/>
                        <a:pt x="341" y="2"/>
                      </a:cubicBezTo>
                      <a:cubicBezTo>
                        <a:pt x="376" y="2"/>
                        <a:pt x="376" y="2"/>
                        <a:pt x="376" y="2"/>
                      </a:cubicBezTo>
                      <a:lnTo>
                        <a:pt x="376" y="37"/>
                      </a:lnTo>
                      <a:close/>
                      <a:moveTo>
                        <a:pt x="413" y="446"/>
                      </a:moveTo>
                      <a:cubicBezTo>
                        <a:pt x="378" y="446"/>
                        <a:pt x="378" y="446"/>
                        <a:pt x="378" y="446"/>
                      </a:cubicBezTo>
                      <a:cubicBezTo>
                        <a:pt x="378" y="408"/>
                        <a:pt x="378" y="408"/>
                        <a:pt x="378" y="408"/>
                      </a:cubicBezTo>
                      <a:cubicBezTo>
                        <a:pt x="413" y="408"/>
                        <a:pt x="413" y="408"/>
                        <a:pt x="413" y="408"/>
                      </a:cubicBezTo>
                      <a:lnTo>
                        <a:pt x="413" y="446"/>
                      </a:lnTo>
                      <a:close/>
                      <a:moveTo>
                        <a:pt x="413" y="406"/>
                      </a:moveTo>
                      <a:cubicBezTo>
                        <a:pt x="378" y="406"/>
                        <a:pt x="378" y="406"/>
                        <a:pt x="378" y="406"/>
                      </a:cubicBezTo>
                      <a:cubicBezTo>
                        <a:pt x="378" y="372"/>
                        <a:pt x="378" y="372"/>
                        <a:pt x="378" y="372"/>
                      </a:cubicBezTo>
                      <a:cubicBezTo>
                        <a:pt x="413" y="372"/>
                        <a:pt x="413" y="372"/>
                        <a:pt x="413" y="372"/>
                      </a:cubicBezTo>
                      <a:lnTo>
                        <a:pt x="413" y="406"/>
                      </a:lnTo>
                      <a:close/>
                      <a:moveTo>
                        <a:pt x="413" y="370"/>
                      </a:moveTo>
                      <a:cubicBezTo>
                        <a:pt x="378" y="370"/>
                        <a:pt x="378" y="370"/>
                        <a:pt x="378" y="370"/>
                      </a:cubicBezTo>
                      <a:cubicBezTo>
                        <a:pt x="378" y="335"/>
                        <a:pt x="378" y="335"/>
                        <a:pt x="378" y="335"/>
                      </a:cubicBezTo>
                      <a:cubicBezTo>
                        <a:pt x="413" y="335"/>
                        <a:pt x="413" y="335"/>
                        <a:pt x="413" y="335"/>
                      </a:cubicBezTo>
                      <a:lnTo>
                        <a:pt x="413" y="370"/>
                      </a:lnTo>
                      <a:close/>
                      <a:moveTo>
                        <a:pt x="413" y="333"/>
                      </a:moveTo>
                      <a:cubicBezTo>
                        <a:pt x="378" y="333"/>
                        <a:pt x="378" y="333"/>
                        <a:pt x="378" y="333"/>
                      </a:cubicBezTo>
                      <a:cubicBezTo>
                        <a:pt x="378" y="298"/>
                        <a:pt x="378" y="298"/>
                        <a:pt x="378" y="298"/>
                      </a:cubicBezTo>
                      <a:cubicBezTo>
                        <a:pt x="413" y="298"/>
                        <a:pt x="413" y="298"/>
                        <a:pt x="413" y="298"/>
                      </a:cubicBezTo>
                      <a:lnTo>
                        <a:pt x="413" y="333"/>
                      </a:lnTo>
                      <a:close/>
                      <a:moveTo>
                        <a:pt x="413" y="296"/>
                      </a:moveTo>
                      <a:cubicBezTo>
                        <a:pt x="378" y="296"/>
                        <a:pt x="378" y="296"/>
                        <a:pt x="378" y="296"/>
                      </a:cubicBezTo>
                      <a:cubicBezTo>
                        <a:pt x="378" y="261"/>
                        <a:pt x="378" y="261"/>
                        <a:pt x="378" y="261"/>
                      </a:cubicBezTo>
                      <a:cubicBezTo>
                        <a:pt x="413" y="261"/>
                        <a:pt x="413" y="261"/>
                        <a:pt x="413" y="261"/>
                      </a:cubicBezTo>
                      <a:lnTo>
                        <a:pt x="413" y="296"/>
                      </a:lnTo>
                      <a:close/>
                      <a:moveTo>
                        <a:pt x="413" y="259"/>
                      </a:moveTo>
                      <a:cubicBezTo>
                        <a:pt x="378" y="259"/>
                        <a:pt x="378" y="259"/>
                        <a:pt x="378" y="259"/>
                      </a:cubicBezTo>
                      <a:cubicBezTo>
                        <a:pt x="378" y="224"/>
                        <a:pt x="378" y="224"/>
                        <a:pt x="378" y="224"/>
                      </a:cubicBezTo>
                      <a:cubicBezTo>
                        <a:pt x="413" y="224"/>
                        <a:pt x="413" y="224"/>
                        <a:pt x="413" y="224"/>
                      </a:cubicBezTo>
                      <a:lnTo>
                        <a:pt x="413" y="259"/>
                      </a:lnTo>
                      <a:close/>
                      <a:moveTo>
                        <a:pt x="413" y="222"/>
                      </a:moveTo>
                      <a:cubicBezTo>
                        <a:pt x="378" y="222"/>
                        <a:pt x="378" y="222"/>
                        <a:pt x="378" y="222"/>
                      </a:cubicBezTo>
                      <a:cubicBezTo>
                        <a:pt x="378" y="187"/>
                        <a:pt x="378" y="187"/>
                        <a:pt x="378" y="187"/>
                      </a:cubicBezTo>
                      <a:cubicBezTo>
                        <a:pt x="413" y="187"/>
                        <a:pt x="413" y="187"/>
                        <a:pt x="413" y="187"/>
                      </a:cubicBezTo>
                      <a:lnTo>
                        <a:pt x="413" y="222"/>
                      </a:lnTo>
                      <a:close/>
                      <a:moveTo>
                        <a:pt x="413" y="185"/>
                      </a:moveTo>
                      <a:cubicBezTo>
                        <a:pt x="378" y="185"/>
                        <a:pt x="378" y="185"/>
                        <a:pt x="378" y="185"/>
                      </a:cubicBezTo>
                      <a:cubicBezTo>
                        <a:pt x="378" y="150"/>
                        <a:pt x="378" y="150"/>
                        <a:pt x="378" y="150"/>
                      </a:cubicBezTo>
                      <a:cubicBezTo>
                        <a:pt x="413" y="150"/>
                        <a:pt x="413" y="150"/>
                        <a:pt x="413" y="150"/>
                      </a:cubicBezTo>
                      <a:lnTo>
                        <a:pt x="413" y="185"/>
                      </a:lnTo>
                      <a:close/>
                      <a:moveTo>
                        <a:pt x="413" y="148"/>
                      </a:moveTo>
                      <a:cubicBezTo>
                        <a:pt x="378" y="148"/>
                        <a:pt x="378" y="148"/>
                        <a:pt x="378" y="148"/>
                      </a:cubicBezTo>
                      <a:cubicBezTo>
                        <a:pt x="378" y="113"/>
                        <a:pt x="378" y="113"/>
                        <a:pt x="378" y="113"/>
                      </a:cubicBezTo>
                      <a:cubicBezTo>
                        <a:pt x="413" y="113"/>
                        <a:pt x="413" y="113"/>
                        <a:pt x="413" y="113"/>
                      </a:cubicBezTo>
                      <a:lnTo>
                        <a:pt x="413" y="148"/>
                      </a:lnTo>
                      <a:close/>
                      <a:moveTo>
                        <a:pt x="413" y="111"/>
                      </a:moveTo>
                      <a:cubicBezTo>
                        <a:pt x="378" y="111"/>
                        <a:pt x="378" y="111"/>
                        <a:pt x="378" y="111"/>
                      </a:cubicBezTo>
                      <a:cubicBezTo>
                        <a:pt x="378" y="76"/>
                        <a:pt x="378" y="76"/>
                        <a:pt x="378" y="76"/>
                      </a:cubicBezTo>
                      <a:cubicBezTo>
                        <a:pt x="413" y="76"/>
                        <a:pt x="413" y="76"/>
                        <a:pt x="413" y="76"/>
                      </a:cubicBezTo>
                      <a:lnTo>
                        <a:pt x="413" y="111"/>
                      </a:lnTo>
                      <a:close/>
                      <a:moveTo>
                        <a:pt x="413" y="74"/>
                      </a:moveTo>
                      <a:cubicBezTo>
                        <a:pt x="378" y="74"/>
                        <a:pt x="378" y="74"/>
                        <a:pt x="378" y="74"/>
                      </a:cubicBezTo>
                      <a:cubicBezTo>
                        <a:pt x="378" y="39"/>
                        <a:pt x="378" y="39"/>
                        <a:pt x="378" y="39"/>
                      </a:cubicBezTo>
                      <a:cubicBezTo>
                        <a:pt x="413" y="39"/>
                        <a:pt x="413" y="39"/>
                        <a:pt x="413" y="39"/>
                      </a:cubicBezTo>
                      <a:lnTo>
                        <a:pt x="413" y="74"/>
                      </a:lnTo>
                      <a:close/>
                      <a:moveTo>
                        <a:pt x="413" y="37"/>
                      </a:moveTo>
                      <a:cubicBezTo>
                        <a:pt x="378" y="37"/>
                        <a:pt x="378" y="37"/>
                        <a:pt x="378" y="37"/>
                      </a:cubicBezTo>
                      <a:cubicBezTo>
                        <a:pt x="378" y="2"/>
                        <a:pt x="378" y="2"/>
                        <a:pt x="378" y="2"/>
                      </a:cubicBezTo>
                      <a:cubicBezTo>
                        <a:pt x="413" y="2"/>
                        <a:pt x="413" y="2"/>
                        <a:pt x="413" y="2"/>
                      </a:cubicBezTo>
                      <a:lnTo>
                        <a:pt x="413" y="37"/>
                      </a:lnTo>
                      <a:close/>
                      <a:moveTo>
                        <a:pt x="450" y="446"/>
                      </a:moveTo>
                      <a:cubicBezTo>
                        <a:pt x="415" y="446"/>
                        <a:pt x="415" y="446"/>
                        <a:pt x="415" y="446"/>
                      </a:cubicBezTo>
                      <a:cubicBezTo>
                        <a:pt x="415" y="408"/>
                        <a:pt x="415" y="408"/>
                        <a:pt x="415" y="408"/>
                      </a:cubicBezTo>
                      <a:cubicBezTo>
                        <a:pt x="450" y="408"/>
                        <a:pt x="450" y="408"/>
                        <a:pt x="450" y="408"/>
                      </a:cubicBezTo>
                      <a:lnTo>
                        <a:pt x="450" y="446"/>
                      </a:lnTo>
                      <a:close/>
                      <a:moveTo>
                        <a:pt x="450" y="406"/>
                      </a:moveTo>
                      <a:cubicBezTo>
                        <a:pt x="415" y="406"/>
                        <a:pt x="415" y="406"/>
                        <a:pt x="415" y="406"/>
                      </a:cubicBezTo>
                      <a:cubicBezTo>
                        <a:pt x="415" y="372"/>
                        <a:pt x="415" y="372"/>
                        <a:pt x="415" y="372"/>
                      </a:cubicBezTo>
                      <a:cubicBezTo>
                        <a:pt x="450" y="372"/>
                        <a:pt x="450" y="372"/>
                        <a:pt x="450" y="372"/>
                      </a:cubicBezTo>
                      <a:lnTo>
                        <a:pt x="450" y="406"/>
                      </a:lnTo>
                      <a:close/>
                      <a:moveTo>
                        <a:pt x="450" y="370"/>
                      </a:moveTo>
                      <a:cubicBezTo>
                        <a:pt x="415" y="370"/>
                        <a:pt x="415" y="370"/>
                        <a:pt x="415" y="370"/>
                      </a:cubicBezTo>
                      <a:cubicBezTo>
                        <a:pt x="415" y="335"/>
                        <a:pt x="415" y="335"/>
                        <a:pt x="415" y="335"/>
                      </a:cubicBezTo>
                      <a:cubicBezTo>
                        <a:pt x="450" y="335"/>
                        <a:pt x="450" y="335"/>
                        <a:pt x="450" y="335"/>
                      </a:cubicBezTo>
                      <a:lnTo>
                        <a:pt x="450" y="370"/>
                      </a:lnTo>
                      <a:close/>
                      <a:moveTo>
                        <a:pt x="450" y="333"/>
                      </a:moveTo>
                      <a:cubicBezTo>
                        <a:pt x="415" y="333"/>
                        <a:pt x="415" y="333"/>
                        <a:pt x="415" y="333"/>
                      </a:cubicBezTo>
                      <a:cubicBezTo>
                        <a:pt x="415" y="298"/>
                        <a:pt x="415" y="298"/>
                        <a:pt x="415" y="298"/>
                      </a:cubicBezTo>
                      <a:cubicBezTo>
                        <a:pt x="450" y="298"/>
                        <a:pt x="450" y="298"/>
                        <a:pt x="450" y="298"/>
                      </a:cubicBezTo>
                      <a:lnTo>
                        <a:pt x="450" y="333"/>
                      </a:lnTo>
                      <a:close/>
                      <a:moveTo>
                        <a:pt x="450" y="296"/>
                      </a:moveTo>
                      <a:cubicBezTo>
                        <a:pt x="415" y="296"/>
                        <a:pt x="415" y="296"/>
                        <a:pt x="415" y="296"/>
                      </a:cubicBezTo>
                      <a:cubicBezTo>
                        <a:pt x="415" y="261"/>
                        <a:pt x="415" y="261"/>
                        <a:pt x="415" y="261"/>
                      </a:cubicBezTo>
                      <a:cubicBezTo>
                        <a:pt x="450" y="261"/>
                        <a:pt x="450" y="261"/>
                        <a:pt x="450" y="261"/>
                      </a:cubicBezTo>
                      <a:lnTo>
                        <a:pt x="450" y="296"/>
                      </a:lnTo>
                      <a:close/>
                      <a:moveTo>
                        <a:pt x="450" y="259"/>
                      </a:moveTo>
                      <a:cubicBezTo>
                        <a:pt x="415" y="259"/>
                        <a:pt x="415" y="259"/>
                        <a:pt x="415" y="259"/>
                      </a:cubicBezTo>
                      <a:cubicBezTo>
                        <a:pt x="415" y="224"/>
                        <a:pt x="415" y="224"/>
                        <a:pt x="415" y="224"/>
                      </a:cubicBezTo>
                      <a:cubicBezTo>
                        <a:pt x="450" y="224"/>
                        <a:pt x="450" y="224"/>
                        <a:pt x="450" y="224"/>
                      </a:cubicBezTo>
                      <a:lnTo>
                        <a:pt x="450" y="259"/>
                      </a:lnTo>
                      <a:close/>
                      <a:moveTo>
                        <a:pt x="450" y="222"/>
                      </a:moveTo>
                      <a:cubicBezTo>
                        <a:pt x="415" y="222"/>
                        <a:pt x="415" y="222"/>
                        <a:pt x="415" y="222"/>
                      </a:cubicBezTo>
                      <a:cubicBezTo>
                        <a:pt x="415" y="187"/>
                        <a:pt x="415" y="187"/>
                        <a:pt x="415" y="187"/>
                      </a:cubicBezTo>
                      <a:cubicBezTo>
                        <a:pt x="450" y="187"/>
                        <a:pt x="450" y="187"/>
                        <a:pt x="450" y="187"/>
                      </a:cubicBezTo>
                      <a:lnTo>
                        <a:pt x="450" y="222"/>
                      </a:lnTo>
                      <a:close/>
                      <a:moveTo>
                        <a:pt x="450" y="185"/>
                      </a:moveTo>
                      <a:cubicBezTo>
                        <a:pt x="415" y="185"/>
                        <a:pt x="415" y="185"/>
                        <a:pt x="415" y="185"/>
                      </a:cubicBezTo>
                      <a:cubicBezTo>
                        <a:pt x="415" y="150"/>
                        <a:pt x="415" y="150"/>
                        <a:pt x="415" y="150"/>
                      </a:cubicBezTo>
                      <a:cubicBezTo>
                        <a:pt x="450" y="150"/>
                        <a:pt x="450" y="150"/>
                        <a:pt x="450" y="150"/>
                      </a:cubicBezTo>
                      <a:lnTo>
                        <a:pt x="450" y="185"/>
                      </a:lnTo>
                      <a:close/>
                      <a:moveTo>
                        <a:pt x="450" y="148"/>
                      </a:moveTo>
                      <a:cubicBezTo>
                        <a:pt x="415" y="148"/>
                        <a:pt x="415" y="148"/>
                        <a:pt x="415" y="148"/>
                      </a:cubicBezTo>
                      <a:cubicBezTo>
                        <a:pt x="415" y="113"/>
                        <a:pt x="415" y="113"/>
                        <a:pt x="415" y="113"/>
                      </a:cubicBezTo>
                      <a:cubicBezTo>
                        <a:pt x="450" y="113"/>
                        <a:pt x="450" y="113"/>
                        <a:pt x="450" y="113"/>
                      </a:cubicBezTo>
                      <a:lnTo>
                        <a:pt x="450" y="148"/>
                      </a:lnTo>
                      <a:close/>
                      <a:moveTo>
                        <a:pt x="450" y="111"/>
                      </a:moveTo>
                      <a:cubicBezTo>
                        <a:pt x="415" y="111"/>
                        <a:pt x="415" y="111"/>
                        <a:pt x="415" y="111"/>
                      </a:cubicBezTo>
                      <a:cubicBezTo>
                        <a:pt x="415" y="76"/>
                        <a:pt x="415" y="76"/>
                        <a:pt x="415" y="76"/>
                      </a:cubicBezTo>
                      <a:cubicBezTo>
                        <a:pt x="450" y="76"/>
                        <a:pt x="450" y="76"/>
                        <a:pt x="450" y="76"/>
                      </a:cubicBezTo>
                      <a:lnTo>
                        <a:pt x="450" y="111"/>
                      </a:lnTo>
                      <a:close/>
                      <a:moveTo>
                        <a:pt x="450" y="74"/>
                      </a:moveTo>
                      <a:cubicBezTo>
                        <a:pt x="415" y="74"/>
                        <a:pt x="415" y="74"/>
                        <a:pt x="415" y="74"/>
                      </a:cubicBezTo>
                      <a:cubicBezTo>
                        <a:pt x="415" y="39"/>
                        <a:pt x="415" y="39"/>
                        <a:pt x="415" y="39"/>
                      </a:cubicBezTo>
                      <a:cubicBezTo>
                        <a:pt x="450" y="39"/>
                        <a:pt x="450" y="39"/>
                        <a:pt x="450" y="39"/>
                      </a:cubicBezTo>
                      <a:lnTo>
                        <a:pt x="450" y="74"/>
                      </a:lnTo>
                      <a:close/>
                      <a:moveTo>
                        <a:pt x="450" y="37"/>
                      </a:moveTo>
                      <a:cubicBezTo>
                        <a:pt x="415" y="37"/>
                        <a:pt x="415" y="37"/>
                        <a:pt x="415" y="37"/>
                      </a:cubicBezTo>
                      <a:cubicBezTo>
                        <a:pt x="415" y="2"/>
                        <a:pt x="415" y="2"/>
                        <a:pt x="415" y="2"/>
                      </a:cubicBezTo>
                      <a:cubicBezTo>
                        <a:pt x="450" y="2"/>
                        <a:pt x="450" y="2"/>
                        <a:pt x="450" y="2"/>
                      </a:cubicBezTo>
                      <a:lnTo>
                        <a:pt x="450" y="37"/>
                      </a:lnTo>
                      <a:close/>
                      <a:moveTo>
                        <a:pt x="487" y="446"/>
                      </a:moveTo>
                      <a:cubicBezTo>
                        <a:pt x="452" y="446"/>
                        <a:pt x="452" y="446"/>
                        <a:pt x="452" y="446"/>
                      </a:cubicBezTo>
                      <a:cubicBezTo>
                        <a:pt x="452" y="408"/>
                        <a:pt x="452" y="408"/>
                        <a:pt x="452" y="408"/>
                      </a:cubicBezTo>
                      <a:cubicBezTo>
                        <a:pt x="487" y="408"/>
                        <a:pt x="487" y="408"/>
                        <a:pt x="487" y="408"/>
                      </a:cubicBezTo>
                      <a:lnTo>
                        <a:pt x="487" y="446"/>
                      </a:lnTo>
                      <a:close/>
                      <a:moveTo>
                        <a:pt x="487" y="406"/>
                      </a:moveTo>
                      <a:cubicBezTo>
                        <a:pt x="452" y="406"/>
                        <a:pt x="452" y="406"/>
                        <a:pt x="452" y="406"/>
                      </a:cubicBezTo>
                      <a:cubicBezTo>
                        <a:pt x="452" y="372"/>
                        <a:pt x="452" y="372"/>
                        <a:pt x="452" y="372"/>
                      </a:cubicBezTo>
                      <a:cubicBezTo>
                        <a:pt x="487" y="372"/>
                        <a:pt x="487" y="372"/>
                        <a:pt x="487" y="372"/>
                      </a:cubicBezTo>
                      <a:lnTo>
                        <a:pt x="487" y="406"/>
                      </a:lnTo>
                      <a:close/>
                      <a:moveTo>
                        <a:pt x="487" y="370"/>
                      </a:moveTo>
                      <a:cubicBezTo>
                        <a:pt x="452" y="370"/>
                        <a:pt x="452" y="370"/>
                        <a:pt x="452" y="370"/>
                      </a:cubicBezTo>
                      <a:cubicBezTo>
                        <a:pt x="452" y="335"/>
                        <a:pt x="452" y="335"/>
                        <a:pt x="452" y="335"/>
                      </a:cubicBezTo>
                      <a:cubicBezTo>
                        <a:pt x="487" y="335"/>
                        <a:pt x="487" y="335"/>
                        <a:pt x="487" y="335"/>
                      </a:cubicBezTo>
                      <a:lnTo>
                        <a:pt x="487" y="370"/>
                      </a:lnTo>
                      <a:close/>
                      <a:moveTo>
                        <a:pt x="487" y="333"/>
                      </a:moveTo>
                      <a:cubicBezTo>
                        <a:pt x="452" y="333"/>
                        <a:pt x="452" y="333"/>
                        <a:pt x="452" y="333"/>
                      </a:cubicBezTo>
                      <a:cubicBezTo>
                        <a:pt x="452" y="298"/>
                        <a:pt x="452" y="298"/>
                        <a:pt x="452" y="298"/>
                      </a:cubicBezTo>
                      <a:cubicBezTo>
                        <a:pt x="487" y="298"/>
                        <a:pt x="487" y="298"/>
                        <a:pt x="487" y="298"/>
                      </a:cubicBezTo>
                      <a:lnTo>
                        <a:pt x="487" y="333"/>
                      </a:lnTo>
                      <a:close/>
                      <a:moveTo>
                        <a:pt x="487" y="296"/>
                      </a:moveTo>
                      <a:cubicBezTo>
                        <a:pt x="452" y="296"/>
                        <a:pt x="452" y="296"/>
                        <a:pt x="452" y="296"/>
                      </a:cubicBezTo>
                      <a:cubicBezTo>
                        <a:pt x="452" y="261"/>
                        <a:pt x="452" y="261"/>
                        <a:pt x="452" y="261"/>
                      </a:cubicBezTo>
                      <a:cubicBezTo>
                        <a:pt x="487" y="261"/>
                        <a:pt x="487" y="261"/>
                        <a:pt x="487" y="261"/>
                      </a:cubicBezTo>
                      <a:lnTo>
                        <a:pt x="487" y="296"/>
                      </a:lnTo>
                      <a:close/>
                      <a:moveTo>
                        <a:pt x="487" y="259"/>
                      </a:moveTo>
                      <a:cubicBezTo>
                        <a:pt x="452" y="259"/>
                        <a:pt x="452" y="259"/>
                        <a:pt x="452" y="259"/>
                      </a:cubicBezTo>
                      <a:cubicBezTo>
                        <a:pt x="452" y="224"/>
                        <a:pt x="452" y="224"/>
                        <a:pt x="452" y="224"/>
                      </a:cubicBezTo>
                      <a:cubicBezTo>
                        <a:pt x="487" y="224"/>
                        <a:pt x="487" y="224"/>
                        <a:pt x="487" y="224"/>
                      </a:cubicBezTo>
                      <a:lnTo>
                        <a:pt x="487" y="259"/>
                      </a:lnTo>
                      <a:close/>
                      <a:moveTo>
                        <a:pt x="487" y="222"/>
                      </a:moveTo>
                      <a:cubicBezTo>
                        <a:pt x="452" y="222"/>
                        <a:pt x="452" y="222"/>
                        <a:pt x="452" y="222"/>
                      </a:cubicBezTo>
                      <a:cubicBezTo>
                        <a:pt x="452" y="187"/>
                        <a:pt x="452" y="187"/>
                        <a:pt x="452" y="187"/>
                      </a:cubicBezTo>
                      <a:cubicBezTo>
                        <a:pt x="487" y="187"/>
                        <a:pt x="487" y="187"/>
                        <a:pt x="487" y="187"/>
                      </a:cubicBezTo>
                      <a:lnTo>
                        <a:pt x="487" y="222"/>
                      </a:lnTo>
                      <a:close/>
                      <a:moveTo>
                        <a:pt x="487" y="185"/>
                      </a:moveTo>
                      <a:cubicBezTo>
                        <a:pt x="452" y="185"/>
                        <a:pt x="452" y="185"/>
                        <a:pt x="452" y="185"/>
                      </a:cubicBezTo>
                      <a:cubicBezTo>
                        <a:pt x="452" y="150"/>
                        <a:pt x="452" y="150"/>
                        <a:pt x="452" y="150"/>
                      </a:cubicBezTo>
                      <a:cubicBezTo>
                        <a:pt x="487" y="150"/>
                        <a:pt x="487" y="150"/>
                        <a:pt x="487" y="150"/>
                      </a:cubicBezTo>
                      <a:lnTo>
                        <a:pt x="487" y="185"/>
                      </a:lnTo>
                      <a:close/>
                      <a:moveTo>
                        <a:pt x="487" y="148"/>
                      </a:moveTo>
                      <a:cubicBezTo>
                        <a:pt x="452" y="148"/>
                        <a:pt x="452" y="148"/>
                        <a:pt x="452" y="148"/>
                      </a:cubicBezTo>
                      <a:cubicBezTo>
                        <a:pt x="452" y="113"/>
                        <a:pt x="452" y="113"/>
                        <a:pt x="452" y="113"/>
                      </a:cubicBezTo>
                      <a:cubicBezTo>
                        <a:pt x="487" y="113"/>
                        <a:pt x="487" y="113"/>
                        <a:pt x="487" y="113"/>
                      </a:cubicBezTo>
                      <a:lnTo>
                        <a:pt x="487" y="148"/>
                      </a:lnTo>
                      <a:close/>
                      <a:moveTo>
                        <a:pt x="487" y="111"/>
                      </a:moveTo>
                      <a:cubicBezTo>
                        <a:pt x="452" y="111"/>
                        <a:pt x="452" y="111"/>
                        <a:pt x="452" y="111"/>
                      </a:cubicBezTo>
                      <a:cubicBezTo>
                        <a:pt x="452" y="76"/>
                        <a:pt x="452" y="76"/>
                        <a:pt x="452" y="76"/>
                      </a:cubicBezTo>
                      <a:cubicBezTo>
                        <a:pt x="487" y="76"/>
                        <a:pt x="487" y="76"/>
                        <a:pt x="487" y="76"/>
                      </a:cubicBezTo>
                      <a:lnTo>
                        <a:pt x="487" y="111"/>
                      </a:lnTo>
                      <a:close/>
                      <a:moveTo>
                        <a:pt x="487" y="74"/>
                      </a:moveTo>
                      <a:cubicBezTo>
                        <a:pt x="452" y="74"/>
                        <a:pt x="452" y="74"/>
                        <a:pt x="452" y="74"/>
                      </a:cubicBezTo>
                      <a:cubicBezTo>
                        <a:pt x="452" y="39"/>
                        <a:pt x="452" y="39"/>
                        <a:pt x="452" y="39"/>
                      </a:cubicBezTo>
                      <a:cubicBezTo>
                        <a:pt x="487" y="39"/>
                        <a:pt x="487" y="39"/>
                        <a:pt x="487" y="39"/>
                      </a:cubicBezTo>
                      <a:lnTo>
                        <a:pt x="487" y="74"/>
                      </a:lnTo>
                      <a:close/>
                      <a:moveTo>
                        <a:pt x="487" y="37"/>
                      </a:moveTo>
                      <a:cubicBezTo>
                        <a:pt x="452" y="37"/>
                        <a:pt x="452" y="37"/>
                        <a:pt x="452" y="37"/>
                      </a:cubicBezTo>
                      <a:cubicBezTo>
                        <a:pt x="452" y="2"/>
                        <a:pt x="452" y="2"/>
                        <a:pt x="452" y="2"/>
                      </a:cubicBezTo>
                      <a:cubicBezTo>
                        <a:pt x="487" y="2"/>
                        <a:pt x="487" y="2"/>
                        <a:pt x="487" y="2"/>
                      </a:cubicBezTo>
                      <a:lnTo>
                        <a:pt x="487" y="37"/>
                      </a:lnTo>
                      <a:close/>
                      <a:moveTo>
                        <a:pt x="524" y="446"/>
                      </a:moveTo>
                      <a:cubicBezTo>
                        <a:pt x="489" y="446"/>
                        <a:pt x="489" y="446"/>
                        <a:pt x="489" y="446"/>
                      </a:cubicBezTo>
                      <a:cubicBezTo>
                        <a:pt x="489" y="408"/>
                        <a:pt x="489" y="408"/>
                        <a:pt x="489" y="408"/>
                      </a:cubicBezTo>
                      <a:cubicBezTo>
                        <a:pt x="524" y="408"/>
                        <a:pt x="524" y="408"/>
                        <a:pt x="524" y="408"/>
                      </a:cubicBezTo>
                      <a:lnTo>
                        <a:pt x="524" y="446"/>
                      </a:lnTo>
                      <a:close/>
                      <a:moveTo>
                        <a:pt x="524" y="406"/>
                      </a:moveTo>
                      <a:cubicBezTo>
                        <a:pt x="489" y="406"/>
                        <a:pt x="489" y="406"/>
                        <a:pt x="489" y="406"/>
                      </a:cubicBezTo>
                      <a:cubicBezTo>
                        <a:pt x="489" y="372"/>
                        <a:pt x="489" y="372"/>
                        <a:pt x="489" y="372"/>
                      </a:cubicBezTo>
                      <a:cubicBezTo>
                        <a:pt x="524" y="372"/>
                        <a:pt x="524" y="372"/>
                        <a:pt x="524" y="372"/>
                      </a:cubicBezTo>
                      <a:lnTo>
                        <a:pt x="524" y="406"/>
                      </a:lnTo>
                      <a:close/>
                      <a:moveTo>
                        <a:pt x="524" y="370"/>
                      </a:moveTo>
                      <a:cubicBezTo>
                        <a:pt x="489" y="370"/>
                        <a:pt x="489" y="370"/>
                        <a:pt x="489" y="370"/>
                      </a:cubicBezTo>
                      <a:cubicBezTo>
                        <a:pt x="489" y="335"/>
                        <a:pt x="489" y="335"/>
                        <a:pt x="489" y="335"/>
                      </a:cubicBezTo>
                      <a:cubicBezTo>
                        <a:pt x="524" y="335"/>
                        <a:pt x="524" y="335"/>
                        <a:pt x="524" y="335"/>
                      </a:cubicBezTo>
                      <a:lnTo>
                        <a:pt x="524" y="370"/>
                      </a:lnTo>
                      <a:close/>
                      <a:moveTo>
                        <a:pt x="524" y="333"/>
                      </a:moveTo>
                      <a:cubicBezTo>
                        <a:pt x="489" y="333"/>
                        <a:pt x="489" y="333"/>
                        <a:pt x="489" y="333"/>
                      </a:cubicBezTo>
                      <a:cubicBezTo>
                        <a:pt x="489" y="298"/>
                        <a:pt x="489" y="298"/>
                        <a:pt x="489" y="298"/>
                      </a:cubicBezTo>
                      <a:cubicBezTo>
                        <a:pt x="524" y="298"/>
                        <a:pt x="524" y="298"/>
                        <a:pt x="524" y="298"/>
                      </a:cubicBezTo>
                      <a:lnTo>
                        <a:pt x="524" y="333"/>
                      </a:lnTo>
                      <a:close/>
                      <a:moveTo>
                        <a:pt x="524" y="296"/>
                      </a:moveTo>
                      <a:cubicBezTo>
                        <a:pt x="489" y="296"/>
                        <a:pt x="489" y="296"/>
                        <a:pt x="489" y="296"/>
                      </a:cubicBezTo>
                      <a:cubicBezTo>
                        <a:pt x="489" y="261"/>
                        <a:pt x="489" y="261"/>
                        <a:pt x="489" y="261"/>
                      </a:cubicBezTo>
                      <a:cubicBezTo>
                        <a:pt x="524" y="261"/>
                        <a:pt x="524" y="261"/>
                        <a:pt x="524" y="261"/>
                      </a:cubicBezTo>
                      <a:lnTo>
                        <a:pt x="524" y="296"/>
                      </a:lnTo>
                      <a:close/>
                      <a:moveTo>
                        <a:pt x="524" y="259"/>
                      </a:moveTo>
                      <a:cubicBezTo>
                        <a:pt x="489" y="259"/>
                        <a:pt x="489" y="259"/>
                        <a:pt x="489" y="259"/>
                      </a:cubicBezTo>
                      <a:cubicBezTo>
                        <a:pt x="489" y="224"/>
                        <a:pt x="489" y="224"/>
                        <a:pt x="489" y="224"/>
                      </a:cubicBezTo>
                      <a:cubicBezTo>
                        <a:pt x="524" y="224"/>
                        <a:pt x="524" y="224"/>
                        <a:pt x="524" y="224"/>
                      </a:cubicBezTo>
                      <a:lnTo>
                        <a:pt x="524" y="259"/>
                      </a:lnTo>
                      <a:close/>
                      <a:moveTo>
                        <a:pt x="524" y="222"/>
                      </a:moveTo>
                      <a:cubicBezTo>
                        <a:pt x="489" y="222"/>
                        <a:pt x="489" y="222"/>
                        <a:pt x="489" y="222"/>
                      </a:cubicBezTo>
                      <a:cubicBezTo>
                        <a:pt x="489" y="187"/>
                        <a:pt x="489" y="187"/>
                        <a:pt x="489" y="187"/>
                      </a:cubicBezTo>
                      <a:cubicBezTo>
                        <a:pt x="524" y="187"/>
                        <a:pt x="524" y="187"/>
                        <a:pt x="524" y="187"/>
                      </a:cubicBezTo>
                      <a:lnTo>
                        <a:pt x="524" y="222"/>
                      </a:lnTo>
                      <a:close/>
                      <a:moveTo>
                        <a:pt x="524" y="185"/>
                      </a:moveTo>
                      <a:cubicBezTo>
                        <a:pt x="489" y="185"/>
                        <a:pt x="489" y="185"/>
                        <a:pt x="489" y="185"/>
                      </a:cubicBezTo>
                      <a:cubicBezTo>
                        <a:pt x="489" y="150"/>
                        <a:pt x="489" y="150"/>
                        <a:pt x="489" y="150"/>
                      </a:cubicBezTo>
                      <a:cubicBezTo>
                        <a:pt x="524" y="150"/>
                        <a:pt x="524" y="150"/>
                        <a:pt x="524" y="150"/>
                      </a:cubicBezTo>
                      <a:lnTo>
                        <a:pt x="524" y="185"/>
                      </a:lnTo>
                      <a:close/>
                      <a:moveTo>
                        <a:pt x="524" y="148"/>
                      </a:moveTo>
                      <a:cubicBezTo>
                        <a:pt x="489" y="148"/>
                        <a:pt x="489" y="148"/>
                        <a:pt x="489" y="148"/>
                      </a:cubicBezTo>
                      <a:cubicBezTo>
                        <a:pt x="489" y="113"/>
                        <a:pt x="489" y="113"/>
                        <a:pt x="489" y="113"/>
                      </a:cubicBezTo>
                      <a:cubicBezTo>
                        <a:pt x="524" y="113"/>
                        <a:pt x="524" y="113"/>
                        <a:pt x="524" y="113"/>
                      </a:cubicBezTo>
                      <a:lnTo>
                        <a:pt x="524" y="148"/>
                      </a:lnTo>
                      <a:close/>
                      <a:moveTo>
                        <a:pt x="524" y="111"/>
                      </a:moveTo>
                      <a:cubicBezTo>
                        <a:pt x="489" y="111"/>
                        <a:pt x="489" y="111"/>
                        <a:pt x="489" y="111"/>
                      </a:cubicBezTo>
                      <a:cubicBezTo>
                        <a:pt x="489" y="76"/>
                        <a:pt x="489" y="76"/>
                        <a:pt x="489" y="76"/>
                      </a:cubicBezTo>
                      <a:cubicBezTo>
                        <a:pt x="524" y="76"/>
                        <a:pt x="524" y="76"/>
                        <a:pt x="524" y="76"/>
                      </a:cubicBezTo>
                      <a:lnTo>
                        <a:pt x="524" y="111"/>
                      </a:lnTo>
                      <a:close/>
                      <a:moveTo>
                        <a:pt x="524" y="74"/>
                      </a:moveTo>
                      <a:cubicBezTo>
                        <a:pt x="489" y="74"/>
                        <a:pt x="489" y="74"/>
                        <a:pt x="489" y="74"/>
                      </a:cubicBezTo>
                      <a:cubicBezTo>
                        <a:pt x="489" y="39"/>
                        <a:pt x="489" y="39"/>
                        <a:pt x="489" y="39"/>
                      </a:cubicBezTo>
                      <a:cubicBezTo>
                        <a:pt x="524" y="39"/>
                        <a:pt x="524" y="39"/>
                        <a:pt x="524" y="39"/>
                      </a:cubicBezTo>
                      <a:lnTo>
                        <a:pt x="524" y="74"/>
                      </a:lnTo>
                      <a:close/>
                      <a:moveTo>
                        <a:pt x="524" y="37"/>
                      </a:moveTo>
                      <a:cubicBezTo>
                        <a:pt x="489" y="37"/>
                        <a:pt x="489" y="37"/>
                        <a:pt x="489" y="37"/>
                      </a:cubicBezTo>
                      <a:cubicBezTo>
                        <a:pt x="489" y="2"/>
                        <a:pt x="489" y="2"/>
                        <a:pt x="489" y="2"/>
                      </a:cubicBezTo>
                      <a:cubicBezTo>
                        <a:pt x="524" y="2"/>
                        <a:pt x="524" y="2"/>
                        <a:pt x="524" y="2"/>
                      </a:cubicBezTo>
                      <a:lnTo>
                        <a:pt x="524" y="37"/>
                      </a:lnTo>
                      <a:close/>
                      <a:moveTo>
                        <a:pt x="563" y="446"/>
                      </a:moveTo>
                      <a:cubicBezTo>
                        <a:pt x="526" y="446"/>
                        <a:pt x="526" y="446"/>
                        <a:pt x="526" y="446"/>
                      </a:cubicBezTo>
                      <a:cubicBezTo>
                        <a:pt x="526" y="408"/>
                        <a:pt x="526" y="408"/>
                        <a:pt x="526" y="408"/>
                      </a:cubicBezTo>
                      <a:cubicBezTo>
                        <a:pt x="563" y="408"/>
                        <a:pt x="563" y="408"/>
                        <a:pt x="563" y="408"/>
                      </a:cubicBezTo>
                      <a:lnTo>
                        <a:pt x="563" y="446"/>
                      </a:lnTo>
                      <a:close/>
                      <a:moveTo>
                        <a:pt x="563" y="406"/>
                      </a:moveTo>
                      <a:cubicBezTo>
                        <a:pt x="526" y="406"/>
                        <a:pt x="526" y="406"/>
                        <a:pt x="526" y="406"/>
                      </a:cubicBezTo>
                      <a:cubicBezTo>
                        <a:pt x="526" y="372"/>
                        <a:pt x="526" y="372"/>
                        <a:pt x="526" y="372"/>
                      </a:cubicBezTo>
                      <a:cubicBezTo>
                        <a:pt x="563" y="372"/>
                        <a:pt x="563" y="372"/>
                        <a:pt x="563" y="372"/>
                      </a:cubicBezTo>
                      <a:lnTo>
                        <a:pt x="563" y="406"/>
                      </a:lnTo>
                      <a:close/>
                      <a:moveTo>
                        <a:pt x="563" y="370"/>
                      </a:moveTo>
                      <a:cubicBezTo>
                        <a:pt x="526" y="370"/>
                        <a:pt x="526" y="370"/>
                        <a:pt x="526" y="370"/>
                      </a:cubicBezTo>
                      <a:cubicBezTo>
                        <a:pt x="526" y="335"/>
                        <a:pt x="526" y="335"/>
                        <a:pt x="526" y="335"/>
                      </a:cubicBezTo>
                      <a:cubicBezTo>
                        <a:pt x="563" y="335"/>
                        <a:pt x="563" y="335"/>
                        <a:pt x="563" y="335"/>
                      </a:cubicBezTo>
                      <a:lnTo>
                        <a:pt x="563" y="370"/>
                      </a:lnTo>
                      <a:close/>
                      <a:moveTo>
                        <a:pt x="563" y="333"/>
                      </a:moveTo>
                      <a:cubicBezTo>
                        <a:pt x="526" y="333"/>
                        <a:pt x="526" y="333"/>
                        <a:pt x="526" y="333"/>
                      </a:cubicBezTo>
                      <a:cubicBezTo>
                        <a:pt x="526" y="298"/>
                        <a:pt x="526" y="298"/>
                        <a:pt x="526" y="298"/>
                      </a:cubicBezTo>
                      <a:cubicBezTo>
                        <a:pt x="563" y="298"/>
                        <a:pt x="563" y="298"/>
                        <a:pt x="563" y="298"/>
                      </a:cubicBezTo>
                      <a:lnTo>
                        <a:pt x="563" y="333"/>
                      </a:lnTo>
                      <a:close/>
                      <a:moveTo>
                        <a:pt x="563" y="296"/>
                      </a:moveTo>
                      <a:cubicBezTo>
                        <a:pt x="526" y="296"/>
                        <a:pt x="526" y="296"/>
                        <a:pt x="526" y="296"/>
                      </a:cubicBezTo>
                      <a:cubicBezTo>
                        <a:pt x="526" y="261"/>
                        <a:pt x="526" y="261"/>
                        <a:pt x="526" y="261"/>
                      </a:cubicBezTo>
                      <a:cubicBezTo>
                        <a:pt x="563" y="261"/>
                        <a:pt x="563" y="261"/>
                        <a:pt x="563" y="261"/>
                      </a:cubicBezTo>
                      <a:lnTo>
                        <a:pt x="563" y="296"/>
                      </a:lnTo>
                      <a:close/>
                      <a:moveTo>
                        <a:pt x="563" y="259"/>
                      </a:moveTo>
                      <a:cubicBezTo>
                        <a:pt x="526" y="259"/>
                        <a:pt x="526" y="259"/>
                        <a:pt x="526" y="259"/>
                      </a:cubicBezTo>
                      <a:cubicBezTo>
                        <a:pt x="526" y="224"/>
                        <a:pt x="526" y="224"/>
                        <a:pt x="526" y="224"/>
                      </a:cubicBezTo>
                      <a:cubicBezTo>
                        <a:pt x="563" y="224"/>
                        <a:pt x="563" y="224"/>
                        <a:pt x="563" y="224"/>
                      </a:cubicBezTo>
                      <a:lnTo>
                        <a:pt x="563" y="259"/>
                      </a:lnTo>
                      <a:close/>
                      <a:moveTo>
                        <a:pt x="563" y="222"/>
                      </a:moveTo>
                      <a:cubicBezTo>
                        <a:pt x="526" y="222"/>
                        <a:pt x="526" y="222"/>
                        <a:pt x="526" y="222"/>
                      </a:cubicBezTo>
                      <a:cubicBezTo>
                        <a:pt x="526" y="187"/>
                        <a:pt x="526" y="187"/>
                        <a:pt x="526" y="187"/>
                      </a:cubicBezTo>
                      <a:cubicBezTo>
                        <a:pt x="563" y="187"/>
                        <a:pt x="563" y="187"/>
                        <a:pt x="563" y="187"/>
                      </a:cubicBezTo>
                      <a:lnTo>
                        <a:pt x="563" y="222"/>
                      </a:lnTo>
                      <a:close/>
                      <a:moveTo>
                        <a:pt x="563" y="185"/>
                      </a:moveTo>
                      <a:cubicBezTo>
                        <a:pt x="526" y="185"/>
                        <a:pt x="526" y="185"/>
                        <a:pt x="526" y="185"/>
                      </a:cubicBezTo>
                      <a:cubicBezTo>
                        <a:pt x="526" y="150"/>
                        <a:pt x="526" y="150"/>
                        <a:pt x="526" y="150"/>
                      </a:cubicBezTo>
                      <a:cubicBezTo>
                        <a:pt x="563" y="150"/>
                        <a:pt x="563" y="150"/>
                        <a:pt x="563" y="150"/>
                      </a:cubicBezTo>
                      <a:lnTo>
                        <a:pt x="563" y="185"/>
                      </a:lnTo>
                      <a:close/>
                      <a:moveTo>
                        <a:pt x="563" y="148"/>
                      </a:moveTo>
                      <a:cubicBezTo>
                        <a:pt x="526" y="148"/>
                        <a:pt x="526" y="148"/>
                        <a:pt x="526" y="148"/>
                      </a:cubicBezTo>
                      <a:cubicBezTo>
                        <a:pt x="526" y="113"/>
                        <a:pt x="526" y="113"/>
                        <a:pt x="526" y="113"/>
                      </a:cubicBezTo>
                      <a:cubicBezTo>
                        <a:pt x="563" y="113"/>
                        <a:pt x="563" y="113"/>
                        <a:pt x="563" y="113"/>
                      </a:cubicBezTo>
                      <a:lnTo>
                        <a:pt x="563" y="148"/>
                      </a:lnTo>
                      <a:close/>
                      <a:moveTo>
                        <a:pt x="563" y="111"/>
                      </a:moveTo>
                      <a:cubicBezTo>
                        <a:pt x="526" y="111"/>
                        <a:pt x="526" y="111"/>
                        <a:pt x="526" y="111"/>
                      </a:cubicBezTo>
                      <a:cubicBezTo>
                        <a:pt x="526" y="76"/>
                        <a:pt x="526" y="76"/>
                        <a:pt x="526" y="76"/>
                      </a:cubicBezTo>
                      <a:cubicBezTo>
                        <a:pt x="563" y="76"/>
                        <a:pt x="563" y="76"/>
                        <a:pt x="563" y="76"/>
                      </a:cubicBezTo>
                      <a:lnTo>
                        <a:pt x="563" y="111"/>
                      </a:lnTo>
                      <a:close/>
                      <a:moveTo>
                        <a:pt x="563" y="74"/>
                      </a:moveTo>
                      <a:cubicBezTo>
                        <a:pt x="526" y="74"/>
                        <a:pt x="526" y="74"/>
                        <a:pt x="526" y="74"/>
                      </a:cubicBezTo>
                      <a:cubicBezTo>
                        <a:pt x="526" y="39"/>
                        <a:pt x="526" y="39"/>
                        <a:pt x="526" y="39"/>
                      </a:cubicBezTo>
                      <a:cubicBezTo>
                        <a:pt x="563" y="39"/>
                        <a:pt x="563" y="39"/>
                        <a:pt x="563" y="39"/>
                      </a:cubicBezTo>
                      <a:lnTo>
                        <a:pt x="563" y="74"/>
                      </a:lnTo>
                      <a:close/>
                      <a:moveTo>
                        <a:pt x="563" y="37"/>
                      </a:moveTo>
                      <a:cubicBezTo>
                        <a:pt x="526" y="37"/>
                        <a:pt x="526" y="37"/>
                        <a:pt x="526" y="37"/>
                      </a:cubicBezTo>
                      <a:cubicBezTo>
                        <a:pt x="526" y="2"/>
                        <a:pt x="526" y="2"/>
                        <a:pt x="526" y="2"/>
                      </a:cubicBezTo>
                      <a:cubicBezTo>
                        <a:pt x="563" y="2"/>
                        <a:pt x="563" y="2"/>
                        <a:pt x="563" y="2"/>
                      </a:cubicBezTo>
                      <a:lnTo>
                        <a:pt x="563" y="37"/>
                      </a:lnTo>
                      <a:close/>
                      <a:moveTo>
                        <a:pt x="599" y="446"/>
                      </a:moveTo>
                      <a:cubicBezTo>
                        <a:pt x="565" y="446"/>
                        <a:pt x="565" y="446"/>
                        <a:pt x="565" y="446"/>
                      </a:cubicBezTo>
                      <a:cubicBezTo>
                        <a:pt x="565" y="408"/>
                        <a:pt x="565" y="408"/>
                        <a:pt x="565" y="408"/>
                      </a:cubicBezTo>
                      <a:cubicBezTo>
                        <a:pt x="599" y="408"/>
                        <a:pt x="599" y="408"/>
                        <a:pt x="599" y="408"/>
                      </a:cubicBezTo>
                      <a:lnTo>
                        <a:pt x="599" y="446"/>
                      </a:lnTo>
                      <a:close/>
                      <a:moveTo>
                        <a:pt x="599" y="406"/>
                      </a:moveTo>
                      <a:cubicBezTo>
                        <a:pt x="565" y="406"/>
                        <a:pt x="565" y="406"/>
                        <a:pt x="565" y="406"/>
                      </a:cubicBezTo>
                      <a:cubicBezTo>
                        <a:pt x="565" y="372"/>
                        <a:pt x="565" y="372"/>
                        <a:pt x="565" y="372"/>
                      </a:cubicBezTo>
                      <a:cubicBezTo>
                        <a:pt x="599" y="372"/>
                        <a:pt x="599" y="372"/>
                        <a:pt x="599" y="372"/>
                      </a:cubicBezTo>
                      <a:lnTo>
                        <a:pt x="599" y="406"/>
                      </a:lnTo>
                      <a:close/>
                      <a:moveTo>
                        <a:pt x="599" y="370"/>
                      </a:moveTo>
                      <a:cubicBezTo>
                        <a:pt x="565" y="370"/>
                        <a:pt x="565" y="370"/>
                        <a:pt x="565" y="370"/>
                      </a:cubicBezTo>
                      <a:cubicBezTo>
                        <a:pt x="565" y="335"/>
                        <a:pt x="565" y="335"/>
                        <a:pt x="565" y="335"/>
                      </a:cubicBezTo>
                      <a:cubicBezTo>
                        <a:pt x="599" y="335"/>
                        <a:pt x="599" y="335"/>
                        <a:pt x="599" y="335"/>
                      </a:cubicBezTo>
                      <a:lnTo>
                        <a:pt x="599" y="370"/>
                      </a:lnTo>
                      <a:close/>
                      <a:moveTo>
                        <a:pt x="599" y="333"/>
                      </a:moveTo>
                      <a:cubicBezTo>
                        <a:pt x="565" y="333"/>
                        <a:pt x="565" y="333"/>
                        <a:pt x="565" y="333"/>
                      </a:cubicBezTo>
                      <a:cubicBezTo>
                        <a:pt x="565" y="298"/>
                        <a:pt x="565" y="298"/>
                        <a:pt x="565" y="298"/>
                      </a:cubicBezTo>
                      <a:cubicBezTo>
                        <a:pt x="599" y="298"/>
                        <a:pt x="599" y="298"/>
                        <a:pt x="599" y="298"/>
                      </a:cubicBezTo>
                      <a:lnTo>
                        <a:pt x="599" y="333"/>
                      </a:lnTo>
                      <a:close/>
                      <a:moveTo>
                        <a:pt x="599" y="296"/>
                      </a:moveTo>
                      <a:cubicBezTo>
                        <a:pt x="565" y="296"/>
                        <a:pt x="565" y="296"/>
                        <a:pt x="565" y="296"/>
                      </a:cubicBezTo>
                      <a:cubicBezTo>
                        <a:pt x="565" y="261"/>
                        <a:pt x="565" y="261"/>
                        <a:pt x="565" y="261"/>
                      </a:cubicBezTo>
                      <a:cubicBezTo>
                        <a:pt x="599" y="261"/>
                        <a:pt x="599" y="261"/>
                        <a:pt x="599" y="261"/>
                      </a:cubicBezTo>
                      <a:lnTo>
                        <a:pt x="599" y="296"/>
                      </a:lnTo>
                      <a:close/>
                      <a:moveTo>
                        <a:pt x="599" y="259"/>
                      </a:moveTo>
                      <a:cubicBezTo>
                        <a:pt x="565" y="259"/>
                        <a:pt x="565" y="259"/>
                        <a:pt x="565" y="259"/>
                      </a:cubicBezTo>
                      <a:cubicBezTo>
                        <a:pt x="565" y="224"/>
                        <a:pt x="565" y="224"/>
                        <a:pt x="565" y="224"/>
                      </a:cubicBezTo>
                      <a:cubicBezTo>
                        <a:pt x="599" y="224"/>
                        <a:pt x="599" y="224"/>
                        <a:pt x="599" y="224"/>
                      </a:cubicBezTo>
                      <a:lnTo>
                        <a:pt x="599" y="259"/>
                      </a:lnTo>
                      <a:close/>
                      <a:moveTo>
                        <a:pt x="599" y="222"/>
                      </a:moveTo>
                      <a:cubicBezTo>
                        <a:pt x="565" y="222"/>
                        <a:pt x="565" y="222"/>
                        <a:pt x="565" y="222"/>
                      </a:cubicBezTo>
                      <a:cubicBezTo>
                        <a:pt x="565" y="187"/>
                        <a:pt x="565" y="187"/>
                        <a:pt x="565" y="187"/>
                      </a:cubicBezTo>
                      <a:cubicBezTo>
                        <a:pt x="599" y="187"/>
                        <a:pt x="599" y="187"/>
                        <a:pt x="599" y="187"/>
                      </a:cubicBezTo>
                      <a:lnTo>
                        <a:pt x="599" y="222"/>
                      </a:lnTo>
                      <a:close/>
                      <a:moveTo>
                        <a:pt x="599" y="185"/>
                      </a:moveTo>
                      <a:cubicBezTo>
                        <a:pt x="565" y="185"/>
                        <a:pt x="565" y="185"/>
                        <a:pt x="565" y="185"/>
                      </a:cubicBezTo>
                      <a:cubicBezTo>
                        <a:pt x="565" y="150"/>
                        <a:pt x="565" y="150"/>
                        <a:pt x="565" y="150"/>
                      </a:cubicBezTo>
                      <a:cubicBezTo>
                        <a:pt x="599" y="150"/>
                        <a:pt x="599" y="150"/>
                        <a:pt x="599" y="150"/>
                      </a:cubicBezTo>
                      <a:lnTo>
                        <a:pt x="599" y="185"/>
                      </a:lnTo>
                      <a:close/>
                      <a:moveTo>
                        <a:pt x="599" y="148"/>
                      </a:moveTo>
                      <a:cubicBezTo>
                        <a:pt x="565" y="148"/>
                        <a:pt x="565" y="148"/>
                        <a:pt x="565" y="148"/>
                      </a:cubicBezTo>
                      <a:cubicBezTo>
                        <a:pt x="565" y="113"/>
                        <a:pt x="565" y="113"/>
                        <a:pt x="565" y="113"/>
                      </a:cubicBezTo>
                      <a:cubicBezTo>
                        <a:pt x="599" y="113"/>
                        <a:pt x="599" y="113"/>
                        <a:pt x="599" y="113"/>
                      </a:cubicBezTo>
                      <a:lnTo>
                        <a:pt x="599" y="148"/>
                      </a:lnTo>
                      <a:close/>
                      <a:moveTo>
                        <a:pt x="599" y="111"/>
                      </a:moveTo>
                      <a:cubicBezTo>
                        <a:pt x="565" y="111"/>
                        <a:pt x="565" y="111"/>
                        <a:pt x="565" y="111"/>
                      </a:cubicBezTo>
                      <a:cubicBezTo>
                        <a:pt x="565" y="76"/>
                        <a:pt x="565" y="76"/>
                        <a:pt x="565" y="76"/>
                      </a:cubicBezTo>
                      <a:cubicBezTo>
                        <a:pt x="599" y="76"/>
                        <a:pt x="599" y="76"/>
                        <a:pt x="599" y="76"/>
                      </a:cubicBezTo>
                      <a:lnTo>
                        <a:pt x="599" y="111"/>
                      </a:lnTo>
                      <a:close/>
                      <a:moveTo>
                        <a:pt x="599" y="74"/>
                      </a:moveTo>
                      <a:cubicBezTo>
                        <a:pt x="565" y="74"/>
                        <a:pt x="565" y="74"/>
                        <a:pt x="565" y="74"/>
                      </a:cubicBezTo>
                      <a:cubicBezTo>
                        <a:pt x="565" y="39"/>
                        <a:pt x="565" y="39"/>
                        <a:pt x="565" y="39"/>
                      </a:cubicBezTo>
                      <a:cubicBezTo>
                        <a:pt x="599" y="39"/>
                        <a:pt x="599" y="39"/>
                        <a:pt x="599" y="39"/>
                      </a:cubicBezTo>
                      <a:lnTo>
                        <a:pt x="599" y="74"/>
                      </a:lnTo>
                      <a:close/>
                      <a:moveTo>
                        <a:pt x="599" y="37"/>
                      </a:moveTo>
                      <a:cubicBezTo>
                        <a:pt x="565" y="37"/>
                        <a:pt x="565" y="37"/>
                        <a:pt x="565" y="37"/>
                      </a:cubicBezTo>
                      <a:cubicBezTo>
                        <a:pt x="565" y="2"/>
                        <a:pt x="565" y="2"/>
                        <a:pt x="565" y="2"/>
                      </a:cubicBezTo>
                      <a:cubicBezTo>
                        <a:pt x="599" y="2"/>
                        <a:pt x="599" y="2"/>
                        <a:pt x="599" y="2"/>
                      </a:cubicBezTo>
                      <a:lnTo>
                        <a:pt x="599" y="37"/>
                      </a:lnTo>
                      <a:close/>
                      <a:moveTo>
                        <a:pt x="636" y="485"/>
                      </a:moveTo>
                      <a:cubicBezTo>
                        <a:pt x="601" y="485"/>
                        <a:pt x="601" y="485"/>
                        <a:pt x="601" y="485"/>
                      </a:cubicBezTo>
                      <a:cubicBezTo>
                        <a:pt x="601" y="448"/>
                        <a:pt x="601" y="448"/>
                        <a:pt x="601" y="448"/>
                      </a:cubicBezTo>
                      <a:cubicBezTo>
                        <a:pt x="636" y="448"/>
                        <a:pt x="636" y="448"/>
                        <a:pt x="636" y="448"/>
                      </a:cubicBezTo>
                      <a:lnTo>
                        <a:pt x="636" y="485"/>
                      </a:lnTo>
                      <a:close/>
                      <a:moveTo>
                        <a:pt x="636" y="446"/>
                      </a:moveTo>
                      <a:cubicBezTo>
                        <a:pt x="601" y="446"/>
                        <a:pt x="601" y="446"/>
                        <a:pt x="601" y="446"/>
                      </a:cubicBezTo>
                      <a:cubicBezTo>
                        <a:pt x="601" y="408"/>
                        <a:pt x="601" y="408"/>
                        <a:pt x="601" y="408"/>
                      </a:cubicBezTo>
                      <a:cubicBezTo>
                        <a:pt x="636" y="408"/>
                        <a:pt x="636" y="408"/>
                        <a:pt x="636" y="408"/>
                      </a:cubicBezTo>
                      <a:lnTo>
                        <a:pt x="636" y="446"/>
                      </a:lnTo>
                      <a:close/>
                      <a:moveTo>
                        <a:pt x="636" y="406"/>
                      </a:moveTo>
                      <a:cubicBezTo>
                        <a:pt x="601" y="406"/>
                        <a:pt x="601" y="406"/>
                        <a:pt x="601" y="406"/>
                      </a:cubicBezTo>
                      <a:cubicBezTo>
                        <a:pt x="601" y="372"/>
                        <a:pt x="601" y="372"/>
                        <a:pt x="601" y="372"/>
                      </a:cubicBezTo>
                      <a:cubicBezTo>
                        <a:pt x="636" y="372"/>
                        <a:pt x="636" y="372"/>
                        <a:pt x="636" y="372"/>
                      </a:cubicBezTo>
                      <a:lnTo>
                        <a:pt x="636" y="406"/>
                      </a:lnTo>
                      <a:close/>
                      <a:moveTo>
                        <a:pt x="636" y="370"/>
                      </a:moveTo>
                      <a:cubicBezTo>
                        <a:pt x="601" y="370"/>
                        <a:pt x="601" y="370"/>
                        <a:pt x="601" y="370"/>
                      </a:cubicBezTo>
                      <a:cubicBezTo>
                        <a:pt x="601" y="335"/>
                        <a:pt x="601" y="335"/>
                        <a:pt x="601" y="335"/>
                      </a:cubicBezTo>
                      <a:cubicBezTo>
                        <a:pt x="636" y="335"/>
                        <a:pt x="636" y="335"/>
                        <a:pt x="636" y="335"/>
                      </a:cubicBezTo>
                      <a:lnTo>
                        <a:pt x="636" y="370"/>
                      </a:lnTo>
                      <a:close/>
                      <a:moveTo>
                        <a:pt x="636" y="333"/>
                      </a:moveTo>
                      <a:cubicBezTo>
                        <a:pt x="601" y="333"/>
                        <a:pt x="601" y="333"/>
                        <a:pt x="601" y="333"/>
                      </a:cubicBezTo>
                      <a:cubicBezTo>
                        <a:pt x="601" y="298"/>
                        <a:pt x="601" y="298"/>
                        <a:pt x="601" y="298"/>
                      </a:cubicBezTo>
                      <a:cubicBezTo>
                        <a:pt x="636" y="298"/>
                        <a:pt x="636" y="298"/>
                        <a:pt x="636" y="298"/>
                      </a:cubicBezTo>
                      <a:lnTo>
                        <a:pt x="636" y="333"/>
                      </a:lnTo>
                      <a:close/>
                      <a:moveTo>
                        <a:pt x="636" y="296"/>
                      </a:moveTo>
                      <a:cubicBezTo>
                        <a:pt x="601" y="296"/>
                        <a:pt x="601" y="296"/>
                        <a:pt x="601" y="296"/>
                      </a:cubicBezTo>
                      <a:cubicBezTo>
                        <a:pt x="601" y="261"/>
                        <a:pt x="601" y="261"/>
                        <a:pt x="601" y="261"/>
                      </a:cubicBezTo>
                      <a:cubicBezTo>
                        <a:pt x="636" y="261"/>
                        <a:pt x="636" y="261"/>
                        <a:pt x="636" y="261"/>
                      </a:cubicBezTo>
                      <a:lnTo>
                        <a:pt x="636" y="296"/>
                      </a:lnTo>
                      <a:close/>
                      <a:moveTo>
                        <a:pt x="636" y="259"/>
                      </a:moveTo>
                      <a:cubicBezTo>
                        <a:pt x="601" y="259"/>
                        <a:pt x="601" y="259"/>
                        <a:pt x="601" y="259"/>
                      </a:cubicBezTo>
                      <a:cubicBezTo>
                        <a:pt x="601" y="224"/>
                        <a:pt x="601" y="224"/>
                        <a:pt x="601" y="224"/>
                      </a:cubicBezTo>
                      <a:cubicBezTo>
                        <a:pt x="636" y="224"/>
                        <a:pt x="636" y="224"/>
                        <a:pt x="636" y="224"/>
                      </a:cubicBezTo>
                      <a:lnTo>
                        <a:pt x="636" y="259"/>
                      </a:lnTo>
                      <a:close/>
                      <a:moveTo>
                        <a:pt x="636" y="222"/>
                      </a:moveTo>
                      <a:cubicBezTo>
                        <a:pt x="601" y="222"/>
                        <a:pt x="601" y="222"/>
                        <a:pt x="601" y="222"/>
                      </a:cubicBezTo>
                      <a:cubicBezTo>
                        <a:pt x="601" y="187"/>
                        <a:pt x="601" y="187"/>
                        <a:pt x="601" y="187"/>
                      </a:cubicBezTo>
                      <a:cubicBezTo>
                        <a:pt x="636" y="187"/>
                        <a:pt x="636" y="187"/>
                        <a:pt x="636" y="187"/>
                      </a:cubicBezTo>
                      <a:lnTo>
                        <a:pt x="636" y="222"/>
                      </a:lnTo>
                      <a:close/>
                      <a:moveTo>
                        <a:pt x="636" y="185"/>
                      </a:moveTo>
                      <a:cubicBezTo>
                        <a:pt x="601" y="185"/>
                        <a:pt x="601" y="185"/>
                        <a:pt x="601" y="185"/>
                      </a:cubicBezTo>
                      <a:cubicBezTo>
                        <a:pt x="601" y="150"/>
                        <a:pt x="601" y="150"/>
                        <a:pt x="601" y="150"/>
                      </a:cubicBezTo>
                      <a:cubicBezTo>
                        <a:pt x="636" y="150"/>
                        <a:pt x="636" y="150"/>
                        <a:pt x="636" y="150"/>
                      </a:cubicBezTo>
                      <a:lnTo>
                        <a:pt x="636" y="185"/>
                      </a:lnTo>
                      <a:close/>
                      <a:moveTo>
                        <a:pt x="636" y="148"/>
                      </a:moveTo>
                      <a:cubicBezTo>
                        <a:pt x="601" y="148"/>
                        <a:pt x="601" y="148"/>
                        <a:pt x="601" y="148"/>
                      </a:cubicBezTo>
                      <a:cubicBezTo>
                        <a:pt x="601" y="113"/>
                        <a:pt x="601" y="113"/>
                        <a:pt x="601" y="113"/>
                      </a:cubicBezTo>
                      <a:cubicBezTo>
                        <a:pt x="636" y="113"/>
                        <a:pt x="636" y="113"/>
                        <a:pt x="636" y="113"/>
                      </a:cubicBezTo>
                      <a:lnTo>
                        <a:pt x="636" y="148"/>
                      </a:lnTo>
                      <a:close/>
                      <a:moveTo>
                        <a:pt x="636" y="111"/>
                      </a:moveTo>
                      <a:cubicBezTo>
                        <a:pt x="601" y="111"/>
                        <a:pt x="601" y="111"/>
                        <a:pt x="601" y="111"/>
                      </a:cubicBezTo>
                      <a:cubicBezTo>
                        <a:pt x="601" y="76"/>
                        <a:pt x="601" y="76"/>
                        <a:pt x="601" y="76"/>
                      </a:cubicBezTo>
                      <a:cubicBezTo>
                        <a:pt x="636" y="76"/>
                        <a:pt x="636" y="76"/>
                        <a:pt x="636" y="76"/>
                      </a:cubicBezTo>
                      <a:lnTo>
                        <a:pt x="636" y="111"/>
                      </a:lnTo>
                      <a:close/>
                      <a:moveTo>
                        <a:pt x="636" y="74"/>
                      </a:moveTo>
                      <a:cubicBezTo>
                        <a:pt x="601" y="74"/>
                        <a:pt x="601" y="74"/>
                        <a:pt x="601" y="74"/>
                      </a:cubicBezTo>
                      <a:cubicBezTo>
                        <a:pt x="601" y="39"/>
                        <a:pt x="601" y="39"/>
                        <a:pt x="601" y="39"/>
                      </a:cubicBezTo>
                      <a:cubicBezTo>
                        <a:pt x="636" y="39"/>
                        <a:pt x="636" y="39"/>
                        <a:pt x="636" y="39"/>
                      </a:cubicBezTo>
                      <a:lnTo>
                        <a:pt x="636" y="74"/>
                      </a:lnTo>
                      <a:close/>
                      <a:moveTo>
                        <a:pt x="636" y="37"/>
                      </a:moveTo>
                      <a:cubicBezTo>
                        <a:pt x="601" y="37"/>
                        <a:pt x="601" y="37"/>
                        <a:pt x="601" y="37"/>
                      </a:cubicBezTo>
                      <a:cubicBezTo>
                        <a:pt x="601" y="2"/>
                        <a:pt x="601" y="2"/>
                        <a:pt x="601" y="2"/>
                      </a:cubicBezTo>
                      <a:cubicBezTo>
                        <a:pt x="636" y="2"/>
                        <a:pt x="636" y="2"/>
                        <a:pt x="636" y="2"/>
                      </a:cubicBezTo>
                      <a:lnTo>
                        <a:pt x="636" y="37"/>
                      </a:lnTo>
                      <a:close/>
                      <a:moveTo>
                        <a:pt x="673" y="485"/>
                      </a:moveTo>
                      <a:cubicBezTo>
                        <a:pt x="638" y="485"/>
                        <a:pt x="638" y="485"/>
                        <a:pt x="638" y="485"/>
                      </a:cubicBezTo>
                      <a:cubicBezTo>
                        <a:pt x="638" y="448"/>
                        <a:pt x="638" y="448"/>
                        <a:pt x="638" y="448"/>
                      </a:cubicBezTo>
                      <a:cubicBezTo>
                        <a:pt x="673" y="448"/>
                        <a:pt x="673" y="448"/>
                        <a:pt x="673" y="448"/>
                      </a:cubicBezTo>
                      <a:lnTo>
                        <a:pt x="673" y="485"/>
                      </a:lnTo>
                      <a:close/>
                      <a:moveTo>
                        <a:pt x="673" y="446"/>
                      </a:moveTo>
                      <a:cubicBezTo>
                        <a:pt x="638" y="446"/>
                        <a:pt x="638" y="446"/>
                        <a:pt x="638" y="446"/>
                      </a:cubicBezTo>
                      <a:cubicBezTo>
                        <a:pt x="638" y="408"/>
                        <a:pt x="638" y="408"/>
                        <a:pt x="638" y="408"/>
                      </a:cubicBezTo>
                      <a:cubicBezTo>
                        <a:pt x="673" y="408"/>
                        <a:pt x="673" y="408"/>
                        <a:pt x="673" y="408"/>
                      </a:cubicBezTo>
                      <a:lnTo>
                        <a:pt x="673" y="446"/>
                      </a:lnTo>
                      <a:close/>
                      <a:moveTo>
                        <a:pt x="673" y="406"/>
                      </a:moveTo>
                      <a:cubicBezTo>
                        <a:pt x="638" y="406"/>
                        <a:pt x="638" y="406"/>
                        <a:pt x="638" y="406"/>
                      </a:cubicBezTo>
                      <a:cubicBezTo>
                        <a:pt x="638" y="372"/>
                        <a:pt x="638" y="372"/>
                        <a:pt x="638" y="372"/>
                      </a:cubicBezTo>
                      <a:cubicBezTo>
                        <a:pt x="673" y="372"/>
                        <a:pt x="673" y="372"/>
                        <a:pt x="673" y="372"/>
                      </a:cubicBezTo>
                      <a:lnTo>
                        <a:pt x="673" y="406"/>
                      </a:lnTo>
                      <a:close/>
                      <a:moveTo>
                        <a:pt x="673" y="370"/>
                      </a:moveTo>
                      <a:cubicBezTo>
                        <a:pt x="638" y="370"/>
                        <a:pt x="638" y="370"/>
                        <a:pt x="638" y="370"/>
                      </a:cubicBezTo>
                      <a:cubicBezTo>
                        <a:pt x="638" y="335"/>
                        <a:pt x="638" y="335"/>
                        <a:pt x="638" y="335"/>
                      </a:cubicBezTo>
                      <a:cubicBezTo>
                        <a:pt x="673" y="335"/>
                        <a:pt x="673" y="335"/>
                        <a:pt x="673" y="335"/>
                      </a:cubicBezTo>
                      <a:lnTo>
                        <a:pt x="673" y="370"/>
                      </a:lnTo>
                      <a:close/>
                      <a:moveTo>
                        <a:pt x="673" y="333"/>
                      </a:moveTo>
                      <a:cubicBezTo>
                        <a:pt x="638" y="333"/>
                        <a:pt x="638" y="333"/>
                        <a:pt x="638" y="333"/>
                      </a:cubicBezTo>
                      <a:cubicBezTo>
                        <a:pt x="638" y="298"/>
                        <a:pt x="638" y="298"/>
                        <a:pt x="638" y="298"/>
                      </a:cubicBezTo>
                      <a:cubicBezTo>
                        <a:pt x="673" y="298"/>
                        <a:pt x="673" y="298"/>
                        <a:pt x="673" y="298"/>
                      </a:cubicBezTo>
                      <a:lnTo>
                        <a:pt x="673" y="333"/>
                      </a:lnTo>
                      <a:close/>
                      <a:moveTo>
                        <a:pt x="673" y="296"/>
                      </a:moveTo>
                      <a:cubicBezTo>
                        <a:pt x="638" y="296"/>
                        <a:pt x="638" y="296"/>
                        <a:pt x="638" y="296"/>
                      </a:cubicBezTo>
                      <a:cubicBezTo>
                        <a:pt x="638" y="261"/>
                        <a:pt x="638" y="261"/>
                        <a:pt x="638" y="261"/>
                      </a:cubicBezTo>
                      <a:cubicBezTo>
                        <a:pt x="673" y="261"/>
                        <a:pt x="673" y="261"/>
                        <a:pt x="673" y="261"/>
                      </a:cubicBezTo>
                      <a:lnTo>
                        <a:pt x="673" y="296"/>
                      </a:lnTo>
                      <a:close/>
                      <a:moveTo>
                        <a:pt x="673" y="259"/>
                      </a:moveTo>
                      <a:cubicBezTo>
                        <a:pt x="638" y="259"/>
                        <a:pt x="638" y="259"/>
                        <a:pt x="638" y="259"/>
                      </a:cubicBezTo>
                      <a:cubicBezTo>
                        <a:pt x="638" y="224"/>
                        <a:pt x="638" y="224"/>
                        <a:pt x="638" y="224"/>
                      </a:cubicBezTo>
                      <a:cubicBezTo>
                        <a:pt x="673" y="224"/>
                        <a:pt x="673" y="224"/>
                        <a:pt x="673" y="224"/>
                      </a:cubicBezTo>
                      <a:lnTo>
                        <a:pt x="673" y="259"/>
                      </a:lnTo>
                      <a:close/>
                      <a:moveTo>
                        <a:pt x="673" y="222"/>
                      </a:moveTo>
                      <a:cubicBezTo>
                        <a:pt x="638" y="222"/>
                        <a:pt x="638" y="222"/>
                        <a:pt x="638" y="222"/>
                      </a:cubicBezTo>
                      <a:cubicBezTo>
                        <a:pt x="638" y="187"/>
                        <a:pt x="638" y="187"/>
                        <a:pt x="638" y="187"/>
                      </a:cubicBezTo>
                      <a:cubicBezTo>
                        <a:pt x="673" y="187"/>
                        <a:pt x="673" y="187"/>
                        <a:pt x="673" y="187"/>
                      </a:cubicBezTo>
                      <a:lnTo>
                        <a:pt x="673" y="222"/>
                      </a:lnTo>
                      <a:close/>
                      <a:moveTo>
                        <a:pt x="673" y="185"/>
                      </a:moveTo>
                      <a:cubicBezTo>
                        <a:pt x="638" y="185"/>
                        <a:pt x="638" y="185"/>
                        <a:pt x="638" y="185"/>
                      </a:cubicBezTo>
                      <a:cubicBezTo>
                        <a:pt x="638" y="150"/>
                        <a:pt x="638" y="150"/>
                        <a:pt x="638" y="150"/>
                      </a:cubicBezTo>
                      <a:cubicBezTo>
                        <a:pt x="673" y="150"/>
                        <a:pt x="673" y="150"/>
                        <a:pt x="673" y="150"/>
                      </a:cubicBezTo>
                      <a:lnTo>
                        <a:pt x="673" y="185"/>
                      </a:lnTo>
                      <a:close/>
                      <a:moveTo>
                        <a:pt x="673" y="148"/>
                      </a:moveTo>
                      <a:cubicBezTo>
                        <a:pt x="638" y="148"/>
                        <a:pt x="638" y="148"/>
                        <a:pt x="638" y="148"/>
                      </a:cubicBezTo>
                      <a:cubicBezTo>
                        <a:pt x="638" y="113"/>
                        <a:pt x="638" y="113"/>
                        <a:pt x="638" y="113"/>
                      </a:cubicBezTo>
                      <a:cubicBezTo>
                        <a:pt x="673" y="113"/>
                        <a:pt x="673" y="113"/>
                        <a:pt x="673" y="113"/>
                      </a:cubicBezTo>
                      <a:lnTo>
                        <a:pt x="673" y="148"/>
                      </a:lnTo>
                      <a:close/>
                      <a:moveTo>
                        <a:pt x="673" y="111"/>
                      </a:moveTo>
                      <a:cubicBezTo>
                        <a:pt x="638" y="111"/>
                        <a:pt x="638" y="111"/>
                        <a:pt x="638" y="111"/>
                      </a:cubicBezTo>
                      <a:cubicBezTo>
                        <a:pt x="638" y="76"/>
                        <a:pt x="638" y="76"/>
                        <a:pt x="638" y="76"/>
                      </a:cubicBezTo>
                      <a:cubicBezTo>
                        <a:pt x="673" y="76"/>
                        <a:pt x="673" y="76"/>
                        <a:pt x="673" y="76"/>
                      </a:cubicBezTo>
                      <a:lnTo>
                        <a:pt x="673" y="111"/>
                      </a:lnTo>
                      <a:close/>
                      <a:moveTo>
                        <a:pt x="673" y="74"/>
                      </a:moveTo>
                      <a:cubicBezTo>
                        <a:pt x="638" y="74"/>
                        <a:pt x="638" y="74"/>
                        <a:pt x="638" y="74"/>
                      </a:cubicBezTo>
                      <a:cubicBezTo>
                        <a:pt x="638" y="39"/>
                        <a:pt x="638" y="39"/>
                        <a:pt x="638" y="39"/>
                      </a:cubicBezTo>
                      <a:cubicBezTo>
                        <a:pt x="673" y="39"/>
                        <a:pt x="673" y="39"/>
                        <a:pt x="673" y="39"/>
                      </a:cubicBezTo>
                      <a:lnTo>
                        <a:pt x="673" y="74"/>
                      </a:lnTo>
                      <a:close/>
                      <a:moveTo>
                        <a:pt x="673" y="37"/>
                      </a:moveTo>
                      <a:cubicBezTo>
                        <a:pt x="638" y="37"/>
                        <a:pt x="638" y="37"/>
                        <a:pt x="638" y="37"/>
                      </a:cubicBezTo>
                      <a:cubicBezTo>
                        <a:pt x="638" y="2"/>
                        <a:pt x="638" y="2"/>
                        <a:pt x="638" y="2"/>
                      </a:cubicBezTo>
                      <a:cubicBezTo>
                        <a:pt x="673" y="2"/>
                        <a:pt x="673" y="2"/>
                        <a:pt x="673" y="2"/>
                      </a:cubicBezTo>
                      <a:lnTo>
                        <a:pt x="673" y="37"/>
                      </a:lnTo>
                      <a:close/>
                      <a:moveTo>
                        <a:pt x="710" y="485"/>
                      </a:moveTo>
                      <a:cubicBezTo>
                        <a:pt x="675" y="485"/>
                        <a:pt x="675" y="485"/>
                        <a:pt x="675" y="485"/>
                      </a:cubicBezTo>
                      <a:cubicBezTo>
                        <a:pt x="675" y="448"/>
                        <a:pt x="675" y="448"/>
                        <a:pt x="675" y="448"/>
                      </a:cubicBezTo>
                      <a:cubicBezTo>
                        <a:pt x="710" y="448"/>
                        <a:pt x="710" y="448"/>
                        <a:pt x="710" y="448"/>
                      </a:cubicBezTo>
                      <a:lnTo>
                        <a:pt x="710" y="485"/>
                      </a:lnTo>
                      <a:close/>
                      <a:moveTo>
                        <a:pt x="710" y="446"/>
                      </a:moveTo>
                      <a:cubicBezTo>
                        <a:pt x="675" y="446"/>
                        <a:pt x="675" y="446"/>
                        <a:pt x="675" y="446"/>
                      </a:cubicBezTo>
                      <a:cubicBezTo>
                        <a:pt x="675" y="408"/>
                        <a:pt x="675" y="408"/>
                        <a:pt x="675" y="408"/>
                      </a:cubicBezTo>
                      <a:cubicBezTo>
                        <a:pt x="710" y="408"/>
                        <a:pt x="710" y="408"/>
                        <a:pt x="710" y="408"/>
                      </a:cubicBezTo>
                      <a:lnTo>
                        <a:pt x="710" y="446"/>
                      </a:lnTo>
                      <a:close/>
                      <a:moveTo>
                        <a:pt x="710" y="406"/>
                      </a:moveTo>
                      <a:cubicBezTo>
                        <a:pt x="675" y="406"/>
                        <a:pt x="675" y="406"/>
                        <a:pt x="675" y="406"/>
                      </a:cubicBezTo>
                      <a:cubicBezTo>
                        <a:pt x="675" y="372"/>
                        <a:pt x="675" y="372"/>
                        <a:pt x="675" y="372"/>
                      </a:cubicBezTo>
                      <a:cubicBezTo>
                        <a:pt x="710" y="372"/>
                        <a:pt x="710" y="372"/>
                        <a:pt x="710" y="372"/>
                      </a:cubicBezTo>
                      <a:lnTo>
                        <a:pt x="710" y="406"/>
                      </a:lnTo>
                      <a:close/>
                      <a:moveTo>
                        <a:pt x="710" y="370"/>
                      </a:moveTo>
                      <a:cubicBezTo>
                        <a:pt x="675" y="370"/>
                        <a:pt x="675" y="370"/>
                        <a:pt x="675" y="370"/>
                      </a:cubicBezTo>
                      <a:cubicBezTo>
                        <a:pt x="675" y="335"/>
                        <a:pt x="675" y="335"/>
                        <a:pt x="675" y="335"/>
                      </a:cubicBezTo>
                      <a:cubicBezTo>
                        <a:pt x="710" y="335"/>
                        <a:pt x="710" y="335"/>
                        <a:pt x="710" y="335"/>
                      </a:cubicBezTo>
                      <a:lnTo>
                        <a:pt x="710" y="370"/>
                      </a:lnTo>
                      <a:close/>
                      <a:moveTo>
                        <a:pt x="710" y="333"/>
                      </a:moveTo>
                      <a:cubicBezTo>
                        <a:pt x="675" y="333"/>
                        <a:pt x="675" y="333"/>
                        <a:pt x="675" y="333"/>
                      </a:cubicBezTo>
                      <a:cubicBezTo>
                        <a:pt x="675" y="298"/>
                        <a:pt x="675" y="298"/>
                        <a:pt x="675" y="298"/>
                      </a:cubicBezTo>
                      <a:cubicBezTo>
                        <a:pt x="710" y="298"/>
                        <a:pt x="710" y="298"/>
                        <a:pt x="710" y="298"/>
                      </a:cubicBezTo>
                      <a:lnTo>
                        <a:pt x="710" y="333"/>
                      </a:lnTo>
                      <a:close/>
                      <a:moveTo>
                        <a:pt x="710" y="296"/>
                      </a:moveTo>
                      <a:cubicBezTo>
                        <a:pt x="675" y="296"/>
                        <a:pt x="675" y="296"/>
                        <a:pt x="675" y="296"/>
                      </a:cubicBezTo>
                      <a:cubicBezTo>
                        <a:pt x="675" y="261"/>
                        <a:pt x="675" y="261"/>
                        <a:pt x="675" y="261"/>
                      </a:cubicBezTo>
                      <a:cubicBezTo>
                        <a:pt x="710" y="261"/>
                        <a:pt x="710" y="261"/>
                        <a:pt x="710" y="261"/>
                      </a:cubicBezTo>
                      <a:lnTo>
                        <a:pt x="710" y="296"/>
                      </a:lnTo>
                      <a:close/>
                      <a:moveTo>
                        <a:pt x="710" y="259"/>
                      </a:moveTo>
                      <a:cubicBezTo>
                        <a:pt x="675" y="259"/>
                        <a:pt x="675" y="259"/>
                        <a:pt x="675" y="259"/>
                      </a:cubicBezTo>
                      <a:cubicBezTo>
                        <a:pt x="675" y="224"/>
                        <a:pt x="675" y="224"/>
                        <a:pt x="675" y="224"/>
                      </a:cubicBezTo>
                      <a:cubicBezTo>
                        <a:pt x="710" y="224"/>
                        <a:pt x="710" y="224"/>
                        <a:pt x="710" y="224"/>
                      </a:cubicBezTo>
                      <a:lnTo>
                        <a:pt x="710" y="259"/>
                      </a:lnTo>
                      <a:close/>
                      <a:moveTo>
                        <a:pt x="710" y="222"/>
                      </a:moveTo>
                      <a:cubicBezTo>
                        <a:pt x="675" y="222"/>
                        <a:pt x="675" y="222"/>
                        <a:pt x="675" y="222"/>
                      </a:cubicBezTo>
                      <a:cubicBezTo>
                        <a:pt x="675" y="187"/>
                        <a:pt x="675" y="187"/>
                        <a:pt x="675" y="187"/>
                      </a:cubicBezTo>
                      <a:cubicBezTo>
                        <a:pt x="710" y="187"/>
                        <a:pt x="710" y="187"/>
                        <a:pt x="710" y="187"/>
                      </a:cubicBezTo>
                      <a:lnTo>
                        <a:pt x="710" y="222"/>
                      </a:lnTo>
                      <a:close/>
                      <a:moveTo>
                        <a:pt x="710" y="185"/>
                      </a:moveTo>
                      <a:cubicBezTo>
                        <a:pt x="675" y="185"/>
                        <a:pt x="675" y="185"/>
                        <a:pt x="675" y="185"/>
                      </a:cubicBezTo>
                      <a:cubicBezTo>
                        <a:pt x="675" y="150"/>
                        <a:pt x="675" y="150"/>
                        <a:pt x="675" y="150"/>
                      </a:cubicBezTo>
                      <a:cubicBezTo>
                        <a:pt x="710" y="150"/>
                        <a:pt x="710" y="150"/>
                        <a:pt x="710" y="150"/>
                      </a:cubicBezTo>
                      <a:lnTo>
                        <a:pt x="710" y="185"/>
                      </a:lnTo>
                      <a:close/>
                      <a:moveTo>
                        <a:pt x="710" y="148"/>
                      </a:moveTo>
                      <a:cubicBezTo>
                        <a:pt x="675" y="148"/>
                        <a:pt x="675" y="148"/>
                        <a:pt x="675" y="148"/>
                      </a:cubicBezTo>
                      <a:cubicBezTo>
                        <a:pt x="675" y="113"/>
                        <a:pt x="675" y="113"/>
                        <a:pt x="675" y="113"/>
                      </a:cubicBezTo>
                      <a:cubicBezTo>
                        <a:pt x="710" y="113"/>
                        <a:pt x="710" y="113"/>
                        <a:pt x="710" y="113"/>
                      </a:cubicBezTo>
                      <a:lnTo>
                        <a:pt x="710" y="148"/>
                      </a:lnTo>
                      <a:close/>
                      <a:moveTo>
                        <a:pt x="710" y="111"/>
                      </a:moveTo>
                      <a:cubicBezTo>
                        <a:pt x="675" y="111"/>
                        <a:pt x="675" y="111"/>
                        <a:pt x="675" y="111"/>
                      </a:cubicBezTo>
                      <a:cubicBezTo>
                        <a:pt x="675" y="76"/>
                        <a:pt x="675" y="76"/>
                        <a:pt x="675" y="76"/>
                      </a:cubicBezTo>
                      <a:cubicBezTo>
                        <a:pt x="710" y="76"/>
                        <a:pt x="710" y="76"/>
                        <a:pt x="710" y="76"/>
                      </a:cubicBezTo>
                      <a:lnTo>
                        <a:pt x="710" y="111"/>
                      </a:lnTo>
                      <a:close/>
                      <a:moveTo>
                        <a:pt x="710" y="74"/>
                      </a:moveTo>
                      <a:cubicBezTo>
                        <a:pt x="675" y="74"/>
                        <a:pt x="675" y="74"/>
                        <a:pt x="675" y="74"/>
                      </a:cubicBezTo>
                      <a:cubicBezTo>
                        <a:pt x="675" y="39"/>
                        <a:pt x="675" y="39"/>
                        <a:pt x="675" y="39"/>
                      </a:cubicBezTo>
                      <a:cubicBezTo>
                        <a:pt x="710" y="39"/>
                        <a:pt x="710" y="39"/>
                        <a:pt x="710" y="39"/>
                      </a:cubicBezTo>
                      <a:lnTo>
                        <a:pt x="710" y="74"/>
                      </a:lnTo>
                      <a:close/>
                      <a:moveTo>
                        <a:pt x="710" y="37"/>
                      </a:moveTo>
                      <a:cubicBezTo>
                        <a:pt x="675" y="37"/>
                        <a:pt x="675" y="37"/>
                        <a:pt x="675" y="37"/>
                      </a:cubicBezTo>
                      <a:cubicBezTo>
                        <a:pt x="675" y="2"/>
                        <a:pt x="675" y="2"/>
                        <a:pt x="675" y="2"/>
                      </a:cubicBezTo>
                      <a:cubicBezTo>
                        <a:pt x="710" y="2"/>
                        <a:pt x="710" y="2"/>
                        <a:pt x="710" y="2"/>
                      </a:cubicBezTo>
                      <a:lnTo>
                        <a:pt x="710" y="37"/>
                      </a:lnTo>
                      <a:close/>
                      <a:moveTo>
                        <a:pt x="747" y="485"/>
                      </a:moveTo>
                      <a:cubicBezTo>
                        <a:pt x="712" y="485"/>
                        <a:pt x="712" y="485"/>
                        <a:pt x="712" y="485"/>
                      </a:cubicBezTo>
                      <a:cubicBezTo>
                        <a:pt x="712" y="448"/>
                        <a:pt x="712" y="448"/>
                        <a:pt x="712" y="448"/>
                      </a:cubicBezTo>
                      <a:cubicBezTo>
                        <a:pt x="747" y="448"/>
                        <a:pt x="747" y="448"/>
                        <a:pt x="747" y="448"/>
                      </a:cubicBezTo>
                      <a:lnTo>
                        <a:pt x="747" y="485"/>
                      </a:lnTo>
                      <a:close/>
                      <a:moveTo>
                        <a:pt x="747" y="446"/>
                      </a:moveTo>
                      <a:cubicBezTo>
                        <a:pt x="712" y="446"/>
                        <a:pt x="712" y="446"/>
                        <a:pt x="712" y="446"/>
                      </a:cubicBezTo>
                      <a:cubicBezTo>
                        <a:pt x="712" y="408"/>
                        <a:pt x="712" y="408"/>
                        <a:pt x="712" y="408"/>
                      </a:cubicBezTo>
                      <a:cubicBezTo>
                        <a:pt x="747" y="408"/>
                        <a:pt x="747" y="408"/>
                        <a:pt x="747" y="408"/>
                      </a:cubicBezTo>
                      <a:lnTo>
                        <a:pt x="747" y="446"/>
                      </a:lnTo>
                      <a:close/>
                      <a:moveTo>
                        <a:pt x="747" y="406"/>
                      </a:moveTo>
                      <a:cubicBezTo>
                        <a:pt x="712" y="406"/>
                        <a:pt x="712" y="406"/>
                        <a:pt x="712" y="406"/>
                      </a:cubicBezTo>
                      <a:cubicBezTo>
                        <a:pt x="712" y="372"/>
                        <a:pt x="712" y="372"/>
                        <a:pt x="712" y="372"/>
                      </a:cubicBezTo>
                      <a:cubicBezTo>
                        <a:pt x="747" y="372"/>
                        <a:pt x="747" y="372"/>
                        <a:pt x="747" y="372"/>
                      </a:cubicBezTo>
                      <a:lnTo>
                        <a:pt x="747" y="406"/>
                      </a:lnTo>
                      <a:close/>
                      <a:moveTo>
                        <a:pt x="747" y="370"/>
                      </a:moveTo>
                      <a:cubicBezTo>
                        <a:pt x="712" y="370"/>
                        <a:pt x="712" y="370"/>
                        <a:pt x="712" y="370"/>
                      </a:cubicBezTo>
                      <a:cubicBezTo>
                        <a:pt x="712" y="335"/>
                        <a:pt x="712" y="335"/>
                        <a:pt x="712" y="335"/>
                      </a:cubicBezTo>
                      <a:cubicBezTo>
                        <a:pt x="747" y="335"/>
                        <a:pt x="747" y="335"/>
                        <a:pt x="747" y="335"/>
                      </a:cubicBezTo>
                      <a:lnTo>
                        <a:pt x="747" y="370"/>
                      </a:lnTo>
                      <a:close/>
                      <a:moveTo>
                        <a:pt x="747" y="333"/>
                      </a:moveTo>
                      <a:cubicBezTo>
                        <a:pt x="712" y="333"/>
                        <a:pt x="712" y="333"/>
                        <a:pt x="712" y="333"/>
                      </a:cubicBezTo>
                      <a:cubicBezTo>
                        <a:pt x="712" y="298"/>
                        <a:pt x="712" y="298"/>
                        <a:pt x="712" y="298"/>
                      </a:cubicBezTo>
                      <a:cubicBezTo>
                        <a:pt x="747" y="298"/>
                        <a:pt x="747" y="298"/>
                        <a:pt x="747" y="298"/>
                      </a:cubicBezTo>
                      <a:lnTo>
                        <a:pt x="747" y="333"/>
                      </a:lnTo>
                      <a:close/>
                      <a:moveTo>
                        <a:pt x="747" y="296"/>
                      </a:moveTo>
                      <a:cubicBezTo>
                        <a:pt x="712" y="296"/>
                        <a:pt x="712" y="296"/>
                        <a:pt x="712" y="296"/>
                      </a:cubicBezTo>
                      <a:cubicBezTo>
                        <a:pt x="712" y="261"/>
                        <a:pt x="712" y="261"/>
                        <a:pt x="712" y="261"/>
                      </a:cubicBezTo>
                      <a:cubicBezTo>
                        <a:pt x="747" y="261"/>
                        <a:pt x="747" y="261"/>
                        <a:pt x="747" y="261"/>
                      </a:cubicBezTo>
                      <a:lnTo>
                        <a:pt x="747" y="296"/>
                      </a:lnTo>
                      <a:close/>
                      <a:moveTo>
                        <a:pt x="747" y="259"/>
                      </a:moveTo>
                      <a:cubicBezTo>
                        <a:pt x="712" y="259"/>
                        <a:pt x="712" y="259"/>
                        <a:pt x="712" y="259"/>
                      </a:cubicBezTo>
                      <a:cubicBezTo>
                        <a:pt x="712" y="224"/>
                        <a:pt x="712" y="224"/>
                        <a:pt x="712" y="224"/>
                      </a:cubicBezTo>
                      <a:cubicBezTo>
                        <a:pt x="747" y="224"/>
                        <a:pt x="747" y="224"/>
                        <a:pt x="747" y="224"/>
                      </a:cubicBezTo>
                      <a:lnTo>
                        <a:pt x="747" y="259"/>
                      </a:lnTo>
                      <a:close/>
                      <a:moveTo>
                        <a:pt x="747" y="222"/>
                      </a:moveTo>
                      <a:cubicBezTo>
                        <a:pt x="712" y="222"/>
                        <a:pt x="712" y="222"/>
                        <a:pt x="712" y="222"/>
                      </a:cubicBezTo>
                      <a:cubicBezTo>
                        <a:pt x="712" y="187"/>
                        <a:pt x="712" y="187"/>
                        <a:pt x="712" y="187"/>
                      </a:cubicBezTo>
                      <a:cubicBezTo>
                        <a:pt x="747" y="187"/>
                        <a:pt x="747" y="187"/>
                        <a:pt x="747" y="187"/>
                      </a:cubicBezTo>
                      <a:lnTo>
                        <a:pt x="747" y="222"/>
                      </a:lnTo>
                      <a:close/>
                      <a:moveTo>
                        <a:pt x="747" y="185"/>
                      </a:moveTo>
                      <a:cubicBezTo>
                        <a:pt x="712" y="185"/>
                        <a:pt x="712" y="185"/>
                        <a:pt x="712" y="185"/>
                      </a:cubicBezTo>
                      <a:cubicBezTo>
                        <a:pt x="712" y="150"/>
                        <a:pt x="712" y="150"/>
                        <a:pt x="712" y="150"/>
                      </a:cubicBezTo>
                      <a:cubicBezTo>
                        <a:pt x="747" y="150"/>
                        <a:pt x="747" y="150"/>
                        <a:pt x="747" y="150"/>
                      </a:cubicBezTo>
                      <a:lnTo>
                        <a:pt x="747" y="185"/>
                      </a:lnTo>
                      <a:close/>
                      <a:moveTo>
                        <a:pt x="747" y="148"/>
                      </a:moveTo>
                      <a:cubicBezTo>
                        <a:pt x="712" y="148"/>
                        <a:pt x="712" y="148"/>
                        <a:pt x="712" y="148"/>
                      </a:cubicBezTo>
                      <a:cubicBezTo>
                        <a:pt x="712" y="113"/>
                        <a:pt x="712" y="113"/>
                        <a:pt x="712" y="113"/>
                      </a:cubicBezTo>
                      <a:cubicBezTo>
                        <a:pt x="747" y="113"/>
                        <a:pt x="747" y="113"/>
                        <a:pt x="747" y="113"/>
                      </a:cubicBezTo>
                      <a:lnTo>
                        <a:pt x="747" y="148"/>
                      </a:lnTo>
                      <a:close/>
                      <a:moveTo>
                        <a:pt x="747" y="111"/>
                      </a:moveTo>
                      <a:cubicBezTo>
                        <a:pt x="712" y="111"/>
                        <a:pt x="712" y="111"/>
                        <a:pt x="712" y="111"/>
                      </a:cubicBezTo>
                      <a:cubicBezTo>
                        <a:pt x="712" y="76"/>
                        <a:pt x="712" y="76"/>
                        <a:pt x="712" y="76"/>
                      </a:cubicBezTo>
                      <a:cubicBezTo>
                        <a:pt x="747" y="76"/>
                        <a:pt x="747" y="76"/>
                        <a:pt x="747" y="76"/>
                      </a:cubicBezTo>
                      <a:lnTo>
                        <a:pt x="747" y="111"/>
                      </a:lnTo>
                      <a:close/>
                      <a:moveTo>
                        <a:pt x="747" y="74"/>
                      </a:moveTo>
                      <a:cubicBezTo>
                        <a:pt x="712" y="74"/>
                        <a:pt x="712" y="74"/>
                        <a:pt x="712" y="74"/>
                      </a:cubicBezTo>
                      <a:cubicBezTo>
                        <a:pt x="712" y="39"/>
                        <a:pt x="712" y="39"/>
                        <a:pt x="712" y="39"/>
                      </a:cubicBezTo>
                      <a:cubicBezTo>
                        <a:pt x="747" y="39"/>
                        <a:pt x="747" y="39"/>
                        <a:pt x="747" y="39"/>
                      </a:cubicBezTo>
                      <a:lnTo>
                        <a:pt x="747" y="74"/>
                      </a:lnTo>
                      <a:close/>
                      <a:moveTo>
                        <a:pt x="747" y="37"/>
                      </a:moveTo>
                      <a:cubicBezTo>
                        <a:pt x="712" y="37"/>
                        <a:pt x="712" y="37"/>
                        <a:pt x="712" y="37"/>
                      </a:cubicBezTo>
                      <a:cubicBezTo>
                        <a:pt x="712" y="2"/>
                        <a:pt x="712" y="2"/>
                        <a:pt x="712" y="2"/>
                      </a:cubicBezTo>
                      <a:cubicBezTo>
                        <a:pt x="747" y="2"/>
                        <a:pt x="747" y="2"/>
                        <a:pt x="747" y="2"/>
                      </a:cubicBezTo>
                      <a:lnTo>
                        <a:pt x="747" y="37"/>
                      </a:lnTo>
                      <a:close/>
                      <a:moveTo>
                        <a:pt x="784" y="485"/>
                      </a:moveTo>
                      <a:cubicBezTo>
                        <a:pt x="749" y="485"/>
                        <a:pt x="749" y="485"/>
                        <a:pt x="749" y="485"/>
                      </a:cubicBezTo>
                      <a:cubicBezTo>
                        <a:pt x="749" y="448"/>
                        <a:pt x="749" y="448"/>
                        <a:pt x="749" y="448"/>
                      </a:cubicBezTo>
                      <a:cubicBezTo>
                        <a:pt x="784" y="448"/>
                        <a:pt x="784" y="448"/>
                        <a:pt x="784" y="448"/>
                      </a:cubicBezTo>
                      <a:lnTo>
                        <a:pt x="784" y="485"/>
                      </a:lnTo>
                      <a:close/>
                      <a:moveTo>
                        <a:pt x="784" y="446"/>
                      </a:moveTo>
                      <a:cubicBezTo>
                        <a:pt x="749" y="446"/>
                        <a:pt x="749" y="446"/>
                        <a:pt x="749" y="446"/>
                      </a:cubicBezTo>
                      <a:cubicBezTo>
                        <a:pt x="749" y="408"/>
                        <a:pt x="749" y="408"/>
                        <a:pt x="749" y="408"/>
                      </a:cubicBezTo>
                      <a:cubicBezTo>
                        <a:pt x="784" y="408"/>
                        <a:pt x="784" y="408"/>
                        <a:pt x="784" y="408"/>
                      </a:cubicBezTo>
                      <a:lnTo>
                        <a:pt x="784" y="446"/>
                      </a:lnTo>
                      <a:close/>
                      <a:moveTo>
                        <a:pt x="784" y="406"/>
                      </a:moveTo>
                      <a:cubicBezTo>
                        <a:pt x="749" y="406"/>
                        <a:pt x="749" y="406"/>
                        <a:pt x="749" y="406"/>
                      </a:cubicBezTo>
                      <a:cubicBezTo>
                        <a:pt x="749" y="372"/>
                        <a:pt x="749" y="372"/>
                        <a:pt x="749" y="372"/>
                      </a:cubicBezTo>
                      <a:cubicBezTo>
                        <a:pt x="784" y="372"/>
                        <a:pt x="784" y="372"/>
                        <a:pt x="784" y="372"/>
                      </a:cubicBezTo>
                      <a:lnTo>
                        <a:pt x="784" y="406"/>
                      </a:lnTo>
                      <a:close/>
                      <a:moveTo>
                        <a:pt x="784" y="370"/>
                      </a:moveTo>
                      <a:cubicBezTo>
                        <a:pt x="749" y="370"/>
                        <a:pt x="749" y="370"/>
                        <a:pt x="749" y="370"/>
                      </a:cubicBezTo>
                      <a:cubicBezTo>
                        <a:pt x="749" y="335"/>
                        <a:pt x="749" y="335"/>
                        <a:pt x="749" y="335"/>
                      </a:cubicBezTo>
                      <a:cubicBezTo>
                        <a:pt x="784" y="335"/>
                        <a:pt x="784" y="335"/>
                        <a:pt x="784" y="335"/>
                      </a:cubicBezTo>
                      <a:lnTo>
                        <a:pt x="784" y="370"/>
                      </a:lnTo>
                      <a:close/>
                      <a:moveTo>
                        <a:pt x="784" y="333"/>
                      </a:moveTo>
                      <a:cubicBezTo>
                        <a:pt x="749" y="333"/>
                        <a:pt x="749" y="333"/>
                        <a:pt x="749" y="333"/>
                      </a:cubicBezTo>
                      <a:cubicBezTo>
                        <a:pt x="749" y="298"/>
                        <a:pt x="749" y="298"/>
                        <a:pt x="749" y="298"/>
                      </a:cubicBezTo>
                      <a:cubicBezTo>
                        <a:pt x="784" y="298"/>
                        <a:pt x="784" y="298"/>
                        <a:pt x="784" y="298"/>
                      </a:cubicBezTo>
                      <a:lnTo>
                        <a:pt x="784" y="333"/>
                      </a:lnTo>
                      <a:close/>
                      <a:moveTo>
                        <a:pt x="784" y="296"/>
                      </a:moveTo>
                      <a:cubicBezTo>
                        <a:pt x="749" y="296"/>
                        <a:pt x="749" y="296"/>
                        <a:pt x="749" y="296"/>
                      </a:cubicBezTo>
                      <a:cubicBezTo>
                        <a:pt x="749" y="261"/>
                        <a:pt x="749" y="261"/>
                        <a:pt x="749" y="261"/>
                      </a:cubicBezTo>
                      <a:cubicBezTo>
                        <a:pt x="784" y="261"/>
                        <a:pt x="784" y="261"/>
                        <a:pt x="784" y="261"/>
                      </a:cubicBezTo>
                      <a:lnTo>
                        <a:pt x="784" y="296"/>
                      </a:lnTo>
                      <a:close/>
                      <a:moveTo>
                        <a:pt x="784" y="259"/>
                      </a:moveTo>
                      <a:cubicBezTo>
                        <a:pt x="749" y="259"/>
                        <a:pt x="749" y="259"/>
                        <a:pt x="749" y="259"/>
                      </a:cubicBezTo>
                      <a:cubicBezTo>
                        <a:pt x="749" y="224"/>
                        <a:pt x="749" y="224"/>
                        <a:pt x="749" y="224"/>
                      </a:cubicBezTo>
                      <a:cubicBezTo>
                        <a:pt x="784" y="224"/>
                        <a:pt x="784" y="224"/>
                        <a:pt x="784" y="224"/>
                      </a:cubicBezTo>
                      <a:lnTo>
                        <a:pt x="784" y="259"/>
                      </a:lnTo>
                      <a:close/>
                      <a:moveTo>
                        <a:pt x="784" y="222"/>
                      </a:moveTo>
                      <a:cubicBezTo>
                        <a:pt x="749" y="222"/>
                        <a:pt x="749" y="222"/>
                        <a:pt x="749" y="222"/>
                      </a:cubicBezTo>
                      <a:cubicBezTo>
                        <a:pt x="749" y="187"/>
                        <a:pt x="749" y="187"/>
                        <a:pt x="749" y="187"/>
                      </a:cubicBezTo>
                      <a:cubicBezTo>
                        <a:pt x="784" y="187"/>
                        <a:pt x="784" y="187"/>
                        <a:pt x="784" y="187"/>
                      </a:cubicBezTo>
                      <a:lnTo>
                        <a:pt x="784" y="222"/>
                      </a:lnTo>
                      <a:close/>
                      <a:moveTo>
                        <a:pt x="784" y="185"/>
                      </a:moveTo>
                      <a:cubicBezTo>
                        <a:pt x="749" y="185"/>
                        <a:pt x="749" y="185"/>
                        <a:pt x="749" y="185"/>
                      </a:cubicBezTo>
                      <a:cubicBezTo>
                        <a:pt x="749" y="150"/>
                        <a:pt x="749" y="150"/>
                        <a:pt x="749" y="150"/>
                      </a:cubicBezTo>
                      <a:cubicBezTo>
                        <a:pt x="784" y="150"/>
                        <a:pt x="784" y="150"/>
                        <a:pt x="784" y="150"/>
                      </a:cubicBezTo>
                      <a:lnTo>
                        <a:pt x="784" y="185"/>
                      </a:lnTo>
                      <a:close/>
                      <a:moveTo>
                        <a:pt x="784" y="148"/>
                      </a:moveTo>
                      <a:cubicBezTo>
                        <a:pt x="749" y="148"/>
                        <a:pt x="749" y="148"/>
                        <a:pt x="749" y="148"/>
                      </a:cubicBezTo>
                      <a:cubicBezTo>
                        <a:pt x="749" y="113"/>
                        <a:pt x="749" y="113"/>
                        <a:pt x="749" y="113"/>
                      </a:cubicBezTo>
                      <a:cubicBezTo>
                        <a:pt x="784" y="113"/>
                        <a:pt x="784" y="113"/>
                        <a:pt x="784" y="113"/>
                      </a:cubicBezTo>
                      <a:lnTo>
                        <a:pt x="784" y="148"/>
                      </a:lnTo>
                      <a:close/>
                      <a:moveTo>
                        <a:pt x="784" y="111"/>
                      </a:moveTo>
                      <a:cubicBezTo>
                        <a:pt x="749" y="111"/>
                        <a:pt x="749" y="111"/>
                        <a:pt x="749" y="111"/>
                      </a:cubicBezTo>
                      <a:cubicBezTo>
                        <a:pt x="749" y="76"/>
                        <a:pt x="749" y="76"/>
                        <a:pt x="749" y="76"/>
                      </a:cubicBezTo>
                      <a:cubicBezTo>
                        <a:pt x="784" y="76"/>
                        <a:pt x="784" y="76"/>
                        <a:pt x="784" y="76"/>
                      </a:cubicBezTo>
                      <a:lnTo>
                        <a:pt x="784" y="111"/>
                      </a:lnTo>
                      <a:close/>
                      <a:moveTo>
                        <a:pt x="784" y="74"/>
                      </a:moveTo>
                      <a:cubicBezTo>
                        <a:pt x="749" y="74"/>
                        <a:pt x="749" y="74"/>
                        <a:pt x="749" y="74"/>
                      </a:cubicBezTo>
                      <a:cubicBezTo>
                        <a:pt x="749" y="39"/>
                        <a:pt x="749" y="39"/>
                        <a:pt x="749" y="39"/>
                      </a:cubicBezTo>
                      <a:cubicBezTo>
                        <a:pt x="784" y="39"/>
                        <a:pt x="784" y="39"/>
                        <a:pt x="784" y="39"/>
                      </a:cubicBezTo>
                      <a:lnTo>
                        <a:pt x="784" y="74"/>
                      </a:lnTo>
                      <a:close/>
                      <a:moveTo>
                        <a:pt x="784" y="37"/>
                      </a:moveTo>
                      <a:cubicBezTo>
                        <a:pt x="749" y="37"/>
                        <a:pt x="749" y="37"/>
                        <a:pt x="749" y="37"/>
                      </a:cubicBezTo>
                      <a:cubicBezTo>
                        <a:pt x="749" y="2"/>
                        <a:pt x="749" y="2"/>
                        <a:pt x="749" y="2"/>
                      </a:cubicBezTo>
                      <a:cubicBezTo>
                        <a:pt x="784" y="2"/>
                        <a:pt x="784" y="2"/>
                        <a:pt x="784" y="2"/>
                      </a:cubicBezTo>
                      <a:lnTo>
                        <a:pt x="784" y="37"/>
                      </a:lnTo>
                      <a:close/>
                      <a:moveTo>
                        <a:pt x="821" y="485"/>
                      </a:moveTo>
                      <a:cubicBezTo>
                        <a:pt x="786" y="485"/>
                        <a:pt x="786" y="485"/>
                        <a:pt x="786" y="485"/>
                      </a:cubicBezTo>
                      <a:cubicBezTo>
                        <a:pt x="786" y="448"/>
                        <a:pt x="786" y="448"/>
                        <a:pt x="786" y="448"/>
                      </a:cubicBezTo>
                      <a:cubicBezTo>
                        <a:pt x="821" y="448"/>
                        <a:pt x="821" y="448"/>
                        <a:pt x="821" y="448"/>
                      </a:cubicBezTo>
                      <a:lnTo>
                        <a:pt x="821" y="485"/>
                      </a:lnTo>
                      <a:close/>
                      <a:moveTo>
                        <a:pt x="821" y="446"/>
                      </a:moveTo>
                      <a:cubicBezTo>
                        <a:pt x="786" y="446"/>
                        <a:pt x="786" y="446"/>
                        <a:pt x="786" y="446"/>
                      </a:cubicBezTo>
                      <a:cubicBezTo>
                        <a:pt x="786" y="408"/>
                        <a:pt x="786" y="408"/>
                        <a:pt x="786" y="408"/>
                      </a:cubicBezTo>
                      <a:cubicBezTo>
                        <a:pt x="821" y="408"/>
                        <a:pt x="821" y="408"/>
                        <a:pt x="821" y="408"/>
                      </a:cubicBezTo>
                      <a:lnTo>
                        <a:pt x="821" y="446"/>
                      </a:lnTo>
                      <a:close/>
                      <a:moveTo>
                        <a:pt x="821" y="406"/>
                      </a:moveTo>
                      <a:cubicBezTo>
                        <a:pt x="786" y="406"/>
                        <a:pt x="786" y="406"/>
                        <a:pt x="786" y="406"/>
                      </a:cubicBezTo>
                      <a:cubicBezTo>
                        <a:pt x="786" y="372"/>
                        <a:pt x="786" y="372"/>
                        <a:pt x="786" y="372"/>
                      </a:cubicBezTo>
                      <a:cubicBezTo>
                        <a:pt x="821" y="372"/>
                        <a:pt x="821" y="372"/>
                        <a:pt x="821" y="372"/>
                      </a:cubicBezTo>
                      <a:lnTo>
                        <a:pt x="821" y="406"/>
                      </a:lnTo>
                      <a:close/>
                      <a:moveTo>
                        <a:pt x="821" y="370"/>
                      </a:moveTo>
                      <a:cubicBezTo>
                        <a:pt x="786" y="370"/>
                        <a:pt x="786" y="370"/>
                        <a:pt x="786" y="370"/>
                      </a:cubicBezTo>
                      <a:cubicBezTo>
                        <a:pt x="786" y="335"/>
                        <a:pt x="786" y="335"/>
                        <a:pt x="786" y="335"/>
                      </a:cubicBezTo>
                      <a:cubicBezTo>
                        <a:pt x="821" y="335"/>
                        <a:pt x="821" y="335"/>
                        <a:pt x="821" y="335"/>
                      </a:cubicBezTo>
                      <a:lnTo>
                        <a:pt x="821" y="370"/>
                      </a:lnTo>
                      <a:close/>
                      <a:moveTo>
                        <a:pt x="821" y="333"/>
                      </a:moveTo>
                      <a:cubicBezTo>
                        <a:pt x="786" y="333"/>
                        <a:pt x="786" y="333"/>
                        <a:pt x="786" y="333"/>
                      </a:cubicBezTo>
                      <a:cubicBezTo>
                        <a:pt x="786" y="298"/>
                        <a:pt x="786" y="298"/>
                        <a:pt x="786" y="298"/>
                      </a:cubicBezTo>
                      <a:cubicBezTo>
                        <a:pt x="821" y="298"/>
                        <a:pt x="821" y="298"/>
                        <a:pt x="821" y="298"/>
                      </a:cubicBezTo>
                      <a:lnTo>
                        <a:pt x="821" y="333"/>
                      </a:lnTo>
                      <a:close/>
                      <a:moveTo>
                        <a:pt x="821" y="296"/>
                      </a:moveTo>
                      <a:cubicBezTo>
                        <a:pt x="786" y="296"/>
                        <a:pt x="786" y="296"/>
                        <a:pt x="786" y="296"/>
                      </a:cubicBezTo>
                      <a:cubicBezTo>
                        <a:pt x="786" y="261"/>
                        <a:pt x="786" y="261"/>
                        <a:pt x="786" y="261"/>
                      </a:cubicBezTo>
                      <a:cubicBezTo>
                        <a:pt x="821" y="261"/>
                        <a:pt x="821" y="261"/>
                        <a:pt x="821" y="261"/>
                      </a:cubicBezTo>
                      <a:lnTo>
                        <a:pt x="821" y="296"/>
                      </a:lnTo>
                      <a:close/>
                      <a:moveTo>
                        <a:pt x="821" y="259"/>
                      </a:moveTo>
                      <a:cubicBezTo>
                        <a:pt x="786" y="259"/>
                        <a:pt x="786" y="259"/>
                        <a:pt x="786" y="259"/>
                      </a:cubicBezTo>
                      <a:cubicBezTo>
                        <a:pt x="786" y="224"/>
                        <a:pt x="786" y="224"/>
                        <a:pt x="786" y="224"/>
                      </a:cubicBezTo>
                      <a:cubicBezTo>
                        <a:pt x="821" y="224"/>
                        <a:pt x="821" y="224"/>
                        <a:pt x="821" y="224"/>
                      </a:cubicBezTo>
                      <a:lnTo>
                        <a:pt x="821" y="259"/>
                      </a:lnTo>
                      <a:close/>
                      <a:moveTo>
                        <a:pt x="821" y="222"/>
                      </a:moveTo>
                      <a:cubicBezTo>
                        <a:pt x="786" y="222"/>
                        <a:pt x="786" y="222"/>
                        <a:pt x="786" y="222"/>
                      </a:cubicBezTo>
                      <a:cubicBezTo>
                        <a:pt x="786" y="187"/>
                        <a:pt x="786" y="187"/>
                        <a:pt x="786" y="187"/>
                      </a:cubicBezTo>
                      <a:cubicBezTo>
                        <a:pt x="821" y="187"/>
                        <a:pt x="821" y="187"/>
                        <a:pt x="821" y="187"/>
                      </a:cubicBezTo>
                      <a:lnTo>
                        <a:pt x="821" y="222"/>
                      </a:lnTo>
                      <a:close/>
                      <a:moveTo>
                        <a:pt x="821" y="185"/>
                      </a:moveTo>
                      <a:cubicBezTo>
                        <a:pt x="786" y="185"/>
                        <a:pt x="786" y="185"/>
                        <a:pt x="786" y="185"/>
                      </a:cubicBezTo>
                      <a:cubicBezTo>
                        <a:pt x="786" y="150"/>
                        <a:pt x="786" y="150"/>
                        <a:pt x="786" y="150"/>
                      </a:cubicBezTo>
                      <a:cubicBezTo>
                        <a:pt x="821" y="150"/>
                        <a:pt x="821" y="150"/>
                        <a:pt x="821" y="150"/>
                      </a:cubicBezTo>
                      <a:lnTo>
                        <a:pt x="821" y="185"/>
                      </a:lnTo>
                      <a:close/>
                      <a:moveTo>
                        <a:pt x="821" y="148"/>
                      </a:moveTo>
                      <a:cubicBezTo>
                        <a:pt x="786" y="148"/>
                        <a:pt x="786" y="148"/>
                        <a:pt x="786" y="148"/>
                      </a:cubicBezTo>
                      <a:cubicBezTo>
                        <a:pt x="786" y="113"/>
                        <a:pt x="786" y="113"/>
                        <a:pt x="786" y="113"/>
                      </a:cubicBezTo>
                      <a:cubicBezTo>
                        <a:pt x="821" y="113"/>
                        <a:pt x="821" y="113"/>
                        <a:pt x="821" y="113"/>
                      </a:cubicBezTo>
                      <a:lnTo>
                        <a:pt x="821" y="148"/>
                      </a:lnTo>
                      <a:close/>
                      <a:moveTo>
                        <a:pt x="821" y="111"/>
                      </a:moveTo>
                      <a:cubicBezTo>
                        <a:pt x="786" y="111"/>
                        <a:pt x="786" y="111"/>
                        <a:pt x="786" y="111"/>
                      </a:cubicBezTo>
                      <a:cubicBezTo>
                        <a:pt x="786" y="76"/>
                        <a:pt x="786" y="76"/>
                        <a:pt x="786" y="76"/>
                      </a:cubicBezTo>
                      <a:cubicBezTo>
                        <a:pt x="821" y="76"/>
                        <a:pt x="821" y="76"/>
                        <a:pt x="821" y="76"/>
                      </a:cubicBezTo>
                      <a:lnTo>
                        <a:pt x="821" y="111"/>
                      </a:lnTo>
                      <a:close/>
                      <a:moveTo>
                        <a:pt x="821" y="74"/>
                      </a:moveTo>
                      <a:cubicBezTo>
                        <a:pt x="786" y="74"/>
                        <a:pt x="786" y="74"/>
                        <a:pt x="786" y="74"/>
                      </a:cubicBezTo>
                      <a:cubicBezTo>
                        <a:pt x="786" y="39"/>
                        <a:pt x="786" y="39"/>
                        <a:pt x="786" y="39"/>
                      </a:cubicBezTo>
                      <a:cubicBezTo>
                        <a:pt x="821" y="39"/>
                        <a:pt x="821" y="39"/>
                        <a:pt x="821" y="39"/>
                      </a:cubicBezTo>
                      <a:lnTo>
                        <a:pt x="821" y="74"/>
                      </a:lnTo>
                      <a:close/>
                      <a:moveTo>
                        <a:pt x="821" y="37"/>
                      </a:moveTo>
                      <a:cubicBezTo>
                        <a:pt x="786" y="37"/>
                        <a:pt x="786" y="37"/>
                        <a:pt x="786" y="37"/>
                      </a:cubicBezTo>
                      <a:cubicBezTo>
                        <a:pt x="786" y="2"/>
                        <a:pt x="786" y="2"/>
                        <a:pt x="786" y="2"/>
                      </a:cubicBezTo>
                      <a:cubicBezTo>
                        <a:pt x="821" y="2"/>
                        <a:pt x="821" y="2"/>
                        <a:pt x="821" y="2"/>
                      </a:cubicBezTo>
                      <a:lnTo>
                        <a:pt x="821" y="37"/>
                      </a:ln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31" name="Google Shape;931;p21"/>
            <p:cNvSpPr/>
            <p:nvPr/>
          </p:nvSpPr>
          <p:spPr>
            <a:xfrm flipH="1" rot="-10200">
              <a:off x="578471" y="141995"/>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2" name="Google Shape;932;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933" name="Shape 933"/>
        <p:cNvGrpSpPr/>
        <p:nvPr/>
      </p:nvGrpSpPr>
      <p:grpSpPr>
        <a:xfrm>
          <a:off x="0" y="0"/>
          <a:ext cx="0" cy="0"/>
          <a:chOff x="0" y="0"/>
          <a:chExt cx="0" cy="0"/>
        </a:xfrm>
      </p:grpSpPr>
      <p:pic>
        <p:nvPicPr>
          <p:cNvPr id="934" name="Google Shape;934;p22"/>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935" name="Google Shape;935;p22"/>
          <p:cNvGrpSpPr/>
          <p:nvPr/>
        </p:nvGrpSpPr>
        <p:grpSpPr>
          <a:xfrm flipH="1" rot="10800000">
            <a:off x="-1323160" y="-2014454"/>
            <a:ext cx="12174538" cy="7657030"/>
            <a:chOff x="-1323160" y="-490454"/>
            <a:chExt cx="12174538" cy="7657030"/>
          </a:xfrm>
        </p:grpSpPr>
        <p:grpSp>
          <p:nvGrpSpPr>
            <p:cNvPr id="936" name="Google Shape;936;p22"/>
            <p:cNvGrpSpPr/>
            <p:nvPr/>
          </p:nvGrpSpPr>
          <p:grpSpPr>
            <a:xfrm>
              <a:off x="-273819" y="-490413"/>
              <a:ext cx="1744622" cy="2037459"/>
              <a:chOff x="-273819" y="-490413"/>
              <a:chExt cx="1744622" cy="2037459"/>
            </a:xfrm>
          </p:grpSpPr>
          <p:sp>
            <p:nvSpPr>
              <p:cNvPr id="937" name="Google Shape;937;p22"/>
              <p:cNvSpPr/>
              <p:nvPr/>
            </p:nvSpPr>
            <p:spPr>
              <a:xfrm flipH="1" rot="5400000">
                <a:off x="-395878" y="-319635"/>
                <a:ext cx="1988740" cy="1744622"/>
              </a:xfrm>
              <a:custGeom>
                <a:rect b="b" l="l" r="r" t="t"/>
                <a:pathLst>
                  <a:path extrusionOk="0" h="58786" w="67023">
                    <a:moveTo>
                      <a:pt x="55047" y="0"/>
                    </a:moveTo>
                    <a:cubicBezTo>
                      <a:pt x="54712" y="61"/>
                      <a:pt x="54408" y="182"/>
                      <a:pt x="54135" y="365"/>
                    </a:cubicBezTo>
                    <a:cubicBezTo>
                      <a:pt x="53649" y="790"/>
                      <a:pt x="53557" y="1641"/>
                      <a:pt x="53253" y="2189"/>
                    </a:cubicBezTo>
                    <a:cubicBezTo>
                      <a:pt x="52980" y="2675"/>
                      <a:pt x="52554" y="3100"/>
                      <a:pt x="52038" y="3313"/>
                    </a:cubicBezTo>
                    <a:cubicBezTo>
                      <a:pt x="51946" y="3374"/>
                      <a:pt x="51825" y="3404"/>
                      <a:pt x="51703" y="3404"/>
                    </a:cubicBezTo>
                    <a:cubicBezTo>
                      <a:pt x="51673" y="3465"/>
                      <a:pt x="51612" y="3526"/>
                      <a:pt x="51582" y="3556"/>
                    </a:cubicBezTo>
                    <a:cubicBezTo>
                      <a:pt x="51490" y="4012"/>
                      <a:pt x="51247" y="4438"/>
                      <a:pt x="50852" y="4711"/>
                    </a:cubicBezTo>
                    <a:cubicBezTo>
                      <a:pt x="50700" y="4985"/>
                      <a:pt x="50548" y="5259"/>
                      <a:pt x="50427" y="5562"/>
                    </a:cubicBezTo>
                    <a:cubicBezTo>
                      <a:pt x="50335" y="5866"/>
                      <a:pt x="50123" y="6110"/>
                      <a:pt x="49880" y="6322"/>
                    </a:cubicBezTo>
                    <a:cubicBezTo>
                      <a:pt x="49880" y="6292"/>
                      <a:pt x="49880" y="6292"/>
                      <a:pt x="49880" y="6262"/>
                    </a:cubicBezTo>
                    <a:cubicBezTo>
                      <a:pt x="49846" y="6183"/>
                      <a:pt x="49774" y="6146"/>
                      <a:pt x="49673" y="6146"/>
                    </a:cubicBezTo>
                    <a:cubicBezTo>
                      <a:pt x="49501" y="6146"/>
                      <a:pt x="49243" y="6253"/>
                      <a:pt x="48937" y="6444"/>
                    </a:cubicBezTo>
                    <a:cubicBezTo>
                      <a:pt x="48694" y="6930"/>
                      <a:pt x="48421" y="7386"/>
                      <a:pt x="48117" y="7842"/>
                    </a:cubicBezTo>
                    <a:cubicBezTo>
                      <a:pt x="48238" y="8237"/>
                      <a:pt x="47904" y="8815"/>
                      <a:pt x="47752" y="9301"/>
                    </a:cubicBezTo>
                    <a:cubicBezTo>
                      <a:pt x="47661" y="9332"/>
                      <a:pt x="47600" y="9362"/>
                      <a:pt x="47509" y="9392"/>
                    </a:cubicBezTo>
                    <a:cubicBezTo>
                      <a:pt x="47357" y="9423"/>
                      <a:pt x="47144" y="9423"/>
                      <a:pt x="46962" y="9453"/>
                    </a:cubicBezTo>
                    <a:cubicBezTo>
                      <a:pt x="45776" y="10882"/>
                      <a:pt x="44348" y="12310"/>
                      <a:pt x="42980" y="13739"/>
                    </a:cubicBezTo>
                    <a:cubicBezTo>
                      <a:pt x="41308" y="15471"/>
                      <a:pt x="39849" y="16991"/>
                      <a:pt x="38420" y="18359"/>
                    </a:cubicBezTo>
                    <a:cubicBezTo>
                      <a:pt x="38086" y="19058"/>
                      <a:pt x="37569" y="19605"/>
                      <a:pt x="36901" y="19970"/>
                    </a:cubicBezTo>
                    <a:cubicBezTo>
                      <a:pt x="36779" y="20031"/>
                      <a:pt x="36627" y="20092"/>
                      <a:pt x="36475" y="20092"/>
                    </a:cubicBezTo>
                    <a:cubicBezTo>
                      <a:pt x="35320" y="21064"/>
                      <a:pt x="34135" y="21976"/>
                      <a:pt x="32888" y="22797"/>
                    </a:cubicBezTo>
                    <a:cubicBezTo>
                      <a:pt x="32645" y="22949"/>
                      <a:pt x="32372" y="23101"/>
                      <a:pt x="32098" y="23192"/>
                    </a:cubicBezTo>
                    <a:cubicBezTo>
                      <a:pt x="32037" y="23283"/>
                      <a:pt x="31976" y="23374"/>
                      <a:pt x="31916" y="23465"/>
                    </a:cubicBezTo>
                    <a:cubicBezTo>
                      <a:pt x="31217" y="24377"/>
                      <a:pt x="30609" y="25320"/>
                      <a:pt x="30001" y="26262"/>
                    </a:cubicBezTo>
                    <a:lnTo>
                      <a:pt x="29150" y="26687"/>
                    </a:lnTo>
                    <a:cubicBezTo>
                      <a:pt x="28137" y="27760"/>
                      <a:pt x="26803" y="28482"/>
                      <a:pt x="25806" y="28482"/>
                    </a:cubicBezTo>
                    <a:cubicBezTo>
                      <a:pt x="25786" y="28482"/>
                      <a:pt x="25766" y="28481"/>
                      <a:pt x="25745" y="28481"/>
                    </a:cubicBezTo>
                    <a:cubicBezTo>
                      <a:pt x="23982" y="30274"/>
                      <a:pt x="22554" y="31156"/>
                      <a:pt x="20244" y="32797"/>
                    </a:cubicBezTo>
                    <a:cubicBezTo>
                      <a:pt x="19727" y="33162"/>
                      <a:pt x="19149" y="33466"/>
                      <a:pt x="18542" y="33618"/>
                    </a:cubicBezTo>
                    <a:cubicBezTo>
                      <a:pt x="18146" y="33891"/>
                      <a:pt x="17812" y="34226"/>
                      <a:pt x="17538" y="34621"/>
                    </a:cubicBezTo>
                    <a:cubicBezTo>
                      <a:pt x="17569" y="34712"/>
                      <a:pt x="17599" y="34803"/>
                      <a:pt x="17630" y="34894"/>
                    </a:cubicBezTo>
                    <a:cubicBezTo>
                      <a:pt x="17417" y="34985"/>
                      <a:pt x="17204" y="35046"/>
                      <a:pt x="16991" y="35168"/>
                    </a:cubicBezTo>
                    <a:cubicBezTo>
                      <a:pt x="16657" y="35350"/>
                      <a:pt x="16323" y="35593"/>
                      <a:pt x="15988" y="35836"/>
                    </a:cubicBezTo>
                    <a:cubicBezTo>
                      <a:pt x="15745" y="36140"/>
                      <a:pt x="15502" y="36475"/>
                      <a:pt x="15228" y="36779"/>
                    </a:cubicBezTo>
                    <a:cubicBezTo>
                      <a:pt x="14803" y="36900"/>
                      <a:pt x="14438" y="37265"/>
                      <a:pt x="14286" y="37691"/>
                    </a:cubicBezTo>
                    <a:cubicBezTo>
                      <a:pt x="14195" y="37782"/>
                      <a:pt x="14104" y="37873"/>
                      <a:pt x="14043" y="37934"/>
                    </a:cubicBezTo>
                    <a:cubicBezTo>
                      <a:pt x="13405" y="38815"/>
                      <a:pt x="12858" y="39666"/>
                      <a:pt x="12250" y="40517"/>
                    </a:cubicBezTo>
                    <a:cubicBezTo>
                      <a:pt x="12858" y="40943"/>
                      <a:pt x="11490" y="41824"/>
                      <a:pt x="11125" y="42463"/>
                    </a:cubicBezTo>
                    <a:cubicBezTo>
                      <a:pt x="10608" y="42706"/>
                      <a:pt x="10183" y="43071"/>
                      <a:pt x="9909" y="43557"/>
                    </a:cubicBezTo>
                    <a:cubicBezTo>
                      <a:pt x="9575" y="44165"/>
                      <a:pt x="9240" y="44742"/>
                      <a:pt x="9362" y="45198"/>
                    </a:cubicBezTo>
                    <a:cubicBezTo>
                      <a:pt x="9757" y="46597"/>
                      <a:pt x="9696" y="46627"/>
                      <a:pt x="7326" y="47843"/>
                    </a:cubicBezTo>
                    <a:cubicBezTo>
                      <a:pt x="7204" y="47904"/>
                      <a:pt x="7082" y="47964"/>
                      <a:pt x="6961" y="48025"/>
                    </a:cubicBezTo>
                    <a:cubicBezTo>
                      <a:pt x="6809" y="48207"/>
                      <a:pt x="6505" y="48511"/>
                      <a:pt x="6535" y="48572"/>
                    </a:cubicBezTo>
                    <a:cubicBezTo>
                      <a:pt x="6657" y="48785"/>
                      <a:pt x="6535" y="49089"/>
                      <a:pt x="6322" y="49393"/>
                    </a:cubicBezTo>
                    <a:cubicBezTo>
                      <a:pt x="6292" y="49545"/>
                      <a:pt x="6231" y="49666"/>
                      <a:pt x="6140" y="49758"/>
                    </a:cubicBezTo>
                    <a:cubicBezTo>
                      <a:pt x="5867" y="49970"/>
                      <a:pt x="5593" y="50153"/>
                      <a:pt x="5289" y="50274"/>
                    </a:cubicBezTo>
                    <a:cubicBezTo>
                      <a:pt x="5198" y="50518"/>
                      <a:pt x="5046" y="50730"/>
                      <a:pt x="4863" y="50943"/>
                    </a:cubicBezTo>
                    <a:cubicBezTo>
                      <a:pt x="4316" y="51733"/>
                      <a:pt x="3708" y="52493"/>
                      <a:pt x="3009" y="53162"/>
                    </a:cubicBezTo>
                    <a:cubicBezTo>
                      <a:pt x="2888" y="53253"/>
                      <a:pt x="2736" y="53314"/>
                      <a:pt x="2553" y="53344"/>
                    </a:cubicBezTo>
                    <a:cubicBezTo>
                      <a:pt x="2401" y="53527"/>
                      <a:pt x="2189" y="53679"/>
                      <a:pt x="2006" y="53861"/>
                    </a:cubicBezTo>
                    <a:cubicBezTo>
                      <a:pt x="1702" y="54165"/>
                      <a:pt x="1459" y="54530"/>
                      <a:pt x="1398" y="54955"/>
                    </a:cubicBezTo>
                    <a:cubicBezTo>
                      <a:pt x="1338" y="55411"/>
                      <a:pt x="1094" y="55776"/>
                      <a:pt x="760" y="56050"/>
                    </a:cubicBezTo>
                    <a:cubicBezTo>
                      <a:pt x="517" y="56293"/>
                      <a:pt x="243" y="56536"/>
                      <a:pt x="0" y="56779"/>
                    </a:cubicBezTo>
                    <a:lnTo>
                      <a:pt x="0" y="58785"/>
                    </a:lnTo>
                    <a:lnTo>
                      <a:pt x="65169" y="58785"/>
                    </a:lnTo>
                    <a:lnTo>
                      <a:pt x="67023"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2"/>
              <p:cNvSpPr/>
              <p:nvPr/>
            </p:nvSpPr>
            <p:spPr>
              <a:xfrm flipH="1" rot="5400000">
                <a:off x="-368831" y="-395401"/>
                <a:ext cx="1934647" cy="1744622"/>
              </a:xfrm>
              <a:custGeom>
                <a:rect b="b" l="l" r="r" t="t"/>
                <a:pathLst>
                  <a:path extrusionOk="0" h="58786" w="65200">
                    <a:moveTo>
                      <a:pt x="52767" y="0"/>
                    </a:moveTo>
                    <a:cubicBezTo>
                      <a:pt x="52342" y="486"/>
                      <a:pt x="51886" y="973"/>
                      <a:pt x="51399" y="1489"/>
                    </a:cubicBezTo>
                    <a:cubicBezTo>
                      <a:pt x="51308" y="1763"/>
                      <a:pt x="51156" y="2037"/>
                      <a:pt x="50943" y="2249"/>
                    </a:cubicBezTo>
                    <a:lnTo>
                      <a:pt x="51095" y="2280"/>
                    </a:lnTo>
                    <a:lnTo>
                      <a:pt x="50244" y="3496"/>
                    </a:lnTo>
                    <a:cubicBezTo>
                      <a:pt x="50184" y="3952"/>
                      <a:pt x="49940" y="4347"/>
                      <a:pt x="49576" y="4620"/>
                    </a:cubicBezTo>
                    <a:cubicBezTo>
                      <a:pt x="49454" y="4894"/>
                      <a:pt x="49302" y="5167"/>
                      <a:pt x="49211" y="5441"/>
                    </a:cubicBezTo>
                    <a:cubicBezTo>
                      <a:pt x="49120" y="5714"/>
                      <a:pt x="48937" y="5988"/>
                      <a:pt x="48694" y="6170"/>
                    </a:cubicBezTo>
                    <a:lnTo>
                      <a:pt x="48694" y="6140"/>
                    </a:lnTo>
                    <a:cubicBezTo>
                      <a:pt x="48658" y="6055"/>
                      <a:pt x="48588" y="6014"/>
                      <a:pt x="48486" y="6014"/>
                    </a:cubicBezTo>
                    <a:cubicBezTo>
                      <a:pt x="48332" y="6014"/>
                      <a:pt x="48106" y="6109"/>
                      <a:pt x="47813" y="6292"/>
                    </a:cubicBezTo>
                    <a:cubicBezTo>
                      <a:pt x="47600" y="6778"/>
                      <a:pt x="47357" y="7234"/>
                      <a:pt x="47083" y="7690"/>
                    </a:cubicBezTo>
                    <a:cubicBezTo>
                      <a:pt x="47205" y="8055"/>
                      <a:pt x="46901" y="8602"/>
                      <a:pt x="46779" y="9088"/>
                    </a:cubicBezTo>
                    <a:cubicBezTo>
                      <a:pt x="46718" y="9119"/>
                      <a:pt x="46658" y="9180"/>
                      <a:pt x="46567" y="9180"/>
                    </a:cubicBezTo>
                    <a:cubicBezTo>
                      <a:pt x="46415" y="9210"/>
                      <a:pt x="46202" y="9240"/>
                      <a:pt x="46019" y="9240"/>
                    </a:cubicBezTo>
                    <a:cubicBezTo>
                      <a:pt x="44956" y="10669"/>
                      <a:pt x="43679" y="12098"/>
                      <a:pt x="42433" y="13496"/>
                    </a:cubicBezTo>
                    <a:cubicBezTo>
                      <a:pt x="40913" y="15228"/>
                      <a:pt x="39575" y="16778"/>
                      <a:pt x="38208" y="18237"/>
                    </a:cubicBezTo>
                    <a:cubicBezTo>
                      <a:pt x="37904" y="18937"/>
                      <a:pt x="37387" y="19544"/>
                      <a:pt x="36749" y="19970"/>
                    </a:cubicBezTo>
                    <a:cubicBezTo>
                      <a:pt x="36627" y="20061"/>
                      <a:pt x="36475" y="20122"/>
                      <a:pt x="36323" y="20122"/>
                    </a:cubicBezTo>
                    <a:cubicBezTo>
                      <a:pt x="35199" y="21216"/>
                      <a:pt x="34013" y="22250"/>
                      <a:pt x="32767" y="23222"/>
                    </a:cubicBezTo>
                    <a:cubicBezTo>
                      <a:pt x="32524" y="23405"/>
                      <a:pt x="32281" y="23557"/>
                      <a:pt x="31977" y="23678"/>
                    </a:cubicBezTo>
                    <a:cubicBezTo>
                      <a:pt x="31946" y="23800"/>
                      <a:pt x="31885" y="23891"/>
                      <a:pt x="31825" y="23982"/>
                    </a:cubicBezTo>
                    <a:cubicBezTo>
                      <a:pt x="31095" y="25016"/>
                      <a:pt x="30487" y="26049"/>
                      <a:pt x="29818" y="27083"/>
                    </a:cubicBezTo>
                    <a:lnTo>
                      <a:pt x="28967" y="27630"/>
                    </a:lnTo>
                    <a:cubicBezTo>
                      <a:pt x="27873" y="28846"/>
                      <a:pt x="26384" y="29697"/>
                      <a:pt x="25320" y="29727"/>
                    </a:cubicBezTo>
                    <a:cubicBezTo>
                      <a:pt x="23435" y="31612"/>
                      <a:pt x="21916" y="32554"/>
                      <a:pt x="19423" y="34165"/>
                    </a:cubicBezTo>
                    <a:cubicBezTo>
                      <a:pt x="18876" y="34529"/>
                      <a:pt x="18268" y="34803"/>
                      <a:pt x="17630" y="34925"/>
                    </a:cubicBezTo>
                    <a:cubicBezTo>
                      <a:pt x="17235" y="35168"/>
                      <a:pt x="16870" y="35472"/>
                      <a:pt x="16596" y="35836"/>
                    </a:cubicBezTo>
                    <a:cubicBezTo>
                      <a:pt x="16627" y="35928"/>
                      <a:pt x="16657" y="36019"/>
                      <a:pt x="16688" y="36110"/>
                    </a:cubicBezTo>
                    <a:cubicBezTo>
                      <a:pt x="16475" y="36201"/>
                      <a:pt x="16262" y="36232"/>
                      <a:pt x="16049" y="36353"/>
                    </a:cubicBezTo>
                    <a:cubicBezTo>
                      <a:pt x="15684" y="36536"/>
                      <a:pt x="15350" y="36718"/>
                      <a:pt x="15046" y="36961"/>
                    </a:cubicBezTo>
                    <a:cubicBezTo>
                      <a:pt x="14803" y="37235"/>
                      <a:pt x="14560" y="37508"/>
                      <a:pt x="14317" y="37782"/>
                    </a:cubicBezTo>
                    <a:cubicBezTo>
                      <a:pt x="13861" y="37873"/>
                      <a:pt x="13496" y="38207"/>
                      <a:pt x="13374" y="38633"/>
                    </a:cubicBezTo>
                    <a:cubicBezTo>
                      <a:pt x="13283" y="38694"/>
                      <a:pt x="13192" y="38754"/>
                      <a:pt x="13131" y="38846"/>
                    </a:cubicBezTo>
                    <a:cubicBezTo>
                      <a:pt x="12523" y="39606"/>
                      <a:pt x="12007" y="40396"/>
                      <a:pt x="11459" y="41156"/>
                    </a:cubicBezTo>
                    <a:cubicBezTo>
                      <a:pt x="12098" y="41581"/>
                      <a:pt x="10791" y="42311"/>
                      <a:pt x="10426" y="42888"/>
                    </a:cubicBezTo>
                    <a:cubicBezTo>
                      <a:pt x="9970" y="43071"/>
                      <a:pt x="9545" y="43405"/>
                      <a:pt x="9301" y="43861"/>
                    </a:cubicBezTo>
                    <a:cubicBezTo>
                      <a:pt x="9028" y="44408"/>
                      <a:pt x="8724" y="44955"/>
                      <a:pt x="8876" y="45381"/>
                    </a:cubicBezTo>
                    <a:cubicBezTo>
                      <a:pt x="9332" y="46688"/>
                      <a:pt x="9301" y="46718"/>
                      <a:pt x="7022" y="47843"/>
                    </a:cubicBezTo>
                    <a:cubicBezTo>
                      <a:pt x="6900" y="47873"/>
                      <a:pt x="6779" y="47934"/>
                      <a:pt x="6687" y="47995"/>
                    </a:cubicBezTo>
                    <a:cubicBezTo>
                      <a:pt x="6505" y="48177"/>
                      <a:pt x="6231" y="48451"/>
                      <a:pt x="6262" y="48511"/>
                    </a:cubicBezTo>
                    <a:cubicBezTo>
                      <a:pt x="6444" y="48815"/>
                      <a:pt x="6231" y="49180"/>
                      <a:pt x="5897" y="49636"/>
                    </a:cubicBezTo>
                    <a:cubicBezTo>
                      <a:pt x="5836" y="49545"/>
                      <a:pt x="5836" y="49484"/>
                      <a:pt x="5836" y="49393"/>
                    </a:cubicBezTo>
                    <a:cubicBezTo>
                      <a:pt x="5502" y="49879"/>
                      <a:pt x="5016" y="50092"/>
                      <a:pt x="4803" y="50670"/>
                    </a:cubicBezTo>
                    <a:cubicBezTo>
                      <a:pt x="4590" y="51217"/>
                      <a:pt x="4225" y="51429"/>
                      <a:pt x="3921" y="51885"/>
                    </a:cubicBezTo>
                    <a:cubicBezTo>
                      <a:pt x="3374" y="52676"/>
                      <a:pt x="2706" y="53344"/>
                      <a:pt x="1915" y="53861"/>
                    </a:cubicBezTo>
                    <a:cubicBezTo>
                      <a:pt x="1611" y="54135"/>
                      <a:pt x="1459" y="54499"/>
                      <a:pt x="1398" y="54864"/>
                    </a:cubicBezTo>
                    <a:cubicBezTo>
                      <a:pt x="1338" y="55320"/>
                      <a:pt x="1095" y="55715"/>
                      <a:pt x="760" y="55989"/>
                    </a:cubicBezTo>
                    <a:cubicBezTo>
                      <a:pt x="517" y="56232"/>
                      <a:pt x="243" y="56475"/>
                      <a:pt x="0" y="56749"/>
                    </a:cubicBezTo>
                    <a:lnTo>
                      <a:pt x="0" y="58785"/>
                    </a:lnTo>
                    <a:lnTo>
                      <a:pt x="65199" y="58785"/>
                    </a:lnTo>
                    <a:lnTo>
                      <a:pt x="6519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9" name="Google Shape;939;p22"/>
              <p:cNvGrpSpPr/>
              <p:nvPr/>
            </p:nvGrpSpPr>
            <p:grpSpPr>
              <a:xfrm>
                <a:off x="-273803" y="-375799"/>
                <a:ext cx="1744606" cy="1670339"/>
                <a:chOff x="2672083" y="1237279"/>
                <a:chExt cx="2047660" cy="1960492"/>
              </a:xfrm>
            </p:grpSpPr>
            <p:sp>
              <p:nvSpPr>
                <p:cNvPr id="940" name="Google Shape;940;p22"/>
                <p:cNvSpPr/>
                <p:nvPr/>
              </p:nvSpPr>
              <p:spPr>
                <a:xfrm flipH="1" rot="5400000">
                  <a:off x="3079729" y="2340190"/>
                  <a:ext cx="18041" cy="833298"/>
                </a:xfrm>
                <a:custGeom>
                  <a:rect b="b" l="l" r="r" t="t"/>
                  <a:pathLst>
                    <a:path extrusionOk="0" h="23923" w="518">
                      <a:moveTo>
                        <a:pt x="517" y="1"/>
                      </a:moveTo>
                      <a:cubicBezTo>
                        <a:pt x="396" y="31"/>
                        <a:pt x="274" y="62"/>
                        <a:pt x="152" y="62"/>
                      </a:cubicBezTo>
                      <a:lnTo>
                        <a:pt x="0" y="183"/>
                      </a:lnTo>
                      <a:lnTo>
                        <a:pt x="0" y="23922"/>
                      </a:lnTo>
                      <a:lnTo>
                        <a:pt x="517" y="23922"/>
                      </a:lnTo>
                      <a:lnTo>
                        <a:pt x="517"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2"/>
                <p:cNvSpPr/>
                <p:nvPr/>
              </p:nvSpPr>
              <p:spPr>
                <a:xfrm flipH="1" rot="5400000">
                  <a:off x="3150680" y="2053316"/>
                  <a:ext cx="18006" cy="975171"/>
                </a:xfrm>
                <a:custGeom>
                  <a:rect b="b" l="l" r="r" t="t"/>
                  <a:pathLst>
                    <a:path extrusionOk="0" h="27996" w="517">
                      <a:moveTo>
                        <a:pt x="517" y="1"/>
                      </a:moveTo>
                      <a:cubicBezTo>
                        <a:pt x="334" y="153"/>
                        <a:pt x="183" y="305"/>
                        <a:pt x="0" y="426"/>
                      </a:cubicBezTo>
                      <a:lnTo>
                        <a:pt x="0" y="27995"/>
                      </a:lnTo>
                      <a:lnTo>
                        <a:pt x="517" y="27995"/>
                      </a:lnTo>
                      <a:lnTo>
                        <a:pt x="517"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2"/>
                <p:cNvSpPr/>
                <p:nvPr/>
              </p:nvSpPr>
              <p:spPr>
                <a:xfrm flipH="1" rot="5400000">
                  <a:off x="2820863" y="3030977"/>
                  <a:ext cx="18041" cy="315548"/>
                </a:xfrm>
                <a:custGeom>
                  <a:rect b="b" l="l" r="r" t="t"/>
                  <a:pathLst>
                    <a:path extrusionOk="0" h="9059" w="518">
                      <a:moveTo>
                        <a:pt x="518" y="0"/>
                      </a:moveTo>
                      <a:cubicBezTo>
                        <a:pt x="366" y="152"/>
                        <a:pt x="153" y="304"/>
                        <a:pt x="1" y="517"/>
                      </a:cubicBezTo>
                      <a:lnTo>
                        <a:pt x="1" y="9058"/>
                      </a:lnTo>
                      <a:lnTo>
                        <a:pt x="518" y="9058"/>
                      </a:lnTo>
                      <a:lnTo>
                        <a:pt x="518"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2"/>
                <p:cNvSpPr/>
                <p:nvPr/>
              </p:nvSpPr>
              <p:spPr>
                <a:xfrm flipH="1" rot="5400000">
                  <a:off x="3230061" y="1757977"/>
                  <a:ext cx="18041" cy="1133972"/>
                </a:xfrm>
                <a:custGeom>
                  <a:rect b="b" l="l" r="r" t="t"/>
                  <a:pathLst>
                    <a:path extrusionOk="0" h="32555" w="518">
                      <a:moveTo>
                        <a:pt x="518" y="0"/>
                      </a:moveTo>
                      <a:lnTo>
                        <a:pt x="1" y="791"/>
                      </a:lnTo>
                      <a:lnTo>
                        <a:pt x="1" y="32554"/>
                      </a:lnTo>
                      <a:lnTo>
                        <a:pt x="518" y="32554"/>
                      </a:lnTo>
                      <a:lnTo>
                        <a:pt x="518"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2"/>
                <p:cNvSpPr/>
                <p:nvPr/>
              </p:nvSpPr>
              <p:spPr>
                <a:xfrm flipH="1" rot="5400000">
                  <a:off x="2976489" y="2657265"/>
                  <a:ext cx="20165" cy="628936"/>
                </a:xfrm>
                <a:custGeom>
                  <a:rect b="b" l="l" r="r" t="t"/>
                  <a:pathLst>
                    <a:path extrusionOk="0" h="18056" w="579">
                      <a:moveTo>
                        <a:pt x="517" y="0"/>
                      </a:moveTo>
                      <a:cubicBezTo>
                        <a:pt x="426" y="152"/>
                        <a:pt x="305" y="304"/>
                        <a:pt x="213" y="426"/>
                      </a:cubicBezTo>
                      <a:cubicBezTo>
                        <a:pt x="578" y="669"/>
                        <a:pt x="335" y="973"/>
                        <a:pt x="1" y="1338"/>
                      </a:cubicBezTo>
                      <a:lnTo>
                        <a:pt x="1" y="18055"/>
                      </a:lnTo>
                      <a:lnTo>
                        <a:pt x="517" y="18055"/>
                      </a:lnTo>
                      <a:lnTo>
                        <a:pt x="51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2"/>
                <p:cNvSpPr/>
                <p:nvPr/>
              </p:nvSpPr>
              <p:spPr>
                <a:xfrm flipH="1" rot="5400000">
                  <a:off x="3584208" y="755986"/>
                  <a:ext cx="16961" cy="1841211"/>
                </a:xfrm>
                <a:custGeom>
                  <a:rect b="b" l="l" r="r" t="t"/>
                  <a:pathLst>
                    <a:path extrusionOk="0" h="52859" w="487">
                      <a:moveTo>
                        <a:pt x="487" y="0"/>
                      </a:moveTo>
                      <a:cubicBezTo>
                        <a:pt x="426" y="91"/>
                        <a:pt x="335" y="152"/>
                        <a:pt x="244" y="243"/>
                      </a:cubicBezTo>
                      <a:cubicBezTo>
                        <a:pt x="244" y="243"/>
                        <a:pt x="244" y="213"/>
                        <a:pt x="244" y="213"/>
                      </a:cubicBezTo>
                      <a:cubicBezTo>
                        <a:pt x="183" y="122"/>
                        <a:pt x="92" y="91"/>
                        <a:pt x="0" y="91"/>
                      </a:cubicBezTo>
                      <a:lnTo>
                        <a:pt x="0" y="52858"/>
                      </a:lnTo>
                      <a:lnTo>
                        <a:pt x="487" y="52858"/>
                      </a:lnTo>
                      <a:lnTo>
                        <a:pt x="48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2"/>
                <p:cNvSpPr/>
                <p:nvPr/>
              </p:nvSpPr>
              <p:spPr>
                <a:xfrm flipH="1" rot="5400000">
                  <a:off x="3337515" y="1434563"/>
                  <a:ext cx="18041" cy="1348889"/>
                </a:xfrm>
                <a:custGeom>
                  <a:rect b="b" l="l" r="r" t="t"/>
                  <a:pathLst>
                    <a:path extrusionOk="0" h="38725" w="518">
                      <a:moveTo>
                        <a:pt x="517" y="0"/>
                      </a:moveTo>
                      <a:cubicBezTo>
                        <a:pt x="426" y="31"/>
                        <a:pt x="365" y="61"/>
                        <a:pt x="274" y="61"/>
                      </a:cubicBezTo>
                      <a:lnTo>
                        <a:pt x="1" y="335"/>
                      </a:lnTo>
                      <a:lnTo>
                        <a:pt x="1" y="38724"/>
                      </a:lnTo>
                      <a:lnTo>
                        <a:pt x="517" y="38724"/>
                      </a:lnTo>
                      <a:lnTo>
                        <a:pt x="51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flipH="1" rot="5400000">
                  <a:off x="3687970" y="222468"/>
                  <a:ext cx="16961" cy="2046584"/>
                </a:xfrm>
                <a:custGeom>
                  <a:rect b="b" l="l" r="r" t="t"/>
                  <a:pathLst>
                    <a:path extrusionOk="0" h="58755" w="487">
                      <a:moveTo>
                        <a:pt x="0" y="0"/>
                      </a:moveTo>
                      <a:lnTo>
                        <a:pt x="0" y="58755"/>
                      </a:lnTo>
                      <a:lnTo>
                        <a:pt x="487" y="58755"/>
                      </a:lnTo>
                      <a:lnTo>
                        <a:pt x="48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2"/>
                <p:cNvSpPr/>
                <p:nvPr/>
              </p:nvSpPr>
              <p:spPr>
                <a:xfrm flipH="1" rot="5400000">
                  <a:off x="3687430" y="437884"/>
                  <a:ext cx="18041" cy="2046584"/>
                </a:xfrm>
                <a:custGeom>
                  <a:rect b="b" l="l" r="r" t="t"/>
                  <a:pathLst>
                    <a:path extrusionOk="0" h="58755" w="518">
                      <a:moveTo>
                        <a:pt x="1" y="0"/>
                      </a:moveTo>
                      <a:lnTo>
                        <a:pt x="1" y="58755"/>
                      </a:lnTo>
                      <a:lnTo>
                        <a:pt x="517" y="58755"/>
                      </a:lnTo>
                      <a:lnTo>
                        <a:pt x="517"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flipH="1" rot="5400000">
                  <a:off x="3458223" y="1097895"/>
                  <a:ext cx="18041" cy="1590313"/>
                </a:xfrm>
                <a:custGeom>
                  <a:rect b="b" l="l" r="r" t="t"/>
                  <a:pathLst>
                    <a:path extrusionOk="0" h="45656" w="518">
                      <a:moveTo>
                        <a:pt x="517" y="1"/>
                      </a:moveTo>
                      <a:cubicBezTo>
                        <a:pt x="395" y="123"/>
                        <a:pt x="274" y="244"/>
                        <a:pt x="183" y="366"/>
                      </a:cubicBezTo>
                      <a:lnTo>
                        <a:pt x="0" y="548"/>
                      </a:lnTo>
                      <a:lnTo>
                        <a:pt x="0" y="45655"/>
                      </a:lnTo>
                      <a:lnTo>
                        <a:pt x="517" y="45655"/>
                      </a:lnTo>
                      <a:lnTo>
                        <a:pt x="517"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0" name="Google Shape;950;p22"/>
              <p:cNvSpPr/>
              <p:nvPr/>
            </p:nvSpPr>
            <p:spPr>
              <a:xfrm flipH="1" rot="5400000">
                <a:off x="237696" y="805571"/>
                <a:ext cx="331946" cy="447263"/>
              </a:xfrm>
              <a:custGeom>
                <a:rect b="b" l="l" r="r" t="t"/>
                <a:pathLst>
                  <a:path extrusionOk="0" h="36385" w="11187">
                    <a:moveTo>
                      <a:pt x="8968" y="1"/>
                    </a:moveTo>
                    <a:lnTo>
                      <a:pt x="8755" y="31"/>
                    </a:lnTo>
                    <a:cubicBezTo>
                      <a:pt x="8709" y="16"/>
                      <a:pt x="8664" y="8"/>
                      <a:pt x="8618" y="8"/>
                    </a:cubicBezTo>
                    <a:cubicBezTo>
                      <a:pt x="8572" y="8"/>
                      <a:pt x="8527" y="16"/>
                      <a:pt x="8481" y="31"/>
                    </a:cubicBezTo>
                    <a:lnTo>
                      <a:pt x="8420" y="31"/>
                    </a:lnTo>
                    <a:cubicBezTo>
                      <a:pt x="8208" y="61"/>
                      <a:pt x="8056" y="92"/>
                      <a:pt x="7843" y="122"/>
                    </a:cubicBezTo>
                    <a:cubicBezTo>
                      <a:pt x="7873" y="274"/>
                      <a:pt x="7569" y="213"/>
                      <a:pt x="7417" y="244"/>
                    </a:cubicBezTo>
                    <a:cubicBezTo>
                      <a:pt x="7372" y="229"/>
                      <a:pt x="7326" y="221"/>
                      <a:pt x="7277" y="221"/>
                    </a:cubicBezTo>
                    <a:cubicBezTo>
                      <a:pt x="7227" y="221"/>
                      <a:pt x="7174" y="229"/>
                      <a:pt x="7113" y="244"/>
                    </a:cubicBezTo>
                    <a:cubicBezTo>
                      <a:pt x="6992" y="274"/>
                      <a:pt x="6870" y="305"/>
                      <a:pt x="6840" y="396"/>
                    </a:cubicBezTo>
                    <a:cubicBezTo>
                      <a:pt x="6772" y="532"/>
                      <a:pt x="6733" y="592"/>
                      <a:pt x="6626" y="592"/>
                    </a:cubicBezTo>
                    <a:cubicBezTo>
                      <a:pt x="6542" y="592"/>
                      <a:pt x="6416" y="554"/>
                      <a:pt x="6202" y="487"/>
                    </a:cubicBezTo>
                    <a:cubicBezTo>
                      <a:pt x="6171" y="487"/>
                      <a:pt x="6141" y="457"/>
                      <a:pt x="6110" y="457"/>
                    </a:cubicBezTo>
                    <a:cubicBezTo>
                      <a:pt x="6080" y="457"/>
                      <a:pt x="6019" y="457"/>
                      <a:pt x="5989" y="487"/>
                    </a:cubicBezTo>
                    <a:cubicBezTo>
                      <a:pt x="5989" y="548"/>
                      <a:pt x="5867" y="578"/>
                      <a:pt x="5776" y="578"/>
                    </a:cubicBezTo>
                    <a:cubicBezTo>
                      <a:pt x="5776" y="578"/>
                      <a:pt x="5776" y="548"/>
                      <a:pt x="5806" y="548"/>
                    </a:cubicBezTo>
                    <a:cubicBezTo>
                      <a:pt x="5837" y="517"/>
                      <a:pt x="5867" y="487"/>
                      <a:pt x="5806" y="457"/>
                    </a:cubicBezTo>
                    <a:cubicBezTo>
                      <a:pt x="5742" y="435"/>
                      <a:pt x="5693" y="414"/>
                      <a:pt x="5637" y="414"/>
                    </a:cubicBezTo>
                    <a:cubicBezTo>
                      <a:pt x="5614" y="414"/>
                      <a:pt x="5590" y="417"/>
                      <a:pt x="5563" y="426"/>
                    </a:cubicBezTo>
                    <a:cubicBezTo>
                      <a:pt x="5411" y="487"/>
                      <a:pt x="5229" y="517"/>
                      <a:pt x="5077" y="517"/>
                    </a:cubicBezTo>
                    <a:cubicBezTo>
                      <a:pt x="5016" y="639"/>
                      <a:pt x="4803" y="639"/>
                      <a:pt x="4591" y="639"/>
                    </a:cubicBezTo>
                    <a:cubicBezTo>
                      <a:pt x="4499" y="639"/>
                      <a:pt x="4408" y="669"/>
                      <a:pt x="4347" y="730"/>
                    </a:cubicBezTo>
                    <a:cubicBezTo>
                      <a:pt x="4256" y="761"/>
                      <a:pt x="4165" y="791"/>
                      <a:pt x="4074" y="791"/>
                    </a:cubicBezTo>
                    <a:lnTo>
                      <a:pt x="3527" y="791"/>
                    </a:lnTo>
                    <a:cubicBezTo>
                      <a:pt x="3405" y="791"/>
                      <a:pt x="3527" y="791"/>
                      <a:pt x="3466" y="761"/>
                    </a:cubicBezTo>
                    <a:cubicBezTo>
                      <a:pt x="3375" y="730"/>
                      <a:pt x="3466" y="700"/>
                      <a:pt x="3466" y="700"/>
                    </a:cubicBezTo>
                    <a:lnTo>
                      <a:pt x="2372" y="700"/>
                    </a:lnTo>
                    <a:lnTo>
                      <a:pt x="1946" y="730"/>
                    </a:lnTo>
                    <a:lnTo>
                      <a:pt x="1764" y="761"/>
                    </a:lnTo>
                    <a:cubicBezTo>
                      <a:pt x="1673" y="791"/>
                      <a:pt x="1581" y="821"/>
                      <a:pt x="1490" y="852"/>
                    </a:cubicBezTo>
                    <a:cubicBezTo>
                      <a:pt x="1460" y="867"/>
                      <a:pt x="1429" y="874"/>
                      <a:pt x="1403" y="874"/>
                    </a:cubicBezTo>
                    <a:cubicBezTo>
                      <a:pt x="1376" y="874"/>
                      <a:pt x="1353" y="867"/>
                      <a:pt x="1338" y="852"/>
                    </a:cubicBezTo>
                    <a:cubicBezTo>
                      <a:pt x="1338" y="852"/>
                      <a:pt x="1308" y="852"/>
                      <a:pt x="1308" y="821"/>
                    </a:cubicBezTo>
                    <a:lnTo>
                      <a:pt x="609" y="882"/>
                    </a:lnTo>
                    <a:lnTo>
                      <a:pt x="1" y="973"/>
                    </a:lnTo>
                    <a:lnTo>
                      <a:pt x="244" y="36263"/>
                    </a:lnTo>
                    <a:cubicBezTo>
                      <a:pt x="305" y="36263"/>
                      <a:pt x="335" y="36232"/>
                      <a:pt x="366" y="36171"/>
                    </a:cubicBezTo>
                    <a:cubicBezTo>
                      <a:pt x="409" y="36150"/>
                      <a:pt x="467" y="36128"/>
                      <a:pt x="519" y="36128"/>
                    </a:cubicBezTo>
                    <a:cubicBezTo>
                      <a:pt x="540" y="36128"/>
                      <a:pt x="561" y="36132"/>
                      <a:pt x="578" y="36141"/>
                    </a:cubicBezTo>
                    <a:lnTo>
                      <a:pt x="1186" y="36141"/>
                    </a:lnTo>
                    <a:cubicBezTo>
                      <a:pt x="1217" y="36171"/>
                      <a:pt x="1217" y="36202"/>
                      <a:pt x="1186" y="36202"/>
                    </a:cubicBezTo>
                    <a:lnTo>
                      <a:pt x="2250" y="36202"/>
                    </a:lnTo>
                    <a:cubicBezTo>
                      <a:pt x="2372" y="36202"/>
                      <a:pt x="2493" y="36202"/>
                      <a:pt x="2645" y="36171"/>
                    </a:cubicBezTo>
                    <a:lnTo>
                      <a:pt x="2797" y="36141"/>
                    </a:lnTo>
                    <a:cubicBezTo>
                      <a:pt x="2888" y="36111"/>
                      <a:pt x="2949" y="36080"/>
                      <a:pt x="3040" y="36080"/>
                    </a:cubicBezTo>
                    <a:cubicBezTo>
                      <a:pt x="3071" y="36065"/>
                      <a:pt x="3101" y="36057"/>
                      <a:pt x="3128" y="36057"/>
                    </a:cubicBezTo>
                    <a:cubicBezTo>
                      <a:pt x="3154" y="36057"/>
                      <a:pt x="3177" y="36065"/>
                      <a:pt x="3192" y="36080"/>
                    </a:cubicBezTo>
                    <a:cubicBezTo>
                      <a:pt x="3192" y="36080"/>
                      <a:pt x="3223" y="36080"/>
                      <a:pt x="3223" y="36111"/>
                    </a:cubicBezTo>
                    <a:cubicBezTo>
                      <a:pt x="3436" y="36080"/>
                      <a:pt x="3648" y="36050"/>
                      <a:pt x="3861" y="36050"/>
                    </a:cubicBezTo>
                    <a:lnTo>
                      <a:pt x="5077" y="35928"/>
                    </a:lnTo>
                    <a:cubicBezTo>
                      <a:pt x="5123" y="35921"/>
                      <a:pt x="5168" y="35917"/>
                      <a:pt x="5213" y="35917"/>
                    </a:cubicBezTo>
                    <a:cubicBezTo>
                      <a:pt x="5349" y="35917"/>
                      <a:pt x="5480" y="35951"/>
                      <a:pt x="5594" y="36019"/>
                    </a:cubicBezTo>
                    <a:lnTo>
                      <a:pt x="5898" y="35959"/>
                    </a:lnTo>
                    <a:lnTo>
                      <a:pt x="5898" y="35928"/>
                    </a:lnTo>
                    <a:cubicBezTo>
                      <a:pt x="5958" y="35898"/>
                      <a:pt x="6019" y="35898"/>
                      <a:pt x="6080" y="35898"/>
                    </a:cubicBezTo>
                    <a:cubicBezTo>
                      <a:pt x="6414" y="35837"/>
                      <a:pt x="6688" y="35776"/>
                      <a:pt x="7022" y="35746"/>
                    </a:cubicBezTo>
                    <a:cubicBezTo>
                      <a:pt x="7113" y="35746"/>
                      <a:pt x="7205" y="35746"/>
                      <a:pt x="7296" y="35807"/>
                    </a:cubicBezTo>
                    <a:cubicBezTo>
                      <a:pt x="7326" y="35867"/>
                      <a:pt x="7326" y="35898"/>
                      <a:pt x="7357" y="35959"/>
                    </a:cubicBezTo>
                    <a:lnTo>
                      <a:pt x="7387" y="35959"/>
                    </a:lnTo>
                    <a:lnTo>
                      <a:pt x="7843" y="36080"/>
                    </a:lnTo>
                    <a:lnTo>
                      <a:pt x="7995" y="36080"/>
                    </a:lnTo>
                    <a:cubicBezTo>
                      <a:pt x="8229" y="35980"/>
                      <a:pt x="8473" y="35935"/>
                      <a:pt x="8715" y="35935"/>
                    </a:cubicBezTo>
                    <a:cubicBezTo>
                      <a:pt x="8913" y="35935"/>
                      <a:pt x="9111" y="35965"/>
                      <a:pt x="9302" y="36019"/>
                    </a:cubicBezTo>
                    <a:lnTo>
                      <a:pt x="9636" y="36050"/>
                    </a:lnTo>
                    <a:cubicBezTo>
                      <a:pt x="9819" y="35989"/>
                      <a:pt x="9971" y="35959"/>
                      <a:pt x="10153" y="35959"/>
                    </a:cubicBezTo>
                    <a:cubicBezTo>
                      <a:pt x="10183" y="35959"/>
                      <a:pt x="10244" y="35989"/>
                      <a:pt x="10275" y="35989"/>
                    </a:cubicBezTo>
                    <a:cubicBezTo>
                      <a:pt x="10305" y="35989"/>
                      <a:pt x="10335" y="36019"/>
                      <a:pt x="10305" y="36019"/>
                    </a:cubicBezTo>
                    <a:cubicBezTo>
                      <a:pt x="10305" y="36050"/>
                      <a:pt x="10305" y="36080"/>
                      <a:pt x="10275" y="36111"/>
                    </a:cubicBezTo>
                    <a:cubicBezTo>
                      <a:pt x="10275" y="36141"/>
                      <a:pt x="10214" y="36141"/>
                      <a:pt x="10244" y="36171"/>
                    </a:cubicBezTo>
                    <a:lnTo>
                      <a:pt x="10305" y="36232"/>
                    </a:lnTo>
                    <a:lnTo>
                      <a:pt x="10427" y="36232"/>
                    </a:lnTo>
                    <a:cubicBezTo>
                      <a:pt x="10453" y="36223"/>
                      <a:pt x="10480" y="36220"/>
                      <a:pt x="10507" y="36220"/>
                    </a:cubicBezTo>
                    <a:cubicBezTo>
                      <a:pt x="10571" y="36220"/>
                      <a:pt x="10636" y="36241"/>
                      <a:pt x="10700" y="36263"/>
                    </a:cubicBezTo>
                    <a:cubicBezTo>
                      <a:pt x="10761" y="36293"/>
                      <a:pt x="10822" y="36323"/>
                      <a:pt x="10883" y="36323"/>
                    </a:cubicBezTo>
                    <a:cubicBezTo>
                      <a:pt x="11004" y="36323"/>
                      <a:pt x="11095" y="36354"/>
                      <a:pt x="11187" y="36384"/>
                    </a:cubicBezTo>
                    <a:lnTo>
                      <a:pt x="10943" y="335"/>
                    </a:lnTo>
                    <a:cubicBezTo>
                      <a:pt x="10670" y="305"/>
                      <a:pt x="10396" y="244"/>
                      <a:pt x="10031" y="183"/>
                    </a:cubicBezTo>
                    <a:cubicBezTo>
                      <a:pt x="9910" y="183"/>
                      <a:pt x="9788" y="122"/>
                      <a:pt x="9667" y="61"/>
                    </a:cubicBezTo>
                    <a:lnTo>
                      <a:pt x="9363" y="61"/>
                    </a:lnTo>
                    <a:lnTo>
                      <a:pt x="9363" y="122"/>
                    </a:lnTo>
                    <a:lnTo>
                      <a:pt x="9211" y="61"/>
                    </a:lnTo>
                    <a:cubicBezTo>
                      <a:pt x="9150" y="31"/>
                      <a:pt x="9059" y="31"/>
                      <a:pt x="8968" y="1"/>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22"/>
            <p:cNvGrpSpPr/>
            <p:nvPr/>
          </p:nvGrpSpPr>
          <p:grpSpPr>
            <a:xfrm flipH="1" rot="-3985741">
              <a:off x="7800749" y="2953635"/>
              <a:ext cx="3085301" cy="1944424"/>
              <a:chOff x="-1887271" y="3488301"/>
              <a:chExt cx="3085184" cy="1944350"/>
            </a:xfrm>
          </p:grpSpPr>
          <p:sp>
            <p:nvSpPr>
              <p:cNvPr id="952" name="Google Shape;952;p22"/>
              <p:cNvSpPr/>
              <p:nvPr/>
            </p:nvSpPr>
            <p:spPr>
              <a:xfrm rot="10321616">
                <a:off x="-1793253" y="3681702"/>
                <a:ext cx="2897148" cy="1557550"/>
              </a:xfrm>
              <a:custGeom>
                <a:rect b="b" l="l" r="r" t="t"/>
                <a:pathLst>
                  <a:path extrusionOk="0" h="328" w="609">
                    <a:moveTo>
                      <a:pt x="607" y="19"/>
                    </a:moveTo>
                    <a:cubicBezTo>
                      <a:pt x="606" y="22"/>
                      <a:pt x="606" y="23"/>
                      <a:pt x="606" y="26"/>
                    </a:cubicBezTo>
                    <a:cubicBezTo>
                      <a:pt x="606" y="31"/>
                      <a:pt x="604" y="34"/>
                      <a:pt x="602" y="39"/>
                    </a:cubicBezTo>
                    <a:cubicBezTo>
                      <a:pt x="599" y="43"/>
                      <a:pt x="601" y="47"/>
                      <a:pt x="599" y="52"/>
                    </a:cubicBezTo>
                    <a:cubicBezTo>
                      <a:pt x="599" y="54"/>
                      <a:pt x="596" y="57"/>
                      <a:pt x="596" y="59"/>
                    </a:cubicBezTo>
                    <a:cubicBezTo>
                      <a:pt x="596" y="61"/>
                      <a:pt x="598" y="62"/>
                      <a:pt x="598" y="63"/>
                    </a:cubicBezTo>
                    <a:cubicBezTo>
                      <a:pt x="600" y="66"/>
                      <a:pt x="600" y="67"/>
                      <a:pt x="599" y="70"/>
                    </a:cubicBezTo>
                    <a:cubicBezTo>
                      <a:pt x="599" y="72"/>
                      <a:pt x="598" y="72"/>
                      <a:pt x="598" y="74"/>
                    </a:cubicBezTo>
                    <a:cubicBezTo>
                      <a:pt x="599" y="76"/>
                      <a:pt x="602" y="78"/>
                      <a:pt x="603" y="80"/>
                    </a:cubicBezTo>
                    <a:cubicBezTo>
                      <a:pt x="604" y="83"/>
                      <a:pt x="603" y="87"/>
                      <a:pt x="602" y="89"/>
                    </a:cubicBezTo>
                    <a:cubicBezTo>
                      <a:pt x="600" y="93"/>
                      <a:pt x="600" y="96"/>
                      <a:pt x="600" y="100"/>
                    </a:cubicBezTo>
                    <a:cubicBezTo>
                      <a:pt x="600" y="103"/>
                      <a:pt x="601" y="105"/>
                      <a:pt x="601" y="108"/>
                    </a:cubicBezTo>
                    <a:cubicBezTo>
                      <a:pt x="602" y="113"/>
                      <a:pt x="600" y="118"/>
                      <a:pt x="602" y="122"/>
                    </a:cubicBezTo>
                    <a:cubicBezTo>
                      <a:pt x="603" y="127"/>
                      <a:pt x="604" y="131"/>
                      <a:pt x="605" y="135"/>
                    </a:cubicBezTo>
                    <a:cubicBezTo>
                      <a:pt x="606" y="140"/>
                      <a:pt x="606" y="140"/>
                      <a:pt x="605" y="145"/>
                    </a:cubicBezTo>
                    <a:cubicBezTo>
                      <a:pt x="604" y="148"/>
                      <a:pt x="605" y="150"/>
                      <a:pt x="606" y="153"/>
                    </a:cubicBezTo>
                    <a:cubicBezTo>
                      <a:pt x="607" y="159"/>
                      <a:pt x="602" y="162"/>
                      <a:pt x="601" y="167"/>
                    </a:cubicBezTo>
                    <a:cubicBezTo>
                      <a:pt x="601" y="172"/>
                      <a:pt x="602" y="175"/>
                      <a:pt x="603" y="179"/>
                    </a:cubicBezTo>
                    <a:cubicBezTo>
                      <a:pt x="605" y="183"/>
                      <a:pt x="605" y="184"/>
                      <a:pt x="603" y="188"/>
                    </a:cubicBezTo>
                    <a:cubicBezTo>
                      <a:pt x="601" y="194"/>
                      <a:pt x="602" y="193"/>
                      <a:pt x="603" y="198"/>
                    </a:cubicBezTo>
                    <a:cubicBezTo>
                      <a:pt x="604" y="202"/>
                      <a:pt x="599" y="207"/>
                      <a:pt x="600" y="211"/>
                    </a:cubicBezTo>
                    <a:cubicBezTo>
                      <a:pt x="600" y="212"/>
                      <a:pt x="601" y="214"/>
                      <a:pt x="601" y="215"/>
                    </a:cubicBezTo>
                    <a:cubicBezTo>
                      <a:pt x="602" y="217"/>
                      <a:pt x="601" y="220"/>
                      <a:pt x="601" y="223"/>
                    </a:cubicBezTo>
                    <a:cubicBezTo>
                      <a:pt x="602" y="227"/>
                      <a:pt x="604" y="227"/>
                      <a:pt x="605" y="232"/>
                    </a:cubicBezTo>
                    <a:cubicBezTo>
                      <a:pt x="605" y="236"/>
                      <a:pt x="606" y="238"/>
                      <a:pt x="606" y="242"/>
                    </a:cubicBezTo>
                    <a:cubicBezTo>
                      <a:pt x="607" y="246"/>
                      <a:pt x="603" y="251"/>
                      <a:pt x="604" y="255"/>
                    </a:cubicBezTo>
                    <a:cubicBezTo>
                      <a:pt x="605" y="256"/>
                      <a:pt x="606" y="256"/>
                      <a:pt x="606" y="257"/>
                    </a:cubicBezTo>
                    <a:cubicBezTo>
                      <a:pt x="607" y="260"/>
                      <a:pt x="605" y="262"/>
                      <a:pt x="605" y="265"/>
                    </a:cubicBezTo>
                    <a:cubicBezTo>
                      <a:pt x="604" y="271"/>
                      <a:pt x="606" y="278"/>
                      <a:pt x="605" y="284"/>
                    </a:cubicBezTo>
                    <a:cubicBezTo>
                      <a:pt x="604" y="286"/>
                      <a:pt x="602" y="289"/>
                      <a:pt x="601" y="292"/>
                    </a:cubicBezTo>
                    <a:cubicBezTo>
                      <a:pt x="600" y="295"/>
                      <a:pt x="599" y="297"/>
                      <a:pt x="597" y="300"/>
                    </a:cubicBezTo>
                    <a:cubicBezTo>
                      <a:pt x="595" y="303"/>
                      <a:pt x="590" y="308"/>
                      <a:pt x="594" y="311"/>
                    </a:cubicBezTo>
                    <a:cubicBezTo>
                      <a:pt x="598" y="315"/>
                      <a:pt x="608" y="310"/>
                      <a:pt x="606" y="319"/>
                    </a:cubicBezTo>
                    <a:cubicBezTo>
                      <a:pt x="605" y="322"/>
                      <a:pt x="604" y="324"/>
                      <a:pt x="604" y="326"/>
                    </a:cubicBezTo>
                    <a:cubicBezTo>
                      <a:pt x="600" y="325"/>
                      <a:pt x="596" y="324"/>
                      <a:pt x="595" y="326"/>
                    </a:cubicBezTo>
                    <a:cubicBezTo>
                      <a:pt x="593" y="325"/>
                      <a:pt x="590" y="324"/>
                      <a:pt x="588" y="324"/>
                    </a:cubicBezTo>
                    <a:cubicBezTo>
                      <a:pt x="586" y="324"/>
                      <a:pt x="584" y="325"/>
                      <a:pt x="581" y="324"/>
                    </a:cubicBezTo>
                    <a:cubicBezTo>
                      <a:pt x="580" y="324"/>
                      <a:pt x="580" y="324"/>
                      <a:pt x="578" y="324"/>
                    </a:cubicBezTo>
                    <a:cubicBezTo>
                      <a:pt x="577" y="325"/>
                      <a:pt x="576" y="326"/>
                      <a:pt x="574" y="326"/>
                    </a:cubicBezTo>
                    <a:cubicBezTo>
                      <a:pt x="573" y="326"/>
                      <a:pt x="572" y="325"/>
                      <a:pt x="570" y="325"/>
                    </a:cubicBezTo>
                    <a:cubicBezTo>
                      <a:pt x="569" y="325"/>
                      <a:pt x="568" y="326"/>
                      <a:pt x="567" y="325"/>
                    </a:cubicBezTo>
                    <a:cubicBezTo>
                      <a:pt x="566" y="325"/>
                      <a:pt x="565" y="324"/>
                      <a:pt x="563" y="323"/>
                    </a:cubicBezTo>
                    <a:cubicBezTo>
                      <a:pt x="562" y="323"/>
                      <a:pt x="561" y="324"/>
                      <a:pt x="560" y="324"/>
                    </a:cubicBezTo>
                    <a:cubicBezTo>
                      <a:pt x="557" y="324"/>
                      <a:pt x="554" y="324"/>
                      <a:pt x="552" y="324"/>
                    </a:cubicBezTo>
                    <a:cubicBezTo>
                      <a:pt x="550" y="323"/>
                      <a:pt x="549" y="322"/>
                      <a:pt x="547" y="321"/>
                    </a:cubicBezTo>
                    <a:cubicBezTo>
                      <a:pt x="545" y="321"/>
                      <a:pt x="544" y="322"/>
                      <a:pt x="542" y="322"/>
                    </a:cubicBezTo>
                    <a:cubicBezTo>
                      <a:pt x="538" y="323"/>
                      <a:pt x="538" y="322"/>
                      <a:pt x="536" y="319"/>
                    </a:cubicBezTo>
                    <a:cubicBezTo>
                      <a:pt x="535" y="318"/>
                      <a:pt x="533" y="315"/>
                      <a:pt x="531" y="316"/>
                    </a:cubicBezTo>
                    <a:cubicBezTo>
                      <a:pt x="530" y="318"/>
                      <a:pt x="531" y="322"/>
                      <a:pt x="528" y="322"/>
                    </a:cubicBezTo>
                    <a:cubicBezTo>
                      <a:pt x="527" y="319"/>
                      <a:pt x="526" y="323"/>
                      <a:pt x="525" y="323"/>
                    </a:cubicBezTo>
                    <a:cubicBezTo>
                      <a:pt x="523" y="324"/>
                      <a:pt x="522" y="322"/>
                      <a:pt x="520" y="322"/>
                    </a:cubicBezTo>
                    <a:cubicBezTo>
                      <a:pt x="519" y="322"/>
                      <a:pt x="518" y="323"/>
                      <a:pt x="517" y="323"/>
                    </a:cubicBezTo>
                    <a:cubicBezTo>
                      <a:pt x="514" y="324"/>
                      <a:pt x="512" y="324"/>
                      <a:pt x="510" y="324"/>
                    </a:cubicBezTo>
                    <a:cubicBezTo>
                      <a:pt x="509" y="324"/>
                      <a:pt x="507" y="323"/>
                      <a:pt x="506" y="324"/>
                    </a:cubicBezTo>
                    <a:cubicBezTo>
                      <a:pt x="504" y="324"/>
                      <a:pt x="504" y="326"/>
                      <a:pt x="502" y="326"/>
                    </a:cubicBezTo>
                    <a:cubicBezTo>
                      <a:pt x="500" y="326"/>
                      <a:pt x="495" y="322"/>
                      <a:pt x="496" y="327"/>
                    </a:cubicBezTo>
                    <a:cubicBezTo>
                      <a:pt x="493" y="327"/>
                      <a:pt x="491" y="326"/>
                      <a:pt x="487" y="326"/>
                    </a:cubicBezTo>
                    <a:cubicBezTo>
                      <a:pt x="485" y="326"/>
                      <a:pt x="482" y="325"/>
                      <a:pt x="479" y="326"/>
                    </a:cubicBezTo>
                    <a:cubicBezTo>
                      <a:pt x="478" y="326"/>
                      <a:pt x="477" y="327"/>
                      <a:pt x="476" y="328"/>
                    </a:cubicBezTo>
                    <a:cubicBezTo>
                      <a:pt x="472" y="328"/>
                      <a:pt x="470" y="324"/>
                      <a:pt x="467" y="325"/>
                    </a:cubicBezTo>
                    <a:cubicBezTo>
                      <a:pt x="465" y="325"/>
                      <a:pt x="465" y="326"/>
                      <a:pt x="463" y="326"/>
                    </a:cubicBezTo>
                    <a:cubicBezTo>
                      <a:pt x="460" y="326"/>
                      <a:pt x="458" y="323"/>
                      <a:pt x="455" y="323"/>
                    </a:cubicBezTo>
                    <a:cubicBezTo>
                      <a:pt x="454" y="324"/>
                      <a:pt x="454" y="325"/>
                      <a:pt x="453" y="326"/>
                    </a:cubicBezTo>
                    <a:cubicBezTo>
                      <a:pt x="451" y="327"/>
                      <a:pt x="450" y="325"/>
                      <a:pt x="448" y="325"/>
                    </a:cubicBezTo>
                    <a:cubicBezTo>
                      <a:pt x="445" y="325"/>
                      <a:pt x="444" y="326"/>
                      <a:pt x="442" y="326"/>
                    </a:cubicBezTo>
                    <a:cubicBezTo>
                      <a:pt x="438" y="326"/>
                      <a:pt x="435" y="324"/>
                      <a:pt x="432" y="324"/>
                    </a:cubicBezTo>
                    <a:cubicBezTo>
                      <a:pt x="429" y="324"/>
                      <a:pt x="426" y="325"/>
                      <a:pt x="422" y="325"/>
                    </a:cubicBezTo>
                    <a:cubicBezTo>
                      <a:pt x="416" y="325"/>
                      <a:pt x="413" y="320"/>
                      <a:pt x="408" y="318"/>
                    </a:cubicBezTo>
                    <a:cubicBezTo>
                      <a:pt x="404" y="316"/>
                      <a:pt x="403" y="317"/>
                      <a:pt x="399" y="318"/>
                    </a:cubicBezTo>
                    <a:cubicBezTo>
                      <a:pt x="395" y="318"/>
                      <a:pt x="393" y="315"/>
                      <a:pt x="390" y="315"/>
                    </a:cubicBezTo>
                    <a:cubicBezTo>
                      <a:pt x="387" y="315"/>
                      <a:pt x="387" y="316"/>
                      <a:pt x="385" y="317"/>
                    </a:cubicBezTo>
                    <a:cubicBezTo>
                      <a:pt x="383" y="319"/>
                      <a:pt x="384" y="318"/>
                      <a:pt x="381" y="318"/>
                    </a:cubicBezTo>
                    <a:cubicBezTo>
                      <a:pt x="379" y="317"/>
                      <a:pt x="377" y="316"/>
                      <a:pt x="376" y="318"/>
                    </a:cubicBezTo>
                    <a:cubicBezTo>
                      <a:pt x="374" y="319"/>
                      <a:pt x="376" y="321"/>
                      <a:pt x="374" y="322"/>
                    </a:cubicBezTo>
                    <a:cubicBezTo>
                      <a:pt x="373" y="322"/>
                      <a:pt x="368" y="320"/>
                      <a:pt x="366" y="320"/>
                    </a:cubicBezTo>
                    <a:cubicBezTo>
                      <a:pt x="362" y="319"/>
                      <a:pt x="358" y="319"/>
                      <a:pt x="354" y="321"/>
                    </a:cubicBezTo>
                    <a:cubicBezTo>
                      <a:pt x="352" y="322"/>
                      <a:pt x="352" y="323"/>
                      <a:pt x="349" y="322"/>
                    </a:cubicBezTo>
                    <a:cubicBezTo>
                      <a:pt x="348" y="322"/>
                      <a:pt x="346" y="321"/>
                      <a:pt x="345" y="321"/>
                    </a:cubicBezTo>
                    <a:cubicBezTo>
                      <a:pt x="342" y="321"/>
                      <a:pt x="340" y="323"/>
                      <a:pt x="337" y="322"/>
                    </a:cubicBezTo>
                    <a:cubicBezTo>
                      <a:pt x="335" y="322"/>
                      <a:pt x="335" y="322"/>
                      <a:pt x="334" y="321"/>
                    </a:cubicBezTo>
                    <a:cubicBezTo>
                      <a:pt x="328" y="319"/>
                      <a:pt x="323" y="321"/>
                      <a:pt x="317" y="320"/>
                    </a:cubicBezTo>
                    <a:cubicBezTo>
                      <a:pt x="314" y="319"/>
                      <a:pt x="315" y="317"/>
                      <a:pt x="311" y="317"/>
                    </a:cubicBezTo>
                    <a:cubicBezTo>
                      <a:pt x="309" y="318"/>
                      <a:pt x="307" y="320"/>
                      <a:pt x="304" y="320"/>
                    </a:cubicBezTo>
                    <a:cubicBezTo>
                      <a:pt x="300" y="320"/>
                      <a:pt x="298" y="320"/>
                      <a:pt x="294" y="321"/>
                    </a:cubicBezTo>
                    <a:cubicBezTo>
                      <a:pt x="291" y="323"/>
                      <a:pt x="292" y="321"/>
                      <a:pt x="289" y="320"/>
                    </a:cubicBezTo>
                    <a:cubicBezTo>
                      <a:pt x="287" y="319"/>
                      <a:pt x="284" y="320"/>
                      <a:pt x="282" y="320"/>
                    </a:cubicBezTo>
                    <a:cubicBezTo>
                      <a:pt x="279" y="320"/>
                      <a:pt x="277" y="319"/>
                      <a:pt x="275" y="320"/>
                    </a:cubicBezTo>
                    <a:cubicBezTo>
                      <a:pt x="271" y="321"/>
                      <a:pt x="269" y="324"/>
                      <a:pt x="265" y="323"/>
                    </a:cubicBezTo>
                    <a:cubicBezTo>
                      <a:pt x="261" y="323"/>
                      <a:pt x="258" y="322"/>
                      <a:pt x="255" y="323"/>
                    </a:cubicBezTo>
                    <a:cubicBezTo>
                      <a:pt x="252" y="323"/>
                      <a:pt x="251" y="323"/>
                      <a:pt x="248" y="323"/>
                    </a:cubicBezTo>
                    <a:cubicBezTo>
                      <a:pt x="245" y="322"/>
                      <a:pt x="242" y="320"/>
                      <a:pt x="238" y="322"/>
                    </a:cubicBezTo>
                    <a:cubicBezTo>
                      <a:pt x="237" y="323"/>
                      <a:pt x="236" y="324"/>
                      <a:pt x="234" y="324"/>
                    </a:cubicBezTo>
                    <a:cubicBezTo>
                      <a:pt x="233" y="323"/>
                      <a:pt x="231" y="322"/>
                      <a:pt x="229" y="322"/>
                    </a:cubicBezTo>
                    <a:cubicBezTo>
                      <a:pt x="228" y="322"/>
                      <a:pt x="227" y="322"/>
                      <a:pt x="225" y="322"/>
                    </a:cubicBezTo>
                    <a:cubicBezTo>
                      <a:pt x="224" y="322"/>
                      <a:pt x="223" y="322"/>
                      <a:pt x="222" y="322"/>
                    </a:cubicBezTo>
                    <a:cubicBezTo>
                      <a:pt x="219" y="322"/>
                      <a:pt x="218" y="322"/>
                      <a:pt x="215" y="322"/>
                    </a:cubicBezTo>
                    <a:cubicBezTo>
                      <a:pt x="212" y="322"/>
                      <a:pt x="212" y="322"/>
                      <a:pt x="209" y="321"/>
                    </a:cubicBezTo>
                    <a:cubicBezTo>
                      <a:pt x="206" y="320"/>
                      <a:pt x="206" y="320"/>
                      <a:pt x="202" y="321"/>
                    </a:cubicBezTo>
                    <a:cubicBezTo>
                      <a:pt x="198" y="321"/>
                      <a:pt x="197" y="320"/>
                      <a:pt x="194" y="318"/>
                    </a:cubicBezTo>
                    <a:cubicBezTo>
                      <a:pt x="190" y="317"/>
                      <a:pt x="188" y="318"/>
                      <a:pt x="185" y="318"/>
                    </a:cubicBezTo>
                    <a:cubicBezTo>
                      <a:pt x="181" y="319"/>
                      <a:pt x="178" y="317"/>
                      <a:pt x="174" y="317"/>
                    </a:cubicBezTo>
                    <a:cubicBezTo>
                      <a:pt x="170" y="318"/>
                      <a:pt x="170" y="321"/>
                      <a:pt x="166" y="319"/>
                    </a:cubicBezTo>
                    <a:cubicBezTo>
                      <a:pt x="163" y="317"/>
                      <a:pt x="161" y="315"/>
                      <a:pt x="157" y="316"/>
                    </a:cubicBezTo>
                    <a:cubicBezTo>
                      <a:pt x="156" y="317"/>
                      <a:pt x="155" y="319"/>
                      <a:pt x="153" y="318"/>
                    </a:cubicBezTo>
                    <a:cubicBezTo>
                      <a:pt x="150" y="318"/>
                      <a:pt x="150" y="314"/>
                      <a:pt x="146" y="315"/>
                    </a:cubicBezTo>
                    <a:cubicBezTo>
                      <a:pt x="144" y="315"/>
                      <a:pt x="143" y="318"/>
                      <a:pt x="141" y="318"/>
                    </a:cubicBezTo>
                    <a:cubicBezTo>
                      <a:pt x="139" y="319"/>
                      <a:pt x="136" y="317"/>
                      <a:pt x="134" y="317"/>
                    </a:cubicBezTo>
                    <a:cubicBezTo>
                      <a:pt x="132" y="317"/>
                      <a:pt x="131" y="318"/>
                      <a:pt x="129" y="318"/>
                    </a:cubicBezTo>
                    <a:cubicBezTo>
                      <a:pt x="125" y="319"/>
                      <a:pt x="124" y="317"/>
                      <a:pt x="121" y="318"/>
                    </a:cubicBezTo>
                    <a:cubicBezTo>
                      <a:pt x="119" y="318"/>
                      <a:pt x="118" y="320"/>
                      <a:pt x="116" y="320"/>
                    </a:cubicBezTo>
                    <a:cubicBezTo>
                      <a:pt x="114" y="320"/>
                      <a:pt x="112" y="318"/>
                      <a:pt x="110" y="317"/>
                    </a:cubicBezTo>
                    <a:cubicBezTo>
                      <a:pt x="107" y="317"/>
                      <a:pt x="107" y="318"/>
                      <a:pt x="105" y="319"/>
                    </a:cubicBezTo>
                    <a:cubicBezTo>
                      <a:pt x="104" y="319"/>
                      <a:pt x="102" y="318"/>
                      <a:pt x="101" y="318"/>
                    </a:cubicBezTo>
                    <a:cubicBezTo>
                      <a:pt x="99" y="319"/>
                      <a:pt x="99" y="319"/>
                      <a:pt x="97" y="319"/>
                    </a:cubicBezTo>
                    <a:cubicBezTo>
                      <a:pt x="96" y="320"/>
                      <a:pt x="95" y="319"/>
                      <a:pt x="93" y="320"/>
                    </a:cubicBezTo>
                    <a:cubicBezTo>
                      <a:pt x="92" y="320"/>
                      <a:pt x="90" y="322"/>
                      <a:pt x="89" y="322"/>
                    </a:cubicBezTo>
                    <a:cubicBezTo>
                      <a:pt x="86" y="323"/>
                      <a:pt x="86" y="322"/>
                      <a:pt x="84" y="321"/>
                    </a:cubicBezTo>
                    <a:cubicBezTo>
                      <a:pt x="80" y="320"/>
                      <a:pt x="81" y="321"/>
                      <a:pt x="78" y="322"/>
                    </a:cubicBezTo>
                    <a:cubicBezTo>
                      <a:pt x="77" y="323"/>
                      <a:pt x="74" y="323"/>
                      <a:pt x="72" y="324"/>
                    </a:cubicBezTo>
                    <a:cubicBezTo>
                      <a:pt x="70" y="324"/>
                      <a:pt x="68" y="325"/>
                      <a:pt x="66" y="325"/>
                    </a:cubicBezTo>
                    <a:cubicBezTo>
                      <a:pt x="62" y="325"/>
                      <a:pt x="60" y="327"/>
                      <a:pt x="56" y="327"/>
                    </a:cubicBezTo>
                    <a:cubicBezTo>
                      <a:pt x="51" y="328"/>
                      <a:pt x="50" y="321"/>
                      <a:pt x="44" y="320"/>
                    </a:cubicBezTo>
                    <a:cubicBezTo>
                      <a:pt x="44" y="320"/>
                      <a:pt x="44" y="320"/>
                      <a:pt x="44" y="320"/>
                    </a:cubicBezTo>
                    <a:cubicBezTo>
                      <a:pt x="44" y="319"/>
                      <a:pt x="44" y="318"/>
                      <a:pt x="44" y="318"/>
                    </a:cubicBezTo>
                    <a:cubicBezTo>
                      <a:pt x="44" y="312"/>
                      <a:pt x="39" y="307"/>
                      <a:pt x="33" y="307"/>
                    </a:cubicBezTo>
                    <a:cubicBezTo>
                      <a:pt x="31" y="307"/>
                      <a:pt x="29" y="308"/>
                      <a:pt x="27" y="309"/>
                    </a:cubicBezTo>
                    <a:cubicBezTo>
                      <a:pt x="26" y="309"/>
                      <a:pt x="24" y="309"/>
                      <a:pt x="23" y="310"/>
                    </a:cubicBezTo>
                    <a:cubicBezTo>
                      <a:pt x="21" y="310"/>
                      <a:pt x="20" y="311"/>
                      <a:pt x="19" y="312"/>
                    </a:cubicBezTo>
                    <a:cubicBezTo>
                      <a:pt x="19" y="313"/>
                      <a:pt x="19" y="313"/>
                      <a:pt x="18" y="313"/>
                    </a:cubicBezTo>
                    <a:cubicBezTo>
                      <a:pt x="18" y="313"/>
                      <a:pt x="16" y="314"/>
                      <a:pt x="15" y="314"/>
                    </a:cubicBezTo>
                    <a:cubicBezTo>
                      <a:pt x="10" y="315"/>
                      <a:pt x="5" y="315"/>
                      <a:pt x="0" y="315"/>
                    </a:cubicBezTo>
                    <a:cubicBezTo>
                      <a:pt x="0" y="263"/>
                      <a:pt x="0" y="263"/>
                      <a:pt x="0" y="263"/>
                    </a:cubicBezTo>
                    <a:cubicBezTo>
                      <a:pt x="8" y="266"/>
                      <a:pt x="16" y="268"/>
                      <a:pt x="25" y="267"/>
                    </a:cubicBezTo>
                    <a:cubicBezTo>
                      <a:pt x="27" y="270"/>
                      <a:pt x="30" y="271"/>
                      <a:pt x="33" y="271"/>
                    </a:cubicBezTo>
                    <a:cubicBezTo>
                      <a:pt x="39" y="271"/>
                      <a:pt x="44" y="267"/>
                      <a:pt x="44" y="261"/>
                    </a:cubicBezTo>
                    <a:cubicBezTo>
                      <a:pt x="44" y="255"/>
                      <a:pt x="39" y="250"/>
                      <a:pt x="33" y="250"/>
                    </a:cubicBezTo>
                    <a:cubicBezTo>
                      <a:pt x="28" y="250"/>
                      <a:pt x="23" y="254"/>
                      <a:pt x="23" y="260"/>
                    </a:cubicBezTo>
                    <a:cubicBezTo>
                      <a:pt x="15" y="261"/>
                      <a:pt x="7" y="257"/>
                      <a:pt x="0" y="254"/>
                    </a:cubicBezTo>
                    <a:cubicBezTo>
                      <a:pt x="0" y="205"/>
                      <a:pt x="0" y="205"/>
                      <a:pt x="0" y="205"/>
                    </a:cubicBezTo>
                    <a:cubicBezTo>
                      <a:pt x="5" y="205"/>
                      <a:pt x="10" y="208"/>
                      <a:pt x="14" y="211"/>
                    </a:cubicBezTo>
                    <a:cubicBezTo>
                      <a:pt x="15" y="213"/>
                      <a:pt x="22" y="207"/>
                      <a:pt x="23" y="207"/>
                    </a:cubicBezTo>
                    <a:cubicBezTo>
                      <a:pt x="24" y="211"/>
                      <a:pt x="29" y="215"/>
                      <a:pt x="33" y="215"/>
                    </a:cubicBezTo>
                    <a:cubicBezTo>
                      <a:pt x="39" y="215"/>
                      <a:pt x="44" y="210"/>
                      <a:pt x="44" y="204"/>
                    </a:cubicBezTo>
                    <a:cubicBezTo>
                      <a:pt x="44" y="198"/>
                      <a:pt x="39" y="193"/>
                      <a:pt x="33" y="193"/>
                    </a:cubicBezTo>
                    <a:cubicBezTo>
                      <a:pt x="29" y="193"/>
                      <a:pt x="26" y="195"/>
                      <a:pt x="24" y="199"/>
                    </a:cubicBezTo>
                    <a:cubicBezTo>
                      <a:pt x="21" y="199"/>
                      <a:pt x="5" y="197"/>
                      <a:pt x="0" y="197"/>
                    </a:cubicBezTo>
                    <a:cubicBezTo>
                      <a:pt x="0" y="157"/>
                      <a:pt x="0" y="157"/>
                      <a:pt x="0" y="157"/>
                    </a:cubicBezTo>
                    <a:cubicBezTo>
                      <a:pt x="4" y="158"/>
                      <a:pt x="9" y="158"/>
                      <a:pt x="13" y="157"/>
                    </a:cubicBezTo>
                    <a:cubicBezTo>
                      <a:pt x="17" y="156"/>
                      <a:pt x="21" y="155"/>
                      <a:pt x="24" y="153"/>
                    </a:cubicBezTo>
                    <a:cubicBezTo>
                      <a:pt x="26" y="156"/>
                      <a:pt x="30" y="158"/>
                      <a:pt x="33" y="158"/>
                    </a:cubicBezTo>
                    <a:cubicBezTo>
                      <a:pt x="39" y="158"/>
                      <a:pt x="44" y="153"/>
                      <a:pt x="44" y="147"/>
                    </a:cubicBezTo>
                    <a:cubicBezTo>
                      <a:pt x="44" y="141"/>
                      <a:pt x="39" y="136"/>
                      <a:pt x="33" y="136"/>
                    </a:cubicBezTo>
                    <a:cubicBezTo>
                      <a:pt x="28" y="136"/>
                      <a:pt x="24" y="140"/>
                      <a:pt x="23" y="144"/>
                    </a:cubicBezTo>
                    <a:cubicBezTo>
                      <a:pt x="15" y="144"/>
                      <a:pt x="7" y="145"/>
                      <a:pt x="0" y="147"/>
                    </a:cubicBezTo>
                    <a:cubicBezTo>
                      <a:pt x="0" y="102"/>
                      <a:pt x="0" y="102"/>
                      <a:pt x="0" y="102"/>
                    </a:cubicBezTo>
                    <a:cubicBezTo>
                      <a:pt x="5" y="102"/>
                      <a:pt x="10" y="101"/>
                      <a:pt x="15" y="100"/>
                    </a:cubicBezTo>
                    <a:cubicBezTo>
                      <a:pt x="18" y="99"/>
                      <a:pt x="21" y="97"/>
                      <a:pt x="25" y="96"/>
                    </a:cubicBezTo>
                    <a:cubicBezTo>
                      <a:pt x="27" y="99"/>
                      <a:pt x="30" y="101"/>
                      <a:pt x="33" y="101"/>
                    </a:cubicBezTo>
                    <a:cubicBezTo>
                      <a:pt x="39" y="101"/>
                      <a:pt x="44" y="96"/>
                      <a:pt x="44" y="90"/>
                    </a:cubicBezTo>
                    <a:cubicBezTo>
                      <a:pt x="44" y="84"/>
                      <a:pt x="39" y="79"/>
                      <a:pt x="33" y="79"/>
                    </a:cubicBezTo>
                    <a:cubicBezTo>
                      <a:pt x="30" y="79"/>
                      <a:pt x="27" y="81"/>
                      <a:pt x="25" y="83"/>
                    </a:cubicBezTo>
                    <a:cubicBezTo>
                      <a:pt x="20" y="82"/>
                      <a:pt x="15" y="82"/>
                      <a:pt x="10" y="82"/>
                    </a:cubicBezTo>
                    <a:cubicBezTo>
                      <a:pt x="7" y="83"/>
                      <a:pt x="3" y="83"/>
                      <a:pt x="0" y="84"/>
                    </a:cubicBezTo>
                    <a:cubicBezTo>
                      <a:pt x="0" y="33"/>
                      <a:pt x="0" y="33"/>
                      <a:pt x="0" y="33"/>
                    </a:cubicBezTo>
                    <a:cubicBezTo>
                      <a:pt x="0" y="33"/>
                      <a:pt x="1" y="33"/>
                      <a:pt x="2" y="34"/>
                    </a:cubicBezTo>
                    <a:cubicBezTo>
                      <a:pt x="9" y="37"/>
                      <a:pt x="17" y="38"/>
                      <a:pt x="25" y="39"/>
                    </a:cubicBezTo>
                    <a:cubicBezTo>
                      <a:pt x="26" y="42"/>
                      <a:pt x="30" y="44"/>
                      <a:pt x="33" y="44"/>
                    </a:cubicBezTo>
                    <a:cubicBezTo>
                      <a:pt x="39" y="44"/>
                      <a:pt x="44" y="39"/>
                      <a:pt x="44" y="33"/>
                    </a:cubicBezTo>
                    <a:cubicBezTo>
                      <a:pt x="44" y="27"/>
                      <a:pt x="39" y="22"/>
                      <a:pt x="33" y="22"/>
                    </a:cubicBezTo>
                    <a:cubicBezTo>
                      <a:pt x="28" y="22"/>
                      <a:pt x="24" y="26"/>
                      <a:pt x="23" y="31"/>
                    </a:cubicBezTo>
                    <a:cubicBezTo>
                      <a:pt x="16" y="30"/>
                      <a:pt x="10" y="29"/>
                      <a:pt x="4" y="26"/>
                    </a:cubicBezTo>
                    <a:cubicBezTo>
                      <a:pt x="2" y="26"/>
                      <a:pt x="1" y="25"/>
                      <a:pt x="0" y="24"/>
                    </a:cubicBezTo>
                    <a:cubicBezTo>
                      <a:pt x="0" y="0"/>
                      <a:pt x="0" y="0"/>
                      <a:pt x="0" y="0"/>
                    </a:cubicBezTo>
                    <a:cubicBezTo>
                      <a:pt x="601" y="0"/>
                      <a:pt x="601" y="0"/>
                      <a:pt x="601" y="0"/>
                    </a:cubicBezTo>
                    <a:cubicBezTo>
                      <a:pt x="601" y="2"/>
                      <a:pt x="601" y="4"/>
                      <a:pt x="601" y="5"/>
                    </a:cubicBezTo>
                    <a:cubicBezTo>
                      <a:pt x="602" y="6"/>
                      <a:pt x="604" y="7"/>
                      <a:pt x="605" y="8"/>
                    </a:cubicBezTo>
                    <a:cubicBezTo>
                      <a:pt x="609" y="12"/>
                      <a:pt x="607" y="15"/>
                      <a:pt x="607" y="19"/>
                    </a:cubicBezTo>
                    <a:close/>
                  </a:path>
                </a:pathLst>
              </a:custGeom>
              <a:solidFill>
                <a:schemeClr val="dk2"/>
              </a:solidFill>
              <a:ln>
                <a:noFill/>
              </a:ln>
              <a:effectLst>
                <a:outerShdw blurRad="57150" rotWithShape="0" algn="bl" dir="17700000" dist="19050">
                  <a:srgbClr val="000000">
                    <a:alpha val="2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3" name="Google Shape;953;p22"/>
              <p:cNvSpPr/>
              <p:nvPr/>
            </p:nvSpPr>
            <p:spPr>
              <a:xfrm rot="10321617">
                <a:off x="-1769630" y="3733807"/>
                <a:ext cx="2249341" cy="1547551"/>
              </a:xfrm>
              <a:custGeom>
                <a:rect b="b" l="l" r="r" t="t"/>
                <a:pathLst>
                  <a:path extrusionOk="0" h="326" w="473">
                    <a:moveTo>
                      <a:pt x="472" y="263"/>
                    </a:moveTo>
                    <a:cubicBezTo>
                      <a:pt x="472" y="262"/>
                      <a:pt x="473" y="262"/>
                      <a:pt x="473" y="261"/>
                    </a:cubicBezTo>
                    <a:cubicBezTo>
                      <a:pt x="447" y="261"/>
                      <a:pt x="447" y="261"/>
                      <a:pt x="447" y="261"/>
                    </a:cubicBezTo>
                    <a:cubicBezTo>
                      <a:pt x="447" y="226"/>
                      <a:pt x="447" y="226"/>
                      <a:pt x="447" y="226"/>
                    </a:cubicBezTo>
                    <a:cubicBezTo>
                      <a:pt x="469" y="226"/>
                      <a:pt x="469" y="226"/>
                      <a:pt x="469" y="226"/>
                    </a:cubicBezTo>
                    <a:cubicBezTo>
                      <a:pt x="469" y="225"/>
                      <a:pt x="469" y="225"/>
                      <a:pt x="468" y="224"/>
                    </a:cubicBezTo>
                    <a:cubicBezTo>
                      <a:pt x="447" y="224"/>
                      <a:pt x="447" y="224"/>
                      <a:pt x="447" y="224"/>
                    </a:cubicBezTo>
                    <a:cubicBezTo>
                      <a:pt x="447" y="189"/>
                      <a:pt x="447" y="189"/>
                      <a:pt x="447" y="189"/>
                    </a:cubicBezTo>
                    <a:cubicBezTo>
                      <a:pt x="469" y="189"/>
                      <a:pt x="469" y="189"/>
                      <a:pt x="469" y="189"/>
                    </a:cubicBezTo>
                    <a:cubicBezTo>
                      <a:pt x="470" y="189"/>
                      <a:pt x="470" y="188"/>
                      <a:pt x="470" y="188"/>
                    </a:cubicBezTo>
                    <a:cubicBezTo>
                      <a:pt x="470" y="188"/>
                      <a:pt x="470" y="187"/>
                      <a:pt x="470" y="187"/>
                    </a:cubicBezTo>
                    <a:cubicBezTo>
                      <a:pt x="447" y="187"/>
                      <a:pt x="447" y="187"/>
                      <a:pt x="447" y="187"/>
                    </a:cubicBezTo>
                    <a:cubicBezTo>
                      <a:pt x="447" y="152"/>
                      <a:pt x="447" y="152"/>
                      <a:pt x="447" y="152"/>
                    </a:cubicBezTo>
                    <a:cubicBezTo>
                      <a:pt x="473" y="152"/>
                      <a:pt x="473" y="152"/>
                      <a:pt x="473" y="152"/>
                    </a:cubicBezTo>
                    <a:cubicBezTo>
                      <a:pt x="472" y="151"/>
                      <a:pt x="472" y="151"/>
                      <a:pt x="472" y="150"/>
                    </a:cubicBezTo>
                    <a:cubicBezTo>
                      <a:pt x="447" y="150"/>
                      <a:pt x="447" y="150"/>
                      <a:pt x="447" y="150"/>
                    </a:cubicBezTo>
                    <a:cubicBezTo>
                      <a:pt x="447" y="115"/>
                      <a:pt x="447" y="115"/>
                      <a:pt x="447" y="115"/>
                    </a:cubicBezTo>
                    <a:cubicBezTo>
                      <a:pt x="468" y="115"/>
                      <a:pt x="468" y="115"/>
                      <a:pt x="468" y="115"/>
                    </a:cubicBezTo>
                    <a:cubicBezTo>
                      <a:pt x="468" y="115"/>
                      <a:pt x="468" y="114"/>
                      <a:pt x="468" y="113"/>
                    </a:cubicBezTo>
                    <a:cubicBezTo>
                      <a:pt x="447" y="113"/>
                      <a:pt x="447" y="113"/>
                      <a:pt x="447" y="113"/>
                    </a:cubicBezTo>
                    <a:cubicBezTo>
                      <a:pt x="447" y="78"/>
                      <a:pt x="447" y="78"/>
                      <a:pt x="447" y="78"/>
                    </a:cubicBezTo>
                    <a:cubicBezTo>
                      <a:pt x="469" y="78"/>
                      <a:pt x="469" y="78"/>
                      <a:pt x="469" y="78"/>
                    </a:cubicBezTo>
                    <a:cubicBezTo>
                      <a:pt x="468" y="78"/>
                      <a:pt x="467" y="77"/>
                      <a:pt x="467" y="76"/>
                    </a:cubicBezTo>
                    <a:cubicBezTo>
                      <a:pt x="447" y="76"/>
                      <a:pt x="447" y="76"/>
                      <a:pt x="447" y="76"/>
                    </a:cubicBezTo>
                    <a:cubicBezTo>
                      <a:pt x="447" y="41"/>
                      <a:pt x="447" y="41"/>
                      <a:pt x="447" y="41"/>
                    </a:cubicBezTo>
                    <a:cubicBezTo>
                      <a:pt x="467" y="41"/>
                      <a:pt x="467" y="41"/>
                      <a:pt x="467" y="41"/>
                    </a:cubicBezTo>
                    <a:cubicBezTo>
                      <a:pt x="468" y="41"/>
                      <a:pt x="468" y="40"/>
                      <a:pt x="468" y="39"/>
                    </a:cubicBezTo>
                    <a:cubicBezTo>
                      <a:pt x="447" y="39"/>
                      <a:pt x="447" y="39"/>
                      <a:pt x="447" y="39"/>
                    </a:cubicBezTo>
                    <a:cubicBezTo>
                      <a:pt x="447" y="1"/>
                      <a:pt x="447" y="1"/>
                      <a:pt x="447" y="1"/>
                    </a:cubicBezTo>
                    <a:cubicBezTo>
                      <a:pt x="447" y="1"/>
                      <a:pt x="447" y="0"/>
                      <a:pt x="447" y="0"/>
                    </a:cubicBezTo>
                    <a:cubicBezTo>
                      <a:pt x="445" y="0"/>
                      <a:pt x="445" y="0"/>
                      <a:pt x="445" y="0"/>
                    </a:cubicBezTo>
                    <a:cubicBezTo>
                      <a:pt x="445" y="0"/>
                      <a:pt x="445" y="1"/>
                      <a:pt x="445" y="1"/>
                    </a:cubicBezTo>
                    <a:cubicBezTo>
                      <a:pt x="445" y="39"/>
                      <a:pt x="445" y="39"/>
                      <a:pt x="445" y="39"/>
                    </a:cubicBezTo>
                    <a:cubicBezTo>
                      <a:pt x="408" y="39"/>
                      <a:pt x="408" y="39"/>
                      <a:pt x="408" y="39"/>
                    </a:cubicBezTo>
                    <a:cubicBezTo>
                      <a:pt x="408" y="1"/>
                      <a:pt x="408" y="1"/>
                      <a:pt x="408" y="1"/>
                    </a:cubicBezTo>
                    <a:cubicBezTo>
                      <a:pt x="408" y="1"/>
                      <a:pt x="407" y="0"/>
                      <a:pt x="407" y="0"/>
                    </a:cubicBezTo>
                    <a:cubicBezTo>
                      <a:pt x="406" y="0"/>
                      <a:pt x="406" y="0"/>
                      <a:pt x="406" y="0"/>
                    </a:cubicBezTo>
                    <a:cubicBezTo>
                      <a:pt x="406" y="0"/>
                      <a:pt x="406" y="1"/>
                      <a:pt x="406" y="1"/>
                    </a:cubicBezTo>
                    <a:cubicBezTo>
                      <a:pt x="406" y="39"/>
                      <a:pt x="406" y="39"/>
                      <a:pt x="406" y="39"/>
                    </a:cubicBezTo>
                    <a:cubicBezTo>
                      <a:pt x="371" y="39"/>
                      <a:pt x="371" y="39"/>
                      <a:pt x="371" y="39"/>
                    </a:cubicBezTo>
                    <a:cubicBezTo>
                      <a:pt x="371" y="1"/>
                      <a:pt x="371" y="1"/>
                      <a:pt x="371" y="1"/>
                    </a:cubicBezTo>
                    <a:cubicBezTo>
                      <a:pt x="371" y="1"/>
                      <a:pt x="371" y="0"/>
                      <a:pt x="370" y="0"/>
                    </a:cubicBezTo>
                    <a:cubicBezTo>
                      <a:pt x="369" y="0"/>
                      <a:pt x="369" y="0"/>
                      <a:pt x="369" y="0"/>
                    </a:cubicBezTo>
                    <a:cubicBezTo>
                      <a:pt x="369" y="0"/>
                      <a:pt x="369" y="1"/>
                      <a:pt x="369" y="1"/>
                    </a:cubicBezTo>
                    <a:cubicBezTo>
                      <a:pt x="369" y="39"/>
                      <a:pt x="369" y="39"/>
                      <a:pt x="369" y="39"/>
                    </a:cubicBezTo>
                    <a:cubicBezTo>
                      <a:pt x="334" y="39"/>
                      <a:pt x="334" y="39"/>
                      <a:pt x="334" y="39"/>
                    </a:cubicBezTo>
                    <a:cubicBezTo>
                      <a:pt x="334" y="1"/>
                      <a:pt x="334" y="1"/>
                      <a:pt x="334" y="1"/>
                    </a:cubicBezTo>
                    <a:cubicBezTo>
                      <a:pt x="334" y="1"/>
                      <a:pt x="334" y="0"/>
                      <a:pt x="334" y="0"/>
                    </a:cubicBezTo>
                    <a:cubicBezTo>
                      <a:pt x="332" y="0"/>
                      <a:pt x="332" y="0"/>
                      <a:pt x="332" y="0"/>
                    </a:cubicBezTo>
                    <a:cubicBezTo>
                      <a:pt x="332" y="0"/>
                      <a:pt x="332" y="1"/>
                      <a:pt x="332" y="1"/>
                    </a:cubicBezTo>
                    <a:cubicBezTo>
                      <a:pt x="332" y="39"/>
                      <a:pt x="332" y="39"/>
                      <a:pt x="332" y="39"/>
                    </a:cubicBezTo>
                    <a:cubicBezTo>
                      <a:pt x="297" y="39"/>
                      <a:pt x="297" y="39"/>
                      <a:pt x="297" y="39"/>
                    </a:cubicBezTo>
                    <a:cubicBezTo>
                      <a:pt x="297" y="1"/>
                      <a:pt x="297" y="1"/>
                      <a:pt x="297" y="1"/>
                    </a:cubicBezTo>
                    <a:cubicBezTo>
                      <a:pt x="297" y="1"/>
                      <a:pt x="297" y="0"/>
                      <a:pt x="297" y="0"/>
                    </a:cubicBezTo>
                    <a:cubicBezTo>
                      <a:pt x="295" y="0"/>
                      <a:pt x="295" y="0"/>
                      <a:pt x="295" y="0"/>
                    </a:cubicBezTo>
                    <a:cubicBezTo>
                      <a:pt x="295" y="0"/>
                      <a:pt x="295" y="1"/>
                      <a:pt x="295" y="1"/>
                    </a:cubicBezTo>
                    <a:cubicBezTo>
                      <a:pt x="295" y="39"/>
                      <a:pt x="295" y="39"/>
                      <a:pt x="295" y="39"/>
                    </a:cubicBezTo>
                    <a:cubicBezTo>
                      <a:pt x="260" y="39"/>
                      <a:pt x="260" y="39"/>
                      <a:pt x="260" y="39"/>
                    </a:cubicBezTo>
                    <a:cubicBezTo>
                      <a:pt x="260" y="1"/>
                      <a:pt x="260" y="1"/>
                      <a:pt x="260" y="1"/>
                    </a:cubicBezTo>
                    <a:cubicBezTo>
                      <a:pt x="260" y="1"/>
                      <a:pt x="260" y="0"/>
                      <a:pt x="260" y="0"/>
                    </a:cubicBezTo>
                    <a:cubicBezTo>
                      <a:pt x="258" y="0"/>
                      <a:pt x="258" y="0"/>
                      <a:pt x="258" y="0"/>
                    </a:cubicBezTo>
                    <a:cubicBezTo>
                      <a:pt x="258" y="0"/>
                      <a:pt x="258" y="1"/>
                      <a:pt x="258" y="1"/>
                    </a:cubicBezTo>
                    <a:cubicBezTo>
                      <a:pt x="258" y="39"/>
                      <a:pt x="258" y="39"/>
                      <a:pt x="258" y="39"/>
                    </a:cubicBezTo>
                    <a:cubicBezTo>
                      <a:pt x="223" y="39"/>
                      <a:pt x="223" y="39"/>
                      <a:pt x="223" y="39"/>
                    </a:cubicBezTo>
                    <a:cubicBezTo>
                      <a:pt x="223" y="1"/>
                      <a:pt x="223" y="1"/>
                      <a:pt x="223" y="1"/>
                    </a:cubicBezTo>
                    <a:cubicBezTo>
                      <a:pt x="223" y="1"/>
                      <a:pt x="223" y="0"/>
                      <a:pt x="223" y="0"/>
                    </a:cubicBezTo>
                    <a:cubicBezTo>
                      <a:pt x="221" y="0"/>
                      <a:pt x="221" y="0"/>
                      <a:pt x="221" y="0"/>
                    </a:cubicBezTo>
                    <a:cubicBezTo>
                      <a:pt x="221" y="0"/>
                      <a:pt x="221" y="1"/>
                      <a:pt x="221" y="1"/>
                    </a:cubicBezTo>
                    <a:cubicBezTo>
                      <a:pt x="221" y="39"/>
                      <a:pt x="221" y="39"/>
                      <a:pt x="221" y="39"/>
                    </a:cubicBezTo>
                    <a:cubicBezTo>
                      <a:pt x="186" y="39"/>
                      <a:pt x="186" y="39"/>
                      <a:pt x="186" y="39"/>
                    </a:cubicBezTo>
                    <a:cubicBezTo>
                      <a:pt x="186" y="1"/>
                      <a:pt x="186" y="1"/>
                      <a:pt x="186" y="1"/>
                    </a:cubicBezTo>
                    <a:cubicBezTo>
                      <a:pt x="186" y="1"/>
                      <a:pt x="186" y="0"/>
                      <a:pt x="186" y="0"/>
                    </a:cubicBezTo>
                    <a:cubicBezTo>
                      <a:pt x="184" y="0"/>
                      <a:pt x="184" y="0"/>
                      <a:pt x="184" y="0"/>
                    </a:cubicBezTo>
                    <a:cubicBezTo>
                      <a:pt x="184" y="0"/>
                      <a:pt x="184" y="1"/>
                      <a:pt x="184" y="1"/>
                    </a:cubicBezTo>
                    <a:cubicBezTo>
                      <a:pt x="184" y="39"/>
                      <a:pt x="184" y="39"/>
                      <a:pt x="184" y="39"/>
                    </a:cubicBezTo>
                    <a:cubicBezTo>
                      <a:pt x="149" y="39"/>
                      <a:pt x="149" y="39"/>
                      <a:pt x="149" y="39"/>
                    </a:cubicBezTo>
                    <a:cubicBezTo>
                      <a:pt x="149" y="1"/>
                      <a:pt x="149" y="1"/>
                      <a:pt x="149" y="1"/>
                    </a:cubicBezTo>
                    <a:cubicBezTo>
                      <a:pt x="149" y="1"/>
                      <a:pt x="149" y="0"/>
                      <a:pt x="149" y="0"/>
                    </a:cubicBezTo>
                    <a:cubicBezTo>
                      <a:pt x="147" y="0"/>
                      <a:pt x="147" y="0"/>
                      <a:pt x="147" y="0"/>
                    </a:cubicBezTo>
                    <a:cubicBezTo>
                      <a:pt x="147" y="0"/>
                      <a:pt x="147" y="1"/>
                      <a:pt x="147" y="1"/>
                    </a:cubicBezTo>
                    <a:cubicBezTo>
                      <a:pt x="147" y="39"/>
                      <a:pt x="147" y="39"/>
                      <a:pt x="147" y="39"/>
                    </a:cubicBezTo>
                    <a:cubicBezTo>
                      <a:pt x="112" y="39"/>
                      <a:pt x="112" y="39"/>
                      <a:pt x="112" y="39"/>
                    </a:cubicBezTo>
                    <a:cubicBezTo>
                      <a:pt x="112" y="1"/>
                      <a:pt x="112" y="1"/>
                      <a:pt x="112" y="1"/>
                    </a:cubicBezTo>
                    <a:cubicBezTo>
                      <a:pt x="112" y="1"/>
                      <a:pt x="112" y="0"/>
                      <a:pt x="112" y="0"/>
                    </a:cubicBezTo>
                    <a:cubicBezTo>
                      <a:pt x="111" y="0"/>
                      <a:pt x="111" y="0"/>
                      <a:pt x="111" y="0"/>
                    </a:cubicBezTo>
                    <a:cubicBezTo>
                      <a:pt x="110" y="0"/>
                      <a:pt x="110" y="1"/>
                      <a:pt x="110" y="1"/>
                    </a:cubicBezTo>
                    <a:cubicBezTo>
                      <a:pt x="110" y="39"/>
                      <a:pt x="110" y="39"/>
                      <a:pt x="110" y="39"/>
                    </a:cubicBezTo>
                    <a:cubicBezTo>
                      <a:pt x="75" y="39"/>
                      <a:pt x="75" y="39"/>
                      <a:pt x="75" y="39"/>
                    </a:cubicBezTo>
                    <a:cubicBezTo>
                      <a:pt x="75" y="1"/>
                      <a:pt x="75" y="1"/>
                      <a:pt x="75" y="1"/>
                    </a:cubicBezTo>
                    <a:cubicBezTo>
                      <a:pt x="75" y="1"/>
                      <a:pt x="75" y="0"/>
                      <a:pt x="75" y="0"/>
                    </a:cubicBezTo>
                    <a:cubicBezTo>
                      <a:pt x="74" y="0"/>
                      <a:pt x="74" y="0"/>
                      <a:pt x="74" y="0"/>
                    </a:cubicBezTo>
                    <a:cubicBezTo>
                      <a:pt x="74" y="0"/>
                      <a:pt x="73" y="1"/>
                      <a:pt x="73" y="1"/>
                    </a:cubicBezTo>
                    <a:cubicBezTo>
                      <a:pt x="73" y="39"/>
                      <a:pt x="73" y="39"/>
                      <a:pt x="73" y="39"/>
                    </a:cubicBezTo>
                    <a:cubicBezTo>
                      <a:pt x="39" y="39"/>
                      <a:pt x="39" y="39"/>
                      <a:pt x="39" y="39"/>
                    </a:cubicBezTo>
                    <a:cubicBezTo>
                      <a:pt x="39" y="1"/>
                      <a:pt x="39" y="1"/>
                      <a:pt x="39" y="1"/>
                    </a:cubicBezTo>
                    <a:cubicBezTo>
                      <a:pt x="39" y="1"/>
                      <a:pt x="38" y="0"/>
                      <a:pt x="38" y="0"/>
                    </a:cubicBezTo>
                    <a:cubicBezTo>
                      <a:pt x="37" y="0"/>
                      <a:pt x="37" y="0"/>
                      <a:pt x="37" y="0"/>
                    </a:cubicBezTo>
                    <a:cubicBezTo>
                      <a:pt x="37" y="0"/>
                      <a:pt x="37" y="1"/>
                      <a:pt x="37" y="1"/>
                    </a:cubicBezTo>
                    <a:cubicBezTo>
                      <a:pt x="37" y="39"/>
                      <a:pt x="37" y="39"/>
                      <a:pt x="37" y="39"/>
                    </a:cubicBezTo>
                    <a:cubicBezTo>
                      <a:pt x="2" y="39"/>
                      <a:pt x="2" y="39"/>
                      <a:pt x="2" y="39"/>
                    </a:cubicBezTo>
                    <a:cubicBezTo>
                      <a:pt x="2" y="1"/>
                      <a:pt x="2" y="1"/>
                      <a:pt x="2" y="1"/>
                    </a:cubicBezTo>
                    <a:cubicBezTo>
                      <a:pt x="2" y="1"/>
                      <a:pt x="1" y="0"/>
                      <a:pt x="1" y="0"/>
                    </a:cubicBezTo>
                    <a:cubicBezTo>
                      <a:pt x="0" y="0"/>
                      <a:pt x="0" y="0"/>
                      <a:pt x="0" y="0"/>
                    </a:cubicBezTo>
                    <a:cubicBezTo>
                      <a:pt x="0" y="0"/>
                      <a:pt x="0" y="1"/>
                      <a:pt x="0" y="1"/>
                    </a:cubicBezTo>
                    <a:cubicBezTo>
                      <a:pt x="0" y="317"/>
                      <a:pt x="0" y="317"/>
                      <a:pt x="0" y="317"/>
                    </a:cubicBezTo>
                    <a:cubicBezTo>
                      <a:pt x="0" y="317"/>
                      <a:pt x="0" y="317"/>
                      <a:pt x="1" y="317"/>
                    </a:cubicBezTo>
                    <a:cubicBezTo>
                      <a:pt x="1" y="317"/>
                      <a:pt x="1" y="317"/>
                      <a:pt x="2" y="317"/>
                    </a:cubicBezTo>
                    <a:cubicBezTo>
                      <a:pt x="2" y="300"/>
                      <a:pt x="2" y="300"/>
                      <a:pt x="2" y="300"/>
                    </a:cubicBezTo>
                    <a:cubicBezTo>
                      <a:pt x="37" y="300"/>
                      <a:pt x="37" y="300"/>
                      <a:pt x="37" y="300"/>
                    </a:cubicBezTo>
                    <a:cubicBezTo>
                      <a:pt x="37" y="319"/>
                      <a:pt x="37" y="319"/>
                      <a:pt x="37" y="319"/>
                    </a:cubicBezTo>
                    <a:cubicBezTo>
                      <a:pt x="37" y="319"/>
                      <a:pt x="38" y="318"/>
                      <a:pt x="39" y="318"/>
                    </a:cubicBezTo>
                    <a:cubicBezTo>
                      <a:pt x="39" y="300"/>
                      <a:pt x="39" y="300"/>
                      <a:pt x="39" y="300"/>
                    </a:cubicBezTo>
                    <a:cubicBezTo>
                      <a:pt x="73" y="300"/>
                      <a:pt x="73" y="300"/>
                      <a:pt x="73" y="300"/>
                    </a:cubicBezTo>
                    <a:cubicBezTo>
                      <a:pt x="73" y="320"/>
                      <a:pt x="73" y="320"/>
                      <a:pt x="73" y="320"/>
                    </a:cubicBezTo>
                    <a:cubicBezTo>
                      <a:pt x="74" y="320"/>
                      <a:pt x="75" y="320"/>
                      <a:pt x="75" y="321"/>
                    </a:cubicBezTo>
                    <a:cubicBezTo>
                      <a:pt x="75" y="300"/>
                      <a:pt x="75" y="300"/>
                      <a:pt x="75" y="300"/>
                    </a:cubicBezTo>
                    <a:cubicBezTo>
                      <a:pt x="110" y="300"/>
                      <a:pt x="110" y="300"/>
                      <a:pt x="110" y="300"/>
                    </a:cubicBezTo>
                    <a:cubicBezTo>
                      <a:pt x="110" y="321"/>
                      <a:pt x="110" y="321"/>
                      <a:pt x="110" y="321"/>
                    </a:cubicBezTo>
                    <a:cubicBezTo>
                      <a:pt x="111" y="321"/>
                      <a:pt x="112" y="322"/>
                      <a:pt x="112" y="322"/>
                    </a:cubicBezTo>
                    <a:cubicBezTo>
                      <a:pt x="112" y="300"/>
                      <a:pt x="112" y="300"/>
                      <a:pt x="112" y="300"/>
                    </a:cubicBezTo>
                    <a:cubicBezTo>
                      <a:pt x="147" y="300"/>
                      <a:pt x="147" y="300"/>
                      <a:pt x="147" y="300"/>
                    </a:cubicBezTo>
                    <a:cubicBezTo>
                      <a:pt x="147" y="320"/>
                      <a:pt x="147" y="320"/>
                      <a:pt x="147" y="320"/>
                    </a:cubicBezTo>
                    <a:cubicBezTo>
                      <a:pt x="148" y="320"/>
                      <a:pt x="148" y="320"/>
                      <a:pt x="149" y="320"/>
                    </a:cubicBezTo>
                    <a:cubicBezTo>
                      <a:pt x="149" y="320"/>
                      <a:pt x="149" y="320"/>
                      <a:pt x="149" y="320"/>
                    </a:cubicBezTo>
                    <a:cubicBezTo>
                      <a:pt x="149" y="300"/>
                      <a:pt x="149" y="300"/>
                      <a:pt x="149" y="300"/>
                    </a:cubicBezTo>
                    <a:cubicBezTo>
                      <a:pt x="184" y="300"/>
                      <a:pt x="184" y="300"/>
                      <a:pt x="184" y="300"/>
                    </a:cubicBezTo>
                    <a:cubicBezTo>
                      <a:pt x="184" y="320"/>
                      <a:pt x="184" y="320"/>
                      <a:pt x="184" y="320"/>
                    </a:cubicBezTo>
                    <a:cubicBezTo>
                      <a:pt x="185" y="320"/>
                      <a:pt x="185" y="320"/>
                      <a:pt x="186" y="320"/>
                    </a:cubicBezTo>
                    <a:cubicBezTo>
                      <a:pt x="186" y="300"/>
                      <a:pt x="186" y="300"/>
                      <a:pt x="186" y="300"/>
                    </a:cubicBezTo>
                    <a:cubicBezTo>
                      <a:pt x="221" y="300"/>
                      <a:pt x="221" y="300"/>
                      <a:pt x="221" y="300"/>
                    </a:cubicBezTo>
                    <a:cubicBezTo>
                      <a:pt x="221" y="321"/>
                      <a:pt x="221" y="321"/>
                      <a:pt x="221" y="321"/>
                    </a:cubicBezTo>
                    <a:cubicBezTo>
                      <a:pt x="222" y="321"/>
                      <a:pt x="222" y="320"/>
                      <a:pt x="223" y="320"/>
                    </a:cubicBezTo>
                    <a:cubicBezTo>
                      <a:pt x="223" y="300"/>
                      <a:pt x="223" y="300"/>
                      <a:pt x="223" y="300"/>
                    </a:cubicBezTo>
                    <a:cubicBezTo>
                      <a:pt x="258" y="300"/>
                      <a:pt x="258" y="300"/>
                      <a:pt x="258" y="300"/>
                    </a:cubicBezTo>
                    <a:cubicBezTo>
                      <a:pt x="258" y="315"/>
                      <a:pt x="258" y="315"/>
                      <a:pt x="258" y="315"/>
                    </a:cubicBezTo>
                    <a:cubicBezTo>
                      <a:pt x="259" y="315"/>
                      <a:pt x="259" y="315"/>
                      <a:pt x="260" y="316"/>
                    </a:cubicBezTo>
                    <a:cubicBezTo>
                      <a:pt x="260" y="300"/>
                      <a:pt x="260" y="300"/>
                      <a:pt x="260" y="300"/>
                    </a:cubicBezTo>
                    <a:cubicBezTo>
                      <a:pt x="295" y="300"/>
                      <a:pt x="295" y="300"/>
                      <a:pt x="295" y="300"/>
                    </a:cubicBezTo>
                    <a:cubicBezTo>
                      <a:pt x="295" y="324"/>
                      <a:pt x="295" y="324"/>
                      <a:pt x="295" y="324"/>
                    </a:cubicBezTo>
                    <a:cubicBezTo>
                      <a:pt x="296" y="324"/>
                      <a:pt x="296" y="324"/>
                      <a:pt x="297" y="324"/>
                    </a:cubicBezTo>
                    <a:cubicBezTo>
                      <a:pt x="297" y="300"/>
                      <a:pt x="297" y="300"/>
                      <a:pt x="297" y="300"/>
                    </a:cubicBezTo>
                    <a:cubicBezTo>
                      <a:pt x="332" y="300"/>
                      <a:pt x="332" y="300"/>
                      <a:pt x="332" y="300"/>
                    </a:cubicBezTo>
                    <a:cubicBezTo>
                      <a:pt x="332" y="326"/>
                      <a:pt x="332" y="326"/>
                      <a:pt x="332" y="326"/>
                    </a:cubicBezTo>
                    <a:cubicBezTo>
                      <a:pt x="332" y="325"/>
                      <a:pt x="333" y="325"/>
                      <a:pt x="334" y="325"/>
                    </a:cubicBezTo>
                    <a:cubicBezTo>
                      <a:pt x="334" y="300"/>
                      <a:pt x="334" y="300"/>
                      <a:pt x="334" y="300"/>
                    </a:cubicBezTo>
                    <a:cubicBezTo>
                      <a:pt x="369" y="300"/>
                      <a:pt x="369" y="300"/>
                      <a:pt x="369" y="300"/>
                    </a:cubicBezTo>
                    <a:cubicBezTo>
                      <a:pt x="369" y="326"/>
                      <a:pt x="369" y="326"/>
                      <a:pt x="369" y="326"/>
                    </a:cubicBezTo>
                    <a:cubicBezTo>
                      <a:pt x="369" y="326"/>
                      <a:pt x="369" y="326"/>
                      <a:pt x="369" y="326"/>
                    </a:cubicBezTo>
                    <a:cubicBezTo>
                      <a:pt x="370" y="326"/>
                      <a:pt x="370" y="326"/>
                      <a:pt x="371" y="325"/>
                    </a:cubicBezTo>
                    <a:cubicBezTo>
                      <a:pt x="371" y="300"/>
                      <a:pt x="371" y="300"/>
                      <a:pt x="371" y="300"/>
                    </a:cubicBezTo>
                    <a:cubicBezTo>
                      <a:pt x="406" y="300"/>
                      <a:pt x="406" y="300"/>
                      <a:pt x="406" y="300"/>
                    </a:cubicBezTo>
                    <a:cubicBezTo>
                      <a:pt x="406" y="322"/>
                      <a:pt x="406" y="322"/>
                      <a:pt x="406" y="322"/>
                    </a:cubicBezTo>
                    <a:cubicBezTo>
                      <a:pt x="406" y="322"/>
                      <a:pt x="407" y="322"/>
                      <a:pt x="408" y="322"/>
                    </a:cubicBezTo>
                    <a:cubicBezTo>
                      <a:pt x="408" y="300"/>
                      <a:pt x="408" y="300"/>
                      <a:pt x="408" y="300"/>
                    </a:cubicBezTo>
                    <a:cubicBezTo>
                      <a:pt x="445" y="300"/>
                      <a:pt x="445" y="300"/>
                      <a:pt x="445" y="300"/>
                    </a:cubicBezTo>
                    <a:cubicBezTo>
                      <a:pt x="445" y="324"/>
                      <a:pt x="445" y="324"/>
                      <a:pt x="445" y="324"/>
                    </a:cubicBezTo>
                    <a:cubicBezTo>
                      <a:pt x="445" y="324"/>
                      <a:pt x="445" y="324"/>
                      <a:pt x="445" y="324"/>
                    </a:cubicBezTo>
                    <a:cubicBezTo>
                      <a:pt x="446" y="324"/>
                      <a:pt x="446" y="324"/>
                      <a:pt x="447" y="324"/>
                    </a:cubicBezTo>
                    <a:cubicBezTo>
                      <a:pt x="447" y="300"/>
                      <a:pt x="447" y="300"/>
                      <a:pt x="447" y="300"/>
                    </a:cubicBezTo>
                    <a:cubicBezTo>
                      <a:pt x="464" y="300"/>
                      <a:pt x="464" y="300"/>
                      <a:pt x="464" y="300"/>
                    </a:cubicBezTo>
                    <a:cubicBezTo>
                      <a:pt x="464" y="299"/>
                      <a:pt x="465" y="298"/>
                      <a:pt x="465" y="298"/>
                    </a:cubicBezTo>
                    <a:cubicBezTo>
                      <a:pt x="447" y="298"/>
                      <a:pt x="447" y="298"/>
                      <a:pt x="447" y="298"/>
                    </a:cubicBezTo>
                    <a:cubicBezTo>
                      <a:pt x="447" y="263"/>
                      <a:pt x="447" y="263"/>
                      <a:pt x="447" y="263"/>
                    </a:cubicBezTo>
                    <a:lnTo>
                      <a:pt x="472" y="263"/>
                    </a:lnTo>
                    <a:close/>
                    <a:moveTo>
                      <a:pt x="37" y="298"/>
                    </a:moveTo>
                    <a:cubicBezTo>
                      <a:pt x="2" y="298"/>
                      <a:pt x="2" y="298"/>
                      <a:pt x="2" y="298"/>
                    </a:cubicBezTo>
                    <a:cubicBezTo>
                      <a:pt x="2" y="263"/>
                      <a:pt x="2" y="263"/>
                      <a:pt x="2" y="263"/>
                    </a:cubicBezTo>
                    <a:cubicBezTo>
                      <a:pt x="37" y="263"/>
                      <a:pt x="37" y="263"/>
                      <a:pt x="37" y="263"/>
                    </a:cubicBezTo>
                    <a:lnTo>
                      <a:pt x="37" y="298"/>
                    </a:lnTo>
                    <a:close/>
                    <a:moveTo>
                      <a:pt x="37" y="261"/>
                    </a:moveTo>
                    <a:cubicBezTo>
                      <a:pt x="2" y="261"/>
                      <a:pt x="2" y="261"/>
                      <a:pt x="2" y="261"/>
                    </a:cubicBezTo>
                    <a:cubicBezTo>
                      <a:pt x="2" y="226"/>
                      <a:pt x="2" y="226"/>
                      <a:pt x="2" y="226"/>
                    </a:cubicBezTo>
                    <a:cubicBezTo>
                      <a:pt x="37" y="226"/>
                      <a:pt x="37" y="226"/>
                      <a:pt x="37" y="226"/>
                    </a:cubicBezTo>
                    <a:lnTo>
                      <a:pt x="37" y="261"/>
                    </a:lnTo>
                    <a:close/>
                    <a:moveTo>
                      <a:pt x="37" y="224"/>
                    </a:moveTo>
                    <a:cubicBezTo>
                      <a:pt x="2" y="224"/>
                      <a:pt x="2" y="224"/>
                      <a:pt x="2" y="224"/>
                    </a:cubicBezTo>
                    <a:cubicBezTo>
                      <a:pt x="2" y="189"/>
                      <a:pt x="2" y="189"/>
                      <a:pt x="2" y="189"/>
                    </a:cubicBezTo>
                    <a:cubicBezTo>
                      <a:pt x="37" y="189"/>
                      <a:pt x="37" y="189"/>
                      <a:pt x="37" y="189"/>
                    </a:cubicBezTo>
                    <a:lnTo>
                      <a:pt x="37" y="224"/>
                    </a:lnTo>
                    <a:close/>
                    <a:moveTo>
                      <a:pt x="37" y="187"/>
                    </a:moveTo>
                    <a:cubicBezTo>
                      <a:pt x="2" y="187"/>
                      <a:pt x="2" y="187"/>
                      <a:pt x="2" y="187"/>
                    </a:cubicBezTo>
                    <a:cubicBezTo>
                      <a:pt x="2" y="152"/>
                      <a:pt x="2" y="152"/>
                      <a:pt x="2" y="152"/>
                    </a:cubicBezTo>
                    <a:cubicBezTo>
                      <a:pt x="37" y="152"/>
                      <a:pt x="37" y="152"/>
                      <a:pt x="37" y="152"/>
                    </a:cubicBezTo>
                    <a:lnTo>
                      <a:pt x="37" y="187"/>
                    </a:lnTo>
                    <a:close/>
                    <a:moveTo>
                      <a:pt x="37" y="150"/>
                    </a:moveTo>
                    <a:cubicBezTo>
                      <a:pt x="2" y="150"/>
                      <a:pt x="2" y="150"/>
                      <a:pt x="2" y="150"/>
                    </a:cubicBezTo>
                    <a:cubicBezTo>
                      <a:pt x="2" y="115"/>
                      <a:pt x="2" y="115"/>
                      <a:pt x="2" y="115"/>
                    </a:cubicBezTo>
                    <a:cubicBezTo>
                      <a:pt x="37" y="115"/>
                      <a:pt x="37" y="115"/>
                      <a:pt x="37" y="115"/>
                    </a:cubicBezTo>
                    <a:lnTo>
                      <a:pt x="37" y="150"/>
                    </a:lnTo>
                    <a:close/>
                    <a:moveTo>
                      <a:pt x="37" y="113"/>
                    </a:moveTo>
                    <a:cubicBezTo>
                      <a:pt x="2" y="113"/>
                      <a:pt x="2" y="113"/>
                      <a:pt x="2" y="113"/>
                    </a:cubicBezTo>
                    <a:cubicBezTo>
                      <a:pt x="2" y="78"/>
                      <a:pt x="2" y="78"/>
                      <a:pt x="2" y="78"/>
                    </a:cubicBezTo>
                    <a:cubicBezTo>
                      <a:pt x="37" y="78"/>
                      <a:pt x="37" y="78"/>
                      <a:pt x="37" y="78"/>
                    </a:cubicBezTo>
                    <a:lnTo>
                      <a:pt x="37" y="113"/>
                    </a:lnTo>
                    <a:close/>
                    <a:moveTo>
                      <a:pt x="37" y="76"/>
                    </a:moveTo>
                    <a:cubicBezTo>
                      <a:pt x="2" y="76"/>
                      <a:pt x="2" y="76"/>
                      <a:pt x="2" y="76"/>
                    </a:cubicBezTo>
                    <a:cubicBezTo>
                      <a:pt x="2" y="41"/>
                      <a:pt x="2" y="41"/>
                      <a:pt x="2" y="41"/>
                    </a:cubicBezTo>
                    <a:cubicBezTo>
                      <a:pt x="37" y="41"/>
                      <a:pt x="37" y="41"/>
                      <a:pt x="37" y="41"/>
                    </a:cubicBezTo>
                    <a:lnTo>
                      <a:pt x="37" y="76"/>
                    </a:lnTo>
                    <a:close/>
                    <a:moveTo>
                      <a:pt x="73" y="298"/>
                    </a:moveTo>
                    <a:cubicBezTo>
                      <a:pt x="39" y="298"/>
                      <a:pt x="39" y="298"/>
                      <a:pt x="39" y="298"/>
                    </a:cubicBezTo>
                    <a:cubicBezTo>
                      <a:pt x="39" y="263"/>
                      <a:pt x="39" y="263"/>
                      <a:pt x="39" y="263"/>
                    </a:cubicBezTo>
                    <a:cubicBezTo>
                      <a:pt x="73" y="263"/>
                      <a:pt x="73" y="263"/>
                      <a:pt x="73" y="263"/>
                    </a:cubicBezTo>
                    <a:lnTo>
                      <a:pt x="73" y="298"/>
                    </a:lnTo>
                    <a:close/>
                    <a:moveTo>
                      <a:pt x="73" y="261"/>
                    </a:moveTo>
                    <a:cubicBezTo>
                      <a:pt x="39" y="261"/>
                      <a:pt x="39" y="261"/>
                      <a:pt x="39" y="261"/>
                    </a:cubicBezTo>
                    <a:cubicBezTo>
                      <a:pt x="39" y="226"/>
                      <a:pt x="39" y="226"/>
                      <a:pt x="39" y="226"/>
                    </a:cubicBezTo>
                    <a:cubicBezTo>
                      <a:pt x="73" y="226"/>
                      <a:pt x="73" y="226"/>
                      <a:pt x="73" y="226"/>
                    </a:cubicBezTo>
                    <a:lnTo>
                      <a:pt x="73" y="261"/>
                    </a:lnTo>
                    <a:close/>
                    <a:moveTo>
                      <a:pt x="73" y="224"/>
                    </a:moveTo>
                    <a:cubicBezTo>
                      <a:pt x="39" y="224"/>
                      <a:pt x="39" y="224"/>
                      <a:pt x="39" y="224"/>
                    </a:cubicBezTo>
                    <a:cubicBezTo>
                      <a:pt x="39" y="189"/>
                      <a:pt x="39" y="189"/>
                      <a:pt x="39" y="189"/>
                    </a:cubicBezTo>
                    <a:cubicBezTo>
                      <a:pt x="73" y="189"/>
                      <a:pt x="73" y="189"/>
                      <a:pt x="73" y="189"/>
                    </a:cubicBezTo>
                    <a:lnTo>
                      <a:pt x="73" y="224"/>
                    </a:lnTo>
                    <a:close/>
                    <a:moveTo>
                      <a:pt x="73" y="187"/>
                    </a:moveTo>
                    <a:cubicBezTo>
                      <a:pt x="39" y="187"/>
                      <a:pt x="39" y="187"/>
                      <a:pt x="39" y="187"/>
                    </a:cubicBezTo>
                    <a:cubicBezTo>
                      <a:pt x="39" y="152"/>
                      <a:pt x="39" y="152"/>
                      <a:pt x="39" y="152"/>
                    </a:cubicBezTo>
                    <a:cubicBezTo>
                      <a:pt x="73" y="152"/>
                      <a:pt x="73" y="152"/>
                      <a:pt x="73" y="152"/>
                    </a:cubicBezTo>
                    <a:lnTo>
                      <a:pt x="73" y="187"/>
                    </a:lnTo>
                    <a:close/>
                    <a:moveTo>
                      <a:pt x="73" y="150"/>
                    </a:moveTo>
                    <a:cubicBezTo>
                      <a:pt x="39" y="150"/>
                      <a:pt x="39" y="150"/>
                      <a:pt x="39" y="150"/>
                    </a:cubicBezTo>
                    <a:cubicBezTo>
                      <a:pt x="39" y="115"/>
                      <a:pt x="39" y="115"/>
                      <a:pt x="39" y="115"/>
                    </a:cubicBezTo>
                    <a:cubicBezTo>
                      <a:pt x="73" y="115"/>
                      <a:pt x="73" y="115"/>
                      <a:pt x="73" y="115"/>
                    </a:cubicBezTo>
                    <a:lnTo>
                      <a:pt x="73" y="150"/>
                    </a:lnTo>
                    <a:close/>
                    <a:moveTo>
                      <a:pt x="73" y="113"/>
                    </a:moveTo>
                    <a:cubicBezTo>
                      <a:pt x="39" y="113"/>
                      <a:pt x="39" y="113"/>
                      <a:pt x="39" y="113"/>
                    </a:cubicBezTo>
                    <a:cubicBezTo>
                      <a:pt x="39" y="78"/>
                      <a:pt x="39" y="78"/>
                      <a:pt x="39" y="78"/>
                    </a:cubicBezTo>
                    <a:cubicBezTo>
                      <a:pt x="73" y="78"/>
                      <a:pt x="73" y="78"/>
                      <a:pt x="73" y="78"/>
                    </a:cubicBezTo>
                    <a:lnTo>
                      <a:pt x="73" y="113"/>
                    </a:lnTo>
                    <a:close/>
                    <a:moveTo>
                      <a:pt x="73" y="76"/>
                    </a:moveTo>
                    <a:cubicBezTo>
                      <a:pt x="39" y="76"/>
                      <a:pt x="39" y="76"/>
                      <a:pt x="39" y="76"/>
                    </a:cubicBezTo>
                    <a:cubicBezTo>
                      <a:pt x="39" y="41"/>
                      <a:pt x="39" y="41"/>
                      <a:pt x="39" y="41"/>
                    </a:cubicBezTo>
                    <a:cubicBezTo>
                      <a:pt x="73" y="41"/>
                      <a:pt x="73" y="41"/>
                      <a:pt x="73" y="41"/>
                    </a:cubicBezTo>
                    <a:lnTo>
                      <a:pt x="73" y="76"/>
                    </a:lnTo>
                    <a:close/>
                    <a:moveTo>
                      <a:pt x="110" y="298"/>
                    </a:moveTo>
                    <a:cubicBezTo>
                      <a:pt x="75" y="298"/>
                      <a:pt x="75" y="298"/>
                      <a:pt x="75" y="298"/>
                    </a:cubicBezTo>
                    <a:cubicBezTo>
                      <a:pt x="75" y="263"/>
                      <a:pt x="75" y="263"/>
                      <a:pt x="75" y="263"/>
                    </a:cubicBezTo>
                    <a:cubicBezTo>
                      <a:pt x="110" y="263"/>
                      <a:pt x="110" y="263"/>
                      <a:pt x="110" y="263"/>
                    </a:cubicBezTo>
                    <a:lnTo>
                      <a:pt x="110" y="298"/>
                    </a:lnTo>
                    <a:close/>
                    <a:moveTo>
                      <a:pt x="110" y="261"/>
                    </a:moveTo>
                    <a:cubicBezTo>
                      <a:pt x="75" y="261"/>
                      <a:pt x="75" y="261"/>
                      <a:pt x="75" y="261"/>
                    </a:cubicBezTo>
                    <a:cubicBezTo>
                      <a:pt x="75" y="226"/>
                      <a:pt x="75" y="226"/>
                      <a:pt x="75" y="226"/>
                    </a:cubicBezTo>
                    <a:cubicBezTo>
                      <a:pt x="110" y="226"/>
                      <a:pt x="110" y="226"/>
                      <a:pt x="110" y="226"/>
                    </a:cubicBezTo>
                    <a:lnTo>
                      <a:pt x="110" y="261"/>
                    </a:lnTo>
                    <a:close/>
                    <a:moveTo>
                      <a:pt x="110" y="224"/>
                    </a:moveTo>
                    <a:cubicBezTo>
                      <a:pt x="75" y="224"/>
                      <a:pt x="75" y="224"/>
                      <a:pt x="75" y="224"/>
                    </a:cubicBezTo>
                    <a:cubicBezTo>
                      <a:pt x="75" y="189"/>
                      <a:pt x="75" y="189"/>
                      <a:pt x="75" y="189"/>
                    </a:cubicBezTo>
                    <a:cubicBezTo>
                      <a:pt x="110" y="189"/>
                      <a:pt x="110" y="189"/>
                      <a:pt x="110" y="189"/>
                    </a:cubicBezTo>
                    <a:lnTo>
                      <a:pt x="110" y="224"/>
                    </a:lnTo>
                    <a:close/>
                    <a:moveTo>
                      <a:pt x="110" y="187"/>
                    </a:moveTo>
                    <a:cubicBezTo>
                      <a:pt x="75" y="187"/>
                      <a:pt x="75" y="187"/>
                      <a:pt x="75" y="187"/>
                    </a:cubicBezTo>
                    <a:cubicBezTo>
                      <a:pt x="75" y="152"/>
                      <a:pt x="75" y="152"/>
                      <a:pt x="75" y="152"/>
                    </a:cubicBezTo>
                    <a:cubicBezTo>
                      <a:pt x="110" y="152"/>
                      <a:pt x="110" y="152"/>
                      <a:pt x="110" y="152"/>
                    </a:cubicBezTo>
                    <a:lnTo>
                      <a:pt x="110" y="187"/>
                    </a:lnTo>
                    <a:close/>
                    <a:moveTo>
                      <a:pt x="110" y="150"/>
                    </a:moveTo>
                    <a:cubicBezTo>
                      <a:pt x="75" y="150"/>
                      <a:pt x="75" y="150"/>
                      <a:pt x="75" y="150"/>
                    </a:cubicBezTo>
                    <a:cubicBezTo>
                      <a:pt x="75" y="115"/>
                      <a:pt x="75" y="115"/>
                      <a:pt x="75" y="115"/>
                    </a:cubicBezTo>
                    <a:cubicBezTo>
                      <a:pt x="110" y="115"/>
                      <a:pt x="110" y="115"/>
                      <a:pt x="110" y="115"/>
                    </a:cubicBezTo>
                    <a:lnTo>
                      <a:pt x="110" y="150"/>
                    </a:lnTo>
                    <a:close/>
                    <a:moveTo>
                      <a:pt x="110" y="113"/>
                    </a:moveTo>
                    <a:cubicBezTo>
                      <a:pt x="75" y="113"/>
                      <a:pt x="75" y="113"/>
                      <a:pt x="75" y="113"/>
                    </a:cubicBezTo>
                    <a:cubicBezTo>
                      <a:pt x="75" y="78"/>
                      <a:pt x="75" y="78"/>
                      <a:pt x="75" y="78"/>
                    </a:cubicBezTo>
                    <a:cubicBezTo>
                      <a:pt x="110" y="78"/>
                      <a:pt x="110" y="78"/>
                      <a:pt x="110" y="78"/>
                    </a:cubicBezTo>
                    <a:lnTo>
                      <a:pt x="110" y="113"/>
                    </a:lnTo>
                    <a:close/>
                    <a:moveTo>
                      <a:pt x="110" y="76"/>
                    </a:moveTo>
                    <a:cubicBezTo>
                      <a:pt x="75" y="76"/>
                      <a:pt x="75" y="76"/>
                      <a:pt x="75" y="76"/>
                    </a:cubicBezTo>
                    <a:cubicBezTo>
                      <a:pt x="75" y="41"/>
                      <a:pt x="75" y="41"/>
                      <a:pt x="75" y="41"/>
                    </a:cubicBezTo>
                    <a:cubicBezTo>
                      <a:pt x="110" y="41"/>
                      <a:pt x="110" y="41"/>
                      <a:pt x="110" y="41"/>
                    </a:cubicBezTo>
                    <a:lnTo>
                      <a:pt x="110" y="76"/>
                    </a:lnTo>
                    <a:close/>
                    <a:moveTo>
                      <a:pt x="147" y="298"/>
                    </a:moveTo>
                    <a:cubicBezTo>
                      <a:pt x="112" y="298"/>
                      <a:pt x="112" y="298"/>
                      <a:pt x="112" y="298"/>
                    </a:cubicBezTo>
                    <a:cubicBezTo>
                      <a:pt x="112" y="263"/>
                      <a:pt x="112" y="263"/>
                      <a:pt x="112" y="263"/>
                    </a:cubicBezTo>
                    <a:cubicBezTo>
                      <a:pt x="147" y="263"/>
                      <a:pt x="147" y="263"/>
                      <a:pt x="147" y="263"/>
                    </a:cubicBezTo>
                    <a:lnTo>
                      <a:pt x="147" y="298"/>
                    </a:lnTo>
                    <a:close/>
                    <a:moveTo>
                      <a:pt x="147" y="261"/>
                    </a:moveTo>
                    <a:cubicBezTo>
                      <a:pt x="112" y="261"/>
                      <a:pt x="112" y="261"/>
                      <a:pt x="112" y="261"/>
                    </a:cubicBezTo>
                    <a:cubicBezTo>
                      <a:pt x="112" y="226"/>
                      <a:pt x="112" y="226"/>
                      <a:pt x="112" y="226"/>
                    </a:cubicBezTo>
                    <a:cubicBezTo>
                      <a:pt x="147" y="226"/>
                      <a:pt x="147" y="226"/>
                      <a:pt x="147" y="226"/>
                    </a:cubicBezTo>
                    <a:lnTo>
                      <a:pt x="147" y="261"/>
                    </a:lnTo>
                    <a:close/>
                    <a:moveTo>
                      <a:pt x="147" y="224"/>
                    </a:moveTo>
                    <a:cubicBezTo>
                      <a:pt x="112" y="224"/>
                      <a:pt x="112" y="224"/>
                      <a:pt x="112" y="224"/>
                    </a:cubicBezTo>
                    <a:cubicBezTo>
                      <a:pt x="112" y="189"/>
                      <a:pt x="112" y="189"/>
                      <a:pt x="112" y="189"/>
                    </a:cubicBezTo>
                    <a:cubicBezTo>
                      <a:pt x="147" y="189"/>
                      <a:pt x="147" y="189"/>
                      <a:pt x="147" y="189"/>
                    </a:cubicBezTo>
                    <a:lnTo>
                      <a:pt x="147" y="224"/>
                    </a:lnTo>
                    <a:close/>
                    <a:moveTo>
                      <a:pt x="147" y="187"/>
                    </a:moveTo>
                    <a:cubicBezTo>
                      <a:pt x="112" y="187"/>
                      <a:pt x="112" y="187"/>
                      <a:pt x="112" y="187"/>
                    </a:cubicBezTo>
                    <a:cubicBezTo>
                      <a:pt x="112" y="152"/>
                      <a:pt x="112" y="152"/>
                      <a:pt x="112" y="152"/>
                    </a:cubicBezTo>
                    <a:cubicBezTo>
                      <a:pt x="147" y="152"/>
                      <a:pt x="147" y="152"/>
                      <a:pt x="147" y="152"/>
                    </a:cubicBezTo>
                    <a:lnTo>
                      <a:pt x="147" y="187"/>
                    </a:lnTo>
                    <a:close/>
                    <a:moveTo>
                      <a:pt x="147" y="150"/>
                    </a:moveTo>
                    <a:cubicBezTo>
                      <a:pt x="112" y="150"/>
                      <a:pt x="112" y="150"/>
                      <a:pt x="112" y="150"/>
                    </a:cubicBezTo>
                    <a:cubicBezTo>
                      <a:pt x="112" y="115"/>
                      <a:pt x="112" y="115"/>
                      <a:pt x="112" y="115"/>
                    </a:cubicBezTo>
                    <a:cubicBezTo>
                      <a:pt x="147" y="115"/>
                      <a:pt x="147" y="115"/>
                      <a:pt x="147" y="115"/>
                    </a:cubicBezTo>
                    <a:lnTo>
                      <a:pt x="147" y="150"/>
                    </a:lnTo>
                    <a:close/>
                    <a:moveTo>
                      <a:pt x="147" y="113"/>
                    </a:moveTo>
                    <a:cubicBezTo>
                      <a:pt x="112" y="113"/>
                      <a:pt x="112" y="113"/>
                      <a:pt x="112" y="113"/>
                    </a:cubicBezTo>
                    <a:cubicBezTo>
                      <a:pt x="112" y="78"/>
                      <a:pt x="112" y="78"/>
                      <a:pt x="112" y="78"/>
                    </a:cubicBezTo>
                    <a:cubicBezTo>
                      <a:pt x="147" y="78"/>
                      <a:pt x="147" y="78"/>
                      <a:pt x="147" y="78"/>
                    </a:cubicBezTo>
                    <a:lnTo>
                      <a:pt x="147" y="113"/>
                    </a:lnTo>
                    <a:close/>
                    <a:moveTo>
                      <a:pt x="147" y="76"/>
                    </a:moveTo>
                    <a:cubicBezTo>
                      <a:pt x="112" y="76"/>
                      <a:pt x="112" y="76"/>
                      <a:pt x="112" y="76"/>
                    </a:cubicBezTo>
                    <a:cubicBezTo>
                      <a:pt x="112" y="41"/>
                      <a:pt x="112" y="41"/>
                      <a:pt x="112" y="41"/>
                    </a:cubicBezTo>
                    <a:cubicBezTo>
                      <a:pt x="147" y="41"/>
                      <a:pt x="147" y="41"/>
                      <a:pt x="147" y="41"/>
                    </a:cubicBezTo>
                    <a:lnTo>
                      <a:pt x="147" y="76"/>
                    </a:lnTo>
                    <a:close/>
                    <a:moveTo>
                      <a:pt x="184" y="298"/>
                    </a:moveTo>
                    <a:cubicBezTo>
                      <a:pt x="149" y="298"/>
                      <a:pt x="149" y="298"/>
                      <a:pt x="149" y="298"/>
                    </a:cubicBezTo>
                    <a:cubicBezTo>
                      <a:pt x="149" y="263"/>
                      <a:pt x="149" y="263"/>
                      <a:pt x="149" y="263"/>
                    </a:cubicBezTo>
                    <a:cubicBezTo>
                      <a:pt x="184" y="263"/>
                      <a:pt x="184" y="263"/>
                      <a:pt x="184" y="263"/>
                    </a:cubicBezTo>
                    <a:lnTo>
                      <a:pt x="184" y="298"/>
                    </a:lnTo>
                    <a:close/>
                    <a:moveTo>
                      <a:pt x="184" y="261"/>
                    </a:moveTo>
                    <a:cubicBezTo>
                      <a:pt x="149" y="261"/>
                      <a:pt x="149" y="261"/>
                      <a:pt x="149" y="261"/>
                    </a:cubicBezTo>
                    <a:cubicBezTo>
                      <a:pt x="149" y="226"/>
                      <a:pt x="149" y="226"/>
                      <a:pt x="149" y="226"/>
                    </a:cubicBezTo>
                    <a:cubicBezTo>
                      <a:pt x="184" y="226"/>
                      <a:pt x="184" y="226"/>
                      <a:pt x="184" y="226"/>
                    </a:cubicBezTo>
                    <a:lnTo>
                      <a:pt x="184" y="261"/>
                    </a:lnTo>
                    <a:close/>
                    <a:moveTo>
                      <a:pt x="184" y="224"/>
                    </a:moveTo>
                    <a:cubicBezTo>
                      <a:pt x="149" y="224"/>
                      <a:pt x="149" y="224"/>
                      <a:pt x="149" y="224"/>
                    </a:cubicBezTo>
                    <a:cubicBezTo>
                      <a:pt x="149" y="189"/>
                      <a:pt x="149" y="189"/>
                      <a:pt x="149" y="189"/>
                    </a:cubicBezTo>
                    <a:cubicBezTo>
                      <a:pt x="184" y="189"/>
                      <a:pt x="184" y="189"/>
                      <a:pt x="184" y="189"/>
                    </a:cubicBezTo>
                    <a:lnTo>
                      <a:pt x="184" y="224"/>
                    </a:lnTo>
                    <a:close/>
                    <a:moveTo>
                      <a:pt x="184" y="187"/>
                    </a:moveTo>
                    <a:cubicBezTo>
                      <a:pt x="149" y="187"/>
                      <a:pt x="149" y="187"/>
                      <a:pt x="149" y="187"/>
                    </a:cubicBezTo>
                    <a:cubicBezTo>
                      <a:pt x="149" y="152"/>
                      <a:pt x="149" y="152"/>
                      <a:pt x="149" y="152"/>
                    </a:cubicBezTo>
                    <a:cubicBezTo>
                      <a:pt x="184" y="152"/>
                      <a:pt x="184" y="152"/>
                      <a:pt x="184" y="152"/>
                    </a:cubicBezTo>
                    <a:lnTo>
                      <a:pt x="184" y="187"/>
                    </a:lnTo>
                    <a:close/>
                    <a:moveTo>
                      <a:pt x="184" y="150"/>
                    </a:moveTo>
                    <a:cubicBezTo>
                      <a:pt x="149" y="150"/>
                      <a:pt x="149" y="150"/>
                      <a:pt x="149" y="150"/>
                    </a:cubicBezTo>
                    <a:cubicBezTo>
                      <a:pt x="149" y="115"/>
                      <a:pt x="149" y="115"/>
                      <a:pt x="149" y="115"/>
                    </a:cubicBezTo>
                    <a:cubicBezTo>
                      <a:pt x="184" y="115"/>
                      <a:pt x="184" y="115"/>
                      <a:pt x="184" y="115"/>
                    </a:cubicBezTo>
                    <a:lnTo>
                      <a:pt x="184" y="150"/>
                    </a:lnTo>
                    <a:close/>
                    <a:moveTo>
                      <a:pt x="184" y="113"/>
                    </a:moveTo>
                    <a:cubicBezTo>
                      <a:pt x="149" y="113"/>
                      <a:pt x="149" y="113"/>
                      <a:pt x="149" y="113"/>
                    </a:cubicBezTo>
                    <a:cubicBezTo>
                      <a:pt x="149" y="78"/>
                      <a:pt x="149" y="78"/>
                      <a:pt x="149" y="78"/>
                    </a:cubicBezTo>
                    <a:cubicBezTo>
                      <a:pt x="184" y="78"/>
                      <a:pt x="184" y="78"/>
                      <a:pt x="184" y="78"/>
                    </a:cubicBezTo>
                    <a:lnTo>
                      <a:pt x="184" y="113"/>
                    </a:lnTo>
                    <a:close/>
                    <a:moveTo>
                      <a:pt x="184" y="76"/>
                    </a:moveTo>
                    <a:cubicBezTo>
                      <a:pt x="149" y="76"/>
                      <a:pt x="149" y="76"/>
                      <a:pt x="149" y="76"/>
                    </a:cubicBezTo>
                    <a:cubicBezTo>
                      <a:pt x="149" y="41"/>
                      <a:pt x="149" y="41"/>
                      <a:pt x="149" y="41"/>
                    </a:cubicBezTo>
                    <a:cubicBezTo>
                      <a:pt x="184" y="41"/>
                      <a:pt x="184" y="41"/>
                      <a:pt x="184" y="41"/>
                    </a:cubicBezTo>
                    <a:lnTo>
                      <a:pt x="184" y="76"/>
                    </a:lnTo>
                    <a:close/>
                    <a:moveTo>
                      <a:pt x="221" y="298"/>
                    </a:moveTo>
                    <a:cubicBezTo>
                      <a:pt x="186" y="298"/>
                      <a:pt x="186" y="298"/>
                      <a:pt x="186" y="298"/>
                    </a:cubicBezTo>
                    <a:cubicBezTo>
                      <a:pt x="186" y="263"/>
                      <a:pt x="186" y="263"/>
                      <a:pt x="186" y="263"/>
                    </a:cubicBezTo>
                    <a:cubicBezTo>
                      <a:pt x="221" y="263"/>
                      <a:pt x="221" y="263"/>
                      <a:pt x="221" y="263"/>
                    </a:cubicBezTo>
                    <a:lnTo>
                      <a:pt x="221" y="298"/>
                    </a:lnTo>
                    <a:close/>
                    <a:moveTo>
                      <a:pt x="221" y="261"/>
                    </a:moveTo>
                    <a:cubicBezTo>
                      <a:pt x="186" y="261"/>
                      <a:pt x="186" y="261"/>
                      <a:pt x="186" y="261"/>
                    </a:cubicBezTo>
                    <a:cubicBezTo>
                      <a:pt x="186" y="226"/>
                      <a:pt x="186" y="226"/>
                      <a:pt x="186" y="226"/>
                    </a:cubicBezTo>
                    <a:cubicBezTo>
                      <a:pt x="221" y="226"/>
                      <a:pt x="221" y="226"/>
                      <a:pt x="221" y="226"/>
                    </a:cubicBezTo>
                    <a:lnTo>
                      <a:pt x="221" y="261"/>
                    </a:lnTo>
                    <a:close/>
                    <a:moveTo>
                      <a:pt x="221" y="224"/>
                    </a:moveTo>
                    <a:cubicBezTo>
                      <a:pt x="186" y="224"/>
                      <a:pt x="186" y="224"/>
                      <a:pt x="186" y="224"/>
                    </a:cubicBezTo>
                    <a:cubicBezTo>
                      <a:pt x="186" y="189"/>
                      <a:pt x="186" y="189"/>
                      <a:pt x="186" y="189"/>
                    </a:cubicBezTo>
                    <a:cubicBezTo>
                      <a:pt x="221" y="189"/>
                      <a:pt x="221" y="189"/>
                      <a:pt x="221" y="189"/>
                    </a:cubicBezTo>
                    <a:lnTo>
                      <a:pt x="221" y="224"/>
                    </a:lnTo>
                    <a:close/>
                    <a:moveTo>
                      <a:pt x="221" y="187"/>
                    </a:moveTo>
                    <a:cubicBezTo>
                      <a:pt x="186" y="187"/>
                      <a:pt x="186" y="187"/>
                      <a:pt x="186" y="187"/>
                    </a:cubicBezTo>
                    <a:cubicBezTo>
                      <a:pt x="186" y="152"/>
                      <a:pt x="186" y="152"/>
                      <a:pt x="186" y="152"/>
                    </a:cubicBezTo>
                    <a:cubicBezTo>
                      <a:pt x="221" y="152"/>
                      <a:pt x="221" y="152"/>
                      <a:pt x="221" y="152"/>
                    </a:cubicBezTo>
                    <a:lnTo>
                      <a:pt x="221" y="187"/>
                    </a:lnTo>
                    <a:close/>
                    <a:moveTo>
                      <a:pt x="221" y="150"/>
                    </a:moveTo>
                    <a:cubicBezTo>
                      <a:pt x="186" y="150"/>
                      <a:pt x="186" y="150"/>
                      <a:pt x="186" y="150"/>
                    </a:cubicBezTo>
                    <a:cubicBezTo>
                      <a:pt x="186" y="115"/>
                      <a:pt x="186" y="115"/>
                      <a:pt x="186" y="115"/>
                    </a:cubicBezTo>
                    <a:cubicBezTo>
                      <a:pt x="221" y="115"/>
                      <a:pt x="221" y="115"/>
                      <a:pt x="221" y="115"/>
                    </a:cubicBezTo>
                    <a:lnTo>
                      <a:pt x="221" y="150"/>
                    </a:lnTo>
                    <a:close/>
                    <a:moveTo>
                      <a:pt x="221" y="113"/>
                    </a:moveTo>
                    <a:cubicBezTo>
                      <a:pt x="186" y="113"/>
                      <a:pt x="186" y="113"/>
                      <a:pt x="186" y="113"/>
                    </a:cubicBezTo>
                    <a:cubicBezTo>
                      <a:pt x="186" y="78"/>
                      <a:pt x="186" y="78"/>
                      <a:pt x="186" y="78"/>
                    </a:cubicBezTo>
                    <a:cubicBezTo>
                      <a:pt x="221" y="78"/>
                      <a:pt x="221" y="78"/>
                      <a:pt x="221" y="78"/>
                    </a:cubicBezTo>
                    <a:lnTo>
                      <a:pt x="221" y="113"/>
                    </a:lnTo>
                    <a:close/>
                    <a:moveTo>
                      <a:pt x="221" y="76"/>
                    </a:moveTo>
                    <a:cubicBezTo>
                      <a:pt x="186" y="76"/>
                      <a:pt x="186" y="76"/>
                      <a:pt x="186" y="76"/>
                    </a:cubicBezTo>
                    <a:cubicBezTo>
                      <a:pt x="186" y="41"/>
                      <a:pt x="186" y="41"/>
                      <a:pt x="186" y="41"/>
                    </a:cubicBezTo>
                    <a:cubicBezTo>
                      <a:pt x="221" y="41"/>
                      <a:pt x="221" y="41"/>
                      <a:pt x="221" y="41"/>
                    </a:cubicBezTo>
                    <a:lnTo>
                      <a:pt x="221" y="76"/>
                    </a:lnTo>
                    <a:close/>
                    <a:moveTo>
                      <a:pt x="258" y="298"/>
                    </a:moveTo>
                    <a:cubicBezTo>
                      <a:pt x="223" y="298"/>
                      <a:pt x="223" y="298"/>
                      <a:pt x="223" y="298"/>
                    </a:cubicBezTo>
                    <a:cubicBezTo>
                      <a:pt x="223" y="263"/>
                      <a:pt x="223" y="263"/>
                      <a:pt x="223" y="263"/>
                    </a:cubicBezTo>
                    <a:cubicBezTo>
                      <a:pt x="258" y="263"/>
                      <a:pt x="258" y="263"/>
                      <a:pt x="258" y="263"/>
                    </a:cubicBezTo>
                    <a:lnTo>
                      <a:pt x="258" y="298"/>
                    </a:lnTo>
                    <a:close/>
                    <a:moveTo>
                      <a:pt x="258" y="261"/>
                    </a:moveTo>
                    <a:cubicBezTo>
                      <a:pt x="223" y="261"/>
                      <a:pt x="223" y="261"/>
                      <a:pt x="223" y="261"/>
                    </a:cubicBezTo>
                    <a:cubicBezTo>
                      <a:pt x="223" y="226"/>
                      <a:pt x="223" y="226"/>
                      <a:pt x="223" y="226"/>
                    </a:cubicBezTo>
                    <a:cubicBezTo>
                      <a:pt x="258" y="226"/>
                      <a:pt x="258" y="226"/>
                      <a:pt x="258" y="226"/>
                    </a:cubicBezTo>
                    <a:lnTo>
                      <a:pt x="258" y="261"/>
                    </a:lnTo>
                    <a:close/>
                    <a:moveTo>
                      <a:pt x="258" y="224"/>
                    </a:moveTo>
                    <a:cubicBezTo>
                      <a:pt x="223" y="224"/>
                      <a:pt x="223" y="224"/>
                      <a:pt x="223" y="224"/>
                    </a:cubicBezTo>
                    <a:cubicBezTo>
                      <a:pt x="223" y="189"/>
                      <a:pt x="223" y="189"/>
                      <a:pt x="223" y="189"/>
                    </a:cubicBezTo>
                    <a:cubicBezTo>
                      <a:pt x="258" y="189"/>
                      <a:pt x="258" y="189"/>
                      <a:pt x="258" y="189"/>
                    </a:cubicBezTo>
                    <a:lnTo>
                      <a:pt x="258" y="224"/>
                    </a:lnTo>
                    <a:close/>
                    <a:moveTo>
                      <a:pt x="258" y="187"/>
                    </a:moveTo>
                    <a:cubicBezTo>
                      <a:pt x="223" y="187"/>
                      <a:pt x="223" y="187"/>
                      <a:pt x="223" y="187"/>
                    </a:cubicBezTo>
                    <a:cubicBezTo>
                      <a:pt x="223" y="152"/>
                      <a:pt x="223" y="152"/>
                      <a:pt x="223" y="152"/>
                    </a:cubicBezTo>
                    <a:cubicBezTo>
                      <a:pt x="258" y="152"/>
                      <a:pt x="258" y="152"/>
                      <a:pt x="258" y="152"/>
                    </a:cubicBezTo>
                    <a:lnTo>
                      <a:pt x="258" y="187"/>
                    </a:lnTo>
                    <a:close/>
                    <a:moveTo>
                      <a:pt x="258" y="150"/>
                    </a:moveTo>
                    <a:cubicBezTo>
                      <a:pt x="223" y="150"/>
                      <a:pt x="223" y="150"/>
                      <a:pt x="223" y="150"/>
                    </a:cubicBezTo>
                    <a:cubicBezTo>
                      <a:pt x="223" y="115"/>
                      <a:pt x="223" y="115"/>
                      <a:pt x="223" y="115"/>
                    </a:cubicBezTo>
                    <a:cubicBezTo>
                      <a:pt x="258" y="115"/>
                      <a:pt x="258" y="115"/>
                      <a:pt x="258" y="115"/>
                    </a:cubicBezTo>
                    <a:lnTo>
                      <a:pt x="258" y="150"/>
                    </a:lnTo>
                    <a:close/>
                    <a:moveTo>
                      <a:pt x="258" y="113"/>
                    </a:moveTo>
                    <a:cubicBezTo>
                      <a:pt x="223" y="113"/>
                      <a:pt x="223" y="113"/>
                      <a:pt x="223" y="113"/>
                    </a:cubicBezTo>
                    <a:cubicBezTo>
                      <a:pt x="223" y="78"/>
                      <a:pt x="223" y="78"/>
                      <a:pt x="223" y="78"/>
                    </a:cubicBezTo>
                    <a:cubicBezTo>
                      <a:pt x="258" y="78"/>
                      <a:pt x="258" y="78"/>
                      <a:pt x="258" y="78"/>
                    </a:cubicBezTo>
                    <a:lnTo>
                      <a:pt x="258" y="113"/>
                    </a:lnTo>
                    <a:close/>
                    <a:moveTo>
                      <a:pt x="258" y="76"/>
                    </a:moveTo>
                    <a:cubicBezTo>
                      <a:pt x="223" y="76"/>
                      <a:pt x="223" y="76"/>
                      <a:pt x="223" y="76"/>
                    </a:cubicBezTo>
                    <a:cubicBezTo>
                      <a:pt x="223" y="41"/>
                      <a:pt x="223" y="41"/>
                      <a:pt x="223" y="41"/>
                    </a:cubicBezTo>
                    <a:cubicBezTo>
                      <a:pt x="258" y="41"/>
                      <a:pt x="258" y="41"/>
                      <a:pt x="258" y="41"/>
                    </a:cubicBezTo>
                    <a:lnTo>
                      <a:pt x="258" y="76"/>
                    </a:lnTo>
                    <a:close/>
                    <a:moveTo>
                      <a:pt x="295" y="298"/>
                    </a:moveTo>
                    <a:cubicBezTo>
                      <a:pt x="260" y="298"/>
                      <a:pt x="260" y="298"/>
                      <a:pt x="260" y="298"/>
                    </a:cubicBezTo>
                    <a:cubicBezTo>
                      <a:pt x="260" y="263"/>
                      <a:pt x="260" y="263"/>
                      <a:pt x="260" y="263"/>
                    </a:cubicBezTo>
                    <a:cubicBezTo>
                      <a:pt x="295" y="263"/>
                      <a:pt x="295" y="263"/>
                      <a:pt x="295" y="263"/>
                    </a:cubicBezTo>
                    <a:lnTo>
                      <a:pt x="295" y="298"/>
                    </a:lnTo>
                    <a:close/>
                    <a:moveTo>
                      <a:pt x="295" y="261"/>
                    </a:moveTo>
                    <a:cubicBezTo>
                      <a:pt x="260" y="261"/>
                      <a:pt x="260" y="261"/>
                      <a:pt x="260" y="261"/>
                    </a:cubicBezTo>
                    <a:cubicBezTo>
                      <a:pt x="260" y="226"/>
                      <a:pt x="260" y="226"/>
                      <a:pt x="260" y="226"/>
                    </a:cubicBezTo>
                    <a:cubicBezTo>
                      <a:pt x="295" y="226"/>
                      <a:pt x="295" y="226"/>
                      <a:pt x="295" y="226"/>
                    </a:cubicBezTo>
                    <a:lnTo>
                      <a:pt x="295" y="261"/>
                    </a:lnTo>
                    <a:close/>
                    <a:moveTo>
                      <a:pt x="295" y="224"/>
                    </a:moveTo>
                    <a:cubicBezTo>
                      <a:pt x="260" y="224"/>
                      <a:pt x="260" y="224"/>
                      <a:pt x="260" y="224"/>
                    </a:cubicBezTo>
                    <a:cubicBezTo>
                      <a:pt x="260" y="189"/>
                      <a:pt x="260" y="189"/>
                      <a:pt x="260" y="189"/>
                    </a:cubicBezTo>
                    <a:cubicBezTo>
                      <a:pt x="295" y="189"/>
                      <a:pt x="295" y="189"/>
                      <a:pt x="295" y="189"/>
                    </a:cubicBezTo>
                    <a:lnTo>
                      <a:pt x="295" y="224"/>
                    </a:lnTo>
                    <a:close/>
                    <a:moveTo>
                      <a:pt x="295" y="187"/>
                    </a:moveTo>
                    <a:cubicBezTo>
                      <a:pt x="260" y="187"/>
                      <a:pt x="260" y="187"/>
                      <a:pt x="260" y="187"/>
                    </a:cubicBezTo>
                    <a:cubicBezTo>
                      <a:pt x="260" y="152"/>
                      <a:pt x="260" y="152"/>
                      <a:pt x="260" y="152"/>
                    </a:cubicBezTo>
                    <a:cubicBezTo>
                      <a:pt x="295" y="152"/>
                      <a:pt x="295" y="152"/>
                      <a:pt x="295" y="152"/>
                    </a:cubicBezTo>
                    <a:lnTo>
                      <a:pt x="295" y="187"/>
                    </a:lnTo>
                    <a:close/>
                    <a:moveTo>
                      <a:pt x="295" y="150"/>
                    </a:moveTo>
                    <a:cubicBezTo>
                      <a:pt x="260" y="150"/>
                      <a:pt x="260" y="150"/>
                      <a:pt x="260" y="150"/>
                    </a:cubicBezTo>
                    <a:cubicBezTo>
                      <a:pt x="260" y="115"/>
                      <a:pt x="260" y="115"/>
                      <a:pt x="260" y="115"/>
                    </a:cubicBezTo>
                    <a:cubicBezTo>
                      <a:pt x="295" y="115"/>
                      <a:pt x="295" y="115"/>
                      <a:pt x="295" y="115"/>
                    </a:cubicBezTo>
                    <a:lnTo>
                      <a:pt x="295" y="150"/>
                    </a:lnTo>
                    <a:close/>
                    <a:moveTo>
                      <a:pt x="295" y="113"/>
                    </a:moveTo>
                    <a:cubicBezTo>
                      <a:pt x="260" y="113"/>
                      <a:pt x="260" y="113"/>
                      <a:pt x="260" y="113"/>
                    </a:cubicBezTo>
                    <a:cubicBezTo>
                      <a:pt x="260" y="78"/>
                      <a:pt x="260" y="78"/>
                      <a:pt x="260" y="78"/>
                    </a:cubicBezTo>
                    <a:cubicBezTo>
                      <a:pt x="295" y="78"/>
                      <a:pt x="295" y="78"/>
                      <a:pt x="295" y="78"/>
                    </a:cubicBezTo>
                    <a:lnTo>
                      <a:pt x="295" y="113"/>
                    </a:lnTo>
                    <a:close/>
                    <a:moveTo>
                      <a:pt x="295" y="76"/>
                    </a:moveTo>
                    <a:cubicBezTo>
                      <a:pt x="260" y="76"/>
                      <a:pt x="260" y="76"/>
                      <a:pt x="260" y="76"/>
                    </a:cubicBezTo>
                    <a:cubicBezTo>
                      <a:pt x="260" y="41"/>
                      <a:pt x="260" y="41"/>
                      <a:pt x="260" y="41"/>
                    </a:cubicBezTo>
                    <a:cubicBezTo>
                      <a:pt x="295" y="41"/>
                      <a:pt x="295" y="41"/>
                      <a:pt x="295" y="41"/>
                    </a:cubicBezTo>
                    <a:lnTo>
                      <a:pt x="295" y="76"/>
                    </a:lnTo>
                    <a:close/>
                    <a:moveTo>
                      <a:pt x="332" y="298"/>
                    </a:moveTo>
                    <a:cubicBezTo>
                      <a:pt x="297" y="298"/>
                      <a:pt x="297" y="298"/>
                      <a:pt x="297" y="298"/>
                    </a:cubicBezTo>
                    <a:cubicBezTo>
                      <a:pt x="297" y="263"/>
                      <a:pt x="297" y="263"/>
                      <a:pt x="297" y="263"/>
                    </a:cubicBezTo>
                    <a:cubicBezTo>
                      <a:pt x="332" y="263"/>
                      <a:pt x="332" y="263"/>
                      <a:pt x="332" y="263"/>
                    </a:cubicBezTo>
                    <a:lnTo>
                      <a:pt x="332" y="298"/>
                    </a:lnTo>
                    <a:close/>
                    <a:moveTo>
                      <a:pt x="332" y="261"/>
                    </a:moveTo>
                    <a:cubicBezTo>
                      <a:pt x="297" y="261"/>
                      <a:pt x="297" y="261"/>
                      <a:pt x="297" y="261"/>
                    </a:cubicBezTo>
                    <a:cubicBezTo>
                      <a:pt x="297" y="226"/>
                      <a:pt x="297" y="226"/>
                      <a:pt x="297" y="226"/>
                    </a:cubicBezTo>
                    <a:cubicBezTo>
                      <a:pt x="332" y="226"/>
                      <a:pt x="332" y="226"/>
                      <a:pt x="332" y="226"/>
                    </a:cubicBezTo>
                    <a:lnTo>
                      <a:pt x="332" y="261"/>
                    </a:lnTo>
                    <a:close/>
                    <a:moveTo>
                      <a:pt x="332" y="224"/>
                    </a:moveTo>
                    <a:cubicBezTo>
                      <a:pt x="297" y="224"/>
                      <a:pt x="297" y="224"/>
                      <a:pt x="297" y="224"/>
                    </a:cubicBezTo>
                    <a:cubicBezTo>
                      <a:pt x="297" y="189"/>
                      <a:pt x="297" y="189"/>
                      <a:pt x="297" y="189"/>
                    </a:cubicBezTo>
                    <a:cubicBezTo>
                      <a:pt x="332" y="189"/>
                      <a:pt x="332" y="189"/>
                      <a:pt x="332" y="189"/>
                    </a:cubicBezTo>
                    <a:lnTo>
                      <a:pt x="332" y="224"/>
                    </a:lnTo>
                    <a:close/>
                    <a:moveTo>
                      <a:pt x="332" y="187"/>
                    </a:moveTo>
                    <a:cubicBezTo>
                      <a:pt x="297" y="187"/>
                      <a:pt x="297" y="187"/>
                      <a:pt x="297" y="187"/>
                    </a:cubicBezTo>
                    <a:cubicBezTo>
                      <a:pt x="297" y="152"/>
                      <a:pt x="297" y="152"/>
                      <a:pt x="297" y="152"/>
                    </a:cubicBezTo>
                    <a:cubicBezTo>
                      <a:pt x="332" y="152"/>
                      <a:pt x="332" y="152"/>
                      <a:pt x="332" y="152"/>
                    </a:cubicBezTo>
                    <a:lnTo>
                      <a:pt x="332" y="187"/>
                    </a:lnTo>
                    <a:close/>
                    <a:moveTo>
                      <a:pt x="332" y="150"/>
                    </a:moveTo>
                    <a:cubicBezTo>
                      <a:pt x="297" y="150"/>
                      <a:pt x="297" y="150"/>
                      <a:pt x="297" y="150"/>
                    </a:cubicBezTo>
                    <a:cubicBezTo>
                      <a:pt x="297" y="115"/>
                      <a:pt x="297" y="115"/>
                      <a:pt x="297" y="115"/>
                    </a:cubicBezTo>
                    <a:cubicBezTo>
                      <a:pt x="332" y="115"/>
                      <a:pt x="332" y="115"/>
                      <a:pt x="332" y="115"/>
                    </a:cubicBezTo>
                    <a:lnTo>
                      <a:pt x="332" y="150"/>
                    </a:lnTo>
                    <a:close/>
                    <a:moveTo>
                      <a:pt x="332" y="113"/>
                    </a:moveTo>
                    <a:cubicBezTo>
                      <a:pt x="297" y="113"/>
                      <a:pt x="297" y="113"/>
                      <a:pt x="297" y="113"/>
                    </a:cubicBezTo>
                    <a:cubicBezTo>
                      <a:pt x="297" y="78"/>
                      <a:pt x="297" y="78"/>
                      <a:pt x="297" y="78"/>
                    </a:cubicBezTo>
                    <a:cubicBezTo>
                      <a:pt x="332" y="78"/>
                      <a:pt x="332" y="78"/>
                      <a:pt x="332" y="78"/>
                    </a:cubicBezTo>
                    <a:lnTo>
                      <a:pt x="332" y="113"/>
                    </a:lnTo>
                    <a:close/>
                    <a:moveTo>
                      <a:pt x="332" y="76"/>
                    </a:moveTo>
                    <a:cubicBezTo>
                      <a:pt x="297" y="76"/>
                      <a:pt x="297" y="76"/>
                      <a:pt x="297" y="76"/>
                    </a:cubicBezTo>
                    <a:cubicBezTo>
                      <a:pt x="297" y="41"/>
                      <a:pt x="297" y="41"/>
                      <a:pt x="297" y="41"/>
                    </a:cubicBezTo>
                    <a:cubicBezTo>
                      <a:pt x="332" y="41"/>
                      <a:pt x="332" y="41"/>
                      <a:pt x="332" y="41"/>
                    </a:cubicBezTo>
                    <a:lnTo>
                      <a:pt x="332" y="76"/>
                    </a:lnTo>
                    <a:close/>
                    <a:moveTo>
                      <a:pt x="369" y="298"/>
                    </a:moveTo>
                    <a:cubicBezTo>
                      <a:pt x="334" y="298"/>
                      <a:pt x="334" y="298"/>
                      <a:pt x="334" y="298"/>
                    </a:cubicBezTo>
                    <a:cubicBezTo>
                      <a:pt x="334" y="263"/>
                      <a:pt x="334" y="263"/>
                      <a:pt x="334" y="263"/>
                    </a:cubicBezTo>
                    <a:cubicBezTo>
                      <a:pt x="369" y="263"/>
                      <a:pt x="369" y="263"/>
                      <a:pt x="369" y="263"/>
                    </a:cubicBezTo>
                    <a:lnTo>
                      <a:pt x="369" y="298"/>
                    </a:lnTo>
                    <a:close/>
                    <a:moveTo>
                      <a:pt x="369" y="261"/>
                    </a:moveTo>
                    <a:cubicBezTo>
                      <a:pt x="334" y="261"/>
                      <a:pt x="334" y="261"/>
                      <a:pt x="334" y="261"/>
                    </a:cubicBezTo>
                    <a:cubicBezTo>
                      <a:pt x="334" y="226"/>
                      <a:pt x="334" y="226"/>
                      <a:pt x="334" y="226"/>
                    </a:cubicBezTo>
                    <a:cubicBezTo>
                      <a:pt x="369" y="226"/>
                      <a:pt x="369" y="226"/>
                      <a:pt x="369" y="226"/>
                    </a:cubicBezTo>
                    <a:lnTo>
                      <a:pt x="369" y="261"/>
                    </a:lnTo>
                    <a:close/>
                    <a:moveTo>
                      <a:pt x="369" y="224"/>
                    </a:moveTo>
                    <a:cubicBezTo>
                      <a:pt x="334" y="224"/>
                      <a:pt x="334" y="224"/>
                      <a:pt x="334" y="224"/>
                    </a:cubicBezTo>
                    <a:cubicBezTo>
                      <a:pt x="334" y="189"/>
                      <a:pt x="334" y="189"/>
                      <a:pt x="334" y="189"/>
                    </a:cubicBezTo>
                    <a:cubicBezTo>
                      <a:pt x="369" y="189"/>
                      <a:pt x="369" y="189"/>
                      <a:pt x="369" y="189"/>
                    </a:cubicBezTo>
                    <a:lnTo>
                      <a:pt x="369" y="224"/>
                    </a:lnTo>
                    <a:close/>
                    <a:moveTo>
                      <a:pt x="369" y="187"/>
                    </a:moveTo>
                    <a:cubicBezTo>
                      <a:pt x="334" y="187"/>
                      <a:pt x="334" y="187"/>
                      <a:pt x="334" y="187"/>
                    </a:cubicBezTo>
                    <a:cubicBezTo>
                      <a:pt x="334" y="152"/>
                      <a:pt x="334" y="152"/>
                      <a:pt x="334" y="152"/>
                    </a:cubicBezTo>
                    <a:cubicBezTo>
                      <a:pt x="369" y="152"/>
                      <a:pt x="369" y="152"/>
                      <a:pt x="369" y="152"/>
                    </a:cubicBezTo>
                    <a:lnTo>
                      <a:pt x="369" y="187"/>
                    </a:lnTo>
                    <a:close/>
                    <a:moveTo>
                      <a:pt x="369" y="150"/>
                    </a:moveTo>
                    <a:cubicBezTo>
                      <a:pt x="334" y="150"/>
                      <a:pt x="334" y="150"/>
                      <a:pt x="334" y="150"/>
                    </a:cubicBezTo>
                    <a:cubicBezTo>
                      <a:pt x="334" y="115"/>
                      <a:pt x="334" y="115"/>
                      <a:pt x="334" y="115"/>
                    </a:cubicBezTo>
                    <a:cubicBezTo>
                      <a:pt x="369" y="115"/>
                      <a:pt x="369" y="115"/>
                      <a:pt x="369" y="115"/>
                    </a:cubicBezTo>
                    <a:lnTo>
                      <a:pt x="369" y="150"/>
                    </a:lnTo>
                    <a:close/>
                    <a:moveTo>
                      <a:pt x="369" y="113"/>
                    </a:moveTo>
                    <a:cubicBezTo>
                      <a:pt x="334" y="113"/>
                      <a:pt x="334" y="113"/>
                      <a:pt x="334" y="113"/>
                    </a:cubicBezTo>
                    <a:cubicBezTo>
                      <a:pt x="334" y="78"/>
                      <a:pt x="334" y="78"/>
                      <a:pt x="334" y="78"/>
                    </a:cubicBezTo>
                    <a:cubicBezTo>
                      <a:pt x="369" y="78"/>
                      <a:pt x="369" y="78"/>
                      <a:pt x="369" y="78"/>
                    </a:cubicBezTo>
                    <a:lnTo>
                      <a:pt x="369" y="113"/>
                    </a:lnTo>
                    <a:close/>
                    <a:moveTo>
                      <a:pt x="369" y="76"/>
                    </a:moveTo>
                    <a:cubicBezTo>
                      <a:pt x="334" y="76"/>
                      <a:pt x="334" y="76"/>
                      <a:pt x="334" y="76"/>
                    </a:cubicBezTo>
                    <a:cubicBezTo>
                      <a:pt x="334" y="41"/>
                      <a:pt x="334" y="41"/>
                      <a:pt x="334" y="41"/>
                    </a:cubicBezTo>
                    <a:cubicBezTo>
                      <a:pt x="369" y="41"/>
                      <a:pt x="369" y="41"/>
                      <a:pt x="369" y="41"/>
                    </a:cubicBezTo>
                    <a:lnTo>
                      <a:pt x="369" y="76"/>
                    </a:lnTo>
                    <a:close/>
                    <a:moveTo>
                      <a:pt x="406" y="298"/>
                    </a:moveTo>
                    <a:cubicBezTo>
                      <a:pt x="371" y="298"/>
                      <a:pt x="371" y="298"/>
                      <a:pt x="371" y="298"/>
                    </a:cubicBezTo>
                    <a:cubicBezTo>
                      <a:pt x="371" y="263"/>
                      <a:pt x="371" y="263"/>
                      <a:pt x="371" y="263"/>
                    </a:cubicBezTo>
                    <a:cubicBezTo>
                      <a:pt x="406" y="263"/>
                      <a:pt x="406" y="263"/>
                      <a:pt x="406" y="263"/>
                    </a:cubicBezTo>
                    <a:lnTo>
                      <a:pt x="406" y="298"/>
                    </a:lnTo>
                    <a:close/>
                    <a:moveTo>
                      <a:pt x="406" y="261"/>
                    </a:moveTo>
                    <a:cubicBezTo>
                      <a:pt x="371" y="261"/>
                      <a:pt x="371" y="261"/>
                      <a:pt x="371" y="261"/>
                    </a:cubicBezTo>
                    <a:cubicBezTo>
                      <a:pt x="371" y="226"/>
                      <a:pt x="371" y="226"/>
                      <a:pt x="371" y="226"/>
                    </a:cubicBezTo>
                    <a:cubicBezTo>
                      <a:pt x="406" y="226"/>
                      <a:pt x="406" y="226"/>
                      <a:pt x="406" y="226"/>
                    </a:cubicBezTo>
                    <a:lnTo>
                      <a:pt x="406" y="261"/>
                    </a:lnTo>
                    <a:close/>
                    <a:moveTo>
                      <a:pt x="406" y="224"/>
                    </a:moveTo>
                    <a:cubicBezTo>
                      <a:pt x="371" y="224"/>
                      <a:pt x="371" y="224"/>
                      <a:pt x="371" y="224"/>
                    </a:cubicBezTo>
                    <a:cubicBezTo>
                      <a:pt x="371" y="189"/>
                      <a:pt x="371" y="189"/>
                      <a:pt x="371" y="189"/>
                    </a:cubicBezTo>
                    <a:cubicBezTo>
                      <a:pt x="406" y="189"/>
                      <a:pt x="406" y="189"/>
                      <a:pt x="406" y="189"/>
                    </a:cubicBezTo>
                    <a:lnTo>
                      <a:pt x="406" y="224"/>
                    </a:lnTo>
                    <a:close/>
                    <a:moveTo>
                      <a:pt x="406" y="187"/>
                    </a:moveTo>
                    <a:cubicBezTo>
                      <a:pt x="371" y="187"/>
                      <a:pt x="371" y="187"/>
                      <a:pt x="371" y="187"/>
                    </a:cubicBezTo>
                    <a:cubicBezTo>
                      <a:pt x="371" y="152"/>
                      <a:pt x="371" y="152"/>
                      <a:pt x="371" y="152"/>
                    </a:cubicBezTo>
                    <a:cubicBezTo>
                      <a:pt x="406" y="152"/>
                      <a:pt x="406" y="152"/>
                      <a:pt x="406" y="152"/>
                    </a:cubicBezTo>
                    <a:lnTo>
                      <a:pt x="406" y="187"/>
                    </a:lnTo>
                    <a:close/>
                    <a:moveTo>
                      <a:pt x="406" y="150"/>
                    </a:moveTo>
                    <a:cubicBezTo>
                      <a:pt x="371" y="150"/>
                      <a:pt x="371" y="150"/>
                      <a:pt x="371" y="150"/>
                    </a:cubicBezTo>
                    <a:cubicBezTo>
                      <a:pt x="371" y="115"/>
                      <a:pt x="371" y="115"/>
                      <a:pt x="371" y="115"/>
                    </a:cubicBezTo>
                    <a:cubicBezTo>
                      <a:pt x="406" y="115"/>
                      <a:pt x="406" y="115"/>
                      <a:pt x="406" y="115"/>
                    </a:cubicBezTo>
                    <a:lnTo>
                      <a:pt x="406" y="150"/>
                    </a:lnTo>
                    <a:close/>
                    <a:moveTo>
                      <a:pt x="406" y="113"/>
                    </a:moveTo>
                    <a:cubicBezTo>
                      <a:pt x="371" y="113"/>
                      <a:pt x="371" y="113"/>
                      <a:pt x="371" y="113"/>
                    </a:cubicBezTo>
                    <a:cubicBezTo>
                      <a:pt x="371" y="78"/>
                      <a:pt x="371" y="78"/>
                      <a:pt x="371" y="78"/>
                    </a:cubicBezTo>
                    <a:cubicBezTo>
                      <a:pt x="406" y="78"/>
                      <a:pt x="406" y="78"/>
                      <a:pt x="406" y="78"/>
                    </a:cubicBezTo>
                    <a:lnTo>
                      <a:pt x="406" y="113"/>
                    </a:lnTo>
                    <a:close/>
                    <a:moveTo>
                      <a:pt x="406" y="76"/>
                    </a:moveTo>
                    <a:cubicBezTo>
                      <a:pt x="371" y="76"/>
                      <a:pt x="371" y="76"/>
                      <a:pt x="371" y="76"/>
                    </a:cubicBezTo>
                    <a:cubicBezTo>
                      <a:pt x="371" y="41"/>
                      <a:pt x="371" y="41"/>
                      <a:pt x="371" y="41"/>
                    </a:cubicBezTo>
                    <a:cubicBezTo>
                      <a:pt x="406" y="41"/>
                      <a:pt x="406" y="41"/>
                      <a:pt x="406" y="41"/>
                    </a:cubicBezTo>
                    <a:lnTo>
                      <a:pt x="406" y="76"/>
                    </a:lnTo>
                    <a:close/>
                    <a:moveTo>
                      <a:pt x="445" y="298"/>
                    </a:moveTo>
                    <a:cubicBezTo>
                      <a:pt x="408" y="298"/>
                      <a:pt x="408" y="298"/>
                      <a:pt x="408" y="298"/>
                    </a:cubicBezTo>
                    <a:cubicBezTo>
                      <a:pt x="408" y="263"/>
                      <a:pt x="408" y="263"/>
                      <a:pt x="408" y="263"/>
                    </a:cubicBezTo>
                    <a:cubicBezTo>
                      <a:pt x="445" y="263"/>
                      <a:pt x="445" y="263"/>
                      <a:pt x="445" y="263"/>
                    </a:cubicBezTo>
                    <a:lnTo>
                      <a:pt x="445" y="298"/>
                    </a:lnTo>
                    <a:close/>
                    <a:moveTo>
                      <a:pt x="445" y="261"/>
                    </a:moveTo>
                    <a:cubicBezTo>
                      <a:pt x="408" y="261"/>
                      <a:pt x="408" y="261"/>
                      <a:pt x="408" y="261"/>
                    </a:cubicBezTo>
                    <a:cubicBezTo>
                      <a:pt x="408" y="226"/>
                      <a:pt x="408" y="226"/>
                      <a:pt x="408" y="226"/>
                    </a:cubicBezTo>
                    <a:cubicBezTo>
                      <a:pt x="445" y="226"/>
                      <a:pt x="445" y="226"/>
                      <a:pt x="445" y="226"/>
                    </a:cubicBezTo>
                    <a:lnTo>
                      <a:pt x="445" y="261"/>
                    </a:lnTo>
                    <a:close/>
                    <a:moveTo>
                      <a:pt x="445" y="224"/>
                    </a:moveTo>
                    <a:cubicBezTo>
                      <a:pt x="408" y="224"/>
                      <a:pt x="408" y="224"/>
                      <a:pt x="408" y="224"/>
                    </a:cubicBezTo>
                    <a:cubicBezTo>
                      <a:pt x="408" y="189"/>
                      <a:pt x="408" y="189"/>
                      <a:pt x="408" y="189"/>
                    </a:cubicBezTo>
                    <a:cubicBezTo>
                      <a:pt x="445" y="189"/>
                      <a:pt x="445" y="189"/>
                      <a:pt x="445" y="189"/>
                    </a:cubicBezTo>
                    <a:lnTo>
                      <a:pt x="445" y="224"/>
                    </a:lnTo>
                    <a:close/>
                    <a:moveTo>
                      <a:pt x="445" y="187"/>
                    </a:moveTo>
                    <a:cubicBezTo>
                      <a:pt x="408" y="187"/>
                      <a:pt x="408" y="187"/>
                      <a:pt x="408" y="187"/>
                    </a:cubicBezTo>
                    <a:cubicBezTo>
                      <a:pt x="408" y="152"/>
                      <a:pt x="408" y="152"/>
                      <a:pt x="408" y="152"/>
                    </a:cubicBezTo>
                    <a:cubicBezTo>
                      <a:pt x="445" y="152"/>
                      <a:pt x="445" y="152"/>
                      <a:pt x="445" y="152"/>
                    </a:cubicBezTo>
                    <a:lnTo>
                      <a:pt x="445" y="187"/>
                    </a:lnTo>
                    <a:close/>
                    <a:moveTo>
                      <a:pt x="445" y="150"/>
                    </a:moveTo>
                    <a:cubicBezTo>
                      <a:pt x="408" y="150"/>
                      <a:pt x="408" y="150"/>
                      <a:pt x="408" y="150"/>
                    </a:cubicBezTo>
                    <a:cubicBezTo>
                      <a:pt x="408" y="115"/>
                      <a:pt x="408" y="115"/>
                      <a:pt x="408" y="115"/>
                    </a:cubicBezTo>
                    <a:cubicBezTo>
                      <a:pt x="445" y="115"/>
                      <a:pt x="445" y="115"/>
                      <a:pt x="445" y="115"/>
                    </a:cubicBezTo>
                    <a:lnTo>
                      <a:pt x="445" y="150"/>
                    </a:lnTo>
                    <a:close/>
                    <a:moveTo>
                      <a:pt x="445" y="113"/>
                    </a:moveTo>
                    <a:cubicBezTo>
                      <a:pt x="408" y="113"/>
                      <a:pt x="408" y="113"/>
                      <a:pt x="408" y="113"/>
                    </a:cubicBezTo>
                    <a:cubicBezTo>
                      <a:pt x="408" y="78"/>
                      <a:pt x="408" y="78"/>
                      <a:pt x="408" y="78"/>
                    </a:cubicBezTo>
                    <a:cubicBezTo>
                      <a:pt x="445" y="78"/>
                      <a:pt x="445" y="78"/>
                      <a:pt x="445" y="78"/>
                    </a:cubicBezTo>
                    <a:lnTo>
                      <a:pt x="445" y="113"/>
                    </a:lnTo>
                    <a:close/>
                    <a:moveTo>
                      <a:pt x="445" y="76"/>
                    </a:moveTo>
                    <a:cubicBezTo>
                      <a:pt x="408" y="76"/>
                      <a:pt x="408" y="76"/>
                      <a:pt x="408" y="76"/>
                    </a:cubicBezTo>
                    <a:cubicBezTo>
                      <a:pt x="408" y="41"/>
                      <a:pt x="408" y="41"/>
                      <a:pt x="408" y="41"/>
                    </a:cubicBezTo>
                    <a:cubicBezTo>
                      <a:pt x="445" y="41"/>
                      <a:pt x="445" y="41"/>
                      <a:pt x="445" y="41"/>
                    </a:cubicBezTo>
                    <a:lnTo>
                      <a:pt x="445" y="76"/>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54" name="Google Shape;954;p22"/>
            <p:cNvSpPr/>
            <p:nvPr/>
          </p:nvSpPr>
          <p:spPr>
            <a:xfrm flipH="1" rot="2684652">
              <a:off x="7675125" y="4208619"/>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5" name="Google Shape;955;p22"/>
            <p:cNvGrpSpPr/>
            <p:nvPr/>
          </p:nvGrpSpPr>
          <p:grpSpPr>
            <a:xfrm flipH="1" rot="-9748587">
              <a:off x="-1028704" y="4276184"/>
              <a:ext cx="3254398" cy="2457467"/>
              <a:chOff x="2257425" y="-2154812"/>
              <a:chExt cx="3254375" cy="2457450"/>
            </a:xfrm>
          </p:grpSpPr>
          <p:sp>
            <p:nvSpPr>
              <p:cNvPr id="956" name="Google Shape;956;p22"/>
              <p:cNvSpPr/>
              <p:nvPr/>
            </p:nvSpPr>
            <p:spPr>
              <a:xfrm>
                <a:off x="2257425" y="-2154812"/>
                <a:ext cx="3254375" cy="2457450"/>
              </a:xfrm>
              <a:custGeom>
                <a:rect b="b" l="l" r="r" t="t"/>
                <a:pathLst>
                  <a:path extrusionOk="0" h="652" w="862">
                    <a:moveTo>
                      <a:pt x="862" y="0"/>
                    </a:moveTo>
                    <a:cubicBezTo>
                      <a:pt x="862" y="650"/>
                      <a:pt x="862" y="650"/>
                      <a:pt x="862" y="650"/>
                    </a:cubicBezTo>
                    <a:cubicBezTo>
                      <a:pt x="850" y="650"/>
                      <a:pt x="850" y="650"/>
                      <a:pt x="850" y="650"/>
                    </a:cubicBezTo>
                    <a:cubicBezTo>
                      <a:pt x="846" y="648"/>
                      <a:pt x="842" y="647"/>
                      <a:pt x="838" y="647"/>
                    </a:cubicBezTo>
                    <a:cubicBezTo>
                      <a:pt x="831" y="647"/>
                      <a:pt x="826" y="652"/>
                      <a:pt x="820" y="647"/>
                    </a:cubicBezTo>
                    <a:cubicBezTo>
                      <a:pt x="813" y="642"/>
                      <a:pt x="806" y="634"/>
                      <a:pt x="797" y="635"/>
                    </a:cubicBezTo>
                    <a:cubicBezTo>
                      <a:pt x="795" y="635"/>
                      <a:pt x="792" y="637"/>
                      <a:pt x="791" y="637"/>
                    </a:cubicBezTo>
                    <a:cubicBezTo>
                      <a:pt x="787" y="638"/>
                      <a:pt x="787" y="636"/>
                      <a:pt x="784" y="634"/>
                    </a:cubicBezTo>
                    <a:cubicBezTo>
                      <a:pt x="781" y="632"/>
                      <a:pt x="777" y="631"/>
                      <a:pt x="774" y="632"/>
                    </a:cubicBezTo>
                    <a:cubicBezTo>
                      <a:pt x="771" y="632"/>
                      <a:pt x="771" y="634"/>
                      <a:pt x="768" y="633"/>
                    </a:cubicBezTo>
                    <a:cubicBezTo>
                      <a:pt x="765" y="633"/>
                      <a:pt x="762" y="628"/>
                      <a:pt x="758" y="628"/>
                    </a:cubicBezTo>
                    <a:cubicBezTo>
                      <a:pt x="755" y="628"/>
                      <a:pt x="753" y="630"/>
                      <a:pt x="749" y="630"/>
                    </a:cubicBezTo>
                    <a:cubicBezTo>
                      <a:pt x="744" y="630"/>
                      <a:pt x="743" y="627"/>
                      <a:pt x="739" y="630"/>
                    </a:cubicBezTo>
                    <a:cubicBezTo>
                      <a:pt x="737" y="631"/>
                      <a:pt x="735" y="634"/>
                      <a:pt x="733" y="635"/>
                    </a:cubicBezTo>
                    <a:cubicBezTo>
                      <a:pt x="725" y="632"/>
                      <a:pt x="717" y="636"/>
                      <a:pt x="708" y="634"/>
                    </a:cubicBezTo>
                    <a:cubicBezTo>
                      <a:pt x="707" y="633"/>
                      <a:pt x="704" y="632"/>
                      <a:pt x="703" y="631"/>
                    </a:cubicBezTo>
                    <a:cubicBezTo>
                      <a:pt x="701" y="630"/>
                      <a:pt x="699" y="631"/>
                      <a:pt x="697" y="630"/>
                    </a:cubicBezTo>
                    <a:cubicBezTo>
                      <a:pt x="694" y="629"/>
                      <a:pt x="694" y="628"/>
                      <a:pt x="691" y="628"/>
                    </a:cubicBezTo>
                    <a:cubicBezTo>
                      <a:pt x="689" y="628"/>
                      <a:pt x="687" y="628"/>
                      <a:pt x="685" y="628"/>
                    </a:cubicBezTo>
                    <a:cubicBezTo>
                      <a:pt x="683" y="628"/>
                      <a:pt x="681" y="628"/>
                      <a:pt x="679" y="628"/>
                    </a:cubicBezTo>
                    <a:cubicBezTo>
                      <a:pt x="678" y="628"/>
                      <a:pt x="677" y="630"/>
                      <a:pt x="676" y="630"/>
                    </a:cubicBezTo>
                    <a:cubicBezTo>
                      <a:pt x="671" y="631"/>
                      <a:pt x="667" y="629"/>
                      <a:pt x="662" y="628"/>
                    </a:cubicBezTo>
                    <a:cubicBezTo>
                      <a:pt x="660" y="627"/>
                      <a:pt x="659" y="628"/>
                      <a:pt x="656" y="627"/>
                    </a:cubicBezTo>
                    <a:cubicBezTo>
                      <a:pt x="654" y="626"/>
                      <a:pt x="653" y="624"/>
                      <a:pt x="651" y="624"/>
                    </a:cubicBezTo>
                    <a:cubicBezTo>
                      <a:pt x="647" y="623"/>
                      <a:pt x="642" y="624"/>
                      <a:pt x="638" y="624"/>
                    </a:cubicBezTo>
                    <a:cubicBezTo>
                      <a:pt x="633" y="624"/>
                      <a:pt x="628" y="625"/>
                      <a:pt x="624" y="624"/>
                    </a:cubicBezTo>
                    <a:cubicBezTo>
                      <a:pt x="621" y="623"/>
                      <a:pt x="618" y="620"/>
                      <a:pt x="614" y="620"/>
                    </a:cubicBezTo>
                    <a:cubicBezTo>
                      <a:pt x="609" y="620"/>
                      <a:pt x="606" y="620"/>
                      <a:pt x="601" y="618"/>
                    </a:cubicBezTo>
                    <a:cubicBezTo>
                      <a:pt x="599" y="617"/>
                      <a:pt x="600" y="617"/>
                      <a:pt x="597" y="617"/>
                    </a:cubicBezTo>
                    <a:cubicBezTo>
                      <a:pt x="595" y="616"/>
                      <a:pt x="592" y="614"/>
                      <a:pt x="590" y="614"/>
                    </a:cubicBezTo>
                    <a:cubicBezTo>
                      <a:pt x="585" y="614"/>
                      <a:pt x="583" y="618"/>
                      <a:pt x="580" y="620"/>
                    </a:cubicBezTo>
                    <a:cubicBezTo>
                      <a:pt x="578" y="621"/>
                      <a:pt x="576" y="620"/>
                      <a:pt x="574" y="620"/>
                    </a:cubicBezTo>
                    <a:cubicBezTo>
                      <a:pt x="572" y="621"/>
                      <a:pt x="571" y="622"/>
                      <a:pt x="569" y="622"/>
                    </a:cubicBezTo>
                    <a:cubicBezTo>
                      <a:pt x="564" y="622"/>
                      <a:pt x="560" y="615"/>
                      <a:pt x="555" y="614"/>
                    </a:cubicBezTo>
                    <a:cubicBezTo>
                      <a:pt x="553" y="614"/>
                      <a:pt x="551" y="615"/>
                      <a:pt x="549" y="614"/>
                    </a:cubicBezTo>
                    <a:cubicBezTo>
                      <a:pt x="546" y="613"/>
                      <a:pt x="544" y="610"/>
                      <a:pt x="541" y="609"/>
                    </a:cubicBezTo>
                    <a:cubicBezTo>
                      <a:pt x="536" y="608"/>
                      <a:pt x="527" y="608"/>
                      <a:pt x="522" y="610"/>
                    </a:cubicBezTo>
                    <a:cubicBezTo>
                      <a:pt x="519" y="611"/>
                      <a:pt x="515" y="615"/>
                      <a:pt x="512" y="615"/>
                    </a:cubicBezTo>
                    <a:cubicBezTo>
                      <a:pt x="508" y="615"/>
                      <a:pt x="506" y="611"/>
                      <a:pt x="503" y="609"/>
                    </a:cubicBezTo>
                    <a:cubicBezTo>
                      <a:pt x="499" y="604"/>
                      <a:pt x="498" y="605"/>
                      <a:pt x="493" y="606"/>
                    </a:cubicBezTo>
                    <a:cubicBezTo>
                      <a:pt x="491" y="607"/>
                      <a:pt x="490" y="608"/>
                      <a:pt x="488" y="607"/>
                    </a:cubicBezTo>
                    <a:cubicBezTo>
                      <a:pt x="487" y="606"/>
                      <a:pt x="487" y="604"/>
                      <a:pt x="484" y="603"/>
                    </a:cubicBezTo>
                    <a:cubicBezTo>
                      <a:pt x="481" y="602"/>
                      <a:pt x="481" y="604"/>
                      <a:pt x="478" y="605"/>
                    </a:cubicBezTo>
                    <a:cubicBezTo>
                      <a:pt x="477" y="606"/>
                      <a:pt x="476" y="607"/>
                      <a:pt x="474" y="607"/>
                    </a:cubicBezTo>
                    <a:cubicBezTo>
                      <a:pt x="473" y="607"/>
                      <a:pt x="472" y="606"/>
                      <a:pt x="471" y="605"/>
                    </a:cubicBezTo>
                    <a:cubicBezTo>
                      <a:pt x="467" y="605"/>
                      <a:pt x="467" y="608"/>
                      <a:pt x="465" y="609"/>
                    </a:cubicBezTo>
                    <a:cubicBezTo>
                      <a:pt x="462" y="609"/>
                      <a:pt x="460" y="606"/>
                      <a:pt x="458" y="605"/>
                    </a:cubicBezTo>
                    <a:cubicBezTo>
                      <a:pt x="455" y="603"/>
                      <a:pt x="452" y="602"/>
                      <a:pt x="449" y="601"/>
                    </a:cubicBezTo>
                    <a:cubicBezTo>
                      <a:pt x="449" y="601"/>
                      <a:pt x="443" y="598"/>
                      <a:pt x="443" y="598"/>
                    </a:cubicBezTo>
                    <a:cubicBezTo>
                      <a:pt x="441" y="598"/>
                      <a:pt x="441" y="599"/>
                      <a:pt x="439" y="599"/>
                    </a:cubicBezTo>
                    <a:cubicBezTo>
                      <a:pt x="435" y="599"/>
                      <a:pt x="431" y="596"/>
                      <a:pt x="427" y="596"/>
                    </a:cubicBezTo>
                    <a:cubicBezTo>
                      <a:pt x="426" y="597"/>
                      <a:pt x="426" y="597"/>
                      <a:pt x="425" y="597"/>
                    </a:cubicBezTo>
                    <a:cubicBezTo>
                      <a:pt x="423" y="597"/>
                      <a:pt x="421" y="597"/>
                      <a:pt x="419" y="597"/>
                    </a:cubicBezTo>
                    <a:cubicBezTo>
                      <a:pt x="418" y="597"/>
                      <a:pt x="416" y="597"/>
                      <a:pt x="415" y="597"/>
                    </a:cubicBezTo>
                    <a:cubicBezTo>
                      <a:pt x="411" y="597"/>
                      <a:pt x="409" y="597"/>
                      <a:pt x="405" y="595"/>
                    </a:cubicBezTo>
                    <a:cubicBezTo>
                      <a:pt x="402" y="594"/>
                      <a:pt x="400" y="595"/>
                      <a:pt x="398" y="593"/>
                    </a:cubicBezTo>
                    <a:cubicBezTo>
                      <a:pt x="396" y="592"/>
                      <a:pt x="394" y="589"/>
                      <a:pt x="392" y="588"/>
                    </a:cubicBezTo>
                    <a:cubicBezTo>
                      <a:pt x="389" y="588"/>
                      <a:pt x="389" y="591"/>
                      <a:pt x="387" y="592"/>
                    </a:cubicBezTo>
                    <a:cubicBezTo>
                      <a:pt x="386" y="593"/>
                      <a:pt x="384" y="594"/>
                      <a:pt x="383" y="593"/>
                    </a:cubicBezTo>
                    <a:cubicBezTo>
                      <a:pt x="382" y="593"/>
                      <a:pt x="382" y="592"/>
                      <a:pt x="382" y="592"/>
                    </a:cubicBezTo>
                    <a:cubicBezTo>
                      <a:pt x="376" y="592"/>
                      <a:pt x="371" y="594"/>
                      <a:pt x="365" y="594"/>
                    </a:cubicBezTo>
                    <a:cubicBezTo>
                      <a:pt x="362" y="594"/>
                      <a:pt x="357" y="594"/>
                      <a:pt x="354" y="593"/>
                    </a:cubicBezTo>
                    <a:cubicBezTo>
                      <a:pt x="353" y="592"/>
                      <a:pt x="353" y="591"/>
                      <a:pt x="351" y="590"/>
                    </a:cubicBezTo>
                    <a:cubicBezTo>
                      <a:pt x="349" y="589"/>
                      <a:pt x="348" y="590"/>
                      <a:pt x="346" y="590"/>
                    </a:cubicBezTo>
                    <a:cubicBezTo>
                      <a:pt x="342" y="589"/>
                      <a:pt x="338" y="585"/>
                      <a:pt x="334" y="584"/>
                    </a:cubicBezTo>
                    <a:cubicBezTo>
                      <a:pt x="330" y="582"/>
                      <a:pt x="326" y="580"/>
                      <a:pt x="321" y="580"/>
                    </a:cubicBezTo>
                    <a:cubicBezTo>
                      <a:pt x="319" y="580"/>
                      <a:pt x="317" y="580"/>
                      <a:pt x="315" y="580"/>
                    </a:cubicBezTo>
                    <a:cubicBezTo>
                      <a:pt x="311" y="579"/>
                      <a:pt x="313" y="579"/>
                      <a:pt x="309" y="580"/>
                    </a:cubicBezTo>
                    <a:cubicBezTo>
                      <a:pt x="301" y="581"/>
                      <a:pt x="300" y="574"/>
                      <a:pt x="293" y="572"/>
                    </a:cubicBezTo>
                    <a:cubicBezTo>
                      <a:pt x="285" y="571"/>
                      <a:pt x="285" y="576"/>
                      <a:pt x="281" y="578"/>
                    </a:cubicBezTo>
                    <a:cubicBezTo>
                      <a:pt x="279" y="578"/>
                      <a:pt x="277" y="578"/>
                      <a:pt x="276" y="579"/>
                    </a:cubicBezTo>
                    <a:cubicBezTo>
                      <a:pt x="274" y="580"/>
                      <a:pt x="272" y="582"/>
                      <a:pt x="270" y="584"/>
                    </a:cubicBezTo>
                    <a:cubicBezTo>
                      <a:pt x="269" y="584"/>
                      <a:pt x="267" y="584"/>
                      <a:pt x="265" y="584"/>
                    </a:cubicBezTo>
                    <a:cubicBezTo>
                      <a:pt x="261" y="584"/>
                      <a:pt x="256" y="584"/>
                      <a:pt x="252" y="584"/>
                    </a:cubicBezTo>
                    <a:cubicBezTo>
                      <a:pt x="246" y="584"/>
                      <a:pt x="242" y="587"/>
                      <a:pt x="237" y="588"/>
                    </a:cubicBezTo>
                    <a:cubicBezTo>
                      <a:pt x="234" y="588"/>
                      <a:pt x="230" y="585"/>
                      <a:pt x="227" y="587"/>
                    </a:cubicBezTo>
                    <a:cubicBezTo>
                      <a:pt x="224" y="589"/>
                      <a:pt x="225" y="591"/>
                      <a:pt x="223" y="593"/>
                    </a:cubicBezTo>
                    <a:cubicBezTo>
                      <a:pt x="219" y="594"/>
                      <a:pt x="215" y="589"/>
                      <a:pt x="210" y="589"/>
                    </a:cubicBezTo>
                    <a:cubicBezTo>
                      <a:pt x="204" y="590"/>
                      <a:pt x="204" y="594"/>
                      <a:pt x="198" y="592"/>
                    </a:cubicBezTo>
                    <a:cubicBezTo>
                      <a:pt x="194" y="590"/>
                      <a:pt x="193" y="589"/>
                      <a:pt x="190" y="591"/>
                    </a:cubicBezTo>
                    <a:cubicBezTo>
                      <a:pt x="187" y="594"/>
                      <a:pt x="187" y="597"/>
                      <a:pt x="183" y="599"/>
                    </a:cubicBezTo>
                    <a:cubicBezTo>
                      <a:pt x="181" y="599"/>
                      <a:pt x="179" y="600"/>
                      <a:pt x="178" y="601"/>
                    </a:cubicBezTo>
                    <a:cubicBezTo>
                      <a:pt x="177" y="602"/>
                      <a:pt x="176" y="603"/>
                      <a:pt x="175" y="603"/>
                    </a:cubicBezTo>
                    <a:cubicBezTo>
                      <a:pt x="173" y="603"/>
                      <a:pt x="169" y="599"/>
                      <a:pt x="167" y="598"/>
                    </a:cubicBezTo>
                    <a:cubicBezTo>
                      <a:pt x="159" y="593"/>
                      <a:pt x="156" y="599"/>
                      <a:pt x="149" y="597"/>
                    </a:cubicBezTo>
                    <a:cubicBezTo>
                      <a:pt x="145" y="596"/>
                      <a:pt x="142" y="592"/>
                      <a:pt x="137" y="593"/>
                    </a:cubicBezTo>
                    <a:cubicBezTo>
                      <a:pt x="135" y="593"/>
                      <a:pt x="134" y="594"/>
                      <a:pt x="133" y="595"/>
                    </a:cubicBezTo>
                    <a:cubicBezTo>
                      <a:pt x="132" y="595"/>
                      <a:pt x="131" y="595"/>
                      <a:pt x="131" y="594"/>
                    </a:cubicBezTo>
                    <a:cubicBezTo>
                      <a:pt x="126" y="594"/>
                      <a:pt x="124" y="594"/>
                      <a:pt x="120" y="598"/>
                    </a:cubicBezTo>
                    <a:cubicBezTo>
                      <a:pt x="116" y="601"/>
                      <a:pt x="115" y="603"/>
                      <a:pt x="110" y="603"/>
                    </a:cubicBezTo>
                    <a:cubicBezTo>
                      <a:pt x="108" y="603"/>
                      <a:pt x="104" y="602"/>
                      <a:pt x="103" y="603"/>
                    </a:cubicBezTo>
                    <a:cubicBezTo>
                      <a:pt x="100" y="605"/>
                      <a:pt x="99" y="612"/>
                      <a:pt x="98" y="614"/>
                    </a:cubicBezTo>
                    <a:cubicBezTo>
                      <a:pt x="92" y="613"/>
                      <a:pt x="89" y="608"/>
                      <a:pt x="83" y="606"/>
                    </a:cubicBezTo>
                    <a:cubicBezTo>
                      <a:pt x="80" y="606"/>
                      <a:pt x="78" y="604"/>
                      <a:pt x="75" y="605"/>
                    </a:cubicBezTo>
                    <a:cubicBezTo>
                      <a:pt x="73" y="605"/>
                      <a:pt x="72" y="606"/>
                      <a:pt x="70" y="607"/>
                    </a:cubicBezTo>
                    <a:cubicBezTo>
                      <a:pt x="64" y="609"/>
                      <a:pt x="57" y="606"/>
                      <a:pt x="50" y="607"/>
                    </a:cubicBezTo>
                    <a:cubicBezTo>
                      <a:pt x="46" y="609"/>
                      <a:pt x="40" y="608"/>
                      <a:pt x="37" y="611"/>
                    </a:cubicBezTo>
                    <a:cubicBezTo>
                      <a:pt x="35" y="613"/>
                      <a:pt x="35" y="616"/>
                      <a:pt x="33" y="618"/>
                    </a:cubicBezTo>
                    <a:cubicBezTo>
                      <a:pt x="31" y="619"/>
                      <a:pt x="28" y="618"/>
                      <a:pt x="26" y="619"/>
                    </a:cubicBezTo>
                    <a:cubicBezTo>
                      <a:pt x="24" y="619"/>
                      <a:pt x="22" y="620"/>
                      <a:pt x="20" y="620"/>
                    </a:cubicBezTo>
                    <a:cubicBezTo>
                      <a:pt x="17" y="620"/>
                      <a:pt x="14" y="621"/>
                      <a:pt x="12" y="623"/>
                    </a:cubicBezTo>
                    <a:cubicBezTo>
                      <a:pt x="9" y="625"/>
                      <a:pt x="10" y="627"/>
                      <a:pt x="6" y="628"/>
                    </a:cubicBezTo>
                    <a:cubicBezTo>
                      <a:pt x="4" y="629"/>
                      <a:pt x="2" y="628"/>
                      <a:pt x="0" y="628"/>
                    </a:cubicBezTo>
                    <a:cubicBezTo>
                      <a:pt x="0" y="0"/>
                      <a:pt x="0" y="0"/>
                      <a:pt x="0" y="0"/>
                    </a:cubicBezTo>
                    <a:cubicBezTo>
                      <a:pt x="32" y="0"/>
                      <a:pt x="32" y="0"/>
                      <a:pt x="32" y="0"/>
                    </a:cubicBezTo>
                    <a:cubicBezTo>
                      <a:pt x="29" y="8"/>
                      <a:pt x="26" y="16"/>
                      <a:pt x="28" y="24"/>
                    </a:cubicBezTo>
                    <a:cubicBezTo>
                      <a:pt x="24" y="26"/>
                      <a:pt x="21" y="29"/>
                      <a:pt x="21" y="34"/>
                    </a:cubicBezTo>
                    <a:cubicBezTo>
                      <a:pt x="21" y="40"/>
                      <a:pt x="26" y="45"/>
                      <a:pt x="32" y="45"/>
                    </a:cubicBezTo>
                    <a:cubicBezTo>
                      <a:pt x="38" y="45"/>
                      <a:pt x="43" y="40"/>
                      <a:pt x="43" y="34"/>
                    </a:cubicBezTo>
                    <a:cubicBezTo>
                      <a:pt x="43" y="29"/>
                      <a:pt x="40" y="25"/>
                      <a:pt x="35" y="23"/>
                    </a:cubicBezTo>
                    <a:cubicBezTo>
                      <a:pt x="34" y="16"/>
                      <a:pt x="37" y="8"/>
                      <a:pt x="40" y="0"/>
                    </a:cubicBezTo>
                    <a:cubicBezTo>
                      <a:pt x="96" y="0"/>
                      <a:pt x="96" y="0"/>
                      <a:pt x="96" y="0"/>
                    </a:cubicBezTo>
                    <a:cubicBezTo>
                      <a:pt x="93" y="2"/>
                      <a:pt x="89" y="5"/>
                      <a:pt x="87" y="8"/>
                    </a:cubicBezTo>
                    <a:cubicBezTo>
                      <a:pt x="84" y="13"/>
                      <a:pt x="83" y="19"/>
                      <a:pt x="84" y="24"/>
                    </a:cubicBezTo>
                    <a:cubicBezTo>
                      <a:pt x="81" y="26"/>
                      <a:pt x="78" y="30"/>
                      <a:pt x="78" y="34"/>
                    </a:cubicBezTo>
                    <a:cubicBezTo>
                      <a:pt x="78" y="40"/>
                      <a:pt x="83" y="45"/>
                      <a:pt x="89" y="45"/>
                    </a:cubicBezTo>
                    <a:cubicBezTo>
                      <a:pt x="95" y="45"/>
                      <a:pt x="100" y="40"/>
                      <a:pt x="100" y="34"/>
                    </a:cubicBezTo>
                    <a:cubicBezTo>
                      <a:pt x="100" y="29"/>
                      <a:pt x="96" y="24"/>
                      <a:pt x="92" y="23"/>
                    </a:cubicBezTo>
                    <a:cubicBezTo>
                      <a:pt x="91" y="22"/>
                      <a:pt x="91" y="20"/>
                      <a:pt x="91" y="18"/>
                    </a:cubicBezTo>
                    <a:cubicBezTo>
                      <a:pt x="91" y="18"/>
                      <a:pt x="91" y="18"/>
                      <a:pt x="91" y="18"/>
                    </a:cubicBezTo>
                    <a:cubicBezTo>
                      <a:pt x="91" y="18"/>
                      <a:pt x="91" y="18"/>
                      <a:pt x="92" y="18"/>
                    </a:cubicBezTo>
                    <a:cubicBezTo>
                      <a:pt x="92" y="18"/>
                      <a:pt x="92" y="17"/>
                      <a:pt x="92" y="17"/>
                    </a:cubicBezTo>
                    <a:cubicBezTo>
                      <a:pt x="92" y="16"/>
                      <a:pt x="92" y="16"/>
                      <a:pt x="92" y="15"/>
                    </a:cubicBezTo>
                    <a:cubicBezTo>
                      <a:pt x="92" y="15"/>
                      <a:pt x="92" y="15"/>
                      <a:pt x="92" y="15"/>
                    </a:cubicBezTo>
                    <a:cubicBezTo>
                      <a:pt x="93" y="14"/>
                      <a:pt x="93" y="14"/>
                      <a:pt x="93" y="14"/>
                    </a:cubicBezTo>
                    <a:cubicBezTo>
                      <a:pt x="93" y="13"/>
                      <a:pt x="94" y="13"/>
                      <a:pt x="94" y="12"/>
                    </a:cubicBezTo>
                    <a:cubicBezTo>
                      <a:pt x="94" y="12"/>
                      <a:pt x="94" y="12"/>
                      <a:pt x="94" y="12"/>
                    </a:cubicBezTo>
                    <a:cubicBezTo>
                      <a:pt x="94" y="12"/>
                      <a:pt x="94" y="12"/>
                      <a:pt x="94" y="12"/>
                    </a:cubicBezTo>
                    <a:cubicBezTo>
                      <a:pt x="94" y="12"/>
                      <a:pt x="95" y="11"/>
                      <a:pt x="95" y="11"/>
                    </a:cubicBezTo>
                    <a:cubicBezTo>
                      <a:pt x="95" y="11"/>
                      <a:pt x="96" y="10"/>
                      <a:pt x="96" y="10"/>
                    </a:cubicBezTo>
                    <a:cubicBezTo>
                      <a:pt x="97" y="9"/>
                      <a:pt x="97" y="9"/>
                      <a:pt x="98" y="8"/>
                    </a:cubicBezTo>
                    <a:cubicBezTo>
                      <a:pt x="98" y="8"/>
                      <a:pt x="98" y="8"/>
                      <a:pt x="98" y="8"/>
                    </a:cubicBezTo>
                    <a:cubicBezTo>
                      <a:pt x="99" y="8"/>
                      <a:pt x="99" y="7"/>
                      <a:pt x="99" y="7"/>
                    </a:cubicBezTo>
                    <a:cubicBezTo>
                      <a:pt x="102" y="5"/>
                      <a:pt x="105" y="4"/>
                      <a:pt x="108" y="2"/>
                    </a:cubicBezTo>
                    <a:cubicBezTo>
                      <a:pt x="109" y="1"/>
                      <a:pt x="109" y="1"/>
                      <a:pt x="109" y="0"/>
                    </a:cubicBezTo>
                    <a:cubicBezTo>
                      <a:pt x="144" y="0"/>
                      <a:pt x="144" y="0"/>
                      <a:pt x="144" y="0"/>
                    </a:cubicBezTo>
                    <a:cubicBezTo>
                      <a:pt x="143" y="3"/>
                      <a:pt x="142" y="5"/>
                      <a:pt x="142" y="8"/>
                    </a:cubicBezTo>
                    <a:cubicBezTo>
                      <a:pt x="141" y="13"/>
                      <a:pt x="141" y="19"/>
                      <a:pt x="142" y="24"/>
                    </a:cubicBezTo>
                    <a:cubicBezTo>
                      <a:pt x="138" y="26"/>
                      <a:pt x="135" y="29"/>
                      <a:pt x="135" y="34"/>
                    </a:cubicBezTo>
                    <a:cubicBezTo>
                      <a:pt x="135" y="40"/>
                      <a:pt x="140" y="45"/>
                      <a:pt x="146" y="45"/>
                    </a:cubicBezTo>
                    <a:cubicBezTo>
                      <a:pt x="152" y="45"/>
                      <a:pt x="157" y="40"/>
                      <a:pt x="157" y="34"/>
                    </a:cubicBezTo>
                    <a:cubicBezTo>
                      <a:pt x="157" y="29"/>
                      <a:pt x="154" y="25"/>
                      <a:pt x="149" y="23"/>
                    </a:cubicBezTo>
                    <a:cubicBezTo>
                      <a:pt x="149" y="15"/>
                      <a:pt x="149" y="7"/>
                      <a:pt x="152" y="0"/>
                    </a:cubicBezTo>
                    <a:cubicBezTo>
                      <a:pt x="204" y="0"/>
                      <a:pt x="204" y="0"/>
                      <a:pt x="204" y="0"/>
                    </a:cubicBezTo>
                    <a:cubicBezTo>
                      <a:pt x="202" y="4"/>
                      <a:pt x="200" y="8"/>
                      <a:pt x="199" y="12"/>
                    </a:cubicBezTo>
                    <a:cubicBezTo>
                      <a:pt x="198" y="16"/>
                      <a:pt x="198" y="20"/>
                      <a:pt x="198" y="24"/>
                    </a:cubicBezTo>
                    <a:cubicBezTo>
                      <a:pt x="195" y="26"/>
                      <a:pt x="192" y="30"/>
                      <a:pt x="192" y="34"/>
                    </a:cubicBezTo>
                    <a:cubicBezTo>
                      <a:pt x="192" y="40"/>
                      <a:pt x="197" y="45"/>
                      <a:pt x="203" y="45"/>
                    </a:cubicBezTo>
                    <a:cubicBezTo>
                      <a:pt x="209" y="45"/>
                      <a:pt x="214" y="40"/>
                      <a:pt x="214" y="34"/>
                    </a:cubicBezTo>
                    <a:cubicBezTo>
                      <a:pt x="214" y="29"/>
                      <a:pt x="211" y="25"/>
                      <a:pt x="206" y="23"/>
                    </a:cubicBezTo>
                    <a:cubicBezTo>
                      <a:pt x="206" y="22"/>
                      <a:pt x="206" y="21"/>
                      <a:pt x="206" y="20"/>
                    </a:cubicBezTo>
                    <a:cubicBezTo>
                      <a:pt x="206" y="19"/>
                      <a:pt x="206" y="18"/>
                      <a:pt x="206" y="17"/>
                    </a:cubicBezTo>
                    <a:cubicBezTo>
                      <a:pt x="206" y="16"/>
                      <a:pt x="206" y="16"/>
                      <a:pt x="206" y="16"/>
                    </a:cubicBezTo>
                    <a:cubicBezTo>
                      <a:pt x="206" y="16"/>
                      <a:pt x="206" y="16"/>
                      <a:pt x="206" y="16"/>
                    </a:cubicBezTo>
                    <a:cubicBezTo>
                      <a:pt x="206" y="16"/>
                      <a:pt x="206" y="16"/>
                      <a:pt x="206" y="16"/>
                    </a:cubicBezTo>
                    <a:cubicBezTo>
                      <a:pt x="206" y="15"/>
                      <a:pt x="207" y="14"/>
                      <a:pt x="207" y="14"/>
                    </a:cubicBezTo>
                    <a:cubicBezTo>
                      <a:pt x="208" y="9"/>
                      <a:pt x="210" y="5"/>
                      <a:pt x="213" y="1"/>
                    </a:cubicBezTo>
                    <a:cubicBezTo>
                      <a:pt x="213" y="0"/>
                      <a:pt x="213" y="0"/>
                      <a:pt x="213" y="0"/>
                    </a:cubicBezTo>
                    <a:cubicBezTo>
                      <a:pt x="257" y="0"/>
                      <a:pt x="257" y="0"/>
                      <a:pt x="257" y="0"/>
                    </a:cubicBezTo>
                    <a:cubicBezTo>
                      <a:pt x="256" y="2"/>
                      <a:pt x="255" y="5"/>
                      <a:pt x="255" y="7"/>
                    </a:cubicBezTo>
                    <a:cubicBezTo>
                      <a:pt x="254" y="13"/>
                      <a:pt x="255" y="18"/>
                      <a:pt x="255" y="24"/>
                    </a:cubicBezTo>
                    <a:cubicBezTo>
                      <a:pt x="252" y="26"/>
                      <a:pt x="249" y="29"/>
                      <a:pt x="249" y="34"/>
                    </a:cubicBezTo>
                    <a:cubicBezTo>
                      <a:pt x="249" y="40"/>
                      <a:pt x="254" y="45"/>
                      <a:pt x="260" y="45"/>
                    </a:cubicBezTo>
                    <a:cubicBezTo>
                      <a:pt x="266" y="45"/>
                      <a:pt x="271" y="40"/>
                      <a:pt x="271" y="34"/>
                    </a:cubicBezTo>
                    <a:cubicBezTo>
                      <a:pt x="271" y="29"/>
                      <a:pt x="268" y="25"/>
                      <a:pt x="263" y="23"/>
                    </a:cubicBezTo>
                    <a:cubicBezTo>
                      <a:pt x="262" y="18"/>
                      <a:pt x="261" y="13"/>
                      <a:pt x="262" y="8"/>
                    </a:cubicBezTo>
                    <a:cubicBezTo>
                      <a:pt x="263" y="5"/>
                      <a:pt x="264" y="3"/>
                      <a:pt x="265" y="0"/>
                    </a:cubicBezTo>
                    <a:cubicBezTo>
                      <a:pt x="313" y="0"/>
                      <a:pt x="313" y="0"/>
                      <a:pt x="313" y="0"/>
                    </a:cubicBezTo>
                    <a:cubicBezTo>
                      <a:pt x="313" y="3"/>
                      <a:pt x="313" y="6"/>
                      <a:pt x="313" y="9"/>
                    </a:cubicBezTo>
                    <a:cubicBezTo>
                      <a:pt x="313" y="14"/>
                      <a:pt x="313" y="19"/>
                      <a:pt x="313" y="24"/>
                    </a:cubicBezTo>
                    <a:cubicBezTo>
                      <a:pt x="309" y="25"/>
                      <a:pt x="306" y="29"/>
                      <a:pt x="306" y="34"/>
                    </a:cubicBezTo>
                    <a:cubicBezTo>
                      <a:pt x="306" y="40"/>
                      <a:pt x="311" y="45"/>
                      <a:pt x="317" y="45"/>
                    </a:cubicBezTo>
                    <a:cubicBezTo>
                      <a:pt x="323" y="45"/>
                      <a:pt x="328" y="40"/>
                      <a:pt x="328" y="34"/>
                    </a:cubicBezTo>
                    <a:cubicBezTo>
                      <a:pt x="328" y="29"/>
                      <a:pt x="325" y="25"/>
                      <a:pt x="321" y="24"/>
                    </a:cubicBezTo>
                    <a:cubicBezTo>
                      <a:pt x="321" y="18"/>
                      <a:pt x="321" y="13"/>
                      <a:pt x="321" y="8"/>
                    </a:cubicBezTo>
                    <a:cubicBezTo>
                      <a:pt x="321" y="5"/>
                      <a:pt x="321" y="3"/>
                      <a:pt x="320" y="0"/>
                    </a:cubicBezTo>
                    <a:cubicBezTo>
                      <a:pt x="371" y="0"/>
                      <a:pt x="371" y="0"/>
                      <a:pt x="371" y="0"/>
                    </a:cubicBezTo>
                    <a:cubicBezTo>
                      <a:pt x="368" y="7"/>
                      <a:pt x="370" y="15"/>
                      <a:pt x="372" y="23"/>
                    </a:cubicBezTo>
                    <a:cubicBezTo>
                      <a:pt x="367" y="24"/>
                      <a:pt x="363" y="29"/>
                      <a:pt x="363" y="34"/>
                    </a:cubicBezTo>
                    <a:cubicBezTo>
                      <a:pt x="363" y="40"/>
                      <a:pt x="368" y="45"/>
                      <a:pt x="374" y="45"/>
                    </a:cubicBezTo>
                    <a:cubicBezTo>
                      <a:pt x="380" y="45"/>
                      <a:pt x="385" y="40"/>
                      <a:pt x="385" y="34"/>
                    </a:cubicBezTo>
                    <a:cubicBezTo>
                      <a:pt x="385" y="30"/>
                      <a:pt x="383" y="27"/>
                      <a:pt x="380" y="25"/>
                    </a:cubicBezTo>
                    <a:cubicBezTo>
                      <a:pt x="380" y="23"/>
                      <a:pt x="379" y="22"/>
                      <a:pt x="379" y="20"/>
                    </a:cubicBezTo>
                    <a:cubicBezTo>
                      <a:pt x="378" y="17"/>
                      <a:pt x="378" y="14"/>
                      <a:pt x="377" y="11"/>
                    </a:cubicBezTo>
                    <a:cubicBezTo>
                      <a:pt x="377" y="7"/>
                      <a:pt x="377" y="5"/>
                      <a:pt x="378" y="2"/>
                    </a:cubicBezTo>
                    <a:cubicBezTo>
                      <a:pt x="378" y="2"/>
                      <a:pt x="378" y="2"/>
                      <a:pt x="378" y="2"/>
                    </a:cubicBezTo>
                    <a:cubicBezTo>
                      <a:pt x="378" y="2"/>
                      <a:pt x="378" y="2"/>
                      <a:pt x="378" y="2"/>
                    </a:cubicBezTo>
                    <a:cubicBezTo>
                      <a:pt x="378" y="1"/>
                      <a:pt x="379" y="1"/>
                      <a:pt x="379" y="1"/>
                    </a:cubicBezTo>
                    <a:cubicBezTo>
                      <a:pt x="379" y="0"/>
                      <a:pt x="379" y="0"/>
                      <a:pt x="379" y="0"/>
                    </a:cubicBezTo>
                    <a:cubicBezTo>
                      <a:pt x="424" y="0"/>
                      <a:pt x="424" y="0"/>
                      <a:pt x="424" y="0"/>
                    </a:cubicBezTo>
                    <a:cubicBezTo>
                      <a:pt x="423" y="8"/>
                      <a:pt x="423" y="16"/>
                      <a:pt x="426" y="24"/>
                    </a:cubicBezTo>
                    <a:cubicBezTo>
                      <a:pt x="422" y="26"/>
                      <a:pt x="420" y="30"/>
                      <a:pt x="420" y="34"/>
                    </a:cubicBezTo>
                    <a:cubicBezTo>
                      <a:pt x="420" y="40"/>
                      <a:pt x="425" y="45"/>
                      <a:pt x="431" y="45"/>
                    </a:cubicBezTo>
                    <a:cubicBezTo>
                      <a:pt x="437" y="45"/>
                      <a:pt x="442" y="40"/>
                      <a:pt x="442" y="34"/>
                    </a:cubicBezTo>
                    <a:cubicBezTo>
                      <a:pt x="442" y="29"/>
                      <a:pt x="438" y="24"/>
                      <a:pt x="433" y="23"/>
                    </a:cubicBezTo>
                    <a:cubicBezTo>
                      <a:pt x="431" y="16"/>
                      <a:pt x="431" y="8"/>
                      <a:pt x="432" y="0"/>
                    </a:cubicBezTo>
                    <a:cubicBezTo>
                      <a:pt x="486" y="0"/>
                      <a:pt x="486" y="0"/>
                      <a:pt x="486" y="0"/>
                    </a:cubicBezTo>
                    <a:cubicBezTo>
                      <a:pt x="484" y="6"/>
                      <a:pt x="482" y="12"/>
                      <a:pt x="485" y="18"/>
                    </a:cubicBezTo>
                    <a:cubicBezTo>
                      <a:pt x="484" y="20"/>
                      <a:pt x="483" y="22"/>
                      <a:pt x="482" y="25"/>
                    </a:cubicBezTo>
                    <a:cubicBezTo>
                      <a:pt x="480" y="26"/>
                      <a:pt x="479" y="28"/>
                      <a:pt x="478" y="30"/>
                    </a:cubicBezTo>
                    <a:cubicBezTo>
                      <a:pt x="477" y="31"/>
                      <a:pt x="477" y="32"/>
                      <a:pt x="477" y="33"/>
                    </a:cubicBezTo>
                    <a:cubicBezTo>
                      <a:pt x="477" y="33"/>
                      <a:pt x="477" y="33"/>
                      <a:pt x="477" y="34"/>
                    </a:cubicBezTo>
                    <a:cubicBezTo>
                      <a:pt x="477" y="40"/>
                      <a:pt x="482" y="45"/>
                      <a:pt x="488" y="45"/>
                    </a:cubicBezTo>
                    <a:cubicBezTo>
                      <a:pt x="494" y="45"/>
                      <a:pt x="499" y="40"/>
                      <a:pt x="499" y="34"/>
                    </a:cubicBezTo>
                    <a:cubicBezTo>
                      <a:pt x="499" y="29"/>
                      <a:pt x="495" y="25"/>
                      <a:pt x="491" y="23"/>
                    </a:cubicBezTo>
                    <a:cubicBezTo>
                      <a:pt x="492" y="22"/>
                      <a:pt x="492" y="20"/>
                      <a:pt x="493" y="19"/>
                    </a:cubicBezTo>
                    <a:cubicBezTo>
                      <a:pt x="494" y="17"/>
                      <a:pt x="493" y="16"/>
                      <a:pt x="492" y="15"/>
                    </a:cubicBezTo>
                    <a:cubicBezTo>
                      <a:pt x="489" y="12"/>
                      <a:pt x="492" y="7"/>
                      <a:pt x="493" y="4"/>
                    </a:cubicBezTo>
                    <a:cubicBezTo>
                      <a:pt x="494" y="2"/>
                      <a:pt x="494" y="1"/>
                      <a:pt x="495" y="0"/>
                    </a:cubicBezTo>
                    <a:cubicBezTo>
                      <a:pt x="540" y="0"/>
                      <a:pt x="540" y="0"/>
                      <a:pt x="540" y="0"/>
                    </a:cubicBezTo>
                    <a:cubicBezTo>
                      <a:pt x="539" y="5"/>
                      <a:pt x="539" y="9"/>
                      <a:pt x="540" y="14"/>
                    </a:cubicBezTo>
                    <a:cubicBezTo>
                      <a:pt x="541" y="17"/>
                      <a:pt x="542" y="20"/>
                      <a:pt x="543" y="23"/>
                    </a:cubicBezTo>
                    <a:cubicBezTo>
                      <a:pt x="538" y="24"/>
                      <a:pt x="534" y="28"/>
                      <a:pt x="534" y="34"/>
                    </a:cubicBezTo>
                    <a:cubicBezTo>
                      <a:pt x="534" y="40"/>
                      <a:pt x="539" y="45"/>
                      <a:pt x="545" y="45"/>
                    </a:cubicBezTo>
                    <a:cubicBezTo>
                      <a:pt x="551" y="45"/>
                      <a:pt x="556" y="40"/>
                      <a:pt x="556" y="34"/>
                    </a:cubicBezTo>
                    <a:cubicBezTo>
                      <a:pt x="556" y="31"/>
                      <a:pt x="555" y="29"/>
                      <a:pt x="554" y="27"/>
                    </a:cubicBezTo>
                    <a:cubicBezTo>
                      <a:pt x="554" y="26"/>
                      <a:pt x="554" y="24"/>
                      <a:pt x="553" y="23"/>
                    </a:cubicBezTo>
                    <a:cubicBezTo>
                      <a:pt x="552" y="22"/>
                      <a:pt x="551" y="21"/>
                      <a:pt x="550" y="19"/>
                    </a:cubicBezTo>
                    <a:cubicBezTo>
                      <a:pt x="550" y="19"/>
                      <a:pt x="550" y="19"/>
                      <a:pt x="549" y="18"/>
                    </a:cubicBezTo>
                    <a:cubicBezTo>
                      <a:pt x="549" y="18"/>
                      <a:pt x="549" y="16"/>
                      <a:pt x="549" y="16"/>
                    </a:cubicBezTo>
                    <a:cubicBezTo>
                      <a:pt x="547" y="10"/>
                      <a:pt x="547" y="5"/>
                      <a:pt x="548" y="0"/>
                    </a:cubicBezTo>
                    <a:cubicBezTo>
                      <a:pt x="600" y="0"/>
                      <a:pt x="600" y="0"/>
                      <a:pt x="600" y="0"/>
                    </a:cubicBezTo>
                    <a:cubicBezTo>
                      <a:pt x="597" y="8"/>
                      <a:pt x="594" y="17"/>
                      <a:pt x="595" y="25"/>
                    </a:cubicBezTo>
                    <a:cubicBezTo>
                      <a:pt x="593" y="27"/>
                      <a:pt x="591" y="30"/>
                      <a:pt x="591" y="34"/>
                    </a:cubicBezTo>
                    <a:cubicBezTo>
                      <a:pt x="591" y="40"/>
                      <a:pt x="596" y="45"/>
                      <a:pt x="602" y="45"/>
                    </a:cubicBezTo>
                    <a:cubicBezTo>
                      <a:pt x="608" y="45"/>
                      <a:pt x="613" y="40"/>
                      <a:pt x="613" y="34"/>
                    </a:cubicBezTo>
                    <a:cubicBezTo>
                      <a:pt x="613" y="28"/>
                      <a:pt x="608" y="24"/>
                      <a:pt x="603" y="23"/>
                    </a:cubicBezTo>
                    <a:cubicBezTo>
                      <a:pt x="602" y="15"/>
                      <a:pt x="605" y="7"/>
                      <a:pt x="608" y="0"/>
                    </a:cubicBezTo>
                    <a:cubicBezTo>
                      <a:pt x="657" y="0"/>
                      <a:pt x="657" y="0"/>
                      <a:pt x="657" y="0"/>
                    </a:cubicBezTo>
                    <a:cubicBezTo>
                      <a:pt x="657" y="5"/>
                      <a:pt x="654" y="10"/>
                      <a:pt x="651" y="14"/>
                    </a:cubicBezTo>
                    <a:cubicBezTo>
                      <a:pt x="650" y="16"/>
                      <a:pt x="655" y="22"/>
                      <a:pt x="656" y="23"/>
                    </a:cubicBezTo>
                    <a:cubicBezTo>
                      <a:pt x="651" y="25"/>
                      <a:pt x="648" y="29"/>
                      <a:pt x="648" y="34"/>
                    </a:cubicBezTo>
                    <a:cubicBezTo>
                      <a:pt x="648" y="40"/>
                      <a:pt x="653" y="45"/>
                      <a:pt x="659" y="45"/>
                    </a:cubicBezTo>
                    <a:cubicBezTo>
                      <a:pt x="665" y="45"/>
                      <a:pt x="669" y="40"/>
                      <a:pt x="669" y="34"/>
                    </a:cubicBezTo>
                    <a:cubicBezTo>
                      <a:pt x="669" y="30"/>
                      <a:pt x="667" y="26"/>
                      <a:pt x="664" y="24"/>
                    </a:cubicBezTo>
                    <a:cubicBezTo>
                      <a:pt x="663" y="21"/>
                      <a:pt x="665" y="5"/>
                      <a:pt x="665" y="0"/>
                    </a:cubicBezTo>
                    <a:cubicBezTo>
                      <a:pt x="705" y="0"/>
                      <a:pt x="705" y="0"/>
                      <a:pt x="705" y="0"/>
                    </a:cubicBezTo>
                    <a:cubicBezTo>
                      <a:pt x="704" y="4"/>
                      <a:pt x="704" y="9"/>
                      <a:pt x="705" y="13"/>
                    </a:cubicBezTo>
                    <a:cubicBezTo>
                      <a:pt x="706" y="17"/>
                      <a:pt x="708" y="21"/>
                      <a:pt x="710" y="25"/>
                    </a:cubicBezTo>
                    <a:cubicBezTo>
                      <a:pt x="707" y="27"/>
                      <a:pt x="705" y="30"/>
                      <a:pt x="705" y="34"/>
                    </a:cubicBezTo>
                    <a:cubicBezTo>
                      <a:pt x="705" y="40"/>
                      <a:pt x="710" y="45"/>
                      <a:pt x="716" y="45"/>
                    </a:cubicBezTo>
                    <a:cubicBezTo>
                      <a:pt x="722" y="45"/>
                      <a:pt x="726" y="40"/>
                      <a:pt x="726" y="34"/>
                    </a:cubicBezTo>
                    <a:cubicBezTo>
                      <a:pt x="726" y="29"/>
                      <a:pt x="723" y="24"/>
                      <a:pt x="718" y="23"/>
                    </a:cubicBezTo>
                    <a:cubicBezTo>
                      <a:pt x="718" y="15"/>
                      <a:pt x="717" y="8"/>
                      <a:pt x="716" y="0"/>
                    </a:cubicBezTo>
                    <a:cubicBezTo>
                      <a:pt x="761" y="0"/>
                      <a:pt x="761" y="0"/>
                      <a:pt x="761" y="0"/>
                    </a:cubicBezTo>
                    <a:cubicBezTo>
                      <a:pt x="760" y="5"/>
                      <a:pt x="762" y="10"/>
                      <a:pt x="763" y="15"/>
                    </a:cubicBezTo>
                    <a:cubicBezTo>
                      <a:pt x="764" y="18"/>
                      <a:pt x="765" y="22"/>
                      <a:pt x="766" y="25"/>
                    </a:cubicBezTo>
                    <a:cubicBezTo>
                      <a:pt x="763" y="27"/>
                      <a:pt x="762" y="30"/>
                      <a:pt x="762" y="34"/>
                    </a:cubicBezTo>
                    <a:cubicBezTo>
                      <a:pt x="762" y="40"/>
                      <a:pt x="767" y="45"/>
                      <a:pt x="773" y="45"/>
                    </a:cubicBezTo>
                    <a:cubicBezTo>
                      <a:pt x="778" y="45"/>
                      <a:pt x="783" y="40"/>
                      <a:pt x="783" y="34"/>
                    </a:cubicBezTo>
                    <a:cubicBezTo>
                      <a:pt x="783" y="30"/>
                      <a:pt x="782" y="27"/>
                      <a:pt x="779" y="25"/>
                    </a:cubicBezTo>
                    <a:cubicBezTo>
                      <a:pt x="780" y="20"/>
                      <a:pt x="780" y="15"/>
                      <a:pt x="780" y="10"/>
                    </a:cubicBezTo>
                    <a:cubicBezTo>
                      <a:pt x="780" y="7"/>
                      <a:pt x="780" y="3"/>
                      <a:pt x="779" y="0"/>
                    </a:cubicBezTo>
                    <a:cubicBezTo>
                      <a:pt x="830" y="0"/>
                      <a:pt x="830" y="0"/>
                      <a:pt x="830" y="0"/>
                    </a:cubicBezTo>
                    <a:cubicBezTo>
                      <a:pt x="829" y="1"/>
                      <a:pt x="829" y="1"/>
                      <a:pt x="829" y="2"/>
                    </a:cubicBezTo>
                    <a:cubicBezTo>
                      <a:pt x="826" y="9"/>
                      <a:pt x="824" y="17"/>
                      <a:pt x="823" y="25"/>
                    </a:cubicBezTo>
                    <a:cubicBezTo>
                      <a:pt x="821" y="27"/>
                      <a:pt x="819" y="30"/>
                      <a:pt x="819" y="34"/>
                    </a:cubicBezTo>
                    <a:cubicBezTo>
                      <a:pt x="819" y="40"/>
                      <a:pt x="823" y="45"/>
                      <a:pt x="829" y="45"/>
                    </a:cubicBezTo>
                    <a:cubicBezTo>
                      <a:pt x="835" y="45"/>
                      <a:pt x="840" y="40"/>
                      <a:pt x="840" y="34"/>
                    </a:cubicBezTo>
                    <a:cubicBezTo>
                      <a:pt x="840" y="28"/>
                      <a:pt x="836" y="24"/>
                      <a:pt x="831" y="23"/>
                    </a:cubicBezTo>
                    <a:cubicBezTo>
                      <a:pt x="832" y="17"/>
                      <a:pt x="834" y="10"/>
                      <a:pt x="836" y="4"/>
                    </a:cubicBezTo>
                    <a:cubicBezTo>
                      <a:pt x="837" y="3"/>
                      <a:pt x="837" y="1"/>
                      <a:pt x="838" y="0"/>
                    </a:cubicBezTo>
                    <a:lnTo>
                      <a:pt x="862" y="0"/>
                    </a:lnTo>
                    <a:close/>
                  </a:path>
                </a:pathLst>
              </a:custGeom>
              <a:solidFill>
                <a:schemeClr val="accent1"/>
              </a:solidFill>
              <a:ln>
                <a:noFill/>
              </a:ln>
              <a:effectLst>
                <a:outerShdw blurRad="57150" rotWithShape="0" algn="bl" dir="5400000" dist="19050">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57" name="Google Shape;957;p22"/>
              <p:cNvGrpSpPr/>
              <p:nvPr/>
            </p:nvGrpSpPr>
            <p:grpSpPr>
              <a:xfrm>
                <a:off x="2257425" y="-1661099"/>
                <a:ext cx="3254375" cy="1952626"/>
                <a:chOff x="2257425" y="-1661099"/>
                <a:chExt cx="3254375" cy="1952626"/>
              </a:xfrm>
            </p:grpSpPr>
            <p:sp>
              <p:nvSpPr>
                <p:cNvPr id="958" name="Google Shape;958;p22"/>
                <p:cNvSpPr/>
                <p:nvPr/>
              </p:nvSpPr>
              <p:spPr>
                <a:xfrm>
                  <a:off x="2257425" y="166113"/>
                  <a:ext cx="127000" cy="7938"/>
                </a:xfrm>
                <a:custGeom>
                  <a:rect b="b" l="l" r="r" t="t"/>
                  <a:pathLst>
                    <a:path extrusionOk="0" h="2" w="34">
                      <a:moveTo>
                        <a:pt x="0" y="0"/>
                      </a:moveTo>
                      <a:cubicBezTo>
                        <a:pt x="0" y="2"/>
                        <a:pt x="0" y="2"/>
                        <a:pt x="0" y="2"/>
                      </a:cubicBezTo>
                      <a:cubicBezTo>
                        <a:pt x="0" y="2"/>
                        <a:pt x="0" y="2"/>
                        <a:pt x="0" y="2"/>
                      </a:cubicBezTo>
                      <a:cubicBezTo>
                        <a:pt x="32" y="2"/>
                        <a:pt x="32" y="2"/>
                        <a:pt x="32" y="2"/>
                      </a:cubicBezTo>
                      <a:cubicBezTo>
                        <a:pt x="33" y="2"/>
                        <a:pt x="33" y="2"/>
                        <a:pt x="33" y="2"/>
                      </a:cubicBezTo>
                      <a:cubicBezTo>
                        <a:pt x="34" y="1"/>
                        <a:pt x="34" y="1"/>
                        <a:pt x="34" y="0"/>
                      </a:cubicBezTo>
                      <a:cubicBezTo>
                        <a:pt x="0" y="0"/>
                        <a:pt x="0" y="0"/>
                        <a:pt x="0" y="0"/>
                      </a:cubicBezTo>
                      <a:cubicBezTo>
                        <a:pt x="0" y="0"/>
                        <a:pt x="0" y="0"/>
                        <a:pt x="0" y="0"/>
                      </a:cubicBezTo>
                      <a:close/>
                    </a:path>
                  </a:pathLst>
                </a:custGeom>
                <a:solidFill>
                  <a:srgbClr val="4C4442">
                    <a:alpha val="943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9" name="Google Shape;959;p22"/>
                <p:cNvSpPr/>
                <p:nvPr/>
              </p:nvSpPr>
              <p:spPr>
                <a:xfrm>
                  <a:off x="2257425" y="-1661099"/>
                  <a:ext cx="3254375" cy="1952626"/>
                </a:xfrm>
                <a:custGeom>
                  <a:rect b="b" l="l" r="r" t="t"/>
                  <a:pathLst>
                    <a:path extrusionOk="0" h="518" w="862">
                      <a:moveTo>
                        <a:pt x="862" y="2"/>
                      </a:moveTo>
                      <a:cubicBezTo>
                        <a:pt x="862" y="2"/>
                        <a:pt x="862" y="2"/>
                        <a:pt x="862" y="2"/>
                      </a:cubicBezTo>
                      <a:cubicBezTo>
                        <a:pt x="862" y="1"/>
                        <a:pt x="862" y="1"/>
                        <a:pt x="862" y="1"/>
                      </a:cubicBezTo>
                      <a:cubicBezTo>
                        <a:pt x="862" y="1"/>
                        <a:pt x="862" y="0"/>
                        <a:pt x="862" y="0"/>
                      </a:cubicBezTo>
                      <a:cubicBezTo>
                        <a:pt x="0" y="0"/>
                        <a:pt x="0" y="0"/>
                        <a:pt x="0" y="0"/>
                      </a:cubicBezTo>
                      <a:cubicBezTo>
                        <a:pt x="0" y="0"/>
                        <a:pt x="0" y="1"/>
                        <a:pt x="0" y="1"/>
                      </a:cubicBezTo>
                      <a:cubicBezTo>
                        <a:pt x="0" y="2"/>
                        <a:pt x="0" y="2"/>
                        <a:pt x="0" y="2"/>
                      </a:cubicBezTo>
                      <a:cubicBezTo>
                        <a:pt x="0" y="2"/>
                        <a:pt x="0" y="2"/>
                        <a:pt x="0" y="2"/>
                      </a:cubicBezTo>
                      <a:cubicBezTo>
                        <a:pt x="39" y="2"/>
                        <a:pt x="39" y="2"/>
                        <a:pt x="39" y="2"/>
                      </a:cubicBezTo>
                      <a:cubicBezTo>
                        <a:pt x="39" y="37"/>
                        <a:pt x="39" y="37"/>
                        <a:pt x="39" y="37"/>
                      </a:cubicBezTo>
                      <a:cubicBezTo>
                        <a:pt x="0" y="37"/>
                        <a:pt x="0" y="37"/>
                        <a:pt x="0" y="37"/>
                      </a:cubicBezTo>
                      <a:cubicBezTo>
                        <a:pt x="0" y="37"/>
                        <a:pt x="0" y="38"/>
                        <a:pt x="0" y="38"/>
                      </a:cubicBezTo>
                      <a:cubicBezTo>
                        <a:pt x="0" y="39"/>
                        <a:pt x="0" y="39"/>
                        <a:pt x="0" y="39"/>
                      </a:cubicBezTo>
                      <a:cubicBezTo>
                        <a:pt x="0" y="39"/>
                        <a:pt x="0" y="39"/>
                        <a:pt x="0" y="39"/>
                      </a:cubicBezTo>
                      <a:cubicBezTo>
                        <a:pt x="39" y="39"/>
                        <a:pt x="39" y="39"/>
                        <a:pt x="39" y="39"/>
                      </a:cubicBezTo>
                      <a:cubicBezTo>
                        <a:pt x="39" y="74"/>
                        <a:pt x="39" y="74"/>
                        <a:pt x="39" y="74"/>
                      </a:cubicBezTo>
                      <a:cubicBezTo>
                        <a:pt x="0" y="74"/>
                        <a:pt x="0" y="74"/>
                        <a:pt x="0" y="74"/>
                      </a:cubicBezTo>
                      <a:cubicBezTo>
                        <a:pt x="0" y="74"/>
                        <a:pt x="0" y="74"/>
                        <a:pt x="0" y="74"/>
                      </a:cubicBezTo>
                      <a:cubicBezTo>
                        <a:pt x="0" y="76"/>
                        <a:pt x="0" y="76"/>
                        <a:pt x="0" y="76"/>
                      </a:cubicBezTo>
                      <a:cubicBezTo>
                        <a:pt x="0" y="76"/>
                        <a:pt x="0" y="76"/>
                        <a:pt x="0" y="76"/>
                      </a:cubicBezTo>
                      <a:cubicBezTo>
                        <a:pt x="39" y="76"/>
                        <a:pt x="39" y="76"/>
                        <a:pt x="39" y="76"/>
                      </a:cubicBezTo>
                      <a:cubicBezTo>
                        <a:pt x="39" y="111"/>
                        <a:pt x="39" y="111"/>
                        <a:pt x="39" y="111"/>
                      </a:cubicBezTo>
                      <a:cubicBezTo>
                        <a:pt x="0" y="111"/>
                        <a:pt x="0" y="111"/>
                        <a:pt x="0" y="111"/>
                      </a:cubicBezTo>
                      <a:cubicBezTo>
                        <a:pt x="0" y="111"/>
                        <a:pt x="0" y="111"/>
                        <a:pt x="0" y="111"/>
                      </a:cubicBezTo>
                      <a:cubicBezTo>
                        <a:pt x="0" y="113"/>
                        <a:pt x="0" y="113"/>
                        <a:pt x="0" y="113"/>
                      </a:cubicBezTo>
                      <a:cubicBezTo>
                        <a:pt x="0" y="113"/>
                        <a:pt x="0" y="113"/>
                        <a:pt x="0" y="113"/>
                      </a:cubicBezTo>
                      <a:cubicBezTo>
                        <a:pt x="39" y="113"/>
                        <a:pt x="39" y="113"/>
                        <a:pt x="39" y="113"/>
                      </a:cubicBezTo>
                      <a:cubicBezTo>
                        <a:pt x="39" y="148"/>
                        <a:pt x="39" y="148"/>
                        <a:pt x="39" y="148"/>
                      </a:cubicBezTo>
                      <a:cubicBezTo>
                        <a:pt x="0" y="148"/>
                        <a:pt x="0" y="148"/>
                        <a:pt x="0" y="148"/>
                      </a:cubicBezTo>
                      <a:cubicBezTo>
                        <a:pt x="0" y="148"/>
                        <a:pt x="0" y="148"/>
                        <a:pt x="0" y="148"/>
                      </a:cubicBezTo>
                      <a:cubicBezTo>
                        <a:pt x="0" y="150"/>
                        <a:pt x="0" y="150"/>
                        <a:pt x="0" y="150"/>
                      </a:cubicBezTo>
                      <a:cubicBezTo>
                        <a:pt x="0" y="150"/>
                        <a:pt x="0" y="150"/>
                        <a:pt x="0" y="150"/>
                      </a:cubicBezTo>
                      <a:cubicBezTo>
                        <a:pt x="39" y="150"/>
                        <a:pt x="39" y="150"/>
                        <a:pt x="39" y="150"/>
                      </a:cubicBezTo>
                      <a:cubicBezTo>
                        <a:pt x="39" y="185"/>
                        <a:pt x="39" y="185"/>
                        <a:pt x="39" y="185"/>
                      </a:cubicBezTo>
                      <a:cubicBezTo>
                        <a:pt x="0" y="185"/>
                        <a:pt x="0" y="185"/>
                        <a:pt x="0" y="185"/>
                      </a:cubicBezTo>
                      <a:cubicBezTo>
                        <a:pt x="0" y="185"/>
                        <a:pt x="0" y="185"/>
                        <a:pt x="0" y="185"/>
                      </a:cubicBezTo>
                      <a:cubicBezTo>
                        <a:pt x="0" y="187"/>
                        <a:pt x="0" y="187"/>
                        <a:pt x="0" y="187"/>
                      </a:cubicBezTo>
                      <a:cubicBezTo>
                        <a:pt x="0" y="187"/>
                        <a:pt x="0" y="187"/>
                        <a:pt x="0" y="187"/>
                      </a:cubicBezTo>
                      <a:cubicBezTo>
                        <a:pt x="39" y="187"/>
                        <a:pt x="39" y="187"/>
                        <a:pt x="39" y="187"/>
                      </a:cubicBezTo>
                      <a:cubicBezTo>
                        <a:pt x="39" y="222"/>
                        <a:pt x="39" y="222"/>
                        <a:pt x="39" y="222"/>
                      </a:cubicBezTo>
                      <a:cubicBezTo>
                        <a:pt x="0" y="222"/>
                        <a:pt x="0" y="222"/>
                        <a:pt x="0" y="222"/>
                      </a:cubicBezTo>
                      <a:cubicBezTo>
                        <a:pt x="0" y="222"/>
                        <a:pt x="0" y="222"/>
                        <a:pt x="0" y="222"/>
                      </a:cubicBezTo>
                      <a:cubicBezTo>
                        <a:pt x="0" y="224"/>
                        <a:pt x="0" y="224"/>
                        <a:pt x="0" y="224"/>
                      </a:cubicBezTo>
                      <a:cubicBezTo>
                        <a:pt x="0" y="224"/>
                        <a:pt x="0" y="224"/>
                        <a:pt x="0" y="224"/>
                      </a:cubicBezTo>
                      <a:cubicBezTo>
                        <a:pt x="39" y="224"/>
                        <a:pt x="39" y="224"/>
                        <a:pt x="39" y="224"/>
                      </a:cubicBezTo>
                      <a:cubicBezTo>
                        <a:pt x="39" y="259"/>
                        <a:pt x="39" y="259"/>
                        <a:pt x="39" y="259"/>
                      </a:cubicBezTo>
                      <a:cubicBezTo>
                        <a:pt x="0" y="259"/>
                        <a:pt x="0" y="259"/>
                        <a:pt x="0" y="259"/>
                      </a:cubicBezTo>
                      <a:cubicBezTo>
                        <a:pt x="0" y="259"/>
                        <a:pt x="0" y="259"/>
                        <a:pt x="0" y="259"/>
                      </a:cubicBezTo>
                      <a:cubicBezTo>
                        <a:pt x="0" y="261"/>
                        <a:pt x="0" y="261"/>
                        <a:pt x="0" y="261"/>
                      </a:cubicBezTo>
                      <a:cubicBezTo>
                        <a:pt x="0" y="261"/>
                        <a:pt x="0" y="261"/>
                        <a:pt x="0" y="261"/>
                      </a:cubicBezTo>
                      <a:cubicBezTo>
                        <a:pt x="39" y="261"/>
                        <a:pt x="39" y="261"/>
                        <a:pt x="39" y="261"/>
                      </a:cubicBezTo>
                      <a:cubicBezTo>
                        <a:pt x="39" y="296"/>
                        <a:pt x="39" y="296"/>
                        <a:pt x="39" y="296"/>
                      </a:cubicBezTo>
                      <a:cubicBezTo>
                        <a:pt x="0" y="296"/>
                        <a:pt x="0" y="296"/>
                        <a:pt x="0" y="296"/>
                      </a:cubicBezTo>
                      <a:cubicBezTo>
                        <a:pt x="0" y="296"/>
                        <a:pt x="0" y="296"/>
                        <a:pt x="0" y="296"/>
                      </a:cubicBezTo>
                      <a:cubicBezTo>
                        <a:pt x="0" y="298"/>
                        <a:pt x="0" y="298"/>
                        <a:pt x="0" y="298"/>
                      </a:cubicBezTo>
                      <a:cubicBezTo>
                        <a:pt x="0" y="298"/>
                        <a:pt x="0" y="298"/>
                        <a:pt x="0" y="298"/>
                      </a:cubicBezTo>
                      <a:cubicBezTo>
                        <a:pt x="39" y="298"/>
                        <a:pt x="39" y="298"/>
                        <a:pt x="39" y="298"/>
                      </a:cubicBezTo>
                      <a:cubicBezTo>
                        <a:pt x="39" y="333"/>
                        <a:pt x="39" y="333"/>
                        <a:pt x="39" y="333"/>
                      </a:cubicBezTo>
                      <a:cubicBezTo>
                        <a:pt x="0" y="333"/>
                        <a:pt x="0" y="333"/>
                        <a:pt x="0" y="333"/>
                      </a:cubicBezTo>
                      <a:cubicBezTo>
                        <a:pt x="0" y="333"/>
                        <a:pt x="0" y="333"/>
                        <a:pt x="0" y="333"/>
                      </a:cubicBezTo>
                      <a:cubicBezTo>
                        <a:pt x="0" y="334"/>
                        <a:pt x="0" y="334"/>
                        <a:pt x="0" y="334"/>
                      </a:cubicBezTo>
                      <a:cubicBezTo>
                        <a:pt x="0" y="335"/>
                        <a:pt x="0" y="335"/>
                        <a:pt x="0" y="335"/>
                      </a:cubicBezTo>
                      <a:cubicBezTo>
                        <a:pt x="39" y="335"/>
                        <a:pt x="39" y="335"/>
                        <a:pt x="39" y="335"/>
                      </a:cubicBezTo>
                      <a:cubicBezTo>
                        <a:pt x="39" y="370"/>
                        <a:pt x="39" y="370"/>
                        <a:pt x="39" y="370"/>
                      </a:cubicBezTo>
                      <a:cubicBezTo>
                        <a:pt x="0" y="370"/>
                        <a:pt x="0" y="370"/>
                        <a:pt x="0" y="370"/>
                      </a:cubicBezTo>
                      <a:cubicBezTo>
                        <a:pt x="0" y="370"/>
                        <a:pt x="0" y="370"/>
                        <a:pt x="0" y="370"/>
                      </a:cubicBezTo>
                      <a:cubicBezTo>
                        <a:pt x="0" y="371"/>
                        <a:pt x="0" y="371"/>
                        <a:pt x="0" y="371"/>
                      </a:cubicBezTo>
                      <a:cubicBezTo>
                        <a:pt x="0" y="371"/>
                        <a:pt x="0" y="372"/>
                        <a:pt x="0" y="372"/>
                      </a:cubicBezTo>
                      <a:cubicBezTo>
                        <a:pt x="39" y="372"/>
                        <a:pt x="39" y="372"/>
                        <a:pt x="39" y="372"/>
                      </a:cubicBezTo>
                      <a:cubicBezTo>
                        <a:pt x="39" y="406"/>
                        <a:pt x="39" y="406"/>
                        <a:pt x="39" y="406"/>
                      </a:cubicBezTo>
                      <a:cubicBezTo>
                        <a:pt x="0" y="406"/>
                        <a:pt x="0" y="406"/>
                        <a:pt x="0" y="406"/>
                      </a:cubicBezTo>
                      <a:cubicBezTo>
                        <a:pt x="0" y="406"/>
                        <a:pt x="0" y="407"/>
                        <a:pt x="0" y="407"/>
                      </a:cubicBezTo>
                      <a:cubicBezTo>
                        <a:pt x="0" y="408"/>
                        <a:pt x="0" y="408"/>
                        <a:pt x="0" y="408"/>
                      </a:cubicBezTo>
                      <a:cubicBezTo>
                        <a:pt x="0" y="408"/>
                        <a:pt x="0" y="408"/>
                        <a:pt x="0" y="408"/>
                      </a:cubicBezTo>
                      <a:cubicBezTo>
                        <a:pt x="39" y="408"/>
                        <a:pt x="39" y="408"/>
                        <a:pt x="39" y="408"/>
                      </a:cubicBezTo>
                      <a:cubicBezTo>
                        <a:pt x="39" y="446"/>
                        <a:pt x="39" y="446"/>
                        <a:pt x="39" y="446"/>
                      </a:cubicBezTo>
                      <a:cubicBezTo>
                        <a:pt x="0" y="446"/>
                        <a:pt x="0" y="446"/>
                        <a:pt x="0" y="446"/>
                      </a:cubicBezTo>
                      <a:cubicBezTo>
                        <a:pt x="0" y="446"/>
                        <a:pt x="0" y="446"/>
                        <a:pt x="0" y="446"/>
                      </a:cubicBezTo>
                      <a:cubicBezTo>
                        <a:pt x="0" y="448"/>
                        <a:pt x="0" y="448"/>
                        <a:pt x="0" y="448"/>
                      </a:cubicBezTo>
                      <a:cubicBezTo>
                        <a:pt x="0" y="448"/>
                        <a:pt x="0" y="448"/>
                        <a:pt x="0" y="448"/>
                      </a:cubicBezTo>
                      <a:cubicBezTo>
                        <a:pt x="39" y="448"/>
                        <a:pt x="39" y="448"/>
                        <a:pt x="39" y="448"/>
                      </a:cubicBezTo>
                      <a:cubicBezTo>
                        <a:pt x="39" y="479"/>
                        <a:pt x="39" y="479"/>
                        <a:pt x="39" y="479"/>
                      </a:cubicBezTo>
                      <a:cubicBezTo>
                        <a:pt x="40" y="479"/>
                        <a:pt x="40" y="478"/>
                        <a:pt x="41" y="478"/>
                      </a:cubicBezTo>
                      <a:cubicBezTo>
                        <a:pt x="41" y="448"/>
                        <a:pt x="41" y="448"/>
                        <a:pt x="41" y="448"/>
                      </a:cubicBezTo>
                      <a:cubicBezTo>
                        <a:pt x="78" y="448"/>
                        <a:pt x="78" y="448"/>
                        <a:pt x="78" y="448"/>
                      </a:cubicBezTo>
                      <a:cubicBezTo>
                        <a:pt x="78" y="474"/>
                        <a:pt x="78" y="474"/>
                        <a:pt x="78" y="474"/>
                      </a:cubicBezTo>
                      <a:cubicBezTo>
                        <a:pt x="79" y="474"/>
                        <a:pt x="80" y="474"/>
                        <a:pt x="80" y="474"/>
                      </a:cubicBezTo>
                      <a:cubicBezTo>
                        <a:pt x="80" y="448"/>
                        <a:pt x="80" y="448"/>
                        <a:pt x="80" y="448"/>
                      </a:cubicBezTo>
                      <a:cubicBezTo>
                        <a:pt x="118" y="448"/>
                        <a:pt x="118" y="448"/>
                        <a:pt x="118" y="448"/>
                      </a:cubicBezTo>
                      <a:cubicBezTo>
                        <a:pt x="118" y="469"/>
                        <a:pt x="118" y="469"/>
                        <a:pt x="118" y="469"/>
                      </a:cubicBezTo>
                      <a:cubicBezTo>
                        <a:pt x="118" y="469"/>
                        <a:pt x="119" y="468"/>
                        <a:pt x="120" y="467"/>
                      </a:cubicBezTo>
                      <a:cubicBezTo>
                        <a:pt x="120" y="448"/>
                        <a:pt x="120" y="448"/>
                        <a:pt x="120" y="448"/>
                      </a:cubicBezTo>
                      <a:cubicBezTo>
                        <a:pt x="154" y="448"/>
                        <a:pt x="154" y="448"/>
                        <a:pt x="154" y="448"/>
                      </a:cubicBezTo>
                      <a:cubicBezTo>
                        <a:pt x="154" y="466"/>
                        <a:pt x="154" y="466"/>
                        <a:pt x="154" y="466"/>
                      </a:cubicBezTo>
                      <a:cubicBezTo>
                        <a:pt x="155" y="466"/>
                        <a:pt x="156" y="466"/>
                        <a:pt x="156" y="466"/>
                      </a:cubicBezTo>
                      <a:cubicBezTo>
                        <a:pt x="156" y="448"/>
                        <a:pt x="156" y="448"/>
                        <a:pt x="156" y="448"/>
                      </a:cubicBezTo>
                      <a:cubicBezTo>
                        <a:pt x="191" y="448"/>
                        <a:pt x="191" y="448"/>
                        <a:pt x="191" y="448"/>
                      </a:cubicBezTo>
                      <a:cubicBezTo>
                        <a:pt x="191" y="459"/>
                        <a:pt x="191" y="459"/>
                        <a:pt x="191" y="459"/>
                      </a:cubicBezTo>
                      <a:cubicBezTo>
                        <a:pt x="192" y="459"/>
                        <a:pt x="193" y="459"/>
                        <a:pt x="193" y="459"/>
                      </a:cubicBezTo>
                      <a:cubicBezTo>
                        <a:pt x="193" y="448"/>
                        <a:pt x="193" y="448"/>
                        <a:pt x="193" y="448"/>
                      </a:cubicBezTo>
                      <a:cubicBezTo>
                        <a:pt x="228" y="448"/>
                        <a:pt x="228" y="448"/>
                        <a:pt x="228" y="448"/>
                      </a:cubicBezTo>
                      <a:cubicBezTo>
                        <a:pt x="228" y="455"/>
                        <a:pt x="228" y="455"/>
                        <a:pt x="228" y="455"/>
                      </a:cubicBezTo>
                      <a:cubicBezTo>
                        <a:pt x="229" y="455"/>
                        <a:pt x="230" y="455"/>
                        <a:pt x="230" y="455"/>
                      </a:cubicBezTo>
                      <a:cubicBezTo>
                        <a:pt x="230" y="448"/>
                        <a:pt x="230" y="448"/>
                        <a:pt x="230" y="448"/>
                      </a:cubicBezTo>
                      <a:cubicBezTo>
                        <a:pt x="265" y="448"/>
                        <a:pt x="265" y="448"/>
                        <a:pt x="265" y="448"/>
                      </a:cubicBezTo>
                      <a:cubicBezTo>
                        <a:pt x="265" y="453"/>
                        <a:pt x="265" y="453"/>
                        <a:pt x="265" y="453"/>
                      </a:cubicBezTo>
                      <a:cubicBezTo>
                        <a:pt x="266" y="453"/>
                        <a:pt x="266" y="453"/>
                        <a:pt x="267" y="453"/>
                      </a:cubicBezTo>
                      <a:cubicBezTo>
                        <a:pt x="267" y="448"/>
                        <a:pt x="267" y="448"/>
                        <a:pt x="267" y="448"/>
                      </a:cubicBezTo>
                      <a:cubicBezTo>
                        <a:pt x="276" y="448"/>
                        <a:pt x="276" y="448"/>
                        <a:pt x="276" y="448"/>
                      </a:cubicBezTo>
                      <a:cubicBezTo>
                        <a:pt x="278" y="447"/>
                        <a:pt x="279" y="447"/>
                        <a:pt x="281" y="447"/>
                      </a:cubicBezTo>
                      <a:cubicBezTo>
                        <a:pt x="282" y="447"/>
                        <a:pt x="282" y="446"/>
                        <a:pt x="283" y="446"/>
                      </a:cubicBezTo>
                      <a:cubicBezTo>
                        <a:pt x="267" y="446"/>
                        <a:pt x="267" y="446"/>
                        <a:pt x="267" y="446"/>
                      </a:cubicBezTo>
                      <a:cubicBezTo>
                        <a:pt x="267" y="408"/>
                        <a:pt x="267" y="408"/>
                        <a:pt x="267" y="408"/>
                      </a:cubicBezTo>
                      <a:cubicBezTo>
                        <a:pt x="302" y="408"/>
                        <a:pt x="302" y="408"/>
                        <a:pt x="302" y="408"/>
                      </a:cubicBezTo>
                      <a:cubicBezTo>
                        <a:pt x="302" y="446"/>
                        <a:pt x="302" y="446"/>
                        <a:pt x="302" y="446"/>
                      </a:cubicBezTo>
                      <a:cubicBezTo>
                        <a:pt x="300" y="446"/>
                        <a:pt x="300" y="446"/>
                        <a:pt x="300" y="446"/>
                      </a:cubicBezTo>
                      <a:cubicBezTo>
                        <a:pt x="301" y="447"/>
                        <a:pt x="303" y="448"/>
                        <a:pt x="304" y="448"/>
                      </a:cubicBezTo>
                      <a:cubicBezTo>
                        <a:pt x="304" y="448"/>
                        <a:pt x="304" y="448"/>
                        <a:pt x="304" y="448"/>
                      </a:cubicBezTo>
                      <a:cubicBezTo>
                        <a:pt x="339" y="448"/>
                        <a:pt x="339" y="448"/>
                        <a:pt x="339" y="448"/>
                      </a:cubicBezTo>
                      <a:cubicBezTo>
                        <a:pt x="339" y="455"/>
                        <a:pt x="339" y="455"/>
                        <a:pt x="339" y="455"/>
                      </a:cubicBezTo>
                      <a:cubicBezTo>
                        <a:pt x="340" y="456"/>
                        <a:pt x="340" y="456"/>
                        <a:pt x="341" y="457"/>
                      </a:cubicBezTo>
                      <a:cubicBezTo>
                        <a:pt x="341" y="448"/>
                        <a:pt x="341" y="448"/>
                        <a:pt x="341" y="448"/>
                      </a:cubicBezTo>
                      <a:cubicBezTo>
                        <a:pt x="376" y="448"/>
                        <a:pt x="376" y="448"/>
                        <a:pt x="376" y="448"/>
                      </a:cubicBezTo>
                      <a:cubicBezTo>
                        <a:pt x="376" y="461"/>
                        <a:pt x="376" y="461"/>
                        <a:pt x="376" y="461"/>
                      </a:cubicBezTo>
                      <a:cubicBezTo>
                        <a:pt x="377" y="461"/>
                        <a:pt x="377" y="461"/>
                        <a:pt x="378" y="461"/>
                      </a:cubicBezTo>
                      <a:cubicBezTo>
                        <a:pt x="378" y="448"/>
                        <a:pt x="378" y="448"/>
                        <a:pt x="378" y="448"/>
                      </a:cubicBezTo>
                      <a:cubicBezTo>
                        <a:pt x="413" y="448"/>
                        <a:pt x="413" y="448"/>
                        <a:pt x="413" y="448"/>
                      </a:cubicBezTo>
                      <a:cubicBezTo>
                        <a:pt x="413" y="466"/>
                        <a:pt x="413" y="466"/>
                        <a:pt x="413" y="466"/>
                      </a:cubicBezTo>
                      <a:cubicBezTo>
                        <a:pt x="413" y="466"/>
                        <a:pt x="414" y="466"/>
                        <a:pt x="415" y="466"/>
                      </a:cubicBezTo>
                      <a:cubicBezTo>
                        <a:pt x="415" y="448"/>
                        <a:pt x="415" y="448"/>
                        <a:pt x="415" y="448"/>
                      </a:cubicBezTo>
                      <a:cubicBezTo>
                        <a:pt x="450" y="448"/>
                        <a:pt x="450" y="448"/>
                        <a:pt x="450" y="448"/>
                      </a:cubicBezTo>
                      <a:cubicBezTo>
                        <a:pt x="450" y="470"/>
                        <a:pt x="450" y="470"/>
                        <a:pt x="450" y="470"/>
                      </a:cubicBezTo>
                      <a:cubicBezTo>
                        <a:pt x="450" y="470"/>
                        <a:pt x="451" y="470"/>
                        <a:pt x="452" y="471"/>
                      </a:cubicBezTo>
                      <a:cubicBezTo>
                        <a:pt x="452" y="448"/>
                        <a:pt x="452" y="448"/>
                        <a:pt x="452" y="448"/>
                      </a:cubicBezTo>
                      <a:cubicBezTo>
                        <a:pt x="487" y="448"/>
                        <a:pt x="487" y="448"/>
                        <a:pt x="487" y="448"/>
                      </a:cubicBezTo>
                      <a:cubicBezTo>
                        <a:pt x="487" y="474"/>
                        <a:pt x="487" y="474"/>
                        <a:pt x="487" y="474"/>
                      </a:cubicBezTo>
                      <a:cubicBezTo>
                        <a:pt x="487" y="474"/>
                        <a:pt x="488" y="475"/>
                        <a:pt x="488" y="476"/>
                      </a:cubicBezTo>
                      <a:cubicBezTo>
                        <a:pt x="488" y="476"/>
                        <a:pt x="488" y="476"/>
                        <a:pt x="489" y="476"/>
                      </a:cubicBezTo>
                      <a:cubicBezTo>
                        <a:pt x="489" y="448"/>
                        <a:pt x="489" y="448"/>
                        <a:pt x="489" y="448"/>
                      </a:cubicBezTo>
                      <a:cubicBezTo>
                        <a:pt x="524" y="448"/>
                        <a:pt x="524" y="448"/>
                        <a:pt x="524" y="448"/>
                      </a:cubicBezTo>
                      <a:cubicBezTo>
                        <a:pt x="524" y="479"/>
                        <a:pt x="524" y="479"/>
                        <a:pt x="524" y="479"/>
                      </a:cubicBezTo>
                      <a:cubicBezTo>
                        <a:pt x="524" y="478"/>
                        <a:pt x="525" y="478"/>
                        <a:pt x="526" y="478"/>
                      </a:cubicBezTo>
                      <a:cubicBezTo>
                        <a:pt x="526" y="448"/>
                        <a:pt x="526" y="448"/>
                        <a:pt x="526" y="448"/>
                      </a:cubicBezTo>
                      <a:cubicBezTo>
                        <a:pt x="563" y="448"/>
                        <a:pt x="563" y="448"/>
                        <a:pt x="563" y="448"/>
                      </a:cubicBezTo>
                      <a:cubicBezTo>
                        <a:pt x="563" y="485"/>
                        <a:pt x="563" y="485"/>
                        <a:pt x="563" y="485"/>
                      </a:cubicBezTo>
                      <a:cubicBezTo>
                        <a:pt x="558" y="485"/>
                        <a:pt x="558" y="485"/>
                        <a:pt x="558" y="485"/>
                      </a:cubicBezTo>
                      <a:cubicBezTo>
                        <a:pt x="559" y="486"/>
                        <a:pt x="560" y="486"/>
                        <a:pt x="561" y="487"/>
                      </a:cubicBezTo>
                      <a:cubicBezTo>
                        <a:pt x="563" y="487"/>
                        <a:pt x="563" y="487"/>
                        <a:pt x="563" y="487"/>
                      </a:cubicBezTo>
                      <a:cubicBezTo>
                        <a:pt x="563" y="488"/>
                        <a:pt x="563" y="488"/>
                        <a:pt x="563" y="488"/>
                      </a:cubicBezTo>
                      <a:cubicBezTo>
                        <a:pt x="563" y="489"/>
                        <a:pt x="564" y="489"/>
                        <a:pt x="565" y="489"/>
                      </a:cubicBezTo>
                      <a:cubicBezTo>
                        <a:pt x="565" y="487"/>
                        <a:pt x="565" y="487"/>
                        <a:pt x="565" y="487"/>
                      </a:cubicBezTo>
                      <a:cubicBezTo>
                        <a:pt x="582" y="487"/>
                        <a:pt x="582" y="487"/>
                        <a:pt x="582" y="487"/>
                      </a:cubicBezTo>
                      <a:cubicBezTo>
                        <a:pt x="583" y="486"/>
                        <a:pt x="584" y="486"/>
                        <a:pt x="585" y="485"/>
                      </a:cubicBezTo>
                      <a:cubicBezTo>
                        <a:pt x="565" y="485"/>
                        <a:pt x="565" y="485"/>
                        <a:pt x="565" y="485"/>
                      </a:cubicBezTo>
                      <a:cubicBezTo>
                        <a:pt x="565" y="448"/>
                        <a:pt x="565" y="448"/>
                        <a:pt x="565" y="448"/>
                      </a:cubicBezTo>
                      <a:cubicBezTo>
                        <a:pt x="599" y="448"/>
                        <a:pt x="599" y="448"/>
                        <a:pt x="599" y="448"/>
                      </a:cubicBezTo>
                      <a:cubicBezTo>
                        <a:pt x="599" y="485"/>
                        <a:pt x="599" y="485"/>
                        <a:pt x="599" y="485"/>
                      </a:cubicBezTo>
                      <a:cubicBezTo>
                        <a:pt x="595" y="485"/>
                        <a:pt x="595" y="485"/>
                        <a:pt x="595" y="485"/>
                      </a:cubicBezTo>
                      <a:cubicBezTo>
                        <a:pt x="596" y="485"/>
                        <a:pt x="596" y="485"/>
                        <a:pt x="597" y="486"/>
                      </a:cubicBezTo>
                      <a:cubicBezTo>
                        <a:pt x="600" y="486"/>
                        <a:pt x="599" y="486"/>
                        <a:pt x="601" y="487"/>
                      </a:cubicBezTo>
                      <a:cubicBezTo>
                        <a:pt x="602" y="487"/>
                        <a:pt x="602" y="487"/>
                        <a:pt x="602" y="487"/>
                      </a:cubicBezTo>
                      <a:cubicBezTo>
                        <a:pt x="636" y="487"/>
                        <a:pt x="636" y="487"/>
                        <a:pt x="636" y="487"/>
                      </a:cubicBezTo>
                      <a:cubicBezTo>
                        <a:pt x="636" y="493"/>
                        <a:pt x="636" y="493"/>
                        <a:pt x="636" y="493"/>
                      </a:cubicBezTo>
                      <a:cubicBezTo>
                        <a:pt x="637" y="493"/>
                        <a:pt x="637" y="493"/>
                        <a:pt x="638" y="493"/>
                      </a:cubicBezTo>
                      <a:cubicBezTo>
                        <a:pt x="638" y="493"/>
                        <a:pt x="638" y="493"/>
                        <a:pt x="638" y="493"/>
                      </a:cubicBezTo>
                      <a:cubicBezTo>
                        <a:pt x="638" y="487"/>
                        <a:pt x="638" y="487"/>
                        <a:pt x="638" y="487"/>
                      </a:cubicBezTo>
                      <a:cubicBezTo>
                        <a:pt x="673" y="487"/>
                        <a:pt x="673" y="487"/>
                        <a:pt x="673" y="487"/>
                      </a:cubicBezTo>
                      <a:cubicBezTo>
                        <a:pt x="673" y="499"/>
                        <a:pt x="673" y="499"/>
                        <a:pt x="673" y="499"/>
                      </a:cubicBezTo>
                      <a:cubicBezTo>
                        <a:pt x="674" y="499"/>
                        <a:pt x="675" y="499"/>
                        <a:pt x="675" y="499"/>
                      </a:cubicBezTo>
                      <a:cubicBezTo>
                        <a:pt x="675" y="487"/>
                        <a:pt x="675" y="487"/>
                        <a:pt x="675" y="487"/>
                      </a:cubicBezTo>
                      <a:cubicBezTo>
                        <a:pt x="710" y="487"/>
                        <a:pt x="710" y="487"/>
                        <a:pt x="710" y="487"/>
                      </a:cubicBezTo>
                      <a:cubicBezTo>
                        <a:pt x="710" y="503"/>
                        <a:pt x="710" y="503"/>
                        <a:pt x="710" y="503"/>
                      </a:cubicBezTo>
                      <a:cubicBezTo>
                        <a:pt x="711" y="503"/>
                        <a:pt x="712" y="503"/>
                        <a:pt x="712" y="503"/>
                      </a:cubicBezTo>
                      <a:cubicBezTo>
                        <a:pt x="712" y="487"/>
                        <a:pt x="712" y="487"/>
                        <a:pt x="712" y="487"/>
                      </a:cubicBezTo>
                      <a:cubicBezTo>
                        <a:pt x="747" y="487"/>
                        <a:pt x="747" y="487"/>
                        <a:pt x="747" y="487"/>
                      </a:cubicBezTo>
                      <a:cubicBezTo>
                        <a:pt x="747" y="499"/>
                        <a:pt x="747" y="499"/>
                        <a:pt x="747" y="499"/>
                      </a:cubicBezTo>
                      <a:cubicBezTo>
                        <a:pt x="748" y="499"/>
                        <a:pt x="748" y="499"/>
                        <a:pt x="749" y="499"/>
                      </a:cubicBezTo>
                      <a:cubicBezTo>
                        <a:pt x="749" y="499"/>
                        <a:pt x="749" y="499"/>
                        <a:pt x="749" y="499"/>
                      </a:cubicBezTo>
                      <a:cubicBezTo>
                        <a:pt x="749" y="487"/>
                        <a:pt x="749" y="487"/>
                        <a:pt x="749" y="487"/>
                      </a:cubicBezTo>
                      <a:cubicBezTo>
                        <a:pt x="784" y="487"/>
                        <a:pt x="784" y="487"/>
                        <a:pt x="784" y="487"/>
                      </a:cubicBezTo>
                      <a:cubicBezTo>
                        <a:pt x="784" y="503"/>
                        <a:pt x="784" y="503"/>
                        <a:pt x="784" y="503"/>
                      </a:cubicBezTo>
                      <a:cubicBezTo>
                        <a:pt x="785" y="503"/>
                        <a:pt x="786" y="504"/>
                        <a:pt x="786" y="504"/>
                      </a:cubicBezTo>
                      <a:cubicBezTo>
                        <a:pt x="786" y="487"/>
                        <a:pt x="786" y="487"/>
                        <a:pt x="786" y="487"/>
                      </a:cubicBezTo>
                      <a:cubicBezTo>
                        <a:pt x="821" y="487"/>
                        <a:pt x="821" y="487"/>
                        <a:pt x="821" y="487"/>
                      </a:cubicBezTo>
                      <a:cubicBezTo>
                        <a:pt x="821" y="517"/>
                        <a:pt x="821" y="517"/>
                        <a:pt x="821" y="517"/>
                      </a:cubicBezTo>
                      <a:cubicBezTo>
                        <a:pt x="822" y="517"/>
                        <a:pt x="822" y="517"/>
                        <a:pt x="823" y="518"/>
                      </a:cubicBezTo>
                      <a:cubicBezTo>
                        <a:pt x="823" y="487"/>
                        <a:pt x="823" y="487"/>
                        <a:pt x="823" y="487"/>
                      </a:cubicBezTo>
                      <a:cubicBezTo>
                        <a:pt x="862" y="487"/>
                        <a:pt x="862" y="487"/>
                        <a:pt x="862" y="487"/>
                      </a:cubicBezTo>
                      <a:cubicBezTo>
                        <a:pt x="862" y="487"/>
                        <a:pt x="862" y="487"/>
                        <a:pt x="862" y="487"/>
                      </a:cubicBezTo>
                      <a:cubicBezTo>
                        <a:pt x="862" y="485"/>
                        <a:pt x="862" y="485"/>
                        <a:pt x="862" y="485"/>
                      </a:cubicBezTo>
                      <a:cubicBezTo>
                        <a:pt x="862" y="485"/>
                        <a:pt x="862" y="485"/>
                        <a:pt x="862" y="485"/>
                      </a:cubicBezTo>
                      <a:cubicBezTo>
                        <a:pt x="823" y="485"/>
                        <a:pt x="823" y="485"/>
                        <a:pt x="823" y="485"/>
                      </a:cubicBezTo>
                      <a:cubicBezTo>
                        <a:pt x="823" y="448"/>
                        <a:pt x="823" y="448"/>
                        <a:pt x="823" y="448"/>
                      </a:cubicBezTo>
                      <a:cubicBezTo>
                        <a:pt x="862" y="448"/>
                        <a:pt x="862" y="448"/>
                        <a:pt x="862" y="448"/>
                      </a:cubicBezTo>
                      <a:cubicBezTo>
                        <a:pt x="862" y="448"/>
                        <a:pt x="862" y="448"/>
                        <a:pt x="862" y="448"/>
                      </a:cubicBezTo>
                      <a:cubicBezTo>
                        <a:pt x="862" y="446"/>
                        <a:pt x="862" y="446"/>
                        <a:pt x="862" y="446"/>
                      </a:cubicBezTo>
                      <a:cubicBezTo>
                        <a:pt x="862" y="446"/>
                        <a:pt x="862" y="446"/>
                        <a:pt x="862" y="446"/>
                      </a:cubicBezTo>
                      <a:cubicBezTo>
                        <a:pt x="823" y="446"/>
                        <a:pt x="823" y="446"/>
                        <a:pt x="823" y="446"/>
                      </a:cubicBezTo>
                      <a:cubicBezTo>
                        <a:pt x="823" y="408"/>
                        <a:pt x="823" y="408"/>
                        <a:pt x="823" y="408"/>
                      </a:cubicBezTo>
                      <a:cubicBezTo>
                        <a:pt x="862" y="408"/>
                        <a:pt x="862" y="408"/>
                        <a:pt x="862" y="408"/>
                      </a:cubicBezTo>
                      <a:cubicBezTo>
                        <a:pt x="862" y="408"/>
                        <a:pt x="862" y="408"/>
                        <a:pt x="862" y="408"/>
                      </a:cubicBezTo>
                      <a:cubicBezTo>
                        <a:pt x="862" y="407"/>
                        <a:pt x="862" y="407"/>
                        <a:pt x="862" y="407"/>
                      </a:cubicBezTo>
                      <a:cubicBezTo>
                        <a:pt x="862" y="407"/>
                        <a:pt x="862" y="406"/>
                        <a:pt x="862" y="406"/>
                      </a:cubicBezTo>
                      <a:cubicBezTo>
                        <a:pt x="823" y="406"/>
                        <a:pt x="823" y="406"/>
                        <a:pt x="823" y="406"/>
                      </a:cubicBezTo>
                      <a:cubicBezTo>
                        <a:pt x="823" y="372"/>
                        <a:pt x="823" y="372"/>
                        <a:pt x="823" y="372"/>
                      </a:cubicBezTo>
                      <a:cubicBezTo>
                        <a:pt x="862" y="372"/>
                        <a:pt x="862" y="372"/>
                        <a:pt x="862" y="372"/>
                      </a:cubicBezTo>
                      <a:cubicBezTo>
                        <a:pt x="862" y="372"/>
                        <a:pt x="862" y="371"/>
                        <a:pt x="862" y="371"/>
                      </a:cubicBezTo>
                      <a:cubicBezTo>
                        <a:pt x="862" y="370"/>
                        <a:pt x="862" y="370"/>
                        <a:pt x="862" y="370"/>
                      </a:cubicBezTo>
                      <a:cubicBezTo>
                        <a:pt x="862" y="370"/>
                        <a:pt x="862" y="370"/>
                        <a:pt x="862" y="370"/>
                      </a:cubicBezTo>
                      <a:cubicBezTo>
                        <a:pt x="823" y="370"/>
                        <a:pt x="823" y="370"/>
                        <a:pt x="823" y="370"/>
                      </a:cubicBezTo>
                      <a:cubicBezTo>
                        <a:pt x="823" y="335"/>
                        <a:pt x="823" y="335"/>
                        <a:pt x="823" y="335"/>
                      </a:cubicBezTo>
                      <a:cubicBezTo>
                        <a:pt x="862" y="335"/>
                        <a:pt x="862" y="335"/>
                        <a:pt x="862" y="335"/>
                      </a:cubicBezTo>
                      <a:cubicBezTo>
                        <a:pt x="862" y="335"/>
                        <a:pt x="862" y="335"/>
                        <a:pt x="862" y="334"/>
                      </a:cubicBezTo>
                      <a:cubicBezTo>
                        <a:pt x="862" y="333"/>
                        <a:pt x="862" y="333"/>
                        <a:pt x="862" y="333"/>
                      </a:cubicBezTo>
                      <a:cubicBezTo>
                        <a:pt x="862" y="333"/>
                        <a:pt x="862" y="333"/>
                        <a:pt x="862" y="333"/>
                      </a:cubicBezTo>
                      <a:cubicBezTo>
                        <a:pt x="823" y="333"/>
                        <a:pt x="823" y="333"/>
                        <a:pt x="823" y="333"/>
                      </a:cubicBezTo>
                      <a:cubicBezTo>
                        <a:pt x="823" y="298"/>
                        <a:pt x="823" y="298"/>
                        <a:pt x="823" y="298"/>
                      </a:cubicBezTo>
                      <a:cubicBezTo>
                        <a:pt x="862" y="298"/>
                        <a:pt x="862" y="298"/>
                        <a:pt x="862" y="298"/>
                      </a:cubicBezTo>
                      <a:cubicBezTo>
                        <a:pt x="862" y="298"/>
                        <a:pt x="862" y="298"/>
                        <a:pt x="862" y="298"/>
                      </a:cubicBezTo>
                      <a:cubicBezTo>
                        <a:pt x="862" y="296"/>
                        <a:pt x="862" y="296"/>
                        <a:pt x="862" y="296"/>
                      </a:cubicBezTo>
                      <a:cubicBezTo>
                        <a:pt x="862" y="296"/>
                        <a:pt x="862" y="296"/>
                        <a:pt x="862" y="296"/>
                      </a:cubicBezTo>
                      <a:cubicBezTo>
                        <a:pt x="823" y="296"/>
                        <a:pt x="823" y="296"/>
                        <a:pt x="823" y="296"/>
                      </a:cubicBezTo>
                      <a:cubicBezTo>
                        <a:pt x="823" y="261"/>
                        <a:pt x="823" y="261"/>
                        <a:pt x="823" y="261"/>
                      </a:cubicBezTo>
                      <a:cubicBezTo>
                        <a:pt x="862" y="261"/>
                        <a:pt x="862" y="261"/>
                        <a:pt x="862" y="261"/>
                      </a:cubicBezTo>
                      <a:cubicBezTo>
                        <a:pt x="862" y="261"/>
                        <a:pt x="862" y="261"/>
                        <a:pt x="862" y="261"/>
                      </a:cubicBezTo>
                      <a:cubicBezTo>
                        <a:pt x="862" y="259"/>
                        <a:pt x="862" y="259"/>
                        <a:pt x="862" y="259"/>
                      </a:cubicBezTo>
                      <a:cubicBezTo>
                        <a:pt x="862" y="259"/>
                        <a:pt x="862" y="259"/>
                        <a:pt x="862" y="259"/>
                      </a:cubicBezTo>
                      <a:cubicBezTo>
                        <a:pt x="823" y="259"/>
                        <a:pt x="823" y="259"/>
                        <a:pt x="823" y="259"/>
                      </a:cubicBezTo>
                      <a:cubicBezTo>
                        <a:pt x="823" y="224"/>
                        <a:pt x="823" y="224"/>
                        <a:pt x="823" y="224"/>
                      </a:cubicBezTo>
                      <a:cubicBezTo>
                        <a:pt x="862" y="224"/>
                        <a:pt x="862" y="224"/>
                        <a:pt x="862" y="224"/>
                      </a:cubicBezTo>
                      <a:cubicBezTo>
                        <a:pt x="862" y="224"/>
                        <a:pt x="862" y="224"/>
                        <a:pt x="862" y="224"/>
                      </a:cubicBezTo>
                      <a:cubicBezTo>
                        <a:pt x="862" y="222"/>
                        <a:pt x="862" y="222"/>
                        <a:pt x="862" y="222"/>
                      </a:cubicBezTo>
                      <a:cubicBezTo>
                        <a:pt x="862" y="222"/>
                        <a:pt x="862" y="222"/>
                        <a:pt x="862" y="222"/>
                      </a:cubicBezTo>
                      <a:cubicBezTo>
                        <a:pt x="823" y="222"/>
                        <a:pt x="823" y="222"/>
                        <a:pt x="823" y="222"/>
                      </a:cubicBezTo>
                      <a:cubicBezTo>
                        <a:pt x="823" y="187"/>
                        <a:pt x="823" y="187"/>
                        <a:pt x="823" y="187"/>
                      </a:cubicBezTo>
                      <a:cubicBezTo>
                        <a:pt x="862" y="187"/>
                        <a:pt x="862" y="187"/>
                        <a:pt x="862" y="187"/>
                      </a:cubicBezTo>
                      <a:cubicBezTo>
                        <a:pt x="862" y="187"/>
                        <a:pt x="862" y="187"/>
                        <a:pt x="862" y="187"/>
                      </a:cubicBezTo>
                      <a:cubicBezTo>
                        <a:pt x="862" y="185"/>
                        <a:pt x="862" y="185"/>
                        <a:pt x="862" y="185"/>
                      </a:cubicBezTo>
                      <a:cubicBezTo>
                        <a:pt x="862" y="185"/>
                        <a:pt x="862" y="185"/>
                        <a:pt x="862" y="185"/>
                      </a:cubicBezTo>
                      <a:cubicBezTo>
                        <a:pt x="823" y="185"/>
                        <a:pt x="823" y="185"/>
                        <a:pt x="823" y="185"/>
                      </a:cubicBezTo>
                      <a:cubicBezTo>
                        <a:pt x="823" y="150"/>
                        <a:pt x="823" y="150"/>
                        <a:pt x="823" y="150"/>
                      </a:cubicBezTo>
                      <a:cubicBezTo>
                        <a:pt x="862" y="150"/>
                        <a:pt x="862" y="150"/>
                        <a:pt x="862" y="150"/>
                      </a:cubicBezTo>
                      <a:cubicBezTo>
                        <a:pt x="862" y="150"/>
                        <a:pt x="862" y="150"/>
                        <a:pt x="862" y="150"/>
                      </a:cubicBezTo>
                      <a:cubicBezTo>
                        <a:pt x="862" y="148"/>
                        <a:pt x="862" y="148"/>
                        <a:pt x="862" y="148"/>
                      </a:cubicBezTo>
                      <a:cubicBezTo>
                        <a:pt x="862" y="148"/>
                        <a:pt x="862" y="148"/>
                        <a:pt x="862" y="148"/>
                      </a:cubicBezTo>
                      <a:cubicBezTo>
                        <a:pt x="823" y="148"/>
                        <a:pt x="823" y="148"/>
                        <a:pt x="823" y="148"/>
                      </a:cubicBezTo>
                      <a:cubicBezTo>
                        <a:pt x="823" y="113"/>
                        <a:pt x="823" y="113"/>
                        <a:pt x="823" y="113"/>
                      </a:cubicBezTo>
                      <a:cubicBezTo>
                        <a:pt x="862" y="113"/>
                        <a:pt x="862" y="113"/>
                        <a:pt x="862" y="113"/>
                      </a:cubicBezTo>
                      <a:cubicBezTo>
                        <a:pt x="862" y="113"/>
                        <a:pt x="862" y="113"/>
                        <a:pt x="862" y="113"/>
                      </a:cubicBezTo>
                      <a:cubicBezTo>
                        <a:pt x="862" y="111"/>
                        <a:pt x="862" y="111"/>
                        <a:pt x="862" y="111"/>
                      </a:cubicBezTo>
                      <a:cubicBezTo>
                        <a:pt x="862" y="111"/>
                        <a:pt x="862" y="111"/>
                        <a:pt x="862" y="111"/>
                      </a:cubicBezTo>
                      <a:cubicBezTo>
                        <a:pt x="823" y="111"/>
                        <a:pt x="823" y="111"/>
                        <a:pt x="823" y="111"/>
                      </a:cubicBezTo>
                      <a:cubicBezTo>
                        <a:pt x="823" y="76"/>
                        <a:pt x="823" y="76"/>
                        <a:pt x="823" y="76"/>
                      </a:cubicBezTo>
                      <a:cubicBezTo>
                        <a:pt x="862" y="76"/>
                        <a:pt x="862" y="76"/>
                        <a:pt x="862" y="76"/>
                      </a:cubicBezTo>
                      <a:cubicBezTo>
                        <a:pt x="862" y="76"/>
                        <a:pt x="862" y="76"/>
                        <a:pt x="862" y="76"/>
                      </a:cubicBezTo>
                      <a:cubicBezTo>
                        <a:pt x="862" y="74"/>
                        <a:pt x="862" y="74"/>
                        <a:pt x="862" y="74"/>
                      </a:cubicBezTo>
                      <a:cubicBezTo>
                        <a:pt x="862" y="74"/>
                        <a:pt x="862" y="74"/>
                        <a:pt x="862" y="74"/>
                      </a:cubicBezTo>
                      <a:cubicBezTo>
                        <a:pt x="823" y="74"/>
                        <a:pt x="823" y="74"/>
                        <a:pt x="823" y="74"/>
                      </a:cubicBezTo>
                      <a:cubicBezTo>
                        <a:pt x="823" y="39"/>
                        <a:pt x="823" y="39"/>
                        <a:pt x="823" y="39"/>
                      </a:cubicBezTo>
                      <a:cubicBezTo>
                        <a:pt x="862" y="39"/>
                        <a:pt x="862" y="39"/>
                        <a:pt x="862" y="39"/>
                      </a:cubicBezTo>
                      <a:cubicBezTo>
                        <a:pt x="862" y="39"/>
                        <a:pt x="862" y="39"/>
                        <a:pt x="862" y="39"/>
                      </a:cubicBezTo>
                      <a:cubicBezTo>
                        <a:pt x="862" y="38"/>
                        <a:pt x="862" y="38"/>
                        <a:pt x="862" y="38"/>
                      </a:cubicBezTo>
                      <a:cubicBezTo>
                        <a:pt x="862" y="38"/>
                        <a:pt x="862" y="37"/>
                        <a:pt x="862" y="37"/>
                      </a:cubicBezTo>
                      <a:cubicBezTo>
                        <a:pt x="823" y="37"/>
                        <a:pt x="823" y="37"/>
                        <a:pt x="823" y="37"/>
                      </a:cubicBezTo>
                      <a:cubicBezTo>
                        <a:pt x="823" y="2"/>
                        <a:pt x="823" y="2"/>
                        <a:pt x="823" y="2"/>
                      </a:cubicBezTo>
                      <a:lnTo>
                        <a:pt x="862" y="2"/>
                      </a:lnTo>
                      <a:close/>
                      <a:moveTo>
                        <a:pt x="78" y="446"/>
                      </a:moveTo>
                      <a:cubicBezTo>
                        <a:pt x="41" y="446"/>
                        <a:pt x="41" y="446"/>
                        <a:pt x="41" y="446"/>
                      </a:cubicBezTo>
                      <a:cubicBezTo>
                        <a:pt x="41" y="408"/>
                        <a:pt x="41" y="408"/>
                        <a:pt x="41" y="408"/>
                      </a:cubicBezTo>
                      <a:cubicBezTo>
                        <a:pt x="78" y="408"/>
                        <a:pt x="78" y="408"/>
                        <a:pt x="78" y="408"/>
                      </a:cubicBezTo>
                      <a:lnTo>
                        <a:pt x="78" y="446"/>
                      </a:lnTo>
                      <a:close/>
                      <a:moveTo>
                        <a:pt x="78" y="406"/>
                      </a:moveTo>
                      <a:cubicBezTo>
                        <a:pt x="41" y="406"/>
                        <a:pt x="41" y="406"/>
                        <a:pt x="41" y="406"/>
                      </a:cubicBezTo>
                      <a:cubicBezTo>
                        <a:pt x="41" y="372"/>
                        <a:pt x="41" y="372"/>
                        <a:pt x="41" y="372"/>
                      </a:cubicBezTo>
                      <a:cubicBezTo>
                        <a:pt x="78" y="372"/>
                        <a:pt x="78" y="372"/>
                        <a:pt x="78" y="372"/>
                      </a:cubicBezTo>
                      <a:lnTo>
                        <a:pt x="78" y="406"/>
                      </a:lnTo>
                      <a:close/>
                      <a:moveTo>
                        <a:pt x="78" y="370"/>
                      </a:moveTo>
                      <a:cubicBezTo>
                        <a:pt x="41" y="370"/>
                        <a:pt x="41" y="370"/>
                        <a:pt x="41" y="370"/>
                      </a:cubicBezTo>
                      <a:cubicBezTo>
                        <a:pt x="41" y="335"/>
                        <a:pt x="41" y="335"/>
                        <a:pt x="41" y="335"/>
                      </a:cubicBezTo>
                      <a:cubicBezTo>
                        <a:pt x="78" y="335"/>
                        <a:pt x="78" y="335"/>
                        <a:pt x="78" y="335"/>
                      </a:cubicBezTo>
                      <a:lnTo>
                        <a:pt x="78" y="370"/>
                      </a:lnTo>
                      <a:close/>
                      <a:moveTo>
                        <a:pt x="78" y="333"/>
                      </a:moveTo>
                      <a:cubicBezTo>
                        <a:pt x="41" y="333"/>
                        <a:pt x="41" y="333"/>
                        <a:pt x="41" y="333"/>
                      </a:cubicBezTo>
                      <a:cubicBezTo>
                        <a:pt x="41" y="298"/>
                        <a:pt x="41" y="298"/>
                        <a:pt x="41" y="298"/>
                      </a:cubicBezTo>
                      <a:cubicBezTo>
                        <a:pt x="78" y="298"/>
                        <a:pt x="78" y="298"/>
                        <a:pt x="78" y="298"/>
                      </a:cubicBezTo>
                      <a:lnTo>
                        <a:pt x="78" y="333"/>
                      </a:lnTo>
                      <a:close/>
                      <a:moveTo>
                        <a:pt x="78" y="296"/>
                      </a:moveTo>
                      <a:cubicBezTo>
                        <a:pt x="41" y="296"/>
                        <a:pt x="41" y="296"/>
                        <a:pt x="41" y="296"/>
                      </a:cubicBezTo>
                      <a:cubicBezTo>
                        <a:pt x="41" y="261"/>
                        <a:pt x="41" y="261"/>
                        <a:pt x="41" y="261"/>
                      </a:cubicBezTo>
                      <a:cubicBezTo>
                        <a:pt x="78" y="261"/>
                        <a:pt x="78" y="261"/>
                        <a:pt x="78" y="261"/>
                      </a:cubicBezTo>
                      <a:lnTo>
                        <a:pt x="78" y="296"/>
                      </a:lnTo>
                      <a:close/>
                      <a:moveTo>
                        <a:pt x="78" y="259"/>
                      </a:moveTo>
                      <a:cubicBezTo>
                        <a:pt x="41" y="259"/>
                        <a:pt x="41" y="259"/>
                        <a:pt x="41" y="259"/>
                      </a:cubicBezTo>
                      <a:cubicBezTo>
                        <a:pt x="41" y="224"/>
                        <a:pt x="41" y="224"/>
                        <a:pt x="41" y="224"/>
                      </a:cubicBezTo>
                      <a:cubicBezTo>
                        <a:pt x="78" y="224"/>
                        <a:pt x="78" y="224"/>
                        <a:pt x="78" y="224"/>
                      </a:cubicBezTo>
                      <a:lnTo>
                        <a:pt x="78" y="259"/>
                      </a:lnTo>
                      <a:close/>
                      <a:moveTo>
                        <a:pt x="78" y="222"/>
                      </a:moveTo>
                      <a:cubicBezTo>
                        <a:pt x="41" y="222"/>
                        <a:pt x="41" y="222"/>
                        <a:pt x="41" y="222"/>
                      </a:cubicBezTo>
                      <a:cubicBezTo>
                        <a:pt x="41" y="187"/>
                        <a:pt x="41" y="187"/>
                        <a:pt x="41" y="187"/>
                      </a:cubicBezTo>
                      <a:cubicBezTo>
                        <a:pt x="78" y="187"/>
                        <a:pt x="78" y="187"/>
                        <a:pt x="78" y="187"/>
                      </a:cubicBezTo>
                      <a:lnTo>
                        <a:pt x="78" y="222"/>
                      </a:lnTo>
                      <a:close/>
                      <a:moveTo>
                        <a:pt x="78" y="185"/>
                      </a:moveTo>
                      <a:cubicBezTo>
                        <a:pt x="41" y="185"/>
                        <a:pt x="41" y="185"/>
                        <a:pt x="41" y="185"/>
                      </a:cubicBezTo>
                      <a:cubicBezTo>
                        <a:pt x="41" y="150"/>
                        <a:pt x="41" y="150"/>
                        <a:pt x="41" y="150"/>
                      </a:cubicBezTo>
                      <a:cubicBezTo>
                        <a:pt x="78" y="150"/>
                        <a:pt x="78" y="150"/>
                        <a:pt x="78" y="150"/>
                      </a:cubicBezTo>
                      <a:lnTo>
                        <a:pt x="78" y="185"/>
                      </a:lnTo>
                      <a:close/>
                      <a:moveTo>
                        <a:pt x="78" y="148"/>
                      </a:moveTo>
                      <a:cubicBezTo>
                        <a:pt x="41" y="148"/>
                        <a:pt x="41" y="148"/>
                        <a:pt x="41" y="148"/>
                      </a:cubicBezTo>
                      <a:cubicBezTo>
                        <a:pt x="41" y="113"/>
                        <a:pt x="41" y="113"/>
                        <a:pt x="41" y="113"/>
                      </a:cubicBezTo>
                      <a:cubicBezTo>
                        <a:pt x="78" y="113"/>
                        <a:pt x="78" y="113"/>
                        <a:pt x="78" y="113"/>
                      </a:cubicBezTo>
                      <a:lnTo>
                        <a:pt x="78" y="148"/>
                      </a:lnTo>
                      <a:close/>
                      <a:moveTo>
                        <a:pt x="78" y="111"/>
                      </a:moveTo>
                      <a:cubicBezTo>
                        <a:pt x="41" y="111"/>
                        <a:pt x="41" y="111"/>
                        <a:pt x="41" y="111"/>
                      </a:cubicBezTo>
                      <a:cubicBezTo>
                        <a:pt x="41" y="76"/>
                        <a:pt x="41" y="76"/>
                        <a:pt x="41" y="76"/>
                      </a:cubicBezTo>
                      <a:cubicBezTo>
                        <a:pt x="78" y="76"/>
                        <a:pt x="78" y="76"/>
                        <a:pt x="78" y="76"/>
                      </a:cubicBezTo>
                      <a:lnTo>
                        <a:pt x="78" y="111"/>
                      </a:lnTo>
                      <a:close/>
                      <a:moveTo>
                        <a:pt x="78" y="74"/>
                      </a:moveTo>
                      <a:cubicBezTo>
                        <a:pt x="41" y="74"/>
                        <a:pt x="41" y="74"/>
                        <a:pt x="41" y="74"/>
                      </a:cubicBezTo>
                      <a:cubicBezTo>
                        <a:pt x="41" y="39"/>
                        <a:pt x="41" y="39"/>
                        <a:pt x="41" y="39"/>
                      </a:cubicBezTo>
                      <a:cubicBezTo>
                        <a:pt x="78" y="39"/>
                        <a:pt x="78" y="39"/>
                        <a:pt x="78" y="39"/>
                      </a:cubicBezTo>
                      <a:lnTo>
                        <a:pt x="78" y="74"/>
                      </a:lnTo>
                      <a:close/>
                      <a:moveTo>
                        <a:pt x="78" y="37"/>
                      </a:moveTo>
                      <a:cubicBezTo>
                        <a:pt x="41" y="37"/>
                        <a:pt x="41" y="37"/>
                        <a:pt x="41" y="37"/>
                      </a:cubicBezTo>
                      <a:cubicBezTo>
                        <a:pt x="41" y="2"/>
                        <a:pt x="41" y="2"/>
                        <a:pt x="41" y="2"/>
                      </a:cubicBezTo>
                      <a:cubicBezTo>
                        <a:pt x="78" y="2"/>
                        <a:pt x="78" y="2"/>
                        <a:pt x="78" y="2"/>
                      </a:cubicBezTo>
                      <a:lnTo>
                        <a:pt x="78" y="37"/>
                      </a:lnTo>
                      <a:close/>
                      <a:moveTo>
                        <a:pt x="118" y="446"/>
                      </a:moveTo>
                      <a:cubicBezTo>
                        <a:pt x="80" y="446"/>
                        <a:pt x="80" y="446"/>
                        <a:pt x="80" y="446"/>
                      </a:cubicBezTo>
                      <a:cubicBezTo>
                        <a:pt x="80" y="408"/>
                        <a:pt x="80" y="408"/>
                        <a:pt x="80" y="408"/>
                      </a:cubicBezTo>
                      <a:cubicBezTo>
                        <a:pt x="118" y="408"/>
                        <a:pt x="118" y="408"/>
                        <a:pt x="118" y="408"/>
                      </a:cubicBezTo>
                      <a:lnTo>
                        <a:pt x="118" y="446"/>
                      </a:lnTo>
                      <a:close/>
                      <a:moveTo>
                        <a:pt x="118" y="406"/>
                      </a:moveTo>
                      <a:cubicBezTo>
                        <a:pt x="80" y="406"/>
                        <a:pt x="80" y="406"/>
                        <a:pt x="80" y="406"/>
                      </a:cubicBezTo>
                      <a:cubicBezTo>
                        <a:pt x="80" y="372"/>
                        <a:pt x="80" y="372"/>
                        <a:pt x="80" y="372"/>
                      </a:cubicBezTo>
                      <a:cubicBezTo>
                        <a:pt x="118" y="372"/>
                        <a:pt x="118" y="372"/>
                        <a:pt x="118" y="372"/>
                      </a:cubicBezTo>
                      <a:lnTo>
                        <a:pt x="118" y="406"/>
                      </a:lnTo>
                      <a:close/>
                      <a:moveTo>
                        <a:pt x="118" y="370"/>
                      </a:moveTo>
                      <a:cubicBezTo>
                        <a:pt x="80" y="370"/>
                        <a:pt x="80" y="370"/>
                        <a:pt x="80" y="370"/>
                      </a:cubicBezTo>
                      <a:cubicBezTo>
                        <a:pt x="80" y="335"/>
                        <a:pt x="80" y="335"/>
                        <a:pt x="80" y="335"/>
                      </a:cubicBezTo>
                      <a:cubicBezTo>
                        <a:pt x="118" y="335"/>
                        <a:pt x="118" y="335"/>
                        <a:pt x="118" y="335"/>
                      </a:cubicBezTo>
                      <a:lnTo>
                        <a:pt x="118" y="370"/>
                      </a:lnTo>
                      <a:close/>
                      <a:moveTo>
                        <a:pt x="118" y="333"/>
                      </a:moveTo>
                      <a:cubicBezTo>
                        <a:pt x="80" y="333"/>
                        <a:pt x="80" y="333"/>
                        <a:pt x="80" y="333"/>
                      </a:cubicBezTo>
                      <a:cubicBezTo>
                        <a:pt x="80" y="298"/>
                        <a:pt x="80" y="298"/>
                        <a:pt x="80" y="298"/>
                      </a:cubicBezTo>
                      <a:cubicBezTo>
                        <a:pt x="118" y="298"/>
                        <a:pt x="118" y="298"/>
                        <a:pt x="118" y="298"/>
                      </a:cubicBezTo>
                      <a:lnTo>
                        <a:pt x="118" y="333"/>
                      </a:lnTo>
                      <a:close/>
                      <a:moveTo>
                        <a:pt x="118" y="296"/>
                      </a:moveTo>
                      <a:cubicBezTo>
                        <a:pt x="80" y="296"/>
                        <a:pt x="80" y="296"/>
                        <a:pt x="80" y="296"/>
                      </a:cubicBezTo>
                      <a:cubicBezTo>
                        <a:pt x="80" y="261"/>
                        <a:pt x="80" y="261"/>
                        <a:pt x="80" y="261"/>
                      </a:cubicBezTo>
                      <a:cubicBezTo>
                        <a:pt x="118" y="261"/>
                        <a:pt x="118" y="261"/>
                        <a:pt x="118" y="261"/>
                      </a:cubicBezTo>
                      <a:lnTo>
                        <a:pt x="118" y="296"/>
                      </a:lnTo>
                      <a:close/>
                      <a:moveTo>
                        <a:pt x="118" y="259"/>
                      </a:moveTo>
                      <a:cubicBezTo>
                        <a:pt x="80" y="259"/>
                        <a:pt x="80" y="259"/>
                        <a:pt x="80" y="259"/>
                      </a:cubicBezTo>
                      <a:cubicBezTo>
                        <a:pt x="80" y="224"/>
                        <a:pt x="80" y="224"/>
                        <a:pt x="80" y="224"/>
                      </a:cubicBezTo>
                      <a:cubicBezTo>
                        <a:pt x="118" y="224"/>
                        <a:pt x="118" y="224"/>
                        <a:pt x="118" y="224"/>
                      </a:cubicBezTo>
                      <a:lnTo>
                        <a:pt x="118" y="259"/>
                      </a:lnTo>
                      <a:close/>
                      <a:moveTo>
                        <a:pt x="118" y="222"/>
                      </a:moveTo>
                      <a:cubicBezTo>
                        <a:pt x="80" y="222"/>
                        <a:pt x="80" y="222"/>
                        <a:pt x="80" y="222"/>
                      </a:cubicBezTo>
                      <a:cubicBezTo>
                        <a:pt x="80" y="187"/>
                        <a:pt x="80" y="187"/>
                        <a:pt x="80" y="187"/>
                      </a:cubicBezTo>
                      <a:cubicBezTo>
                        <a:pt x="118" y="187"/>
                        <a:pt x="118" y="187"/>
                        <a:pt x="118" y="187"/>
                      </a:cubicBezTo>
                      <a:lnTo>
                        <a:pt x="118" y="222"/>
                      </a:lnTo>
                      <a:close/>
                      <a:moveTo>
                        <a:pt x="118" y="185"/>
                      </a:moveTo>
                      <a:cubicBezTo>
                        <a:pt x="80" y="185"/>
                        <a:pt x="80" y="185"/>
                        <a:pt x="80" y="185"/>
                      </a:cubicBezTo>
                      <a:cubicBezTo>
                        <a:pt x="80" y="150"/>
                        <a:pt x="80" y="150"/>
                        <a:pt x="80" y="150"/>
                      </a:cubicBezTo>
                      <a:cubicBezTo>
                        <a:pt x="118" y="150"/>
                        <a:pt x="118" y="150"/>
                        <a:pt x="118" y="150"/>
                      </a:cubicBezTo>
                      <a:lnTo>
                        <a:pt x="118" y="185"/>
                      </a:lnTo>
                      <a:close/>
                      <a:moveTo>
                        <a:pt x="118" y="148"/>
                      </a:moveTo>
                      <a:cubicBezTo>
                        <a:pt x="80" y="148"/>
                        <a:pt x="80" y="148"/>
                        <a:pt x="80" y="148"/>
                      </a:cubicBezTo>
                      <a:cubicBezTo>
                        <a:pt x="80" y="113"/>
                        <a:pt x="80" y="113"/>
                        <a:pt x="80" y="113"/>
                      </a:cubicBezTo>
                      <a:cubicBezTo>
                        <a:pt x="118" y="113"/>
                        <a:pt x="118" y="113"/>
                        <a:pt x="118" y="113"/>
                      </a:cubicBezTo>
                      <a:lnTo>
                        <a:pt x="118" y="148"/>
                      </a:lnTo>
                      <a:close/>
                      <a:moveTo>
                        <a:pt x="118" y="111"/>
                      </a:moveTo>
                      <a:cubicBezTo>
                        <a:pt x="80" y="111"/>
                        <a:pt x="80" y="111"/>
                        <a:pt x="80" y="111"/>
                      </a:cubicBezTo>
                      <a:cubicBezTo>
                        <a:pt x="80" y="76"/>
                        <a:pt x="80" y="76"/>
                        <a:pt x="80" y="76"/>
                      </a:cubicBezTo>
                      <a:cubicBezTo>
                        <a:pt x="118" y="76"/>
                        <a:pt x="118" y="76"/>
                        <a:pt x="118" y="76"/>
                      </a:cubicBezTo>
                      <a:lnTo>
                        <a:pt x="118" y="111"/>
                      </a:lnTo>
                      <a:close/>
                      <a:moveTo>
                        <a:pt x="118" y="74"/>
                      </a:moveTo>
                      <a:cubicBezTo>
                        <a:pt x="80" y="74"/>
                        <a:pt x="80" y="74"/>
                        <a:pt x="80" y="74"/>
                      </a:cubicBezTo>
                      <a:cubicBezTo>
                        <a:pt x="80" y="39"/>
                        <a:pt x="80" y="39"/>
                        <a:pt x="80" y="39"/>
                      </a:cubicBezTo>
                      <a:cubicBezTo>
                        <a:pt x="118" y="39"/>
                        <a:pt x="118" y="39"/>
                        <a:pt x="118" y="39"/>
                      </a:cubicBezTo>
                      <a:lnTo>
                        <a:pt x="118" y="74"/>
                      </a:lnTo>
                      <a:close/>
                      <a:moveTo>
                        <a:pt x="118" y="37"/>
                      </a:moveTo>
                      <a:cubicBezTo>
                        <a:pt x="80" y="37"/>
                        <a:pt x="80" y="37"/>
                        <a:pt x="80" y="37"/>
                      </a:cubicBezTo>
                      <a:cubicBezTo>
                        <a:pt x="80" y="2"/>
                        <a:pt x="80" y="2"/>
                        <a:pt x="80" y="2"/>
                      </a:cubicBezTo>
                      <a:cubicBezTo>
                        <a:pt x="118" y="2"/>
                        <a:pt x="118" y="2"/>
                        <a:pt x="118" y="2"/>
                      </a:cubicBezTo>
                      <a:lnTo>
                        <a:pt x="118" y="37"/>
                      </a:lnTo>
                      <a:close/>
                      <a:moveTo>
                        <a:pt x="154" y="446"/>
                      </a:moveTo>
                      <a:cubicBezTo>
                        <a:pt x="120" y="446"/>
                        <a:pt x="120" y="446"/>
                        <a:pt x="120" y="446"/>
                      </a:cubicBezTo>
                      <a:cubicBezTo>
                        <a:pt x="120" y="408"/>
                        <a:pt x="120" y="408"/>
                        <a:pt x="120" y="408"/>
                      </a:cubicBezTo>
                      <a:cubicBezTo>
                        <a:pt x="154" y="408"/>
                        <a:pt x="154" y="408"/>
                        <a:pt x="154" y="408"/>
                      </a:cubicBezTo>
                      <a:lnTo>
                        <a:pt x="154" y="446"/>
                      </a:lnTo>
                      <a:close/>
                      <a:moveTo>
                        <a:pt x="154" y="406"/>
                      </a:moveTo>
                      <a:cubicBezTo>
                        <a:pt x="120" y="406"/>
                        <a:pt x="120" y="406"/>
                        <a:pt x="120" y="406"/>
                      </a:cubicBezTo>
                      <a:cubicBezTo>
                        <a:pt x="120" y="372"/>
                        <a:pt x="120" y="372"/>
                        <a:pt x="120" y="372"/>
                      </a:cubicBezTo>
                      <a:cubicBezTo>
                        <a:pt x="154" y="372"/>
                        <a:pt x="154" y="372"/>
                        <a:pt x="154" y="372"/>
                      </a:cubicBezTo>
                      <a:lnTo>
                        <a:pt x="154" y="406"/>
                      </a:lnTo>
                      <a:close/>
                      <a:moveTo>
                        <a:pt x="154" y="370"/>
                      </a:moveTo>
                      <a:cubicBezTo>
                        <a:pt x="120" y="370"/>
                        <a:pt x="120" y="370"/>
                        <a:pt x="120" y="370"/>
                      </a:cubicBezTo>
                      <a:cubicBezTo>
                        <a:pt x="120" y="335"/>
                        <a:pt x="120" y="335"/>
                        <a:pt x="120" y="335"/>
                      </a:cubicBezTo>
                      <a:cubicBezTo>
                        <a:pt x="154" y="335"/>
                        <a:pt x="154" y="335"/>
                        <a:pt x="154" y="335"/>
                      </a:cubicBezTo>
                      <a:lnTo>
                        <a:pt x="154" y="370"/>
                      </a:lnTo>
                      <a:close/>
                      <a:moveTo>
                        <a:pt x="154" y="333"/>
                      </a:moveTo>
                      <a:cubicBezTo>
                        <a:pt x="120" y="333"/>
                        <a:pt x="120" y="333"/>
                        <a:pt x="120" y="333"/>
                      </a:cubicBezTo>
                      <a:cubicBezTo>
                        <a:pt x="120" y="298"/>
                        <a:pt x="120" y="298"/>
                        <a:pt x="120" y="298"/>
                      </a:cubicBezTo>
                      <a:cubicBezTo>
                        <a:pt x="154" y="298"/>
                        <a:pt x="154" y="298"/>
                        <a:pt x="154" y="298"/>
                      </a:cubicBezTo>
                      <a:lnTo>
                        <a:pt x="154" y="333"/>
                      </a:lnTo>
                      <a:close/>
                      <a:moveTo>
                        <a:pt x="154" y="296"/>
                      </a:moveTo>
                      <a:cubicBezTo>
                        <a:pt x="120" y="296"/>
                        <a:pt x="120" y="296"/>
                        <a:pt x="120" y="296"/>
                      </a:cubicBezTo>
                      <a:cubicBezTo>
                        <a:pt x="120" y="261"/>
                        <a:pt x="120" y="261"/>
                        <a:pt x="120" y="261"/>
                      </a:cubicBezTo>
                      <a:cubicBezTo>
                        <a:pt x="154" y="261"/>
                        <a:pt x="154" y="261"/>
                        <a:pt x="154" y="261"/>
                      </a:cubicBezTo>
                      <a:lnTo>
                        <a:pt x="154" y="296"/>
                      </a:lnTo>
                      <a:close/>
                      <a:moveTo>
                        <a:pt x="154" y="259"/>
                      </a:moveTo>
                      <a:cubicBezTo>
                        <a:pt x="120" y="259"/>
                        <a:pt x="120" y="259"/>
                        <a:pt x="120" y="259"/>
                      </a:cubicBezTo>
                      <a:cubicBezTo>
                        <a:pt x="120" y="224"/>
                        <a:pt x="120" y="224"/>
                        <a:pt x="120" y="224"/>
                      </a:cubicBezTo>
                      <a:cubicBezTo>
                        <a:pt x="154" y="224"/>
                        <a:pt x="154" y="224"/>
                        <a:pt x="154" y="224"/>
                      </a:cubicBezTo>
                      <a:lnTo>
                        <a:pt x="154" y="259"/>
                      </a:lnTo>
                      <a:close/>
                      <a:moveTo>
                        <a:pt x="154" y="222"/>
                      </a:moveTo>
                      <a:cubicBezTo>
                        <a:pt x="120" y="222"/>
                        <a:pt x="120" y="222"/>
                        <a:pt x="120" y="222"/>
                      </a:cubicBezTo>
                      <a:cubicBezTo>
                        <a:pt x="120" y="187"/>
                        <a:pt x="120" y="187"/>
                        <a:pt x="120" y="187"/>
                      </a:cubicBezTo>
                      <a:cubicBezTo>
                        <a:pt x="154" y="187"/>
                        <a:pt x="154" y="187"/>
                        <a:pt x="154" y="187"/>
                      </a:cubicBezTo>
                      <a:lnTo>
                        <a:pt x="154" y="222"/>
                      </a:lnTo>
                      <a:close/>
                      <a:moveTo>
                        <a:pt x="154" y="185"/>
                      </a:moveTo>
                      <a:cubicBezTo>
                        <a:pt x="120" y="185"/>
                        <a:pt x="120" y="185"/>
                        <a:pt x="120" y="185"/>
                      </a:cubicBezTo>
                      <a:cubicBezTo>
                        <a:pt x="120" y="150"/>
                        <a:pt x="120" y="150"/>
                        <a:pt x="120" y="150"/>
                      </a:cubicBezTo>
                      <a:cubicBezTo>
                        <a:pt x="154" y="150"/>
                        <a:pt x="154" y="150"/>
                        <a:pt x="154" y="150"/>
                      </a:cubicBezTo>
                      <a:lnTo>
                        <a:pt x="154" y="185"/>
                      </a:lnTo>
                      <a:close/>
                      <a:moveTo>
                        <a:pt x="154" y="148"/>
                      </a:moveTo>
                      <a:cubicBezTo>
                        <a:pt x="120" y="148"/>
                        <a:pt x="120" y="148"/>
                        <a:pt x="120" y="148"/>
                      </a:cubicBezTo>
                      <a:cubicBezTo>
                        <a:pt x="120" y="113"/>
                        <a:pt x="120" y="113"/>
                        <a:pt x="120" y="113"/>
                      </a:cubicBezTo>
                      <a:cubicBezTo>
                        <a:pt x="154" y="113"/>
                        <a:pt x="154" y="113"/>
                        <a:pt x="154" y="113"/>
                      </a:cubicBezTo>
                      <a:lnTo>
                        <a:pt x="154" y="148"/>
                      </a:lnTo>
                      <a:close/>
                      <a:moveTo>
                        <a:pt x="154" y="111"/>
                      </a:moveTo>
                      <a:cubicBezTo>
                        <a:pt x="120" y="111"/>
                        <a:pt x="120" y="111"/>
                        <a:pt x="120" y="111"/>
                      </a:cubicBezTo>
                      <a:cubicBezTo>
                        <a:pt x="120" y="76"/>
                        <a:pt x="120" y="76"/>
                        <a:pt x="120" y="76"/>
                      </a:cubicBezTo>
                      <a:cubicBezTo>
                        <a:pt x="154" y="76"/>
                        <a:pt x="154" y="76"/>
                        <a:pt x="154" y="76"/>
                      </a:cubicBezTo>
                      <a:lnTo>
                        <a:pt x="154" y="111"/>
                      </a:lnTo>
                      <a:close/>
                      <a:moveTo>
                        <a:pt x="154" y="74"/>
                      </a:moveTo>
                      <a:cubicBezTo>
                        <a:pt x="120" y="74"/>
                        <a:pt x="120" y="74"/>
                        <a:pt x="120" y="74"/>
                      </a:cubicBezTo>
                      <a:cubicBezTo>
                        <a:pt x="120" y="39"/>
                        <a:pt x="120" y="39"/>
                        <a:pt x="120" y="39"/>
                      </a:cubicBezTo>
                      <a:cubicBezTo>
                        <a:pt x="154" y="39"/>
                        <a:pt x="154" y="39"/>
                        <a:pt x="154" y="39"/>
                      </a:cubicBezTo>
                      <a:lnTo>
                        <a:pt x="154" y="74"/>
                      </a:lnTo>
                      <a:close/>
                      <a:moveTo>
                        <a:pt x="154" y="37"/>
                      </a:moveTo>
                      <a:cubicBezTo>
                        <a:pt x="120" y="37"/>
                        <a:pt x="120" y="37"/>
                        <a:pt x="120" y="37"/>
                      </a:cubicBezTo>
                      <a:cubicBezTo>
                        <a:pt x="120" y="2"/>
                        <a:pt x="120" y="2"/>
                        <a:pt x="120" y="2"/>
                      </a:cubicBezTo>
                      <a:cubicBezTo>
                        <a:pt x="154" y="2"/>
                        <a:pt x="154" y="2"/>
                        <a:pt x="154" y="2"/>
                      </a:cubicBezTo>
                      <a:lnTo>
                        <a:pt x="154" y="37"/>
                      </a:lnTo>
                      <a:close/>
                      <a:moveTo>
                        <a:pt x="191" y="446"/>
                      </a:moveTo>
                      <a:cubicBezTo>
                        <a:pt x="156" y="446"/>
                        <a:pt x="156" y="446"/>
                        <a:pt x="156" y="446"/>
                      </a:cubicBezTo>
                      <a:cubicBezTo>
                        <a:pt x="156" y="408"/>
                        <a:pt x="156" y="408"/>
                        <a:pt x="156" y="408"/>
                      </a:cubicBezTo>
                      <a:cubicBezTo>
                        <a:pt x="191" y="408"/>
                        <a:pt x="191" y="408"/>
                        <a:pt x="191" y="408"/>
                      </a:cubicBezTo>
                      <a:lnTo>
                        <a:pt x="191" y="446"/>
                      </a:lnTo>
                      <a:close/>
                      <a:moveTo>
                        <a:pt x="191" y="406"/>
                      </a:moveTo>
                      <a:cubicBezTo>
                        <a:pt x="156" y="406"/>
                        <a:pt x="156" y="406"/>
                        <a:pt x="156" y="406"/>
                      </a:cubicBezTo>
                      <a:cubicBezTo>
                        <a:pt x="156" y="372"/>
                        <a:pt x="156" y="372"/>
                        <a:pt x="156" y="372"/>
                      </a:cubicBezTo>
                      <a:cubicBezTo>
                        <a:pt x="191" y="372"/>
                        <a:pt x="191" y="372"/>
                        <a:pt x="191" y="372"/>
                      </a:cubicBezTo>
                      <a:lnTo>
                        <a:pt x="191" y="406"/>
                      </a:lnTo>
                      <a:close/>
                      <a:moveTo>
                        <a:pt x="191" y="370"/>
                      </a:moveTo>
                      <a:cubicBezTo>
                        <a:pt x="156" y="370"/>
                        <a:pt x="156" y="370"/>
                        <a:pt x="156" y="370"/>
                      </a:cubicBezTo>
                      <a:cubicBezTo>
                        <a:pt x="156" y="335"/>
                        <a:pt x="156" y="335"/>
                        <a:pt x="156" y="335"/>
                      </a:cubicBezTo>
                      <a:cubicBezTo>
                        <a:pt x="191" y="335"/>
                        <a:pt x="191" y="335"/>
                        <a:pt x="191" y="335"/>
                      </a:cubicBezTo>
                      <a:lnTo>
                        <a:pt x="191" y="370"/>
                      </a:lnTo>
                      <a:close/>
                      <a:moveTo>
                        <a:pt x="191" y="333"/>
                      </a:moveTo>
                      <a:cubicBezTo>
                        <a:pt x="156" y="333"/>
                        <a:pt x="156" y="333"/>
                        <a:pt x="156" y="333"/>
                      </a:cubicBezTo>
                      <a:cubicBezTo>
                        <a:pt x="156" y="298"/>
                        <a:pt x="156" y="298"/>
                        <a:pt x="156" y="298"/>
                      </a:cubicBezTo>
                      <a:cubicBezTo>
                        <a:pt x="191" y="298"/>
                        <a:pt x="191" y="298"/>
                        <a:pt x="191" y="298"/>
                      </a:cubicBezTo>
                      <a:lnTo>
                        <a:pt x="191" y="333"/>
                      </a:lnTo>
                      <a:close/>
                      <a:moveTo>
                        <a:pt x="191" y="296"/>
                      </a:moveTo>
                      <a:cubicBezTo>
                        <a:pt x="156" y="296"/>
                        <a:pt x="156" y="296"/>
                        <a:pt x="156" y="296"/>
                      </a:cubicBezTo>
                      <a:cubicBezTo>
                        <a:pt x="156" y="261"/>
                        <a:pt x="156" y="261"/>
                        <a:pt x="156" y="261"/>
                      </a:cubicBezTo>
                      <a:cubicBezTo>
                        <a:pt x="191" y="261"/>
                        <a:pt x="191" y="261"/>
                        <a:pt x="191" y="261"/>
                      </a:cubicBezTo>
                      <a:lnTo>
                        <a:pt x="191" y="296"/>
                      </a:lnTo>
                      <a:close/>
                      <a:moveTo>
                        <a:pt x="191" y="259"/>
                      </a:moveTo>
                      <a:cubicBezTo>
                        <a:pt x="156" y="259"/>
                        <a:pt x="156" y="259"/>
                        <a:pt x="156" y="259"/>
                      </a:cubicBezTo>
                      <a:cubicBezTo>
                        <a:pt x="156" y="224"/>
                        <a:pt x="156" y="224"/>
                        <a:pt x="156" y="224"/>
                      </a:cubicBezTo>
                      <a:cubicBezTo>
                        <a:pt x="191" y="224"/>
                        <a:pt x="191" y="224"/>
                        <a:pt x="191" y="224"/>
                      </a:cubicBezTo>
                      <a:lnTo>
                        <a:pt x="191" y="259"/>
                      </a:lnTo>
                      <a:close/>
                      <a:moveTo>
                        <a:pt x="191" y="222"/>
                      </a:moveTo>
                      <a:cubicBezTo>
                        <a:pt x="156" y="222"/>
                        <a:pt x="156" y="222"/>
                        <a:pt x="156" y="222"/>
                      </a:cubicBezTo>
                      <a:cubicBezTo>
                        <a:pt x="156" y="187"/>
                        <a:pt x="156" y="187"/>
                        <a:pt x="156" y="187"/>
                      </a:cubicBezTo>
                      <a:cubicBezTo>
                        <a:pt x="191" y="187"/>
                        <a:pt x="191" y="187"/>
                        <a:pt x="191" y="187"/>
                      </a:cubicBezTo>
                      <a:lnTo>
                        <a:pt x="191" y="222"/>
                      </a:lnTo>
                      <a:close/>
                      <a:moveTo>
                        <a:pt x="191" y="185"/>
                      </a:moveTo>
                      <a:cubicBezTo>
                        <a:pt x="156" y="185"/>
                        <a:pt x="156" y="185"/>
                        <a:pt x="156" y="185"/>
                      </a:cubicBezTo>
                      <a:cubicBezTo>
                        <a:pt x="156" y="150"/>
                        <a:pt x="156" y="150"/>
                        <a:pt x="156" y="150"/>
                      </a:cubicBezTo>
                      <a:cubicBezTo>
                        <a:pt x="191" y="150"/>
                        <a:pt x="191" y="150"/>
                        <a:pt x="191" y="150"/>
                      </a:cubicBezTo>
                      <a:lnTo>
                        <a:pt x="191" y="185"/>
                      </a:lnTo>
                      <a:close/>
                      <a:moveTo>
                        <a:pt x="191" y="148"/>
                      </a:moveTo>
                      <a:cubicBezTo>
                        <a:pt x="156" y="148"/>
                        <a:pt x="156" y="148"/>
                        <a:pt x="156" y="148"/>
                      </a:cubicBezTo>
                      <a:cubicBezTo>
                        <a:pt x="156" y="113"/>
                        <a:pt x="156" y="113"/>
                        <a:pt x="156" y="113"/>
                      </a:cubicBezTo>
                      <a:cubicBezTo>
                        <a:pt x="191" y="113"/>
                        <a:pt x="191" y="113"/>
                        <a:pt x="191" y="113"/>
                      </a:cubicBezTo>
                      <a:lnTo>
                        <a:pt x="191" y="148"/>
                      </a:lnTo>
                      <a:close/>
                      <a:moveTo>
                        <a:pt x="191" y="111"/>
                      </a:moveTo>
                      <a:cubicBezTo>
                        <a:pt x="156" y="111"/>
                        <a:pt x="156" y="111"/>
                        <a:pt x="156" y="111"/>
                      </a:cubicBezTo>
                      <a:cubicBezTo>
                        <a:pt x="156" y="76"/>
                        <a:pt x="156" y="76"/>
                        <a:pt x="156" y="76"/>
                      </a:cubicBezTo>
                      <a:cubicBezTo>
                        <a:pt x="191" y="76"/>
                        <a:pt x="191" y="76"/>
                        <a:pt x="191" y="76"/>
                      </a:cubicBezTo>
                      <a:lnTo>
                        <a:pt x="191" y="111"/>
                      </a:lnTo>
                      <a:close/>
                      <a:moveTo>
                        <a:pt x="191" y="74"/>
                      </a:moveTo>
                      <a:cubicBezTo>
                        <a:pt x="156" y="74"/>
                        <a:pt x="156" y="74"/>
                        <a:pt x="156" y="74"/>
                      </a:cubicBezTo>
                      <a:cubicBezTo>
                        <a:pt x="156" y="39"/>
                        <a:pt x="156" y="39"/>
                        <a:pt x="156" y="39"/>
                      </a:cubicBezTo>
                      <a:cubicBezTo>
                        <a:pt x="191" y="39"/>
                        <a:pt x="191" y="39"/>
                        <a:pt x="191" y="39"/>
                      </a:cubicBezTo>
                      <a:lnTo>
                        <a:pt x="191" y="74"/>
                      </a:lnTo>
                      <a:close/>
                      <a:moveTo>
                        <a:pt x="191" y="37"/>
                      </a:moveTo>
                      <a:cubicBezTo>
                        <a:pt x="156" y="37"/>
                        <a:pt x="156" y="37"/>
                        <a:pt x="156" y="37"/>
                      </a:cubicBezTo>
                      <a:cubicBezTo>
                        <a:pt x="156" y="2"/>
                        <a:pt x="156" y="2"/>
                        <a:pt x="156" y="2"/>
                      </a:cubicBezTo>
                      <a:cubicBezTo>
                        <a:pt x="191" y="2"/>
                        <a:pt x="191" y="2"/>
                        <a:pt x="191" y="2"/>
                      </a:cubicBezTo>
                      <a:lnTo>
                        <a:pt x="191" y="37"/>
                      </a:lnTo>
                      <a:close/>
                      <a:moveTo>
                        <a:pt x="228" y="446"/>
                      </a:moveTo>
                      <a:cubicBezTo>
                        <a:pt x="193" y="446"/>
                        <a:pt x="193" y="446"/>
                        <a:pt x="193" y="446"/>
                      </a:cubicBezTo>
                      <a:cubicBezTo>
                        <a:pt x="193" y="408"/>
                        <a:pt x="193" y="408"/>
                        <a:pt x="193" y="408"/>
                      </a:cubicBezTo>
                      <a:cubicBezTo>
                        <a:pt x="228" y="408"/>
                        <a:pt x="228" y="408"/>
                        <a:pt x="228" y="408"/>
                      </a:cubicBezTo>
                      <a:lnTo>
                        <a:pt x="228" y="446"/>
                      </a:lnTo>
                      <a:close/>
                      <a:moveTo>
                        <a:pt x="228" y="406"/>
                      </a:moveTo>
                      <a:cubicBezTo>
                        <a:pt x="193" y="406"/>
                        <a:pt x="193" y="406"/>
                        <a:pt x="193" y="406"/>
                      </a:cubicBezTo>
                      <a:cubicBezTo>
                        <a:pt x="193" y="372"/>
                        <a:pt x="193" y="372"/>
                        <a:pt x="193" y="372"/>
                      </a:cubicBezTo>
                      <a:cubicBezTo>
                        <a:pt x="228" y="372"/>
                        <a:pt x="228" y="372"/>
                        <a:pt x="228" y="372"/>
                      </a:cubicBezTo>
                      <a:lnTo>
                        <a:pt x="228" y="406"/>
                      </a:lnTo>
                      <a:close/>
                      <a:moveTo>
                        <a:pt x="228" y="370"/>
                      </a:moveTo>
                      <a:cubicBezTo>
                        <a:pt x="193" y="370"/>
                        <a:pt x="193" y="370"/>
                        <a:pt x="193" y="370"/>
                      </a:cubicBezTo>
                      <a:cubicBezTo>
                        <a:pt x="193" y="335"/>
                        <a:pt x="193" y="335"/>
                        <a:pt x="193" y="335"/>
                      </a:cubicBezTo>
                      <a:cubicBezTo>
                        <a:pt x="228" y="335"/>
                        <a:pt x="228" y="335"/>
                        <a:pt x="228" y="335"/>
                      </a:cubicBezTo>
                      <a:lnTo>
                        <a:pt x="228" y="370"/>
                      </a:lnTo>
                      <a:close/>
                      <a:moveTo>
                        <a:pt x="228" y="333"/>
                      </a:moveTo>
                      <a:cubicBezTo>
                        <a:pt x="193" y="333"/>
                        <a:pt x="193" y="333"/>
                        <a:pt x="193" y="333"/>
                      </a:cubicBezTo>
                      <a:cubicBezTo>
                        <a:pt x="193" y="298"/>
                        <a:pt x="193" y="298"/>
                        <a:pt x="193" y="298"/>
                      </a:cubicBezTo>
                      <a:cubicBezTo>
                        <a:pt x="228" y="298"/>
                        <a:pt x="228" y="298"/>
                        <a:pt x="228" y="298"/>
                      </a:cubicBezTo>
                      <a:lnTo>
                        <a:pt x="228" y="333"/>
                      </a:lnTo>
                      <a:close/>
                      <a:moveTo>
                        <a:pt x="228" y="296"/>
                      </a:moveTo>
                      <a:cubicBezTo>
                        <a:pt x="193" y="296"/>
                        <a:pt x="193" y="296"/>
                        <a:pt x="193" y="296"/>
                      </a:cubicBezTo>
                      <a:cubicBezTo>
                        <a:pt x="193" y="261"/>
                        <a:pt x="193" y="261"/>
                        <a:pt x="193" y="261"/>
                      </a:cubicBezTo>
                      <a:cubicBezTo>
                        <a:pt x="228" y="261"/>
                        <a:pt x="228" y="261"/>
                        <a:pt x="228" y="261"/>
                      </a:cubicBezTo>
                      <a:lnTo>
                        <a:pt x="228" y="296"/>
                      </a:lnTo>
                      <a:close/>
                      <a:moveTo>
                        <a:pt x="228" y="259"/>
                      </a:moveTo>
                      <a:cubicBezTo>
                        <a:pt x="193" y="259"/>
                        <a:pt x="193" y="259"/>
                        <a:pt x="193" y="259"/>
                      </a:cubicBezTo>
                      <a:cubicBezTo>
                        <a:pt x="193" y="224"/>
                        <a:pt x="193" y="224"/>
                        <a:pt x="193" y="224"/>
                      </a:cubicBezTo>
                      <a:cubicBezTo>
                        <a:pt x="228" y="224"/>
                        <a:pt x="228" y="224"/>
                        <a:pt x="228" y="224"/>
                      </a:cubicBezTo>
                      <a:lnTo>
                        <a:pt x="228" y="259"/>
                      </a:lnTo>
                      <a:close/>
                      <a:moveTo>
                        <a:pt x="228" y="222"/>
                      </a:moveTo>
                      <a:cubicBezTo>
                        <a:pt x="193" y="222"/>
                        <a:pt x="193" y="222"/>
                        <a:pt x="193" y="222"/>
                      </a:cubicBezTo>
                      <a:cubicBezTo>
                        <a:pt x="193" y="187"/>
                        <a:pt x="193" y="187"/>
                        <a:pt x="193" y="187"/>
                      </a:cubicBezTo>
                      <a:cubicBezTo>
                        <a:pt x="228" y="187"/>
                        <a:pt x="228" y="187"/>
                        <a:pt x="228" y="187"/>
                      </a:cubicBezTo>
                      <a:lnTo>
                        <a:pt x="228" y="222"/>
                      </a:lnTo>
                      <a:close/>
                      <a:moveTo>
                        <a:pt x="228" y="185"/>
                      </a:moveTo>
                      <a:cubicBezTo>
                        <a:pt x="193" y="185"/>
                        <a:pt x="193" y="185"/>
                        <a:pt x="193" y="185"/>
                      </a:cubicBezTo>
                      <a:cubicBezTo>
                        <a:pt x="193" y="150"/>
                        <a:pt x="193" y="150"/>
                        <a:pt x="193" y="150"/>
                      </a:cubicBezTo>
                      <a:cubicBezTo>
                        <a:pt x="228" y="150"/>
                        <a:pt x="228" y="150"/>
                        <a:pt x="228" y="150"/>
                      </a:cubicBezTo>
                      <a:lnTo>
                        <a:pt x="228" y="185"/>
                      </a:lnTo>
                      <a:close/>
                      <a:moveTo>
                        <a:pt x="228" y="148"/>
                      </a:moveTo>
                      <a:cubicBezTo>
                        <a:pt x="193" y="148"/>
                        <a:pt x="193" y="148"/>
                        <a:pt x="193" y="148"/>
                      </a:cubicBezTo>
                      <a:cubicBezTo>
                        <a:pt x="193" y="113"/>
                        <a:pt x="193" y="113"/>
                        <a:pt x="193" y="113"/>
                      </a:cubicBezTo>
                      <a:cubicBezTo>
                        <a:pt x="228" y="113"/>
                        <a:pt x="228" y="113"/>
                        <a:pt x="228" y="113"/>
                      </a:cubicBezTo>
                      <a:lnTo>
                        <a:pt x="228" y="148"/>
                      </a:lnTo>
                      <a:close/>
                      <a:moveTo>
                        <a:pt x="228" y="111"/>
                      </a:moveTo>
                      <a:cubicBezTo>
                        <a:pt x="193" y="111"/>
                        <a:pt x="193" y="111"/>
                        <a:pt x="193" y="111"/>
                      </a:cubicBezTo>
                      <a:cubicBezTo>
                        <a:pt x="193" y="76"/>
                        <a:pt x="193" y="76"/>
                        <a:pt x="193" y="76"/>
                      </a:cubicBezTo>
                      <a:cubicBezTo>
                        <a:pt x="228" y="76"/>
                        <a:pt x="228" y="76"/>
                        <a:pt x="228" y="76"/>
                      </a:cubicBezTo>
                      <a:lnTo>
                        <a:pt x="228" y="111"/>
                      </a:lnTo>
                      <a:close/>
                      <a:moveTo>
                        <a:pt x="228" y="74"/>
                      </a:moveTo>
                      <a:cubicBezTo>
                        <a:pt x="193" y="74"/>
                        <a:pt x="193" y="74"/>
                        <a:pt x="193" y="74"/>
                      </a:cubicBezTo>
                      <a:cubicBezTo>
                        <a:pt x="193" y="39"/>
                        <a:pt x="193" y="39"/>
                        <a:pt x="193" y="39"/>
                      </a:cubicBezTo>
                      <a:cubicBezTo>
                        <a:pt x="228" y="39"/>
                        <a:pt x="228" y="39"/>
                        <a:pt x="228" y="39"/>
                      </a:cubicBezTo>
                      <a:lnTo>
                        <a:pt x="228" y="74"/>
                      </a:lnTo>
                      <a:close/>
                      <a:moveTo>
                        <a:pt x="228" y="37"/>
                      </a:moveTo>
                      <a:cubicBezTo>
                        <a:pt x="193" y="37"/>
                        <a:pt x="193" y="37"/>
                        <a:pt x="193" y="37"/>
                      </a:cubicBezTo>
                      <a:cubicBezTo>
                        <a:pt x="193" y="2"/>
                        <a:pt x="193" y="2"/>
                        <a:pt x="193" y="2"/>
                      </a:cubicBezTo>
                      <a:cubicBezTo>
                        <a:pt x="228" y="2"/>
                        <a:pt x="228" y="2"/>
                        <a:pt x="228" y="2"/>
                      </a:cubicBezTo>
                      <a:lnTo>
                        <a:pt x="228" y="37"/>
                      </a:lnTo>
                      <a:close/>
                      <a:moveTo>
                        <a:pt x="265" y="446"/>
                      </a:moveTo>
                      <a:cubicBezTo>
                        <a:pt x="230" y="446"/>
                        <a:pt x="230" y="446"/>
                        <a:pt x="230" y="446"/>
                      </a:cubicBezTo>
                      <a:cubicBezTo>
                        <a:pt x="230" y="408"/>
                        <a:pt x="230" y="408"/>
                        <a:pt x="230" y="408"/>
                      </a:cubicBezTo>
                      <a:cubicBezTo>
                        <a:pt x="265" y="408"/>
                        <a:pt x="265" y="408"/>
                        <a:pt x="265" y="408"/>
                      </a:cubicBezTo>
                      <a:lnTo>
                        <a:pt x="265" y="446"/>
                      </a:lnTo>
                      <a:close/>
                      <a:moveTo>
                        <a:pt x="265" y="406"/>
                      </a:moveTo>
                      <a:cubicBezTo>
                        <a:pt x="230" y="406"/>
                        <a:pt x="230" y="406"/>
                        <a:pt x="230" y="406"/>
                      </a:cubicBezTo>
                      <a:cubicBezTo>
                        <a:pt x="230" y="372"/>
                        <a:pt x="230" y="372"/>
                        <a:pt x="230" y="372"/>
                      </a:cubicBezTo>
                      <a:cubicBezTo>
                        <a:pt x="265" y="372"/>
                        <a:pt x="265" y="372"/>
                        <a:pt x="265" y="372"/>
                      </a:cubicBezTo>
                      <a:lnTo>
                        <a:pt x="265" y="406"/>
                      </a:lnTo>
                      <a:close/>
                      <a:moveTo>
                        <a:pt x="265" y="370"/>
                      </a:moveTo>
                      <a:cubicBezTo>
                        <a:pt x="230" y="370"/>
                        <a:pt x="230" y="370"/>
                        <a:pt x="230" y="370"/>
                      </a:cubicBezTo>
                      <a:cubicBezTo>
                        <a:pt x="230" y="335"/>
                        <a:pt x="230" y="335"/>
                        <a:pt x="230" y="335"/>
                      </a:cubicBezTo>
                      <a:cubicBezTo>
                        <a:pt x="265" y="335"/>
                        <a:pt x="265" y="335"/>
                        <a:pt x="265" y="335"/>
                      </a:cubicBezTo>
                      <a:lnTo>
                        <a:pt x="265" y="370"/>
                      </a:lnTo>
                      <a:close/>
                      <a:moveTo>
                        <a:pt x="265" y="333"/>
                      </a:moveTo>
                      <a:cubicBezTo>
                        <a:pt x="230" y="333"/>
                        <a:pt x="230" y="333"/>
                        <a:pt x="230" y="333"/>
                      </a:cubicBezTo>
                      <a:cubicBezTo>
                        <a:pt x="230" y="298"/>
                        <a:pt x="230" y="298"/>
                        <a:pt x="230" y="298"/>
                      </a:cubicBezTo>
                      <a:cubicBezTo>
                        <a:pt x="265" y="298"/>
                        <a:pt x="265" y="298"/>
                        <a:pt x="265" y="298"/>
                      </a:cubicBezTo>
                      <a:lnTo>
                        <a:pt x="265" y="333"/>
                      </a:lnTo>
                      <a:close/>
                      <a:moveTo>
                        <a:pt x="265" y="296"/>
                      </a:moveTo>
                      <a:cubicBezTo>
                        <a:pt x="230" y="296"/>
                        <a:pt x="230" y="296"/>
                        <a:pt x="230" y="296"/>
                      </a:cubicBezTo>
                      <a:cubicBezTo>
                        <a:pt x="230" y="261"/>
                        <a:pt x="230" y="261"/>
                        <a:pt x="230" y="261"/>
                      </a:cubicBezTo>
                      <a:cubicBezTo>
                        <a:pt x="265" y="261"/>
                        <a:pt x="265" y="261"/>
                        <a:pt x="265" y="261"/>
                      </a:cubicBezTo>
                      <a:lnTo>
                        <a:pt x="265" y="296"/>
                      </a:lnTo>
                      <a:close/>
                      <a:moveTo>
                        <a:pt x="265" y="259"/>
                      </a:moveTo>
                      <a:cubicBezTo>
                        <a:pt x="230" y="259"/>
                        <a:pt x="230" y="259"/>
                        <a:pt x="230" y="259"/>
                      </a:cubicBezTo>
                      <a:cubicBezTo>
                        <a:pt x="230" y="224"/>
                        <a:pt x="230" y="224"/>
                        <a:pt x="230" y="224"/>
                      </a:cubicBezTo>
                      <a:cubicBezTo>
                        <a:pt x="265" y="224"/>
                        <a:pt x="265" y="224"/>
                        <a:pt x="265" y="224"/>
                      </a:cubicBezTo>
                      <a:lnTo>
                        <a:pt x="265" y="259"/>
                      </a:lnTo>
                      <a:close/>
                      <a:moveTo>
                        <a:pt x="265" y="222"/>
                      </a:moveTo>
                      <a:cubicBezTo>
                        <a:pt x="230" y="222"/>
                        <a:pt x="230" y="222"/>
                        <a:pt x="230" y="222"/>
                      </a:cubicBezTo>
                      <a:cubicBezTo>
                        <a:pt x="230" y="187"/>
                        <a:pt x="230" y="187"/>
                        <a:pt x="230" y="187"/>
                      </a:cubicBezTo>
                      <a:cubicBezTo>
                        <a:pt x="265" y="187"/>
                        <a:pt x="265" y="187"/>
                        <a:pt x="265" y="187"/>
                      </a:cubicBezTo>
                      <a:lnTo>
                        <a:pt x="265" y="222"/>
                      </a:lnTo>
                      <a:close/>
                      <a:moveTo>
                        <a:pt x="265" y="185"/>
                      </a:moveTo>
                      <a:cubicBezTo>
                        <a:pt x="230" y="185"/>
                        <a:pt x="230" y="185"/>
                        <a:pt x="230" y="185"/>
                      </a:cubicBezTo>
                      <a:cubicBezTo>
                        <a:pt x="230" y="150"/>
                        <a:pt x="230" y="150"/>
                        <a:pt x="230" y="150"/>
                      </a:cubicBezTo>
                      <a:cubicBezTo>
                        <a:pt x="265" y="150"/>
                        <a:pt x="265" y="150"/>
                        <a:pt x="265" y="150"/>
                      </a:cubicBezTo>
                      <a:lnTo>
                        <a:pt x="265" y="185"/>
                      </a:lnTo>
                      <a:close/>
                      <a:moveTo>
                        <a:pt x="265" y="148"/>
                      </a:moveTo>
                      <a:cubicBezTo>
                        <a:pt x="230" y="148"/>
                        <a:pt x="230" y="148"/>
                        <a:pt x="230" y="148"/>
                      </a:cubicBezTo>
                      <a:cubicBezTo>
                        <a:pt x="230" y="113"/>
                        <a:pt x="230" y="113"/>
                        <a:pt x="230" y="113"/>
                      </a:cubicBezTo>
                      <a:cubicBezTo>
                        <a:pt x="265" y="113"/>
                        <a:pt x="265" y="113"/>
                        <a:pt x="265" y="113"/>
                      </a:cubicBezTo>
                      <a:lnTo>
                        <a:pt x="265" y="148"/>
                      </a:lnTo>
                      <a:close/>
                      <a:moveTo>
                        <a:pt x="265" y="111"/>
                      </a:moveTo>
                      <a:cubicBezTo>
                        <a:pt x="230" y="111"/>
                        <a:pt x="230" y="111"/>
                        <a:pt x="230" y="111"/>
                      </a:cubicBezTo>
                      <a:cubicBezTo>
                        <a:pt x="230" y="76"/>
                        <a:pt x="230" y="76"/>
                        <a:pt x="230" y="76"/>
                      </a:cubicBezTo>
                      <a:cubicBezTo>
                        <a:pt x="265" y="76"/>
                        <a:pt x="265" y="76"/>
                        <a:pt x="265" y="76"/>
                      </a:cubicBezTo>
                      <a:lnTo>
                        <a:pt x="265" y="111"/>
                      </a:lnTo>
                      <a:close/>
                      <a:moveTo>
                        <a:pt x="265" y="74"/>
                      </a:moveTo>
                      <a:cubicBezTo>
                        <a:pt x="230" y="74"/>
                        <a:pt x="230" y="74"/>
                        <a:pt x="230" y="74"/>
                      </a:cubicBezTo>
                      <a:cubicBezTo>
                        <a:pt x="230" y="39"/>
                        <a:pt x="230" y="39"/>
                        <a:pt x="230" y="39"/>
                      </a:cubicBezTo>
                      <a:cubicBezTo>
                        <a:pt x="265" y="39"/>
                        <a:pt x="265" y="39"/>
                        <a:pt x="265" y="39"/>
                      </a:cubicBezTo>
                      <a:lnTo>
                        <a:pt x="265" y="74"/>
                      </a:lnTo>
                      <a:close/>
                      <a:moveTo>
                        <a:pt x="265" y="37"/>
                      </a:moveTo>
                      <a:cubicBezTo>
                        <a:pt x="230" y="37"/>
                        <a:pt x="230" y="37"/>
                        <a:pt x="230" y="37"/>
                      </a:cubicBezTo>
                      <a:cubicBezTo>
                        <a:pt x="230" y="2"/>
                        <a:pt x="230" y="2"/>
                        <a:pt x="230" y="2"/>
                      </a:cubicBezTo>
                      <a:cubicBezTo>
                        <a:pt x="265" y="2"/>
                        <a:pt x="265" y="2"/>
                        <a:pt x="265" y="2"/>
                      </a:cubicBezTo>
                      <a:lnTo>
                        <a:pt x="265" y="37"/>
                      </a:lnTo>
                      <a:close/>
                      <a:moveTo>
                        <a:pt x="302" y="406"/>
                      </a:moveTo>
                      <a:cubicBezTo>
                        <a:pt x="267" y="406"/>
                        <a:pt x="267" y="406"/>
                        <a:pt x="267" y="406"/>
                      </a:cubicBezTo>
                      <a:cubicBezTo>
                        <a:pt x="267" y="372"/>
                        <a:pt x="267" y="372"/>
                        <a:pt x="267" y="372"/>
                      </a:cubicBezTo>
                      <a:cubicBezTo>
                        <a:pt x="302" y="372"/>
                        <a:pt x="302" y="372"/>
                        <a:pt x="302" y="372"/>
                      </a:cubicBezTo>
                      <a:lnTo>
                        <a:pt x="302" y="406"/>
                      </a:lnTo>
                      <a:close/>
                      <a:moveTo>
                        <a:pt x="302" y="370"/>
                      </a:moveTo>
                      <a:cubicBezTo>
                        <a:pt x="267" y="370"/>
                        <a:pt x="267" y="370"/>
                        <a:pt x="267" y="370"/>
                      </a:cubicBezTo>
                      <a:cubicBezTo>
                        <a:pt x="267" y="335"/>
                        <a:pt x="267" y="335"/>
                        <a:pt x="267" y="335"/>
                      </a:cubicBezTo>
                      <a:cubicBezTo>
                        <a:pt x="302" y="335"/>
                        <a:pt x="302" y="335"/>
                        <a:pt x="302" y="335"/>
                      </a:cubicBezTo>
                      <a:lnTo>
                        <a:pt x="302" y="370"/>
                      </a:lnTo>
                      <a:close/>
                      <a:moveTo>
                        <a:pt x="302" y="333"/>
                      </a:moveTo>
                      <a:cubicBezTo>
                        <a:pt x="267" y="333"/>
                        <a:pt x="267" y="333"/>
                        <a:pt x="267" y="333"/>
                      </a:cubicBezTo>
                      <a:cubicBezTo>
                        <a:pt x="267" y="298"/>
                        <a:pt x="267" y="298"/>
                        <a:pt x="267" y="298"/>
                      </a:cubicBezTo>
                      <a:cubicBezTo>
                        <a:pt x="302" y="298"/>
                        <a:pt x="302" y="298"/>
                        <a:pt x="302" y="298"/>
                      </a:cubicBezTo>
                      <a:lnTo>
                        <a:pt x="302" y="333"/>
                      </a:lnTo>
                      <a:close/>
                      <a:moveTo>
                        <a:pt x="302" y="296"/>
                      </a:moveTo>
                      <a:cubicBezTo>
                        <a:pt x="267" y="296"/>
                        <a:pt x="267" y="296"/>
                        <a:pt x="267" y="296"/>
                      </a:cubicBezTo>
                      <a:cubicBezTo>
                        <a:pt x="267" y="261"/>
                        <a:pt x="267" y="261"/>
                        <a:pt x="267" y="261"/>
                      </a:cubicBezTo>
                      <a:cubicBezTo>
                        <a:pt x="302" y="261"/>
                        <a:pt x="302" y="261"/>
                        <a:pt x="302" y="261"/>
                      </a:cubicBezTo>
                      <a:lnTo>
                        <a:pt x="302" y="296"/>
                      </a:lnTo>
                      <a:close/>
                      <a:moveTo>
                        <a:pt x="302" y="259"/>
                      </a:moveTo>
                      <a:cubicBezTo>
                        <a:pt x="267" y="259"/>
                        <a:pt x="267" y="259"/>
                        <a:pt x="267" y="259"/>
                      </a:cubicBezTo>
                      <a:cubicBezTo>
                        <a:pt x="267" y="224"/>
                        <a:pt x="267" y="224"/>
                        <a:pt x="267" y="224"/>
                      </a:cubicBezTo>
                      <a:cubicBezTo>
                        <a:pt x="302" y="224"/>
                        <a:pt x="302" y="224"/>
                        <a:pt x="302" y="224"/>
                      </a:cubicBezTo>
                      <a:lnTo>
                        <a:pt x="302" y="259"/>
                      </a:lnTo>
                      <a:close/>
                      <a:moveTo>
                        <a:pt x="302" y="222"/>
                      </a:moveTo>
                      <a:cubicBezTo>
                        <a:pt x="267" y="222"/>
                        <a:pt x="267" y="222"/>
                        <a:pt x="267" y="222"/>
                      </a:cubicBezTo>
                      <a:cubicBezTo>
                        <a:pt x="267" y="187"/>
                        <a:pt x="267" y="187"/>
                        <a:pt x="267" y="187"/>
                      </a:cubicBezTo>
                      <a:cubicBezTo>
                        <a:pt x="302" y="187"/>
                        <a:pt x="302" y="187"/>
                        <a:pt x="302" y="187"/>
                      </a:cubicBezTo>
                      <a:lnTo>
                        <a:pt x="302" y="222"/>
                      </a:lnTo>
                      <a:close/>
                      <a:moveTo>
                        <a:pt x="302" y="185"/>
                      </a:moveTo>
                      <a:cubicBezTo>
                        <a:pt x="267" y="185"/>
                        <a:pt x="267" y="185"/>
                        <a:pt x="267" y="185"/>
                      </a:cubicBezTo>
                      <a:cubicBezTo>
                        <a:pt x="267" y="150"/>
                        <a:pt x="267" y="150"/>
                        <a:pt x="267" y="150"/>
                      </a:cubicBezTo>
                      <a:cubicBezTo>
                        <a:pt x="302" y="150"/>
                        <a:pt x="302" y="150"/>
                        <a:pt x="302" y="150"/>
                      </a:cubicBezTo>
                      <a:lnTo>
                        <a:pt x="302" y="185"/>
                      </a:lnTo>
                      <a:close/>
                      <a:moveTo>
                        <a:pt x="302" y="148"/>
                      </a:moveTo>
                      <a:cubicBezTo>
                        <a:pt x="267" y="148"/>
                        <a:pt x="267" y="148"/>
                        <a:pt x="267" y="148"/>
                      </a:cubicBezTo>
                      <a:cubicBezTo>
                        <a:pt x="267" y="113"/>
                        <a:pt x="267" y="113"/>
                        <a:pt x="267" y="113"/>
                      </a:cubicBezTo>
                      <a:cubicBezTo>
                        <a:pt x="302" y="113"/>
                        <a:pt x="302" y="113"/>
                        <a:pt x="302" y="113"/>
                      </a:cubicBezTo>
                      <a:lnTo>
                        <a:pt x="302" y="148"/>
                      </a:lnTo>
                      <a:close/>
                      <a:moveTo>
                        <a:pt x="302" y="111"/>
                      </a:moveTo>
                      <a:cubicBezTo>
                        <a:pt x="267" y="111"/>
                        <a:pt x="267" y="111"/>
                        <a:pt x="267" y="111"/>
                      </a:cubicBezTo>
                      <a:cubicBezTo>
                        <a:pt x="267" y="76"/>
                        <a:pt x="267" y="76"/>
                        <a:pt x="267" y="76"/>
                      </a:cubicBezTo>
                      <a:cubicBezTo>
                        <a:pt x="302" y="76"/>
                        <a:pt x="302" y="76"/>
                        <a:pt x="302" y="76"/>
                      </a:cubicBezTo>
                      <a:lnTo>
                        <a:pt x="302" y="111"/>
                      </a:lnTo>
                      <a:close/>
                      <a:moveTo>
                        <a:pt x="302" y="74"/>
                      </a:moveTo>
                      <a:cubicBezTo>
                        <a:pt x="267" y="74"/>
                        <a:pt x="267" y="74"/>
                        <a:pt x="267" y="74"/>
                      </a:cubicBezTo>
                      <a:cubicBezTo>
                        <a:pt x="267" y="39"/>
                        <a:pt x="267" y="39"/>
                        <a:pt x="267" y="39"/>
                      </a:cubicBezTo>
                      <a:cubicBezTo>
                        <a:pt x="302" y="39"/>
                        <a:pt x="302" y="39"/>
                        <a:pt x="302" y="39"/>
                      </a:cubicBezTo>
                      <a:lnTo>
                        <a:pt x="302" y="74"/>
                      </a:lnTo>
                      <a:close/>
                      <a:moveTo>
                        <a:pt x="302" y="37"/>
                      </a:moveTo>
                      <a:cubicBezTo>
                        <a:pt x="267" y="37"/>
                        <a:pt x="267" y="37"/>
                        <a:pt x="267" y="37"/>
                      </a:cubicBezTo>
                      <a:cubicBezTo>
                        <a:pt x="267" y="2"/>
                        <a:pt x="267" y="2"/>
                        <a:pt x="267" y="2"/>
                      </a:cubicBezTo>
                      <a:cubicBezTo>
                        <a:pt x="302" y="2"/>
                        <a:pt x="302" y="2"/>
                        <a:pt x="302" y="2"/>
                      </a:cubicBezTo>
                      <a:lnTo>
                        <a:pt x="302" y="37"/>
                      </a:lnTo>
                      <a:close/>
                      <a:moveTo>
                        <a:pt x="339" y="446"/>
                      </a:moveTo>
                      <a:cubicBezTo>
                        <a:pt x="304" y="446"/>
                        <a:pt x="304" y="446"/>
                        <a:pt x="304" y="446"/>
                      </a:cubicBezTo>
                      <a:cubicBezTo>
                        <a:pt x="304" y="408"/>
                        <a:pt x="304" y="408"/>
                        <a:pt x="304" y="408"/>
                      </a:cubicBezTo>
                      <a:cubicBezTo>
                        <a:pt x="339" y="408"/>
                        <a:pt x="339" y="408"/>
                        <a:pt x="339" y="408"/>
                      </a:cubicBezTo>
                      <a:lnTo>
                        <a:pt x="339" y="446"/>
                      </a:lnTo>
                      <a:close/>
                      <a:moveTo>
                        <a:pt x="339" y="406"/>
                      </a:moveTo>
                      <a:cubicBezTo>
                        <a:pt x="304" y="406"/>
                        <a:pt x="304" y="406"/>
                        <a:pt x="304" y="406"/>
                      </a:cubicBezTo>
                      <a:cubicBezTo>
                        <a:pt x="304" y="372"/>
                        <a:pt x="304" y="372"/>
                        <a:pt x="304" y="372"/>
                      </a:cubicBezTo>
                      <a:cubicBezTo>
                        <a:pt x="339" y="372"/>
                        <a:pt x="339" y="372"/>
                        <a:pt x="339" y="372"/>
                      </a:cubicBezTo>
                      <a:lnTo>
                        <a:pt x="339" y="406"/>
                      </a:lnTo>
                      <a:close/>
                      <a:moveTo>
                        <a:pt x="339" y="370"/>
                      </a:moveTo>
                      <a:cubicBezTo>
                        <a:pt x="304" y="370"/>
                        <a:pt x="304" y="370"/>
                        <a:pt x="304" y="370"/>
                      </a:cubicBezTo>
                      <a:cubicBezTo>
                        <a:pt x="304" y="335"/>
                        <a:pt x="304" y="335"/>
                        <a:pt x="304" y="335"/>
                      </a:cubicBezTo>
                      <a:cubicBezTo>
                        <a:pt x="339" y="335"/>
                        <a:pt x="339" y="335"/>
                        <a:pt x="339" y="335"/>
                      </a:cubicBezTo>
                      <a:lnTo>
                        <a:pt x="339" y="370"/>
                      </a:lnTo>
                      <a:close/>
                      <a:moveTo>
                        <a:pt x="339" y="333"/>
                      </a:moveTo>
                      <a:cubicBezTo>
                        <a:pt x="304" y="333"/>
                        <a:pt x="304" y="333"/>
                        <a:pt x="304" y="333"/>
                      </a:cubicBezTo>
                      <a:cubicBezTo>
                        <a:pt x="304" y="298"/>
                        <a:pt x="304" y="298"/>
                        <a:pt x="304" y="298"/>
                      </a:cubicBezTo>
                      <a:cubicBezTo>
                        <a:pt x="339" y="298"/>
                        <a:pt x="339" y="298"/>
                        <a:pt x="339" y="298"/>
                      </a:cubicBezTo>
                      <a:lnTo>
                        <a:pt x="339" y="333"/>
                      </a:lnTo>
                      <a:close/>
                      <a:moveTo>
                        <a:pt x="339" y="296"/>
                      </a:moveTo>
                      <a:cubicBezTo>
                        <a:pt x="304" y="296"/>
                        <a:pt x="304" y="296"/>
                        <a:pt x="304" y="296"/>
                      </a:cubicBezTo>
                      <a:cubicBezTo>
                        <a:pt x="304" y="261"/>
                        <a:pt x="304" y="261"/>
                        <a:pt x="304" y="261"/>
                      </a:cubicBezTo>
                      <a:cubicBezTo>
                        <a:pt x="339" y="261"/>
                        <a:pt x="339" y="261"/>
                        <a:pt x="339" y="261"/>
                      </a:cubicBezTo>
                      <a:lnTo>
                        <a:pt x="339" y="296"/>
                      </a:lnTo>
                      <a:close/>
                      <a:moveTo>
                        <a:pt x="339" y="259"/>
                      </a:moveTo>
                      <a:cubicBezTo>
                        <a:pt x="304" y="259"/>
                        <a:pt x="304" y="259"/>
                        <a:pt x="304" y="259"/>
                      </a:cubicBezTo>
                      <a:cubicBezTo>
                        <a:pt x="304" y="224"/>
                        <a:pt x="304" y="224"/>
                        <a:pt x="304" y="224"/>
                      </a:cubicBezTo>
                      <a:cubicBezTo>
                        <a:pt x="339" y="224"/>
                        <a:pt x="339" y="224"/>
                        <a:pt x="339" y="224"/>
                      </a:cubicBezTo>
                      <a:lnTo>
                        <a:pt x="339" y="259"/>
                      </a:lnTo>
                      <a:close/>
                      <a:moveTo>
                        <a:pt x="339" y="222"/>
                      </a:moveTo>
                      <a:cubicBezTo>
                        <a:pt x="304" y="222"/>
                        <a:pt x="304" y="222"/>
                        <a:pt x="304" y="222"/>
                      </a:cubicBezTo>
                      <a:cubicBezTo>
                        <a:pt x="304" y="187"/>
                        <a:pt x="304" y="187"/>
                        <a:pt x="304" y="187"/>
                      </a:cubicBezTo>
                      <a:cubicBezTo>
                        <a:pt x="339" y="187"/>
                        <a:pt x="339" y="187"/>
                        <a:pt x="339" y="187"/>
                      </a:cubicBezTo>
                      <a:lnTo>
                        <a:pt x="339" y="222"/>
                      </a:lnTo>
                      <a:close/>
                      <a:moveTo>
                        <a:pt x="339" y="185"/>
                      </a:moveTo>
                      <a:cubicBezTo>
                        <a:pt x="304" y="185"/>
                        <a:pt x="304" y="185"/>
                        <a:pt x="304" y="185"/>
                      </a:cubicBezTo>
                      <a:cubicBezTo>
                        <a:pt x="304" y="150"/>
                        <a:pt x="304" y="150"/>
                        <a:pt x="304" y="150"/>
                      </a:cubicBezTo>
                      <a:cubicBezTo>
                        <a:pt x="339" y="150"/>
                        <a:pt x="339" y="150"/>
                        <a:pt x="339" y="150"/>
                      </a:cubicBezTo>
                      <a:lnTo>
                        <a:pt x="339" y="185"/>
                      </a:lnTo>
                      <a:close/>
                      <a:moveTo>
                        <a:pt x="339" y="148"/>
                      </a:moveTo>
                      <a:cubicBezTo>
                        <a:pt x="304" y="148"/>
                        <a:pt x="304" y="148"/>
                        <a:pt x="304" y="148"/>
                      </a:cubicBezTo>
                      <a:cubicBezTo>
                        <a:pt x="304" y="113"/>
                        <a:pt x="304" y="113"/>
                        <a:pt x="304" y="113"/>
                      </a:cubicBezTo>
                      <a:cubicBezTo>
                        <a:pt x="339" y="113"/>
                        <a:pt x="339" y="113"/>
                        <a:pt x="339" y="113"/>
                      </a:cubicBezTo>
                      <a:lnTo>
                        <a:pt x="339" y="148"/>
                      </a:lnTo>
                      <a:close/>
                      <a:moveTo>
                        <a:pt x="339" y="111"/>
                      </a:moveTo>
                      <a:cubicBezTo>
                        <a:pt x="304" y="111"/>
                        <a:pt x="304" y="111"/>
                        <a:pt x="304" y="111"/>
                      </a:cubicBezTo>
                      <a:cubicBezTo>
                        <a:pt x="304" y="76"/>
                        <a:pt x="304" y="76"/>
                        <a:pt x="304" y="76"/>
                      </a:cubicBezTo>
                      <a:cubicBezTo>
                        <a:pt x="339" y="76"/>
                        <a:pt x="339" y="76"/>
                        <a:pt x="339" y="76"/>
                      </a:cubicBezTo>
                      <a:lnTo>
                        <a:pt x="339" y="111"/>
                      </a:lnTo>
                      <a:close/>
                      <a:moveTo>
                        <a:pt x="339" y="74"/>
                      </a:moveTo>
                      <a:cubicBezTo>
                        <a:pt x="304" y="74"/>
                        <a:pt x="304" y="74"/>
                        <a:pt x="304" y="74"/>
                      </a:cubicBezTo>
                      <a:cubicBezTo>
                        <a:pt x="304" y="39"/>
                        <a:pt x="304" y="39"/>
                        <a:pt x="304" y="39"/>
                      </a:cubicBezTo>
                      <a:cubicBezTo>
                        <a:pt x="339" y="39"/>
                        <a:pt x="339" y="39"/>
                        <a:pt x="339" y="39"/>
                      </a:cubicBezTo>
                      <a:lnTo>
                        <a:pt x="339" y="74"/>
                      </a:lnTo>
                      <a:close/>
                      <a:moveTo>
                        <a:pt x="339" y="37"/>
                      </a:moveTo>
                      <a:cubicBezTo>
                        <a:pt x="304" y="37"/>
                        <a:pt x="304" y="37"/>
                        <a:pt x="304" y="37"/>
                      </a:cubicBezTo>
                      <a:cubicBezTo>
                        <a:pt x="304" y="2"/>
                        <a:pt x="304" y="2"/>
                        <a:pt x="304" y="2"/>
                      </a:cubicBezTo>
                      <a:cubicBezTo>
                        <a:pt x="339" y="2"/>
                        <a:pt x="339" y="2"/>
                        <a:pt x="339" y="2"/>
                      </a:cubicBezTo>
                      <a:lnTo>
                        <a:pt x="339" y="37"/>
                      </a:lnTo>
                      <a:close/>
                      <a:moveTo>
                        <a:pt x="376" y="446"/>
                      </a:moveTo>
                      <a:cubicBezTo>
                        <a:pt x="341" y="446"/>
                        <a:pt x="341" y="446"/>
                        <a:pt x="341" y="446"/>
                      </a:cubicBezTo>
                      <a:cubicBezTo>
                        <a:pt x="341" y="408"/>
                        <a:pt x="341" y="408"/>
                        <a:pt x="341" y="408"/>
                      </a:cubicBezTo>
                      <a:cubicBezTo>
                        <a:pt x="376" y="408"/>
                        <a:pt x="376" y="408"/>
                        <a:pt x="376" y="408"/>
                      </a:cubicBezTo>
                      <a:lnTo>
                        <a:pt x="376" y="446"/>
                      </a:lnTo>
                      <a:close/>
                      <a:moveTo>
                        <a:pt x="376" y="406"/>
                      </a:moveTo>
                      <a:cubicBezTo>
                        <a:pt x="341" y="406"/>
                        <a:pt x="341" y="406"/>
                        <a:pt x="341" y="406"/>
                      </a:cubicBezTo>
                      <a:cubicBezTo>
                        <a:pt x="341" y="372"/>
                        <a:pt x="341" y="372"/>
                        <a:pt x="341" y="372"/>
                      </a:cubicBezTo>
                      <a:cubicBezTo>
                        <a:pt x="376" y="372"/>
                        <a:pt x="376" y="372"/>
                        <a:pt x="376" y="372"/>
                      </a:cubicBezTo>
                      <a:lnTo>
                        <a:pt x="376" y="406"/>
                      </a:lnTo>
                      <a:close/>
                      <a:moveTo>
                        <a:pt x="376" y="370"/>
                      </a:moveTo>
                      <a:cubicBezTo>
                        <a:pt x="341" y="370"/>
                        <a:pt x="341" y="370"/>
                        <a:pt x="341" y="370"/>
                      </a:cubicBezTo>
                      <a:cubicBezTo>
                        <a:pt x="341" y="335"/>
                        <a:pt x="341" y="335"/>
                        <a:pt x="341" y="335"/>
                      </a:cubicBezTo>
                      <a:cubicBezTo>
                        <a:pt x="376" y="335"/>
                        <a:pt x="376" y="335"/>
                        <a:pt x="376" y="335"/>
                      </a:cubicBezTo>
                      <a:lnTo>
                        <a:pt x="376" y="370"/>
                      </a:lnTo>
                      <a:close/>
                      <a:moveTo>
                        <a:pt x="376" y="333"/>
                      </a:moveTo>
                      <a:cubicBezTo>
                        <a:pt x="341" y="333"/>
                        <a:pt x="341" y="333"/>
                        <a:pt x="341" y="333"/>
                      </a:cubicBezTo>
                      <a:cubicBezTo>
                        <a:pt x="341" y="298"/>
                        <a:pt x="341" y="298"/>
                        <a:pt x="341" y="298"/>
                      </a:cubicBezTo>
                      <a:cubicBezTo>
                        <a:pt x="376" y="298"/>
                        <a:pt x="376" y="298"/>
                        <a:pt x="376" y="298"/>
                      </a:cubicBezTo>
                      <a:lnTo>
                        <a:pt x="376" y="333"/>
                      </a:lnTo>
                      <a:close/>
                      <a:moveTo>
                        <a:pt x="376" y="296"/>
                      </a:moveTo>
                      <a:cubicBezTo>
                        <a:pt x="341" y="296"/>
                        <a:pt x="341" y="296"/>
                        <a:pt x="341" y="296"/>
                      </a:cubicBezTo>
                      <a:cubicBezTo>
                        <a:pt x="341" y="261"/>
                        <a:pt x="341" y="261"/>
                        <a:pt x="341" y="261"/>
                      </a:cubicBezTo>
                      <a:cubicBezTo>
                        <a:pt x="376" y="261"/>
                        <a:pt x="376" y="261"/>
                        <a:pt x="376" y="261"/>
                      </a:cubicBezTo>
                      <a:lnTo>
                        <a:pt x="376" y="296"/>
                      </a:lnTo>
                      <a:close/>
                      <a:moveTo>
                        <a:pt x="376" y="259"/>
                      </a:moveTo>
                      <a:cubicBezTo>
                        <a:pt x="341" y="259"/>
                        <a:pt x="341" y="259"/>
                        <a:pt x="341" y="259"/>
                      </a:cubicBezTo>
                      <a:cubicBezTo>
                        <a:pt x="341" y="224"/>
                        <a:pt x="341" y="224"/>
                        <a:pt x="341" y="224"/>
                      </a:cubicBezTo>
                      <a:cubicBezTo>
                        <a:pt x="376" y="224"/>
                        <a:pt x="376" y="224"/>
                        <a:pt x="376" y="224"/>
                      </a:cubicBezTo>
                      <a:lnTo>
                        <a:pt x="376" y="259"/>
                      </a:lnTo>
                      <a:close/>
                      <a:moveTo>
                        <a:pt x="376" y="222"/>
                      </a:moveTo>
                      <a:cubicBezTo>
                        <a:pt x="341" y="222"/>
                        <a:pt x="341" y="222"/>
                        <a:pt x="341" y="222"/>
                      </a:cubicBezTo>
                      <a:cubicBezTo>
                        <a:pt x="341" y="187"/>
                        <a:pt x="341" y="187"/>
                        <a:pt x="341" y="187"/>
                      </a:cubicBezTo>
                      <a:cubicBezTo>
                        <a:pt x="376" y="187"/>
                        <a:pt x="376" y="187"/>
                        <a:pt x="376" y="187"/>
                      </a:cubicBezTo>
                      <a:lnTo>
                        <a:pt x="376" y="222"/>
                      </a:lnTo>
                      <a:close/>
                      <a:moveTo>
                        <a:pt x="376" y="185"/>
                      </a:moveTo>
                      <a:cubicBezTo>
                        <a:pt x="341" y="185"/>
                        <a:pt x="341" y="185"/>
                        <a:pt x="341" y="185"/>
                      </a:cubicBezTo>
                      <a:cubicBezTo>
                        <a:pt x="341" y="150"/>
                        <a:pt x="341" y="150"/>
                        <a:pt x="341" y="150"/>
                      </a:cubicBezTo>
                      <a:cubicBezTo>
                        <a:pt x="376" y="150"/>
                        <a:pt x="376" y="150"/>
                        <a:pt x="376" y="150"/>
                      </a:cubicBezTo>
                      <a:lnTo>
                        <a:pt x="376" y="185"/>
                      </a:lnTo>
                      <a:close/>
                      <a:moveTo>
                        <a:pt x="376" y="148"/>
                      </a:moveTo>
                      <a:cubicBezTo>
                        <a:pt x="341" y="148"/>
                        <a:pt x="341" y="148"/>
                        <a:pt x="341" y="148"/>
                      </a:cubicBezTo>
                      <a:cubicBezTo>
                        <a:pt x="341" y="113"/>
                        <a:pt x="341" y="113"/>
                        <a:pt x="341" y="113"/>
                      </a:cubicBezTo>
                      <a:cubicBezTo>
                        <a:pt x="376" y="113"/>
                        <a:pt x="376" y="113"/>
                        <a:pt x="376" y="113"/>
                      </a:cubicBezTo>
                      <a:lnTo>
                        <a:pt x="376" y="148"/>
                      </a:lnTo>
                      <a:close/>
                      <a:moveTo>
                        <a:pt x="376" y="111"/>
                      </a:moveTo>
                      <a:cubicBezTo>
                        <a:pt x="341" y="111"/>
                        <a:pt x="341" y="111"/>
                        <a:pt x="341" y="111"/>
                      </a:cubicBezTo>
                      <a:cubicBezTo>
                        <a:pt x="341" y="76"/>
                        <a:pt x="341" y="76"/>
                        <a:pt x="341" y="76"/>
                      </a:cubicBezTo>
                      <a:cubicBezTo>
                        <a:pt x="376" y="76"/>
                        <a:pt x="376" y="76"/>
                        <a:pt x="376" y="76"/>
                      </a:cubicBezTo>
                      <a:lnTo>
                        <a:pt x="376" y="111"/>
                      </a:lnTo>
                      <a:close/>
                      <a:moveTo>
                        <a:pt x="376" y="74"/>
                      </a:moveTo>
                      <a:cubicBezTo>
                        <a:pt x="341" y="74"/>
                        <a:pt x="341" y="74"/>
                        <a:pt x="341" y="74"/>
                      </a:cubicBezTo>
                      <a:cubicBezTo>
                        <a:pt x="341" y="39"/>
                        <a:pt x="341" y="39"/>
                        <a:pt x="341" y="39"/>
                      </a:cubicBezTo>
                      <a:cubicBezTo>
                        <a:pt x="376" y="39"/>
                        <a:pt x="376" y="39"/>
                        <a:pt x="376" y="39"/>
                      </a:cubicBezTo>
                      <a:lnTo>
                        <a:pt x="376" y="74"/>
                      </a:lnTo>
                      <a:close/>
                      <a:moveTo>
                        <a:pt x="376" y="37"/>
                      </a:moveTo>
                      <a:cubicBezTo>
                        <a:pt x="341" y="37"/>
                        <a:pt x="341" y="37"/>
                        <a:pt x="341" y="37"/>
                      </a:cubicBezTo>
                      <a:cubicBezTo>
                        <a:pt x="341" y="2"/>
                        <a:pt x="341" y="2"/>
                        <a:pt x="341" y="2"/>
                      </a:cubicBezTo>
                      <a:cubicBezTo>
                        <a:pt x="376" y="2"/>
                        <a:pt x="376" y="2"/>
                        <a:pt x="376" y="2"/>
                      </a:cubicBezTo>
                      <a:lnTo>
                        <a:pt x="376" y="37"/>
                      </a:lnTo>
                      <a:close/>
                      <a:moveTo>
                        <a:pt x="413" y="446"/>
                      </a:moveTo>
                      <a:cubicBezTo>
                        <a:pt x="378" y="446"/>
                        <a:pt x="378" y="446"/>
                        <a:pt x="378" y="446"/>
                      </a:cubicBezTo>
                      <a:cubicBezTo>
                        <a:pt x="378" y="408"/>
                        <a:pt x="378" y="408"/>
                        <a:pt x="378" y="408"/>
                      </a:cubicBezTo>
                      <a:cubicBezTo>
                        <a:pt x="413" y="408"/>
                        <a:pt x="413" y="408"/>
                        <a:pt x="413" y="408"/>
                      </a:cubicBezTo>
                      <a:lnTo>
                        <a:pt x="413" y="446"/>
                      </a:lnTo>
                      <a:close/>
                      <a:moveTo>
                        <a:pt x="413" y="406"/>
                      </a:moveTo>
                      <a:cubicBezTo>
                        <a:pt x="378" y="406"/>
                        <a:pt x="378" y="406"/>
                        <a:pt x="378" y="406"/>
                      </a:cubicBezTo>
                      <a:cubicBezTo>
                        <a:pt x="378" y="372"/>
                        <a:pt x="378" y="372"/>
                        <a:pt x="378" y="372"/>
                      </a:cubicBezTo>
                      <a:cubicBezTo>
                        <a:pt x="413" y="372"/>
                        <a:pt x="413" y="372"/>
                        <a:pt x="413" y="372"/>
                      </a:cubicBezTo>
                      <a:lnTo>
                        <a:pt x="413" y="406"/>
                      </a:lnTo>
                      <a:close/>
                      <a:moveTo>
                        <a:pt x="413" y="370"/>
                      </a:moveTo>
                      <a:cubicBezTo>
                        <a:pt x="378" y="370"/>
                        <a:pt x="378" y="370"/>
                        <a:pt x="378" y="370"/>
                      </a:cubicBezTo>
                      <a:cubicBezTo>
                        <a:pt x="378" y="335"/>
                        <a:pt x="378" y="335"/>
                        <a:pt x="378" y="335"/>
                      </a:cubicBezTo>
                      <a:cubicBezTo>
                        <a:pt x="413" y="335"/>
                        <a:pt x="413" y="335"/>
                        <a:pt x="413" y="335"/>
                      </a:cubicBezTo>
                      <a:lnTo>
                        <a:pt x="413" y="370"/>
                      </a:lnTo>
                      <a:close/>
                      <a:moveTo>
                        <a:pt x="413" y="333"/>
                      </a:moveTo>
                      <a:cubicBezTo>
                        <a:pt x="378" y="333"/>
                        <a:pt x="378" y="333"/>
                        <a:pt x="378" y="333"/>
                      </a:cubicBezTo>
                      <a:cubicBezTo>
                        <a:pt x="378" y="298"/>
                        <a:pt x="378" y="298"/>
                        <a:pt x="378" y="298"/>
                      </a:cubicBezTo>
                      <a:cubicBezTo>
                        <a:pt x="413" y="298"/>
                        <a:pt x="413" y="298"/>
                        <a:pt x="413" y="298"/>
                      </a:cubicBezTo>
                      <a:lnTo>
                        <a:pt x="413" y="333"/>
                      </a:lnTo>
                      <a:close/>
                      <a:moveTo>
                        <a:pt x="413" y="296"/>
                      </a:moveTo>
                      <a:cubicBezTo>
                        <a:pt x="378" y="296"/>
                        <a:pt x="378" y="296"/>
                        <a:pt x="378" y="296"/>
                      </a:cubicBezTo>
                      <a:cubicBezTo>
                        <a:pt x="378" y="261"/>
                        <a:pt x="378" y="261"/>
                        <a:pt x="378" y="261"/>
                      </a:cubicBezTo>
                      <a:cubicBezTo>
                        <a:pt x="413" y="261"/>
                        <a:pt x="413" y="261"/>
                        <a:pt x="413" y="261"/>
                      </a:cubicBezTo>
                      <a:lnTo>
                        <a:pt x="413" y="296"/>
                      </a:lnTo>
                      <a:close/>
                      <a:moveTo>
                        <a:pt x="413" y="259"/>
                      </a:moveTo>
                      <a:cubicBezTo>
                        <a:pt x="378" y="259"/>
                        <a:pt x="378" y="259"/>
                        <a:pt x="378" y="259"/>
                      </a:cubicBezTo>
                      <a:cubicBezTo>
                        <a:pt x="378" y="224"/>
                        <a:pt x="378" y="224"/>
                        <a:pt x="378" y="224"/>
                      </a:cubicBezTo>
                      <a:cubicBezTo>
                        <a:pt x="413" y="224"/>
                        <a:pt x="413" y="224"/>
                        <a:pt x="413" y="224"/>
                      </a:cubicBezTo>
                      <a:lnTo>
                        <a:pt x="413" y="259"/>
                      </a:lnTo>
                      <a:close/>
                      <a:moveTo>
                        <a:pt x="413" y="222"/>
                      </a:moveTo>
                      <a:cubicBezTo>
                        <a:pt x="378" y="222"/>
                        <a:pt x="378" y="222"/>
                        <a:pt x="378" y="222"/>
                      </a:cubicBezTo>
                      <a:cubicBezTo>
                        <a:pt x="378" y="187"/>
                        <a:pt x="378" y="187"/>
                        <a:pt x="378" y="187"/>
                      </a:cubicBezTo>
                      <a:cubicBezTo>
                        <a:pt x="413" y="187"/>
                        <a:pt x="413" y="187"/>
                        <a:pt x="413" y="187"/>
                      </a:cubicBezTo>
                      <a:lnTo>
                        <a:pt x="413" y="222"/>
                      </a:lnTo>
                      <a:close/>
                      <a:moveTo>
                        <a:pt x="413" y="185"/>
                      </a:moveTo>
                      <a:cubicBezTo>
                        <a:pt x="378" y="185"/>
                        <a:pt x="378" y="185"/>
                        <a:pt x="378" y="185"/>
                      </a:cubicBezTo>
                      <a:cubicBezTo>
                        <a:pt x="378" y="150"/>
                        <a:pt x="378" y="150"/>
                        <a:pt x="378" y="150"/>
                      </a:cubicBezTo>
                      <a:cubicBezTo>
                        <a:pt x="413" y="150"/>
                        <a:pt x="413" y="150"/>
                        <a:pt x="413" y="150"/>
                      </a:cubicBezTo>
                      <a:lnTo>
                        <a:pt x="413" y="185"/>
                      </a:lnTo>
                      <a:close/>
                      <a:moveTo>
                        <a:pt x="413" y="148"/>
                      </a:moveTo>
                      <a:cubicBezTo>
                        <a:pt x="378" y="148"/>
                        <a:pt x="378" y="148"/>
                        <a:pt x="378" y="148"/>
                      </a:cubicBezTo>
                      <a:cubicBezTo>
                        <a:pt x="378" y="113"/>
                        <a:pt x="378" y="113"/>
                        <a:pt x="378" y="113"/>
                      </a:cubicBezTo>
                      <a:cubicBezTo>
                        <a:pt x="413" y="113"/>
                        <a:pt x="413" y="113"/>
                        <a:pt x="413" y="113"/>
                      </a:cubicBezTo>
                      <a:lnTo>
                        <a:pt x="413" y="148"/>
                      </a:lnTo>
                      <a:close/>
                      <a:moveTo>
                        <a:pt x="413" y="111"/>
                      </a:moveTo>
                      <a:cubicBezTo>
                        <a:pt x="378" y="111"/>
                        <a:pt x="378" y="111"/>
                        <a:pt x="378" y="111"/>
                      </a:cubicBezTo>
                      <a:cubicBezTo>
                        <a:pt x="378" y="76"/>
                        <a:pt x="378" y="76"/>
                        <a:pt x="378" y="76"/>
                      </a:cubicBezTo>
                      <a:cubicBezTo>
                        <a:pt x="413" y="76"/>
                        <a:pt x="413" y="76"/>
                        <a:pt x="413" y="76"/>
                      </a:cubicBezTo>
                      <a:lnTo>
                        <a:pt x="413" y="111"/>
                      </a:lnTo>
                      <a:close/>
                      <a:moveTo>
                        <a:pt x="413" y="74"/>
                      </a:moveTo>
                      <a:cubicBezTo>
                        <a:pt x="378" y="74"/>
                        <a:pt x="378" y="74"/>
                        <a:pt x="378" y="74"/>
                      </a:cubicBezTo>
                      <a:cubicBezTo>
                        <a:pt x="378" y="39"/>
                        <a:pt x="378" y="39"/>
                        <a:pt x="378" y="39"/>
                      </a:cubicBezTo>
                      <a:cubicBezTo>
                        <a:pt x="413" y="39"/>
                        <a:pt x="413" y="39"/>
                        <a:pt x="413" y="39"/>
                      </a:cubicBezTo>
                      <a:lnTo>
                        <a:pt x="413" y="74"/>
                      </a:lnTo>
                      <a:close/>
                      <a:moveTo>
                        <a:pt x="413" y="37"/>
                      </a:moveTo>
                      <a:cubicBezTo>
                        <a:pt x="378" y="37"/>
                        <a:pt x="378" y="37"/>
                        <a:pt x="378" y="37"/>
                      </a:cubicBezTo>
                      <a:cubicBezTo>
                        <a:pt x="378" y="2"/>
                        <a:pt x="378" y="2"/>
                        <a:pt x="378" y="2"/>
                      </a:cubicBezTo>
                      <a:cubicBezTo>
                        <a:pt x="413" y="2"/>
                        <a:pt x="413" y="2"/>
                        <a:pt x="413" y="2"/>
                      </a:cubicBezTo>
                      <a:lnTo>
                        <a:pt x="413" y="37"/>
                      </a:lnTo>
                      <a:close/>
                      <a:moveTo>
                        <a:pt x="450" y="446"/>
                      </a:moveTo>
                      <a:cubicBezTo>
                        <a:pt x="415" y="446"/>
                        <a:pt x="415" y="446"/>
                        <a:pt x="415" y="446"/>
                      </a:cubicBezTo>
                      <a:cubicBezTo>
                        <a:pt x="415" y="408"/>
                        <a:pt x="415" y="408"/>
                        <a:pt x="415" y="408"/>
                      </a:cubicBezTo>
                      <a:cubicBezTo>
                        <a:pt x="450" y="408"/>
                        <a:pt x="450" y="408"/>
                        <a:pt x="450" y="408"/>
                      </a:cubicBezTo>
                      <a:lnTo>
                        <a:pt x="450" y="446"/>
                      </a:lnTo>
                      <a:close/>
                      <a:moveTo>
                        <a:pt x="450" y="406"/>
                      </a:moveTo>
                      <a:cubicBezTo>
                        <a:pt x="415" y="406"/>
                        <a:pt x="415" y="406"/>
                        <a:pt x="415" y="406"/>
                      </a:cubicBezTo>
                      <a:cubicBezTo>
                        <a:pt x="415" y="372"/>
                        <a:pt x="415" y="372"/>
                        <a:pt x="415" y="372"/>
                      </a:cubicBezTo>
                      <a:cubicBezTo>
                        <a:pt x="450" y="372"/>
                        <a:pt x="450" y="372"/>
                        <a:pt x="450" y="372"/>
                      </a:cubicBezTo>
                      <a:lnTo>
                        <a:pt x="450" y="406"/>
                      </a:lnTo>
                      <a:close/>
                      <a:moveTo>
                        <a:pt x="450" y="370"/>
                      </a:moveTo>
                      <a:cubicBezTo>
                        <a:pt x="415" y="370"/>
                        <a:pt x="415" y="370"/>
                        <a:pt x="415" y="370"/>
                      </a:cubicBezTo>
                      <a:cubicBezTo>
                        <a:pt x="415" y="335"/>
                        <a:pt x="415" y="335"/>
                        <a:pt x="415" y="335"/>
                      </a:cubicBezTo>
                      <a:cubicBezTo>
                        <a:pt x="450" y="335"/>
                        <a:pt x="450" y="335"/>
                        <a:pt x="450" y="335"/>
                      </a:cubicBezTo>
                      <a:lnTo>
                        <a:pt x="450" y="370"/>
                      </a:lnTo>
                      <a:close/>
                      <a:moveTo>
                        <a:pt x="450" y="333"/>
                      </a:moveTo>
                      <a:cubicBezTo>
                        <a:pt x="415" y="333"/>
                        <a:pt x="415" y="333"/>
                        <a:pt x="415" y="333"/>
                      </a:cubicBezTo>
                      <a:cubicBezTo>
                        <a:pt x="415" y="298"/>
                        <a:pt x="415" y="298"/>
                        <a:pt x="415" y="298"/>
                      </a:cubicBezTo>
                      <a:cubicBezTo>
                        <a:pt x="450" y="298"/>
                        <a:pt x="450" y="298"/>
                        <a:pt x="450" y="298"/>
                      </a:cubicBezTo>
                      <a:lnTo>
                        <a:pt x="450" y="333"/>
                      </a:lnTo>
                      <a:close/>
                      <a:moveTo>
                        <a:pt x="450" y="296"/>
                      </a:moveTo>
                      <a:cubicBezTo>
                        <a:pt x="415" y="296"/>
                        <a:pt x="415" y="296"/>
                        <a:pt x="415" y="296"/>
                      </a:cubicBezTo>
                      <a:cubicBezTo>
                        <a:pt x="415" y="261"/>
                        <a:pt x="415" y="261"/>
                        <a:pt x="415" y="261"/>
                      </a:cubicBezTo>
                      <a:cubicBezTo>
                        <a:pt x="450" y="261"/>
                        <a:pt x="450" y="261"/>
                        <a:pt x="450" y="261"/>
                      </a:cubicBezTo>
                      <a:lnTo>
                        <a:pt x="450" y="296"/>
                      </a:lnTo>
                      <a:close/>
                      <a:moveTo>
                        <a:pt x="450" y="259"/>
                      </a:moveTo>
                      <a:cubicBezTo>
                        <a:pt x="415" y="259"/>
                        <a:pt x="415" y="259"/>
                        <a:pt x="415" y="259"/>
                      </a:cubicBezTo>
                      <a:cubicBezTo>
                        <a:pt x="415" y="224"/>
                        <a:pt x="415" y="224"/>
                        <a:pt x="415" y="224"/>
                      </a:cubicBezTo>
                      <a:cubicBezTo>
                        <a:pt x="450" y="224"/>
                        <a:pt x="450" y="224"/>
                        <a:pt x="450" y="224"/>
                      </a:cubicBezTo>
                      <a:lnTo>
                        <a:pt x="450" y="259"/>
                      </a:lnTo>
                      <a:close/>
                      <a:moveTo>
                        <a:pt x="450" y="222"/>
                      </a:moveTo>
                      <a:cubicBezTo>
                        <a:pt x="415" y="222"/>
                        <a:pt x="415" y="222"/>
                        <a:pt x="415" y="222"/>
                      </a:cubicBezTo>
                      <a:cubicBezTo>
                        <a:pt x="415" y="187"/>
                        <a:pt x="415" y="187"/>
                        <a:pt x="415" y="187"/>
                      </a:cubicBezTo>
                      <a:cubicBezTo>
                        <a:pt x="450" y="187"/>
                        <a:pt x="450" y="187"/>
                        <a:pt x="450" y="187"/>
                      </a:cubicBezTo>
                      <a:lnTo>
                        <a:pt x="450" y="222"/>
                      </a:lnTo>
                      <a:close/>
                      <a:moveTo>
                        <a:pt x="450" y="185"/>
                      </a:moveTo>
                      <a:cubicBezTo>
                        <a:pt x="415" y="185"/>
                        <a:pt x="415" y="185"/>
                        <a:pt x="415" y="185"/>
                      </a:cubicBezTo>
                      <a:cubicBezTo>
                        <a:pt x="415" y="150"/>
                        <a:pt x="415" y="150"/>
                        <a:pt x="415" y="150"/>
                      </a:cubicBezTo>
                      <a:cubicBezTo>
                        <a:pt x="450" y="150"/>
                        <a:pt x="450" y="150"/>
                        <a:pt x="450" y="150"/>
                      </a:cubicBezTo>
                      <a:lnTo>
                        <a:pt x="450" y="185"/>
                      </a:lnTo>
                      <a:close/>
                      <a:moveTo>
                        <a:pt x="450" y="148"/>
                      </a:moveTo>
                      <a:cubicBezTo>
                        <a:pt x="415" y="148"/>
                        <a:pt x="415" y="148"/>
                        <a:pt x="415" y="148"/>
                      </a:cubicBezTo>
                      <a:cubicBezTo>
                        <a:pt x="415" y="113"/>
                        <a:pt x="415" y="113"/>
                        <a:pt x="415" y="113"/>
                      </a:cubicBezTo>
                      <a:cubicBezTo>
                        <a:pt x="450" y="113"/>
                        <a:pt x="450" y="113"/>
                        <a:pt x="450" y="113"/>
                      </a:cubicBezTo>
                      <a:lnTo>
                        <a:pt x="450" y="148"/>
                      </a:lnTo>
                      <a:close/>
                      <a:moveTo>
                        <a:pt x="450" y="111"/>
                      </a:moveTo>
                      <a:cubicBezTo>
                        <a:pt x="415" y="111"/>
                        <a:pt x="415" y="111"/>
                        <a:pt x="415" y="111"/>
                      </a:cubicBezTo>
                      <a:cubicBezTo>
                        <a:pt x="415" y="76"/>
                        <a:pt x="415" y="76"/>
                        <a:pt x="415" y="76"/>
                      </a:cubicBezTo>
                      <a:cubicBezTo>
                        <a:pt x="450" y="76"/>
                        <a:pt x="450" y="76"/>
                        <a:pt x="450" y="76"/>
                      </a:cubicBezTo>
                      <a:lnTo>
                        <a:pt x="450" y="111"/>
                      </a:lnTo>
                      <a:close/>
                      <a:moveTo>
                        <a:pt x="450" y="74"/>
                      </a:moveTo>
                      <a:cubicBezTo>
                        <a:pt x="415" y="74"/>
                        <a:pt x="415" y="74"/>
                        <a:pt x="415" y="74"/>
                      </a:cubicBezTo>
                      <a:cubicBezTo>
                        <a:pt x="415" y="39"/>
                        <a:pt x="415" y="39"/>
                        <a:pt x="415" y="39"/>
                      </a:cubicBezTo>
                      <a:cubicBezTo>
                        <a:pt x="450" y="39"/>
                        <a:pt x="450" y="39"/>
                        <a:pt x="450" y="39"/>
                      </a:cubicBezTo>
                      <a:lnTo>
                        <a:pt x="450" y="74"/>
                      </a:lnTo>
                      <a:close/>
                      <a:moveTo>
                        <a:pt x="450" y="37"/>
                      </a:moveTo>
                      <a:cubicBezTo>
                        <a:pt x="415" y="37"/>
                        <a:pt x="415" y="37"/>
                        <a:pt x="415" y="37"/>
                      </a:cubicBezTo>
                      <a:cubicBezTo>
                        <a:pt x="415" y="2"/>
                        <a:pt x="415" y="2"/>
                        <a:pt x="415" y="2"/>
                      </a:cubicBezTo>
                      <a:cubicBezTo>
                        <a:pt x="450" y="2"/>
                        <a:pt x="450" y="2"/>
                        <a:pt x="450" y="2"/>
                      </a:cubicBezTo>
                      <a:lnTo>
                        <a:pt x="450" y="37"/>
                      </a:lnTo>
                      <a:close/>
                      <a:moveTo>
                        <a:pt x="487" y="446"/>
                      </a:moveTo>
                      <a:cubicBezTo>
                        <a:pt x="452" y="446"/>
                        <a:pt x="452" y="446"/>
                        <a:pt x="452" y="446"/>
                      </a:cubicBezTo>
                      <a:cubicBezTo>
                        <a:pt x="452" y="408"/>
                        <a:pt x="452" y="408"/>
                        <a:pt x="452" y="408"/>
                      </a:cubicBezTo>
                      <a:cubicBezTo>
                        <a:pt x="487" y="408"/>
                        <a:pt x="487" y="408"/>
                        <a:pt x="487" y="408"/>
                      </a:cubicBezTo>
                      <a:lnTo>
                        <a:pt x="487" y="446"/>
                      </a:lnTo>
                      <a:close/>
                      <a:moveTo>
                        <a:pt x="487" y="406"/>
                      </a:moveTo>
                      <a:cubicBezTo>
                        <a:pt x="452" y="406"/>
                        <a:pt x="452" y="406"/>
                        <a:pt x="452" y="406"/>
                      </a:cubicBezTo>
                      <a:cubicBezTo>
                        <a:pt x="452" y="372"/>
                        <a:pt x="452" y="372"/>
                        <a:pt x="452" y="372"/>
                      </a:cubicBezTo>
                      <a:cubicBezTo>
                        <a:pt x="487" y="372"/>
                        <a:pt x="487" y="372"/>
                        <a:pt x="487" y="372"/>
                      </a:cubicBezTo>
                      <a:lnTo>
                        <a:pt x="487" y="406"/>
                      </a:lnTo>
                      <a:close/>
                      <a:moveTo>
                        <a:pt x="487" y="370"/>
                      </a:moveTo>
                      <a:cubicBezTo>
                        <a:pt x="452" y="370"/>
                        <a:pt x="452" y="370"/>
                        <a:pt x="452" y="370"/>
                      </a:cubicBezTo>
                      <a:cubicBezTo>
                        <a:pt x="452" y="335"/>
                        <a:pt x="452" y="335"/>
                        <a:pt x="452" y="335"/>
                      </a:cubicBezTo>
                      <a:cubicBezTo>
                        <a:pt x="487" y="335"/>
                        <a:pt x="487" y="335"/>
                        <a:pt x="487" y="335"/>
                      </a:cubicBezTo>
                      <a:lnTo>
                        <a:pt x="487" y="370"/>
                      </a:lnTo>
                      <a:close/>
                      <a:moveTo>
                        <a:pt x="487" y="333"/>
                      </a:moveTo>
                      <a:cubicBezTo>
                        <a:pt x="452" y="333"/>
                        <a:pt x="452" y="333"/>
                        <a:pt x="452" y="333"/>
                      </a:cubicBezTo>
                      <a:cubicBezTo>
                        <a:pt x="452" y="298"/>
                        <a:pt x="452" y="298"/>
                        <a:pt x="452" y="298"/>
                      </a:cubicBezTo>
                      <a:cubicBezTo>
                        <a:pt x="487" y="298"/>
                        <a:pt x="487" y="298"/>
                        <a:pt x="487" y="298"/>
                      </a:cubicBezTo>
                      <a:lnTo>
                        <a:pt x="487" y="333"/>
                      </a:lnTo>
                      <a:close/>
                      <a:moveTo>
                        <a:pt x="487" y="296"/>
                      </a:moveTo>
                      <a:cubicBezTo>
                        <a:pt x="452" y="296"/>
                        <a:pt x="452" y="296"/>
                        <a:pt x="452" y="296"/>
                      </a:cubicBezTo>
                      <a:cubicBezTo>
                        <a:pt x="452" y="261"/>
                        <a:pt x="452" y="261"/>
                        <a:pt x="452" y="261"/>
                      </a:cubicBezTo>
                      <a:cubicBezTo>
                        <a:pt x="487" y="261"/>
                        <a:pt x="487" y="261"/>
                        <a:pt x="487" y="261"/>
                      </a:cubicBezTo>
                      <a:lnTo>
                        <a:pt x="487" y="296"/>
                      </a:lnTo>
                      <a:close/>
                      <a:moveTo>
                        <a:pt x="487" y="259"/>
                      </a:moveTo>
                      <a:cubicBezTo>
                        <a:pt x="452" y="259"/>
                        <a:pt x="452" y="259"/>
                        <a:pt x="452" y="259"/>
                      </a:cubicBezTo>
                      <a:cubicBezTo>
                        <a:pt x="452" y="224"/>
                        <a:pt x="452" y="224"/>
                        <a:pt x="452" y="224"/>
                      </a:cubicBezTo>
                      <a:cubicBezTo>
                        <a:pt x="487" y="224"/>
                        <a:pt x="487" y="224"/>
                        <a:pt x="487" y="224"/>
                      </a:cubicBezTo>
                      <a:lnTo>
                        <a:pt x="487" y="259"/>
                      </a:lnTo>
                      <a:close/>
                      <a:moveTo>
                        <a:pt x="487" y="222"/>
                      </a:moveTo>
                      <a:cubicBezTo>
                        <a:pt x="452" y="222"/>
                        <a:pt x="452" y="222"/>
                        <a:pt x="452" y="222"/>
                      </a:cubicBezTo>
                      <a:cubicBezTo>
                        <a:pt x="452" y="187"/>
                        <a:pt x="452" y="187"/>
                        <a:pt x="452" y="187"/>
                      </a:cubicBezTo>
                      <a:cubicBezTo>
                        <a:pt x="487" y="187"/>
                        <a:pt x="487" y="187"/>
                        <a:pt x="487" y="187"/>
                      </a:cubicBezTo>
                      <a:lnTo>
                        <a:pt x="487" y="222"/>
                      </a:lnTo>
                      <a:close/>
                      <a:moveTo>
                        <a:pt x="487" y="185"/>
                      </a:moveTo>
                      <a:cubicBezTo>
                        <a:pt x="452" y="185"/>
                        <a:pt x="452" y="185"/>
                        <a:pt x="452" y="185"/>
                      </a:cubicBezTo>
                      <a:cubicBezTo>
                        <a:pt x="452" y="150"/>
                        <a:pt x="452" y="150"/>
                        <a:pt x="452" y="150"/>
                      </a:cubicBezTo>
                      <a:cubicBezTo>
                        <a:pt x="487" y="150"/>
                        <a:pt x="487" y="150"/>
                        <a:pt x="487" y="150"/>
                      </a:cubicBezTo>
                      <a:lnTo>
                        <a:pt x="487" y="185"/>
                      </a:lnTo>
                      <a:close/>
                      <a:moveTo>
                        <a:pt x="487" y="148"/>
                      </a:moveTo>
                      <a:cubicBezTo>
                        <a:pt x="452" y="148"/>
                        <a:pt x="452" y="148"/>
                        <a:pt x="452" y="148"/>
                      </a:cubicBezTo>
                      <a:cubicBezTo>
                        <a:pt x="452" y="113"/>
                        <a:pt x="452" y="113"/>
                        <a:pt x="452" y="113"/>
                      </a:cubicBezTo>
                      <a:cubicBezTo>
                        <a:pt x="487" y="113"/>
                        <a:pt x="487" y="113"/>
                        <a:pt x="487" y="113"/>
                      </a:cubicBezTo>
                      <a:lnTo>
                        <a:pt x="487" y="148"/>
                      </a:lnTo>
                      <a:close/>
                      <a:moveTo>
                        <a:pt x="487" y="111"/>
                      </a:moveTo>
                      <a:cubicBezTo>
                        <a:pt x="452" y="111"/>
                        <a:pt x="452" y="111"/>
                        <a:pt x="452" y="111"/>
                      </a:cubicBezTo>
                      <a:cubicBezTo>
                        <a:pt x="452" y="76"/>
                        <a:pt x="452" y="76"/>
                        <a:pt x="452" y="76"/>
                      </a:cubicBezTo>
                      <a:cubicBezTo>
                        <a:pt x="487" y="76"/>
                        <a:pt x="487" y="76"/>
                        <a:pt x="487" y="76"/>
                      </a:cubicBezTo>
                      <a:lnTo>
                        <a:pt x="487" y="111"/>
                      </a:lnTo>
                      <a:close/>
                      <a:moveTo>
                        <a:pt x="487" y="74"/>
                      </a:moveTo>
                      <a:cubicBezTo>
                        <a:pt x="452" y="74"/>
                        <a:pt x="452" y="74"/>
                        <a:pt x="452" y="74"/>
                      </a:cubicBezTo>
                      <a:cubicBezTo>
                        <a:pt x="452" y="39"/>
                        <a:pt x="452" y="39"/>
                        <a:pt x="452" y="39"/>
                      </a:cubicBezTo>
                      <a:cubicBezTo>
                        <a:pt x="487" y="39"/>
                        <a:pt x="487" y="39"/>
                        <a:pt x="487" y="39"/>
                      </a:cubicBezTo>
                      <a:lnTo>
                        <a:pt x="487" y="74"/>
                      </a:lnTo>
                      <a:close/>
                      <a:moveTo>
                        <a:pt x="487" y="37"/>
                      </a:moveTo>
                      <a:cubicBezTo>
                        <a:pt x="452" y="37"/>
                        <a:pt x="452" y="37"/>
                        <a:pt x="452" y="37"/>
                      </a:cubicBezTo>
                      <a:cubicBezTo>
                        <a:pt x="452" y="2"/>
                        <a:pt x="452" y="2"/>
                        <a:pt x="452" y="2"/>
                      </a:cubicBezTo>
                      <a:cubicBezTo>
                        <a:pt x="487" y="2"/>
                        <a:pt x="487" y="2"/>
                        <a:pt x="487" y="2"/>
                      </a:cubicBezTo>
                      <a:lnTo>
                        <a:pt x="487" y="37"/>
                      </a:lnTo>
                      <a:close/>
                      <a:moveTo>
                        <a:pt x="524" y="446"/>
                      </a:moveTo>
                      <a:cubicBezTo>
                        <a:pt x="489" y="446"/>
                        <a:pt x="489" y="446"/>
                        <a:pt x="489" y="446"/>
                      </a:cubicBezTo>
                      <a:cubicBezTo>
                        <a:pt x="489" y="408"/>
                        <a:pt x="489" y="408"/>
                        <a:pt x="489" y="408"/>
                      </a:cubicBezTo>
                      <a:cubicBezTo>
                        <a:pt x="524" y="408"/>
                        <a:pt x="524" y="408"/>
                        <a:pt x="524" y="408"/>
                      </a:cubicBezTo>
                      <a:lnTo>
                        <a:pt x="524" y="446"/>
                      </a:lnTo>
                      <a:close/>
                      <a:moveTo>
                        <a:pt x="524" y="406"/>
                      </a:moveTo>
                      <a:cubicBezTo>
                        <a:pt x="489" y="406"/>
                        <a:pt x="489" y="406"/>
                        <a:pt x="489" y="406"/>
                      </a:cubicBezTo>
                      <a:cubicBezTo>
                        <a:pt x="489" y="372"/>
                        <a:pt x="489" y="372"/>
                        <a:pt x="489" y="372"/>
                      </a:cubicBezTo>
                      <a:cubicBezTo>
                        <a:pt x="524" y="372"/>
                        <a:pt x="524" y="372"/>
                        <a:pt x="524" y="372"/>
                      </a:cubicBezTo>
                      <a:lnTo>
                        <a:pt x="524" y="406"/>
                      </a:lnTo>
                      <a:close/>
                      <a:moveTo>
                        <a:pt x="524" y="370"/>
                      </a:moveTo>
                      <a:cubicBezTo>
                        <a:pt x="489" y="370"/>
                        <a:pt x="489" y="370"/>
                        <a:pt x="489" y="370"/>
                      </a:cubicBezTo>
                      <a:cubicBezTo>
                        <a:pt x="489" y="335"/>
                        <a:pt x="489" y="335"/>
                        <a:pt x="489" y="335"/>
                      </a:cubicBezTo>
                      <a:cubicBezTo>
                        <a:pt x="524" y="335"/>
                        <a:pt x="524" y="335"/>
                        <a:pt x="524" y="335"/>
                      </a:cubicBezTo>
                      <a:lnTo>
                        <a:pt x="524" y="370"/>
                      </a:lnTo>
                      <a:close/>
                      <a:moveTo>
                        <a:pt x="524" y="333"/>
                      </a:moveTo>
                      <a:cubicBezTo>
                        <a:pt x="489" y="333"/>
                        <a:pt x="489" y="333"/>
                        <a:pt x="489" y="333"/>
                      </a:cubicBezTo>
                      <a:cubicBezTo>
                        <a:pt x="489" y="298"/>
                        <a:pt x="489" y="298"/>
                        <a:pt x="489" y="298"/>
                      </a:cubicBezTo>
                      <a:cubicBezTo>
                        <a:pt x="524" y="298"/>
                        <a:pt x="524" y="298"/>
                        <a:pt x="524" y="298"/>
                      </a:cubicBezTo>
                      <a:lnTo>
                        <a:pt x="524" y="333"/>
                      </a:lnTo>
                      <a:close/>
                      <a:moveTo>
                        <a:pt x="524" y="296"/>
                      </a:moveTo>
                      <a:cubicBezTo>
                        <a:pt x="489" y="296"/>
                        <a:pt x="489" y="296"/>
                        <a:pt x="489" y="296"/>
                      </a:cubicBezTo>
                      <a:cubicBezTo>
                        <a:pt x="489" y="261"/>
                        <a:pt x="489" y="261"/>
                        <a:pt x="489" y="261"/>
                      </a:cubicBezTo>
                      <a:cubicBezTo>
                        <a:pt x="524" y="261"/>
                        <a:pt x="524" y="261"/>
                        <a:pt x="524" y="261"/>
                      </a:cubicBezTo>
                      <a:lnTo>
                        <a:pt x="524" y="296"/>
                      </a:lnTo>
                      <a:close/>
                      <a:moveTo>
                        <a:pt x="524" y="259"/>
                      </a:moveTo>
                      <a:cubicBezTo>
                        <a:pt x="489" y="259"/>
                        <a:pt x="489" y="259"/>
                        <a:pt x="489" y="259"/>
                      </a:cubicBezTo>
                      <a:cubicBezTo>
                        <a:pt x="489" y="224"/>
                        <a:pt x="489" y="224"/>
                        <a:pt x="489" y="224"/>
                      </a:cubicBezTo>
                      <a:cubicBezTo>
                        <a:pt x="524" y="224"/>
                        <a:pt x="524" y="224"/>
                        <a:pt x="524" y="224"/>
                      </a:cubicBezTo>
                      <a:lnTo>
                        <a:pt x="524" y="259"/>
                      </a:lnTo>
                      <a:close/>
                      <a:moveTo>
                        <a:pt x="524" y="222"/>
                      </a:moveTo>
                      <a:cubicBezTo>
                        <a:pt x="489" y="222"/>
                        <a:pt x="489" y="222"/>
                        <a:pt x="489" y="222"/>
                      </a:cubicBezTo>
                      <a:cubicBezTo>
                        <a:pt x="489" y="187"/>
                        <a:pt x="489" y="187"/>
                        <a:pt x="489" y="187"/>
                      </a:cubicBezTo>
                      <a:cubicBezTo>
                        <a:pt x="524" y="187"/>
                        <a:pt x="524" y="187"/>
                        <a:pt x="524" y="187"/>
                      </a:cubicBezTo>
                      <a:lnTo>
                        <a:pt x="524" y="222"/>
                      </a:lnTo>
                      <a:close/>
                      <a:moveTo>
                        <a:pt x="524" y="185"/>
                      </a:moveTo>
                      <a:cubicBezTo>
                        <a:pt x="489" y="185"/>
                        <a:pt x="489" y="185"/>
                        <a:pt x="489" y="185"/>
                      </a:cubicBezTo>
                      <a:cubicBezTo>
                        <a:pt x="489" y="150"/>
                        <a:pt x="489" y="150"/>
                        <a:pt x="489" y="150"/>
                      </a:cubicBezTo>
                      <a:cubicBezTo>
                        <a:pt x="524" y="150"/>
                        <a:pt x="524" y="150"/>
                        <a:pt x="524" y="150"/>
                      </a:cubicBezTo>
                      <a:lnTo>
                        <a:pt x="524" y="185"/>
                      </a:lnTo>
                      <a:close/>
                      <a:moveTo>
                        <a:pt x="524" y="148"/>
                      </a:moveTo>
                      <a:cubicBezTo>
                        <a:pt x="489" y="148"/>
                        <a:pt x="489" y="148"/>
                        <a:pt x="489" y="148"/>
                      </a:cubicBezTo>
                      <a:cubicBezTo>
                        <a:pt x="489" y="113"/>
                        <a:pt x="489" y="113"/>
                        <a:pt x="489" y="113"/>
                      </a:cubicBezTo>
                      <a:cubicBezTo>
                        <a:pt x="524" y="113"/>
                        <a:pt x="524" y="113"/>
                        <a:pt x="524" y="113"/>
                      </a:cubicBezTo>
                      <a:lnTo>
                        <a:pt x="524" y="148"/>
                      </a:lnTo>
                      <a:close/>
                      <a:moveTo>
                        <a:pt x="524" y="111"/>
                      </a:moveTo>
                      <a:cubicBezTo>
                        <a:pt x="489" y="111"/>
                        <a:pt x="489" y="111"/>
                        <a:pt x="489" y="111"/>
                      </a:cubicBezTo>
                      <a:cubicBezTo>
                        <a:pt x="489" y="76"/>
                        <a:pt x="489" y="76"/>
                        <a:pt x="489" y="76"/>
                      </a:cubicBezTo>
                      <a:cubicBezTo>
                        <a:pt x="524" y="76"/>
                        <a:pt x="524" y="76"/>
                        <a:pt x="524" y="76"/>
                      </a:cubicBezTo>
                      <a:lnTo>
                        <a:pt x="524" y="111"/>
                      </a:lnTo>
                      <a:close/>
                      <a:moveTo>
                        <a:pt x="524" y="74"/>
                      </a:moveTo>
                      <a:cubicBezTo>
                        <a:pt x="489" y="74"/>
                        <a:pt x="489" y="74"/>
                        <a:pt x="489" y="74"/>
                      </a:cubicBezTo>
                      <a:cubicBezTo>
                        <a:pt x="489" y="39"/>
                        <a:pt x="489" y="39"/>
                        <a:pt x="489" y="39"/>
                      </a:cubicBezTo>
                      <a:cubicBezTo>
                        <a:pt x="524" y="39"/>
                        <a:pt x="524" y="39"/>
                        <a:pt x="524" y="39"/>
                      </a:cubicBezTo>
                      <a:lnTo>
                        <a:pt x="524" y="74"/>
                      </a:lnTo>
                      <a:close/>
                      <a:moveTo>
                        <a:pt x="524" y="37"/>
                      </a:moveTo>
                      <a:cubicBezTo>
                        <a:pt x="489" y="37"/>
                        <a:pt x="489" y="37"/>
                        <a:pt x="489" y="37"/>
                      </a:cubicBezTo>
                      <a:cubicBezTo>
                        <a:pt x="489" y="2"/>
                        <a:pt x="489" y="2"/>
                        <a:pt x="489" y="2"/>
                      </a:cubicBezTo>
                      <a:cubicBezTo>
                        <a:pt x="524" y="2"/>
                        <a:pt x="524" y="2"/>
                        <a:pt x="524" y="2"/>
                      </a:cubicBezTo>
                      <a:lnTo>
                        <a:pt x="524" y="37"/>
                      </a:lnTo>
                      <a:close/>
                      <a:moveTo>
                        <a:pt x="563" y="446"/>
                      </a:moveTo>
                      <a:cubicBezTo>
                        <a:pt x="526" y="446"/>
                        <a:pt x="526" y="446"/>
                        <a:pt x="526" y="446"/>
                      </a:cubicBezTo>
                      <a:cubicBezTo>
                        <a:pt x="526" y="408"/>
                        <a:pt x="526" y="408"/>
                        <a:pt x="526" y="408"/>
                      </a:cubicBezTo>
                      <a:cubicBezTo>
                        <a:pt x="563" y="408"/>
                        <a:pt x="563" y="408"/>
                        <a:pt x="563" y="408"/>
                      </a:cubicBezTo>
                      <a:lnTo>
                        <a:pt x="563" y="446"/>
                      </a:lnTo>
                      <a:close/>
                      <a:moveTo>
                        <a:pt x="563" y="406"/>
                      </a:moveTo>
                      <a:cubicBezTo>
                        <a:pt x="526" y="406"/>
                        <a:pt x="526" y="406"/>
                        <a:pt x="526" y="406"/>
                      </a:cubicBezTo>
                      <a:cubicBezTo>
                        <a:pt x="526" y="372"/>
                        <a:pt x="526" y="372"/>
                        <a:pt x="526" y="372"/>
                      </a:cubicBezTo>
                      <a:cubicBezTo>
                        <a:pt x="563" y="372"/>
                        <a:pt x="563" y="372"/>
                        <a:pt x="563" y="372"/>
                      </a:cubicBezTo>
                      <a:lnTo>
                        <a:pt x="563" y="406"/>
                      </a:lnTo>
                      <a:close/>
                      <a:moveTo>
                        <a:pt x="563" y="370"/>
                      </a:moveTo>
                      <a:cubicBezTo>
                        <a:pt x="526" y="370"/>
                        <a:pt x="526" y="370"/>
                        <a:pt x="526" y="370"/>
                      </a:cubicBezTo>
                      <a:cubicBezTo>
                        <a:pt x="526" y="335"/>
                        <a:pt x="526" y="335"/>
                        <a:pt x="526" y="335"/>
                      </a:cubicBezTo>
                      <a:cubicBezTo>
                        <a:pt x="563" y="335"/>
                        <a:pt x="563" y="335"/>
                        <a:pt x="563" y="335"/>
                      </a:cubicBezTo>
                      <a:lnTo>
                        <a:pt x="563" y="370"/>
                      </a:lnTo>
                      <a:close/>
                      <a:moveTo>
                        <a:pt x="563" y="333"/>
                      </a:moveTo>
                      <a:cubicBezTo>
                        <a:pt x="526" y="333"/>
                        <a:pt x="526" y="333"/>
                        <a:pt x="526" y="333"/>
                      </a:cubicBezTo>
                      <a:cubicBezTo>
                        <a:pt x="526" y="298"/>
                        <a:pt x="526" y="298"/>
                        <a:pt x="526" y="298"/>
                      </a:cubicBezTo>
                      <a:cubicBezTo>
                        <a:pt x="563" y="298"/>
                        <a:pt x="563" y="298"/>
                        <a:pt x="563" y="298"/>
                      </a:cubicBezTo>
                      <a:lnTo>
                        <a:pt x="563" y="333"/>
                      </a:lnTo>
                      <a:close/>
                      <a:moveTo>
                        <a:pt x="563" y="296"/>
                      </a:moveTo>
                      <a:cubicBezTo>
                        <a:pt x="526" y="296"/>
                        <a:pt x="526" y="296"/>
                        <a:pt x="526" y="296"/>
                      </a:cubicBezTo>
                      <a:cubicBezTo>
                        <a:pt x="526" y="261"/>
                        <a:pt x="526" y="261"/>
                        <a:pt x="526" y="261"/>
                      </a:cubicBezTo>
                      <a:cubicBezTo>
                        <a:pt x="563" y="261"/>
                        <a:pt x="563" y="261"/>
                        <a:pt x="563" y="261"/>
                      </a:cubicBezTo>
                      <a:lnTo>
                        <a:pt x="563" y="296"/>
                      </a:lnTo>
                      <a:close/>
                      <a:moveTo>
                        <a:pt x="563" y="259"/>
                      </a:moveTo>
                      <a:cubicBezTo>
                        <a:pt x="526" y="259"/>
                        <a:pt x="526" y="259"/>
                        <a:pt x="526" y="259"/>
                      </a:cubicBezTo>
                      <a:cubicBezTo>
                        <a:pt x="526" y="224"/>
                        <a:pt x="526" y="224"/>
                        <a:pt x="526" y="224"/>
                      </a:cubicBezTo>
                      <a:cubicBezTo>
                        <a:pt x="563" y="224"/>
                        <a:pt x="563" y="224"/>
                        <a:pt x="563" y="224"/>
                      </a:cubicBezTo>
                      <a:lnTo>
                        <a:pt x="563" y="259"/>
                      </a:lnTo>
                      <a:close/>
                      <a:moveTo>
                        <a:pt x="563" y="222"/>
                      </a:moveTo>
                      <a:cubicBezTo>
                        <a:pt x="526" y="222"/>
                        <a:pt x="526" y="222"/>
                        <a:pt x="526" y="222"/>
                      </a:cubicBezTo>
                      <a:cubicBezTo>
                        <a:pt x="526" y="187"/>
                        <a:pt x="526" y="187"/>
                        <a:pt x="526" y="187"/>
                      </a:cubicBezTo>
                      <a:cubicBezTo>
                        <a:pt x="563" y="187"/>
                        <a:pt x="563" y="187"/>
                        <a:pt x="563" y="187"/>
                      </a:cubicBezTo>
                      <a:lnTo>
                        <a:pt x="563" y="222"/>
                      </a:lnTo>
                      <a:close/>
                      <a:moveTo>
                        <a:pt x="563" y="185"/>
                      </a:moveTo>
                      <a:cubicBezTo>
                        <a:pt x="526" y="185"/>
                        <a:pt x="526" y="185"/>
                        <a:pt x="526" y="185"/>
                      </a:cubicBezTo>
                      <a:cubicBezTo>
                        <a:pt x="526" y="150"/>
                        <a:pt x="526" y="150"/>
                        <a:pt x="526" y="150"/>
                      </a:cubicBezTo>
                      <a:cubicBezTo>
                        <a:pt x="563" y="150"/>
                        <a:pt x="563" y="150"/>
                        <a:pt x="563" y="150"/>
                      </a:cubicBezTo>
                      <a:lnTo>
                        <a:pt x="563" y="185"/>
                      </a:lnTo>
                      <a:close/>
                      <a:moveTo>
                        <a:pt x="563" y="148"/>
                      </a:moveTo>
                      <a:cubicBezTo>
                        <a:pt x="526" y="148"/>
                        <a:pt x="526" y="148"/>
                        <a:pt x="526" y="148"/>
                      </a:cubicBezTo>
                      <a:cubicBezTo>
                        <a:pt x="526" y="113"/>
                        <a:pt x="526" y="113"/>
                        <a:pt x="526" y="113"/>
                      </a:cubicBezTo>
                      <a:cubicBezTo>
                        <a:pt x="563" y="113"/>
                        <a:pt x="563" y="113"/>
                        <a:pt x="563" y="113"/>
                      </a:cubicBezTo>
                      <a:lnTo>
                        <a:pt x="563" y="148"/>
                      </a:lnTo>
                      <a:close/>
                      <a:moveTo>
                        <a:pt x="563" y="111"/>
                      </a:moveTo>
                      <a:cubicBezTo>
                        <a:pt x="526" y="111"/>
                        <a:pt x="526" y="111"/>
                        <a:pt x="526" y="111"/>
                      </a:cubicBezTo>
                      <a:cubicBezTo>
                        <a:pt x="526" y="76"/>
                        <a:pt x="526" y="76"/>
                        <a:pt x="526" y="76"/>
                      </a:cubicBezTo>
                      <a:cubicBezTo>
                        <a:pt x="563" y="76"/>
                        <a:pt x="563" y="76"/>
                        <a:pt x="563" y="76"/>
                      </a:cubicBezTo>
                      <a:lnTo>
                        <a:pt x="563" y="111"/>
                      </a:lnTo>
                      <a:close/>
                      <a:moveTo>
                        <a:pt x="563" y="74"/>
                      </a:moveTo>
                      <a:cubicBezTo>
                        <a:pt x="526" y="74"/>
                        <a:pt x="526" y="74"/>
                        <a:pt x="526" y="74"/>
                      </a:cubicBezTo>
                      <a:cubicBezTo>
                        <a:pt x="526" y="39"/>
                        <a:pt x="526" y="39"/>
                        <a:pt x="526" y="39"/>
                      </a:cubicBezTo>
                      <a:cubicBezTo>
                        <a:pt x="563" y="39"/>
                        <a:pt x="563" y="39"/>
                        <a:pt x="563" y="39"/>
                      </a:cubicBezTo>
                      <a:lnTo>
                        <a:pt x="563" y="74"/>
                      </a:lnTo>
                      <a:close/>
                      <a:moveTo>
                        <a:pt x="563" y="37"/>
                      </a:moveTo>
                      <a:cubicBezTo>
                        <a:pt x="526" y="37"/>
                        <a:pt x="526" y="37"/>
                        <a:pt x="526" y="37"/>
                      </a:cubicBezTo>
                      <a:cubicBezTo>
                        <a:pt x="526" y="2"/>
                        <a:pt x="526" y="2"/>
                        <a:pt x="526" y="2"/>
                      </a:cubicBezTo>
                      <a:cubicBezTo>
                        <a:pt x="563" y="2"/>
                        <a:pt x="563" y="2"/>
                        <a:pt x="563" y="2"/>
                      </a:cubicBezTo>
                      <a:lnTo>
                        <a:pt x="563" y="37"/>
                      </a:lnTo>
                      <a:close/>
                      <a:moveTo>
                        <a:pt x="599" y="446"/>
                      </a:moveTo>
                      <a:cubicBezTo>
                        <a:pt x="565" y="446"/>
                        <a:pt x="565" y="446"/>
                        <a:pt x="565" y="446"/>
                      </a:cubicBezTo>
                      <a:cubicBezTo>
                        <a:pt x="565" y="408"/>
                        <a:pt x="565" y="408"/>
                        <a:pt x="565" y="408"/>
                      </a:cubicBezTo>
                      <a:cubicBezTo>
                        <a:pt x="599" y="408"/>
                        <a:pt x="599" y="408"/>
                        <a:pt x="599" y="408"/>
                      </a:cubicBezTo>
                      <a:lnTo>
                        <a:pt x="599" y="446"/>
                      </a:lnTo>
                      <a:close/>
                      <a:moveTo>
                        <a:pt x="599" y="406"/>
                      </a:moveTo>
                      <a:cubicBezTo>
                        <a:pt x="565" y="406"/>
                        <a:pt x="565" y="406"/>
                        <a:pt x="565" y="406"/>
                      </a:cubicBezTo>
                      <a:cubicBezTo>
                        <a:pt x="565" y="372"/>
                        <a:pt x="565" y="372"/>
                        <a:pt x="565" y="372"/>
                      </a:cubicBezTo>
                      <a:cubicBezTo>
                        <a:pt x="599" y="372"/>
                        <a:pt x="599" y="372"/>
                        <a:pt x="599" y="372"/>
                      </a:cubicBezTo>
                      <a:lnTo>
                        <a:pt x="599" y="406"/>
                      </a:lnTo>
                      <a:close/>
                      <a:moveTo>
                        <a:pt x="599" y="370"/>
                      </a:moveTo>
                      <a:cubicBezTo>
                        <a:pt x="565" y="370"/>
                        <a:pt x="565" y="370"/>
                        <a:pt x="565" y="370"/>
                      </a:cubicBezTo>
                      <a:cubicBezTo>
                        <a:pt x="565" y="335"/>
                        <a:pt x="565" y="335"/>
                        <a:pt x="565" y="335"/>
                      </a:cubicBezTo>
                      <a:cubicBezTo>
                        <a:pt x="599" y="335"/>
                        <a:pt x="599" y="335"/>
                        <a:pt x="599" y="335"/>
                      </a:cubicBezTo>
                      <a:lnTo>
                        <a:pt x="599" y="370"/>
                      </a:lnTo>
                      <a:close/>
                      <a:moveTo>
                        <a:pt x="599" y="333"/>
                      </a:moveTo>
                      <a:cubicBezTo>
                        <a:pt x="565" y="333"/>
                        <a:pt x="565" y="333"/>
                        <a:pt x="565" y="333"/>
                      </a:cubicBezTo>
                      <a:cubicBezTo>
                        <a:pt x="565" y="298"/>
                        <a:pt x="565" y="298"/>
                        <a:pt x="565" y="298"/>
                      </a:cubicBezTo>
                      <a:cubicBezTo>
                        <a:pt x="599" y="298"/>
                        <a:pt x="599" y="298"/>
                        <a:pt x="599" y="298"/>
                      </a:cubicBezTo>
                      <a:lnTo>
                        <a:pt x="599" y="333"/>
                      </a:lnTo>
                      <a:close/>
                      <a:moveTo>
                        <a:pt x="599" y="296"/>
                      </a:moveTo>
                      <a:cubicBezTo>
                        <a:pt x="565" y="296"/>
                        <a:pt x="565" y="296"/>
                        <a:pt x="565" y="296"/>
                      </a:cubicBezTo>
                      <a:cubicBezTo>
                        <a:pt x="565" y="261"/>
                        <a:pt x="565" y="261"/>
                        <a:pt x="565" y="261"/>
                      </a:cubicBezTo>
                      <a:cubicBezTo>
                        <a:pt x="599" y="261"/>
                        <a:pt x="599" y="261"/>
                        <a:pt x="599" y="261"/>
                      </a:cubicBezTo>
                      <a:lnTo>
                        <a:pt x="599" y="296"/>
                      </a:lnTo>
                      <a:close/>
                      <a:moveTo>
                        <a:pt x="599" y="259"/>
                      </a:moveTo>
                      <a:cubicBezTo>
                        <a:pt x="565" y="259"/>
                        <a:pt x="565" y="259"/>
                        <a:pt x="565" y="259"/>
                      </a:cubicBezTo>
                      <a:cubicBezTo>
                        <a:pt x="565" y="224"/>
                        <a:pt x="565" y="224"/>
                        <a:pt x="565" y="224"/>
                      </a:cubicBezTo>
                      <a:cubicBezTo>
                        <a:pt x="599" y="224"/>
                        <a:pt x="599" y="224"/>
                        <a:pt x="599" y="224"/>
                      </a:cubicBezTo>
                      <a:lnTo>
                        <a:pt x="599" y="259"/>
                      </a:lnTo>
                      <a:close/>
                      <a:moveTo>
                        <a:pt x="599" y="222"/>
                      </a:moveTo>
                      <a:cubicBezTo>
                        <a:pt x="565" y="222"/>
                        <a:pt x="565" y="222"/>
                        <a:pt x="565" y="222"/>
                      </a:cubicBezTo>
                      <a:cubicBezTo>
                        <a:pt x="565" y="187"/>
                        <a:pt x="565" y="187"/>
                        <a:pt x="565" y="187"/>
                      </a:cubicBezTo>
                      <a:cubicBezTo>
                        <a:pt x="599" y="187"/>
                        <a:pt x="599" y="187"/>
                        <a:pt x="599" y="187"/>
                      </a:cubicBezTo>
                      <a:lnTo>
                        <a:pt x="599" y="222"/>
                      </a:lnTo>
                      <a:close/>
                      <a:moveTo>
                        <a:pt x="599" y="185"/>
                      </a:moveTo>
                      <a:cubicBezTo>
                        <a:pt x="565" y="185"/>
                        <a:pt x="565" y="185"/>
                        <a:pt x="565" y="185"/>
                      </a:cubicBezTo>
                      <a:cubicBezTo>
                        <a:pt x="565" y="150"/>
                        <a:pt x="565" y="150"/>
                        <a:pt x="565" y="150"/>
                      </a:cubicBezTo>
                      <a:cubicBezTo>
                        <a:pt x="599" y="150"/>
                        <a:pt x="599" y="150"/>
                        <a:pt x="599" y="150"/>
                      </a:cubicBezTo>
                      <a:lnTo>
                        <a:pt x="599" y="185"/>
                      </a:lnTo>
                      <a:close/>
                      <a:moveTo>
                        <a:pt x="599" y="148"/>
                      </a:moveTo>
                      <a:cubicBezTo>
                        <a:pt x="565" y="148"/>
                        <a:pt x="565" y="148"/>
                        <a:pt x="565" y="148"/>
                      </a:cubicBezTo>
                      <a:cubicBezTo>
                        <a:pt x="565" y="113"/>
                        <a:pt x="565" y="113"/>
                        <a:pt x="565" y="113"/>
                      </a:cubicBezTo>
                      <a:cubicBezTo>
                        <a:pt x="599" y="113"/>
                        <a:pt x="599" y="113"/>
                        <a:pt x="599" y="113"/>
                      </a:cubicBezTo>
                      <a:lnTo>
                        <a:pt x="599" y="148"/>
                      </a:lnTo>
                      <a:close/>
                      <a:moveTo>
                        <a:pt x="599" y="111"/>
                      </a:moveTo>
                      <a:cubicBezTo>
                        <a:pt x="565" y="111"/>
                        <a:pt x="565" y="111"/>
                        <a:pt x="565" y="111"/>
                      </a:cubicBezTo>
                      <a:cubicBezTo>
                        <a:pt x="565" y="76"/>
                        <a:pt x="565" y="76"/>
                        <a:pt x="565" y="76"/>
                      </a:cubicBezTo>
                      <a:cubicBezTo>
                        <a:pt x="599" y="76"/>
                        <a:pt x="599" y="76"/>
                        <a:pt x="599" y="76"/>
                      </a:cubicBezTo>
                      <a:lnTo>
                        <a:pt x="599" y="111"/>
                      </a:lnTo>
                      <a:close/>
                      <a:moveTo>
                        <a:pt x="599" y="74"/>
                      </a:moveTo>
                      <a:cubicBezTo>
                        <a:pt x="565" y="74"/>
                        <a:pt x="565" y="74"/>
                        <a:pt x="565" y="74"/>
                      </a:cubicBezTo>
                      <a:cubicBezTo>
                        <a:pt x="565" y="39"/>
                        <a:pt x="565" y="39"/>
                        <a:pt x="565" y="39"/>
                      </a:cubicBezTo>
                      <a:cubicBezTo>
                        <a:pt x="599" y="39"/>
                        <a:pt x="599" y="39"/>
                        <a:pt x="599" y="39"/>
                      </a:cubicBezTo>
                      <a:lnTo>
                        <a:pt x="599" y="74"/>
                      </a:lnTo>
                      <a:close/>
                      <a:moveTo>
                        <a:pt x="599" y="37"/>
                      </a:moveTo>
                      <a:cubicBezTo>
                        <a:pt x="565" y="37"/>
                        <a:pt x="565" y="37"/>
                        <a:pt x="565" y="37"/>
                      </a:cubicBezTo>
                      <a:cubicBezTo>
                        <a:pt x="565" y="2"/>
                        <a:pt x="565" y="2"/>
                        <a:pt x="565" y="2"/>
                      </a:cubicBezTo>
                      <a:cubicBezTo>
                        <a:pt x="599" y="2"/>
                        <a:pt x="599" y="2"/>
                        <a:pt x="599" y="2"/>
                      </a:cubicBezTo>
                      <a:lnTo>
                        <a:pt x="599" y="37"/>
                      </a:lnTo>
                      <a:close/>
                      <a:moveTo>
                        <a:pt x="636" y="485"/>
                      </a:moveTo>
                      <a:cubicBezTo>
                        <a:pt x="601" y="485"/>
                        <a:pt x="601" y="485"/>
                        <a:pt x="601" y="485"/>
                      </a:cubicBezTo>
                      <a:cubicBezTo>
                        <a:pt x="601" y="448"/>
                        <a:pt x="601" y="448"/>
                        <a:pt x="601" y="448"/>
                      </a:cubicBezTo>
                      <a:cubicBezTo>
                        <a:pt x="636" y="448"/>
                        <a:pt x="636" y="448"/>
                        <a:pt x="636" y="448"/>
                      </a:cubicBezTo>
                      <a:lnTo>
                        <a:pt x="636" y="485"/>
                      </a:lnTo>
                      <a:close/>
                      <a:moveTo>
                        <a:pt x="636" y="446"/>
                      </a:moveTo>
                      <a:cubicBezTo>
                        <a:pt x="601" y="446"/>
                        <a:pt x="601" y="446"/>
                        <a:pt x="601" y="446"/>
                      </a:cubicBezTo>
                      <a:cubicBezTo>
                        <a:pt x="601" y="408"/>
                        <a:pt x="601" y="408"/>
                        <a:pt x="601" y="408"/>
                      </a:cubicBezTo>
                      <a:cubicBezTo>
                        <a:pt x="636" y="408"/>
                        <a:pt x="636" y="408"/>
                        <a:pt x="636" y="408"/>
                      </a:cubicBezTo>
                      <a:lnTo>
                        <a:pt x="636" y="446"/>
                      </a:lnTo>
                      <a:close/>
                      <a:moveTo>
                        <a:pt x="636" y="406"/>
                      </a:moveTo>
                      <a:cubicBezTo>
                        <a:pt x="601" y="406"/>
                        <a:pt x="601" y="406"/>
                        <a:pt x="601" y="406"/>
                      </a:cubicBezTo>
                      <a:cubicBezTo>
                        <a:pt x="601" y="372"/>
                        <a:pt x="601" y="372"/>
                        <a:pt x="601" y="372"/>
                      </a:cubicBezTo>
                      <a:cubicBezTo>
                        <a:pt x="636" y="372"/>
                        <a:pt x="636" y="372"/>
                        <a:pt x="636" y="372"/>
                      </a:cubicBezTo>
                      <a:lnTo>
                        <a:pt x="636" y="406"/>
                      </a:lnTo>
                      <a:close/>
                      <a:moveTo>
                        <a:pt x="636" y="370"/>
                      </a:moveTo>
                      <a:cubicBezTo>
                        <a:pt x="601" y="370"/>
                        <a:pt x="601" y="370"/>
                        <a:pt x="601" y="370"/>
                      </a:cubicBezTo>
                      <a:cubicBezTo>
                        <a:pt x="601" y="335"/>
                        <a:pt x="601" y="335"/>
                        <a:pt x="601" y="335"/>
                      </a:cubicBezTo>
                      <a:cubicBezTo>
                        <a:pt x="636" y="335"/>
                        <a:pt x="636" y="335"/>
                        <a:pt x="636" y="335"/>
                      </a:cubicBezTo>
                      <a:lnTo>
                        <a:pt x="636" y="370"/>
                      </a:lnTo>
                      <a:close/>
                      <a:moveTo>
                        <a:pt x="636" y="333"/>
                      </a:moveTo>
                      <a:cubicBezTo>
                        <a:pt x="601" y="333"/>
                        <a:pt x="601" y="333"/>
                        <a:pt x="601" y="333"/>
                      </a:cubicBezTo>
                      <a:cubicBezTo>
                        <a:pt x="601" y="298"/>
                        <a:pt x="601" y="298"/>
                        <a:pt x="601" y="298"/>
                      </a:cubicBezTo>
                      <a:cubicBezTo>
                        <a:pt x="636" y="298"/>
                        <a:pt x="636" y="298"/>
                        <a:pt x="636" y="298"/>
                      </a:cubicBezTo>
                      <a:lnTo>
                        <a:pt x="636" y="333"/>
                      </a:lnTo>
                      <a:close/>
                      <a:moveTo>
                        <a:pt x="636" y="296"/>
                      </a:moveTo>
                      <a:cubicBezTo>
                        <a:pt x="601" y="296"/>
                        <a:pt x="601" y="296"/>
                        <a:pt x="601" y="296"/>
                      </a:cubicBezTo>
                      <a:cubicBezTo>
                        <a:pt x="601" y="261"/>
                        <a:pt x="601" y="261"/>
                        <a:pt x="601" y="261"/>
                      </a:cubicBezTo>
                      <a:cubicBezTo>
                        <a:pt x="636" y="261"/>
                        <a:pt x="636" y="261"/>
                        <a:pt x="636" y="261"/>
                      </a:cubicBezTo>
                      <a:lnTo>
                        <a:pt x="636" y="296"/>
                      </a:lnTo>
                      <a:close/>
                      <a:moveTo>
                        <a:pt x="636" y="259"/>
                      </a:moveTo>
                      <a:cubicBezTo>
                        <a:pt x="601" y="259"/>
                        <a:pt x="601" y="259"/>
                        <a:pt x="601" y="259"/>
                      </a:cubicBezTo>
                      <a:cubicBezTo>
                        <a:pt x="601" y="224"/>
                        <a:pt x="601" y="224"/>
                        <a:pt x="601" y="224"/>
                      </a:cubicBezTo>
                      <a:cubicBezTo>
                        <a:pt x="636" y="224"/>
                        <a:pt x="636" y="224"/>
                        <a:pt x="636" y="224"/>
                      </a:cubicBezTo>
                      <a:lnTo>
                        <a:pt x="636" y="259"/>
                      </a:lnTo>
                      <a:close/>
                      <a:moveTo>
                        <a:pt x="636" y="222"/>
                      </a:moveTo>
                      <a:cubicBezTo>
                        <a:pt x="601" y="222"/>
                        <a:pt x="601" y="222"/>
                        <a:pt x="601" y="222"/>
                      </a:cubicBezTo>
                      <a:cubicBezTo>
                        <a:pt x="601" y="187"/>
                        <a:pt x="601" y="187"/>
                        <a:pt x="601" y="187"/>
                      </a:cubicBezTo>
                      <a:cubicBezTo>
                        <a:pt x="636" y="187"/>
                        <a:pt x="636" y="187"/>
                        <a:pt x="636" y="187"/>
                      </a:cubicBezTo>
                      <a:lnTo>
                        <a:pt x="636" y="222"/>
                      </a:lnTo>
                      <a:close/>
                      <a:moveTo>
                        <a:pt x="636" y="185"/>
                      </a:moveTo>
                      <a:cubicBezTo>
                        <a:pt x="601" y="185"/>
                        <a:pt x="601" y="185"/>
                        <a:pt x="601" y="185"/>
                      </a:cubicBezTo>
                      <a:cubicBezTo>
                        <a:pt x="601" y="150"/>
                        <a:pt x="601" y="150"/>
                        <a:pt x="601" y="150"/>
                      </a:cubicBezTo>
                      <a:cubicBezTo>
                        <a:pt x="636" y="150"/>
                        <a:pt x="636" y="150"/>
                        <a:pt x="636" y="150"/>
                      </a:cubicBezTo>
                      <a:lnTo>
                        <a:pt x="636" y="185"/>
                      </a:lnTo>
                      <a:close/>
                      <a:moveTo>
                        <a:pt x="636" y="148"/>
                      </a:moveTo>
                      <a:cubicBezTo>
                        <a:pt x="601" y="148"/>
                        <a:pt x="601" y="148"/>
                        <a:pt x="601" y="148"/>
                      </a:cubicBezTo>
                      <a:cubicBezTo>
                        <a:pt x="601" y="113"/>
                        <a:pt x="601" y="113"/>
                        <a:pt x="601" y="113"/>
                      </a:cubicBezTo>
                      <a:cubicBezTo>
                        <a:pt x="636" y="113"/>
                        <a:pt x="636" y="113"/>
                        <a:pt x="636" y="113"/>
                      </a:cubicBezTo>
                      <a:lnTo>
                        <a:pt x="636" y="148"/>
                      </a:lnTo>
                      <a:close/>
                      <a:moveTo>
                        <a:pt x="636" y="111"/>
                      </a:moveTo>
                      <a:cubicBezTo>
                        <a:pt x="601" y="111"/>
                        <a:pt x="601" y="111"/>
                        <a:pt x="601" y="111"/>
                      </a:cubicBezTo>
                      <a:cubicBezTo>
                        <a:pt x="601" y="76"/>
                        <a:pt x="601" y="76"/>
                        <a:pt x="601" y="76"/>
                      </a:cubicBezTo>
                      <a:cubicBezTo>
                        <a:pt x="636" y="76"/>
                        <a:pt x="636" y="76"/>
                        <a:pt x="636" y="76"/>
                      </a:cubicBezTo>
                      <a:lnTo>
                        <a:pt x="636" y="111"/>
                      </a:lnTo>
                      <a:close/>
                      <a:moveTo>
                        <a:pt x="636" y="74"/>
                      </a:moveTo>
                      <a:cubicBezTo>
                        <a:pt x="601" y="74"/>
                        <a:pt x="601" y="74"/>
                        <a:pt x="601" y="74"/>
                      </a:cubicBezTo>
                      <a:cubicBezTo>
                        <a:pt x="601" y="39"/>
                        <a:pt x="601" y="39"/>
                        <a:pt x="601" y="39"/>
                      </a:cubicBezTo>
                      <a:cubicBezTo>
                        <a:pt x="636" y="39"/>
                        <a:pt x="636" y="39"/>
                        <a:pt x="636" y="39"/>
                      </a:cubicBezTo>
                      <a:lnTo>
                        <a:pt x="636" y="74"/>
                      </a:lnTo>
                      <a:close/>
                      <a:moveTo>
                        <a:pt x="636" y="37"/>
                      </a:moveTo>
                      <a:cubicBezTo>
                        <a:pt x="601" y="37"/>
                        <a:pt x="601" y="37"/>
                        <a:pt x="601" y="37"/>
                      </a:cubicBezTo>
                      <a:cubicBezTo>
                        <a:pt x="601" y="2"/>
                        <a:pt x="601" y="2"/>
                        <a:pt x="601" y="2"/>
                      </a:cubicBezTo>
                      <a:cubicBezTo>
                        <a:pt x="636" y="2"/>
                        <a:pt x="636" y="2"/>
                        <a:pt x="636" y="2"/>
                      </a:cubicBezTo>
                      <a:lnTo>
                        <a:pt x="636" y="37"/>
                      </a:lnTo>
                      <a:close/>
                      <a:moveTo>
                        <a:pt x="673" y="485"/>
                      </a:moveTo>
                      <a:cubicBezTo>
                        <a:pt x="638" y="485"/>
                        <a:pt x="638" y="485"/>
                        <a:pt x="638" y="485"/>
                      </a:cubicBezTo>
                      <a:cubicBezTo>
                        <a:pt x="638" y="448"/>
                        <a:pt x="638" y="448"/>
                        <a:pt x="638" y="448"/>
                      </a:cubicBezTo>
                      <a:cubicBezTo>
                        <a:pt x="673" y="448"/>
                        <a:pt x="673" y="448"/>
                        <a:pt x="673" y="448"/>
                      </a:cubicBezTo>
                      <a:lnTo>
                        <a:pt x="673" y="485"/>
                      </a:lnTo>
                      <a:close/>
                      <a:moveTo>
                        <a:pt x="673" y="446"/>
                      </a:moveTo>
                      <a:cubicBezTo>
                        <a:pt x="638" y="446"/>
                        <a:pt x="638" y="446"/>
                        <a:pt x="638" y="446"/>
                      </a:cubicBezTo>
                      <a:cubicBezTo>
                        <a:pt x="638" y="408"/>
                        <a:pt x="638" y="408"/>
                        <a:pt x="638" y="408"/>
                      </a:cubicBezTo>
                      <a:cubicBezTo>
                        <a:pt x="673" y="408"/>
                        <a:pt x="673" y="408"/>
                        <a:pt x="673" y="408"/>
                      </a:cubicBezTo>
                      <a:lnTo>
                        <a:pt x="673" y="446"/>
                      </a:lnTo>
                      <a:close/>
                      <a:moveTo>
                        <a:pt x="673" y="406"/>
                      </a:moveTo>
                      <a:cubicBezTo>
                        <a:pt x="638" y="406"/>
                        <a:pt x="638" y="406"/>
                        <a:pt x="638" y="406"/>
                      </a:cubicBezTo>
                      <a:cubicBezTo>
                        <a:pt x="638" y="372"/>
                        <a:pt x="638" y="372"/>
                        <a:pt x="638" y="372"/>
                      </a:cubicBezTo>
                      <a:cubicBezTo>
                        <a:pt x="673" y="372"/>
                        <a:pt x="673" y="372"/>
                        <a:pt x="673" y="372"/>
                      </a:cubicBezTo>
                      <a:lnTo>
                        <a:pt x="673" y="406"/>
                      </a:lnTo>
                      <a:close/>
                      <a:moveTo>
                        <a:pt x="673" y="370"/>
                      </a:moveTo>
                      <a:cubicBezTo>
                        <a:pt x="638" y="370"/>
                        <a:pt x="638" y="370"/>
                        <a:pt x="638" y="370"/>
                      </a:cubicBezTo>
                      <a:cubicBezTo>
                        <a:pt x="638" y="335"/>
                        <a:pt x="638" y="335"/>
                        <a:pt x="638" y="335"/>
                      </a:cubicBezTo>
                      <a:cubicBezTo>
                        <a:pt x="673" y="335"/>
                        <a:pt x="673" y="335"/>
                        <a:pt x="673" y="335"/>
                      </a:cubicBezTo>
                      <a:lnTo>
                        <a:pt x="673" y="370"/>
                      </a:lnTo>
                      <a:close/>
                      <a:moveTo>
                        <a:pt x="673" y="333"/>
                      </a:moveTo>
                      <a:cubicBezTo>
                        <a:pt x="638" y="333"/>
                        <a:pt x="638" y="333"/>
                        <a:pt x="638" y="333"/>
                      </a:cubicBezTo>
                      <a:cubicBezTo>
                        <a:pt x="638" y="298"/>
                        <a:pt x="638" y="298"/>
                        <a:pt x="638" y="298"/>
                      </a:cubicBezTo>
                      <a:cubicBezTo>
                        <a:pt x="673" y="298"/>
                        <a:pt x="673" y="298"/>
                        <a:pt x="673" y="298"/>
                      </a:cubicBezTo>
                      <a:lnTo>
                        <a:pt x="673" y="333"/>
                      </a:lnTo>
                      <a:close/>
                      <a:moveTo>
                        <a:pt x="673" y="296"/>
                      </a:moveTo>
                      <a:cubicBezTo>
                        <a:pt x="638" y="296"/>
                        <a:pt x="638" y="296"/>
                        <a:pt x="638" y="296"/>
                      </a:cubicBezTo>
                      <a:cubicBezTo>
                        <a:pt x="638" y="261"/>
                        <a:pt x="638" y="261"/>
                        <a:pt x="638" y="261"/>
                      </a:cubicBezTo>
                      <a:cubicBezTo>
                        <a:pt x="673" y="261"/>
                        <a:pt x="673" y="261"/>
                        <a:pt x="673" y="261"/>
                      </a:cubicBezTo>
                      <a:lnTo>
                        <a:pt x="673" y="296"/>
                      </a:lnTo>
                      <a:close/>
                      <a:moveTo>
                        <a:pt x="673" y="259"/>
                      </a:moveTo>
                      <a:cubicBezTo>
                        <a:pt x="638" y="259"/>
                        <a:pt x="638" y="259"/>
                        <a:pt x="638" y="259"/>
                      </a:cubicBezTo>
                      <a:cubicBezTo>
                        <a:pt x="638" y="224"/>
                        <a:pt x="638" y="224"/>
                        <a:pt x="638" y="224"/>
                      </a:cubicBezTo>
                      <a:cubicBezTo>
                        <a:pt x="673" y="224"/>
                        <a:pt x="673" y="224"/>
                        <a:pt x="673" y="224"/>
                      </a:cubicBezTo>
                      <a:lnTo>
                        <a:pt x="673" y="259"/>
                      </a:lnTo>
                      <a:close/>
                      <a:moveTo>
                        <a:pt x="673" y="222"/>
                      </a:moveTo>
                      <a:cubicBezTo>
                        <a:pt x="638" y="222"/>
                        <a:pt x="638" y="222"/>
                        <a:pt x="638" y="222"/>
                      </a:cubicBezTo>
                      <a:cubicBezTo>
                        <a:pt x="638" y="187"/>
                        <a:pt x="638" y="187"/>
                        <a:pt x="638" y="187"/>
                      </a:cubicBezTo>
                      <a:cubicBezTo>
                        <a:pt x="673" y="187"/>
                        <a:pt x="673" y="187"/>
                        <a:pt x="673" y="187"/>
                      </a:cubicBezTo>
                      <a:lnTo>
                        <a:pt x="673" y="222"/>
                      </a:lnTo>
                      <a:close/>
                      <a:moveTo>
                        <a:pt x="673" y="185"/>
                      </a:moveTo>
                      <a:cubicBezTo>
                        <a:pt x="638" y="185"/>
                        <a:pt x="638" y="185"/>
                        <a:pt x="638" y="185"/>
                      </a:cubicBezTo>
                      <a:cubicBezTo>
                        <a:pt x="638" y="150"/>
                        <a:pt x="638" y="150"/>
                        <a:pt x="638" y="150"/>
                      </a:cubicBezTo>
                      <a:cubicBezTo>
                        <a:pt x="673" y="150"/>
                        <a:pt x="673" y="150"/>
                        <a:pt x="673" y="150"/>
                      </a:cubicBezTo>
                      <a:lnTo>
                        <a:pt x="673" y="185"/>
                      </a:lnTo>
                      <a:close/>
                      <a:moveTo>
                        <a:pt x="673" y="148"/>
                      </a:moveTo>
                      <a:cubicBezTo>
                        <a:pt x="638" y="148"/>
                        <a:pt x="638" y="148"/>
                        <a:pt x="638" y="148"/>
                      </a:cubicBezTo>
                      <a:cubicBezTo>
                        <a:pt x="638" y="113"/>
                        <a:pt x="638" y="113"/>
                        <a:pt x="638" y="113"/>
                      </a:cubicBezTo>
                      <a:cubicBezTo>
                        <a:pt x="673" y="113"/>
                        <a:pt x="673" y="113"/>
                        <a:pt x="673" y="113"/>
                      </a:cubicBezTo>
                      <a:lnTo>
                        <a:pt x="673" y="148"/>
                      </a:lnTo>
                      <a:close/>
                      <a:moveTo>
                        <a:pt x="673" y="111"/>
                      </a:moveTo>
                      <a:cubicBezTo>
                        <a:pt x="638" y="111"/>
                        <a:pt x="638" y="111"/>
                        <a:pt x="638" y="111"/>
                      </a:cubicBezTo>
                      <a:cubicBezTo>
                        <a:pt x="638" y="76"/>
                        <a:pt x="638" y="76"/>
                        <a:pt x="638" y="76"/>
                      </a:cubicBezTo>
                      <a:cubicBezTo>
                        <a:pt x="673" y="76"/>
                        <a:pt x="673" y="76"/>
                        <a:pt x="673" y="76"/>
                      </a:cubicBezTo>
                      <a:lnTo>
                        <a:pt x="673" y="111"/>
                      </a:lnTo>
                      <a:close/>
                      <a:moveTo>
                        <a:pt x="673" y="74"/>
                      </a:moveTo>
                      <a:cubicBezTo>
                        <a:pt x="638" y="74"/>
                        <a:pt x="638" y="74"/>
                        <a:pt x="638" y="74"/>
                      </a:cubicBezTo>
                      <a:cubicBezTo>
                        <a:pt x="638" y="39"/>
                        <a:pt x="638" y="39"/>
                        <a:pt x="638" y="39"/>
                      </a:cubicBezTo>
                      <a:cubicBezTo>
                        <a:pt x="673" y="39"/>
                        <a:pt x="673" y="39"/>
                        <a:pt x="673" y="39"/>
                      </a:cubicBezTo>
                      <a:lnTo>
                        <a:pt x="673" y="74"/>
                      </a:lnTo>
                      <a:close/>
                      <a:moveTo>
                        <a:pt x="673" y="37"/>
                      </a:moveTo>
                      <a:cubicBezTo>
                        <a:pt x="638" y="37"/>
                        <a:pt x="638" y="37"/>
                        <a:pt x="638" y="37"/>
                      </a:cubicBezTo>
                      <a:cubicBezTo>
                        <a:pt x="638" y="2"/>
                        <a:pt x="638" y="2"/>
                        <a:pt x="638" y="2"/>
                      </a:cubicBezTo>
                      <a:cubicBezTo>
                        <a:pt x="673" y="2"/>
                        <a:pt x="673" y="2"/>
                        <a:pt x="673" y="2"/>
                      </a:cubicBezTo>
                      <a:lnTo>
                        <a:pt x="673" y="37"/>
                      </a:lnTo>
                      <a:close/>
                      <a:moveTo>
                        <a:pt x="710" y="485"/>
                      </a:moveTo>
                      <a:cubicBezTo>
                        <a:pt x="675" y="485"/>
                        <a:pt x="675" y="485"/>
                        <a:pt x="675" y="485"/>
                      </a:cubicBezTo>
                      <a:cubicBezTo>
                        <a:pt x="675" y="448"/>
                        <a:pt x="675" y="448"/>
                        <a:pt x="675" y="448"/>
                      </a:cubicBezTo>
                      <a:cubicBezTo>
                        <a:pt x="710" y="448"/>
                        <a:pt x="710" y="448"/>
                        <a:pt x="710" y="448"/>
                      </a:cubicBezTo>
                      <a:lnTo>
                        <a:pt x="710" y="485"/>
                      </a:lnTo>
                      <a:close/>
                      <a:moveTo>
                        <a:pt x="710" y="446"/>
                      </a:moveTo>
                      <a:cubicBezTo>
                        <a:pt x="675" y="446"/>
                        <a:pt x="675" y="446"/>
                        <a:pt x="675" y="446"/>
                      </a:cubicBezTo>
                      <a:cubicBezTo>
                        <a:pt x="675" y="408"/>
                        <a:pt x="675" y="408"/>
                        <a:pt x="675" y="408"/>
                      </a:cubicBezTo>
                      <a:cubicBezTo>
                        <a:pt x="710" y="408"/>
                        <a:pt x="710" y="408"/>
                        <a:pt x="710" y="408"/>
                      </a:cubicBezTo>
                      <a:lnTo>
                        <a:pt x="710" y="446"/>
                      </a:lnTo>
                      <a:close/>
                      <a:moveTo>
                        <a:pt x="710" y="406"/>
                      </a:moveTo>
                      <a:cubicBezTo>
                        <a:pt x="675" y="406"/>
                        <a:pt x="675" y="406"/>
                        <a:pt x="675" y="406"/>
                      </a:cubicBezTo>
                      <a:cubicBezTo>
                        <a:pt x="675" y="372"/>
                        <a:pt x="675" y="372"/>
                        <a:pt x="675" y="372"/>
                      </a:cubicBezTo>
                      <a:cubicBezTo>
                        <a:pt x="710" y="372"/>
                        <a:pt x="710" y="372"/>
                        <a:pt x="710" y="372"/>
                      </a:cubicBezTo>
                      <a:lnTo>
                        <a:pt x="710" y="406"/>
                      </a:lnTo>
                      <a:close/>
                      <a:moveTo>
                        <a:pt x="710" y="370"/>
                      </a:moveTo>
                      <a:cubicBezTo>
                        <a:pt x="675" y="370"/>
                        <a:pt x="675" y="370"/>
                        <a:pt x="675" y="370"/>
                      </a:cubicBezTo>
                      <a:cubicBezTo>
                        <a:pt x="675" y="335"/>
                        <a:pt x="675" y="335"/>
                        <a:pt x="675" y="335"/>
                      </a:cubicBezTo>
                      <a:cubicBezTo>
                        <a:pt x="710" y="335"/>
                        <a:pt x="710" y="335"/>
                        <a:pt x="710" y="335"/>
                      </a:cubicBezTo>
                      <a:lnTo>
                        <a:pt x="710" y="370"/>
                      </a:lnTo>
                      <a:close/>
                      <a:moveTo>
                        <a:pt x="710" y="333"/>
                      </a:moveTo>
                      <a:cubicBezTo>
                        <a:pt x="675" y="333"/>
                        <a:pt x="675" y="333"/>
                        <a:pt x="675" y="333"/>
                      </a:cubicBezTo>
                      <a:cubicBezTo>
                        <a:pt x="675" y="298"/>
                        <a:pt x="675" y="298"/>
                        <a:pt x="675" y="298"/>
                      </a:cubicBezTo>
                      <a:cubicBezTo>
                        <a:pt x="710" y="298"/>
                        <a:pt x="710" y="298"/>
                        <a:pt x="710" y="298"/>
                      </a:cubicBezTo>
                      <a:lnTo>
                        <a:pt x="710" y="333"/>
                      </a:lnTo>
                      <a:close/>
                      <a:moveTo>
                        <a:pt x="710" y="296"/>
                      </a:moveTo>
                      <a:cubicBezTo>
                        <a:pt x="675" y="296"/>
                        <a:pt x="675" y="296"/>
                        <a:pt x="675" y="296"/>
                      </a:cubicBezTo>
                      <a:cubicBezTo>
                        <a:pt x="675" y="261"/>
                        <a:pt x="675" y="261"/>
                        <a:pt x="675" y="261"/>
                      </a:cubicBezTo>
                      <a:cubicBezTo>
                        <a:pt x="710" y="261"/>
                        <a:pt x="710" y="261"/>
                        <a:pt x="710" y="261"/>
                      </a:cubicBezTo>
                      <a:lnTo>
                        <a:pt x="710" y="296"/>
                      </a:lnTo>
                      <a:close/>
                      <a:moveTo>
                        <a:pt x="710" y="259"/>
                      </a:moveTo>
                      <a:cubicBezTo>
                        <a:pt x="675" y="259"/>
                        <a:pt x="675" y="259"/>
                        <a:pt x="675" y="259"/>
                      </a:cubicBezTo>
                      <a:cubicBezTo>
                        <a:pt x="675" y="224"/>
                        <a:pt x="675" y="224"/>
                        <a:pt x="675" y="224"/>
                      </a:cubicBezTo>
                      <a:cubicBezTo>
                        <a:pt x="710" y="224"/>
                        <a:pt x="710" y="224"/>
                        <a:pt x="710" y="224"/>
                      </a:cubicBezTo>
                      <a:lnTo>
                        <a:pt x="710" y="259"/>
                      </a:lnTo>
                      <a:close/>
                      <a:moveTo>
                        <a:pt x="710" y="222"/>
                      </a:moveTo>
                      <a:cubicBezTo>
                        <a:pt x="675" y="222"/>
                        <a:pt x="675" y="222"/>
                        <a:pt x="675" y="222"/>
                      </a:cubicBezTo>
                      <a:cubicBezTo>
                        <a:pt x="675" y="187"/>
                        <a:pt x="675" y="187"/>
                        <a:pt x="675" y="187"/>
                      </a:cubicBezTo>
                      <a:cubicBezTo>
                        <a:pt x="710" y="187"/>
                        <a:pt x="710" y="187"/>
                        <a:pt x="710" y="187"/>
                      </a:cubicBezTo>
                      <a:lnTo>
                        <a:pt x="710" y="222"/>
                      </a:lnTo>
                      <a:close/>
                      <a:moveTo>
                        <a:pt x="710" y="185"/>
                      </a:moveTo>
                      <a:cubicBezTo>
                        <a:pt x="675" y="185"/>
                        <a:pt x="675" y="185"/>
                        <a:pt x="675" y="185"/>
                      </a:cubicBezTo>
                      <a:cubicBezTo>
                        <a:pt x="675" y="150"/>
                        <a:pt x="675" y="150"/>
                        <a:pt x="675" y="150"/>
                      </a:cubicBezTo>
                      <a:cubicBezTo>
                        <a:pt x="710" y="150"/>
                        <a:pt x="710" y="150"/>
                        <a:pt x="710" y="150"/>
                      </a:cubicBezTo>
                      <a:lnTo>
                        <a:pt x="710" y="185"/>
                      </a:lnTo>
                      <a:close/>
                      <a:moveTo>
                        <a:pt x="710" y="148"/>
                      </a:moveTo>
                      <a:cubicBezTo>
                        <a:pt x="675" y="148"/>
                        <a:pt x="675" y="148"/>
                        <a:pt x="675" y="148"/>
                      </a:cubicBezTo>
                      <a:cubicBezTo>
                        <a:pt x="675" y="113"/>
                        <a:pt x="675" y="113"/>
                        <a:pt x="675" y="113"/>
                      </a:cubicBezTo>
                      <a:cubicBezTo>
                        <a:pt x="710" y="113"/>
                        <a:pt x="710" y="113"/>
                        <a:pt x="710" y="113"/>
                      </a:cubicBezTo>
                      <a:lnTo>
                        <a:pt x="710" y="148"/>
                      </a:lnTo>
                      <a:close/>
                      <a:moveTo>
                        <a:pt x="710" y="111"/>
                      </a:moveTo>
                      <a:cubicBezTo>
                        <a:pt x="675" y="111"/>
                        <a:pt x="675" y="111"/>
                        <a:pt x="675" y="111"/>
                      </a:cubicBezTo>
                      <a:cubicBezTo>
                        <a:pt x="675" y="76"/>
                        <a:pt x="675" y="76"/>
                        <a:pt x="675" y="76"/>
                      </a:cubicBezTo>
                      <a:cubicBezTo>
                        <a:pt x="710" y="76"/>
                        <a:pt x="710" y="76"/>
                        <a:pt x="710" y="76"/>
                      </a:cubicBezTo>
                      <a:lnTo>
                        <a:pt x="710" y="111"/>
                      </a:lnTo>
                      <a:close/>
                      <a:moveTo>
                        <a:pt x="710" y="74"/>
                      </a:moveTo>
                      <a:cubicBezTo>
                        <a:pt x="675" y="74"/>
                        <a:pt x="675" y="74"/>
                        <a:pt x="675" y="74"/>
                      </a:cubicBezTo>
                      <a:cubicBezTo>
                        <a:pt x="675" y="39"/>
                        <a:pt x="675" y="39"/>
                        <a:pt x="675" y="39"/>
                      </a:cubicBezTo>
                      <a:cubicBezTo>
                        <a:pt x="710" y="39"/>
                        <a:pt x="710" y="39"/>
                        <a:pt x="710" y="39"/>
                      </a:cubicBezTo>
                      <a:lnTo>
                        <a:pt x="710" y="74"/>
                      </a:lnTo>
                      <a:close/>
                      <a:moveTo>
                        <a:pt x="710" y="37"/>
                      </a:moveTo>
                      <a:cubicBezTo>
                        <a:pt x="675" y="37"/>
                        <a:pt x="675" y="37"/>
                        <a:pt x="675" y="37"/>
                      </a:cubicBezTo>
                      <a:cubicBezTo>
                        <a:pt x="675" y="2"/>
                        <a:pt x="675" y="2"/>
                        <a:pt x="675" y="2"/>
                      </a:cubicBezTo>
                      <a:cubicBezTo>
                        <a:pt x="710" y="2"/>
                        <a:pt x="710" y="2"/>
                        <a:pt x="710" y="2"/>
                      </a:cubicBezTo>
                      <a:lnTo>
                        <a:pt x="710" y="37"/>
                      </a:lnTo>
                      <a:close/>
                      <a:moveTo>
                        <a:pt x="747" y="485"/>
                      </a:moveTo>
                      <a:cubicBezTo>
                        <a:pt x="712" y="485"/>
                        <a:pt x="712" y="485"/>
                        <a:pt x="712" y="485"/>
                      </a:cubicBezTo>
                      <a:cubicBezTo>
                        <a:pt x="712" y="448"/>
                        <a:pt x="712" y="448"/>
                        <a:pt x="712" y="448"/>
                      </a:cubicBezTo>
                      <a:cubicBezTo>
                        <a:pt x="747" y="448"/>
                        <a:pt x="747" y="448"/>
                        <a:pt x="747" y="448"/>
                      </a:cubicBezTo>
                      <a:lnTo>
                        <a:pt x="747" y="485"/>
                      </a:lnTo>
                      <a:close/>
                      <a:moveTo>
                        <a:pt x="747" y="446"/>
                      </a:moveTo>
                      <a:cubicBezTo>
                        <a:pt x="712" y="446"/>
                        <a:pt x="712" y="446"/>
                        <a:pt x="712" y="446"/>
                      </a:cubicBezTo>
                      <a:cubicBezTo>
                        <a:pt x="712" y="408"/>
                        <a:pt x="712" y="408"/>
                        <a:pt x="712" y="408"/>
                      </a:cubicBezTo>
                      <a:cubicBezTo>
                        <a:pt x="747" y="408"/>
                        <a:pt x="747" y="408"/>
                        <a:pt x="747" y="408"/>
                      </a:cubicBezTo>
                      <a:lnTo>
                        <a:pt x="747" y="446"/>
                      </a:lnTo>
                      <a:close/>
                      <a:moveTo>
                        <a:pt x="747" y="406"/>
                      </a:moveTo>
                      <a:cubicBezTo>
                        <a:pt x="712" y="406"/>
                        <a:pt x="712" y="406"/>
                        <a:pt x="712" y="406"/>
                      </a:cubicBezTo>
                      <a:cubicBezTo>
                        <a:pt x="712" y="372"/>
                        <a:pt x="712" y="372"/>
                        <a:pt x="712" y="372"/>
                      </a:cubicBezTo>
                      <a:cubicBezTo>
                        <a:pt x="747" y="372"/>
                        <a:pt x="747" y="372"/>
                        <a:pt x="747" y="372"/>
                      </a:cubicBezTo>
                      <a:lnTo>
                        <a:pt x="747" y="406"/>
                      </a:lnTo>
                      <a:close/>
                      <a:moveTo>
                        <a:pt x="747" y="370"/>
                      </a:moveTo>
                      <a:cubicBezTo>
                        <a:pt x="712" y="370"/>
                        <a:pt x="712" y="370"/>
                        <a:pt x="712" y="370"/>
                      </a:cubicBezTo>
                      <a:cubicBezTo>
                        <a:pt x="712" y="335"/>
                        <a:pt x="712" y="335"/>
                        <a:pt x="712" y="335"/>
                      </a:cubicBezTo>
                      <a:cubicBezTo>
                        <a:pt x="747" y="335"/>
                        <a:pt x="747" y="335"/>
                        <a:pt x="747" y="335"/>
                      </a:cubicBezTo>
                      <a:lnTo>
                        <a:pt x="747" y="370"/>
                      </a:lnTo>
                      <a:close/>
                      <a:moveTo>
                        <a:pt x="747" y="333"/>
                      </a:moveTo>
                      <a:cubicBezTo>
                        <a:pt x="712" y="333"/>
                        <a:pt x="712" y="333"/>
                        <a:pt x="712" y="333"/>
                      </a:cubicBezTo>
                      <a:cubicBezTo>
                        <a:pt x="712" y="298"/>
                        <a:pt x="712" y="298"/>
                        <a:pt x="712" y="298"/>
                      </a:cubicBezTo>
                      <a:cubicBezTo>
                        <a:pt x="747" y="298"/>
                        <a:pt x="747" y="298"/>
                        <a:pt x="747" y="298"/>
                      </a:cubicBezTo>
                      <a:lnTo>
                        <a:pt x="747" y="333"/>
                      </a:lnTo>
                      <a:close/>
                      <a:moveTo>
                        <a:pt x="747" y="296"/>
                      </a:moveTo>
                      <a:cubicBezTo>
                        <a:pt x="712" y="296"/>
                        <a:pt x="712" y="296"/>
                        <a:pt x="712" y="296"/>
                      </a:cubicBezTo>
                      <a:cubicBezTo>
                        <a:pt x="712" y="261"/>
                        <a:pt x="712" y="261"/>
                        <a:pt x="712" y="261"/>
                      </a:cubicBezTo>
                      <a:cubicBezTo>
                        <a:pt x="747" y="261"/>
                        <a:pt x="747" y="261"/>
                        <a:pt x="747" y="261"/>
                      </a:cubicBezTo>
                      <a:lnTo>
                        <a:pt x="747" y="296"/>
                      </a:lnTo>
                      <a:close/>
                      <a:moveTo>
                        <a:pt x="747" y="259"/>
                      </a:moveTo>
                      <a:cubicBezTo>
                        <a:pt x="712" y="259"/>
                        <a:pt x="712" y="259"/>
                        <a:pt x="712" y="259"/>
                      </a:cubicBezTo>
                      <a:cubicBezTo>
                        <a:pt x="712" y="224"/>
                        <a:pt x="712" y="224"/>
                        <a:pt x="712" y="224"/>
                      </a:cubicBezTo>
                      <a:cubicBezTo>
                        <a:pt x="747" y="224"/>
                        <a:pt x="747" y="224"/>
                        <a:pt x="747" y="224"/>
                      </a:cubicBezTo>
                      <a:lnTo>
                        <a:pt x="747" y="259"/>
                      </a:lnTo>
                      <a:close/>
                      <a:moveTo>
                        <a:pt x="747" y="222"/>
                      </a:moveTo>
                      <a:cubicBezTo>
                        <a:pt x="712" y="222"/>
                        <a:pt x="712" y="222"/>
                        <a:pt x="712" y="222"/>
                      </a:cubicBezTo>
                      <a:cubicBezTo>
                        <a:pt x="712" y="187"/>
                        <a:pt x="712" y="187"/>
                        <a:pt x="712" y="187"/>
                      </a:cubicBezTo>
                      <a:cubicBezTo>
                        <a:pt x="747" y="187"/>
                        <a:pt x="747" y="187"/>
                        <a:pt x="747" y="187"/>
                      </a:cubicBezTo>
                      <a:lnTo>
                        <a:pt x="747" y="222"/>
                      </a:lnTo>
                      <a:close/>
                      <a:moveTo>
                        <a:pt x="747" y="185"/>
                      </a:moveTo>
                      <a:cubicBezTo>
                        <a:pt x="712" y="185"/>
                        <a:pt x="712" y="185"/>
                        <a:pt x="712" y="185"/>
                      </a:cubicBezTo>
                      <a:cubicBezTo>
                        <a:pt x="712" y="150"/>
                        <a:pt x="712" y="150"/>
                        <a:pt x="712" y="150"/>
                      </a:cubicBezTo>
                      <a:cubicBezTo>
                        <a:pt x="747" y="150"/>
                        <a:pt x="747" y="150"/>
                        <a:pt x="747" y="150"/>
                      </a:cubicBezTo>
                      <a:lnTo>
                        <a:pt x="747" y="185"/>
                      </a:lnTo>
                      <a:close/>
                      <a:moveTo>
                        <a:pt x="747" y="148"/>
                      </a:moveTo>
                      <a:cubicBezTo>
                        <a:pt x="712" y="148"/>
                        <a:pt x="712" y="148"/>
                        <a:pt x="712" y="148"/>
                      </a:cubicBezTo>
                      <a:cubicBezTo>
                        <a:pt x="712" y="113"/>
                        <a:pt x="712" y="113"/>
                        <a:pt x="712" y="113"/>
                      </a:cubicBezTo>
                      <a:cubicBezTo>
                        <a:pt x="747" y="113"/>
                        <a:pt x="747" y="113"/>
                        <a:pt x="747" y="113"/>
                      </a:cubicBezTo>
                      <a:lnTo>
                        <a:pt x="747" y="148"/>
                      </a:lnTo>
                      <a:close/>
                      <a:moveTo>
                        <a:pt x="747" y="111"/>
                      </a:moveTo>
                      <a:cubicBezTo>
                        <a:pt x="712" y="111"/>
                        <a:pt x="712" y="111"/>
                        <a:pt x="712" y="111"/>
                      </a:cubicBezTo>
                      <a:cubicBezTo>
                        <a:pt x="712" y="76"/>
                        <a:pt x="712" y="76"/>
                        <a:pt x="712" y="76"/>
                      </a:cubicBezTo>
                      <a:cubicBezTo>
                        <a:pt x="747" y="76"/>
                        <a:pt x="747" y="76"/>
                        <a:pt x="747" y="76"/>
                      </a:cubicBezTo>
                      <a:lnTo>
                        <a:pt x="747" y="111"/>
                      </a:lnTo>
                      <a:close/>
                      <a:moveTo>
                        <a:pt x="747" y="74"/>
                      </a:moveTo>
                      <a:cubicBezTo>
                        <a:pt x="712" y="74"/>
                        <a:pt x="712" y="74"/>
                        <a:pt x="712" y="74"/>
                      </a:cubicBezTo>
                      <a:cubicBezTo>
                        <a:pt x="712" y="39"/>
                        <a:pt x="712" y="39"/>
                        <a:pt x="712" y="39"/>
                      </a:cubicBezTo>
                      <a:cubicBezTo>
                        <a:pt x="747" y="39"/>
                        <a:pt x="747" y="39"/>
                        <a:pt x="747" y="39"/>
                      </a:cubicBezTo>
                      <a:lnTo>
                        <a:pt x="747" y="74"/>
                      </a:lnTo>
                      <a:close/>
                      <a:moveTo>
                        <a:pt x="747" y="37"/>
                      </a:moveTo>
                      <a:cubicBezTo>
                        <a:pt x="712" y="37"/>
                        <a:pt x="712" y="37"/>
                        <a:pt x="712" y="37"/>
                      </a:cubicBezTo>
                      <a:cubicBezTo>
                        <a:pt x="712" y="2"/>
                        <a:pt x="712" y="2"/>
                        <a:pt x="712" y="2"/>
                      </a:cubicBezTo>
                      <a:cubicBezTo>
                        <a:pt x="747" y="2"/>
                        <a:pt x="747" y="2"/>
                        <a:pt x="747" y="2"/>
                      </a:cubicBezTo>
                      <a:lnTo>
                        <a:pt x="747" y="37"/>
                      </a:lnTo>
                      <a:close/>
                      <a:moveTo>
                        <a:pt x="784" y="485"/>
                      </a:moveTo>
                      <a:cubicBezTo>
                        <a:pt x="749" y="485"/>
                        <a:pt x="749" y="485"/>
                        <a:pt x="749" y="485"/>
                      </a:cubicBezTo>
                      <a:cubicBezTo>
                        <a:pt x="749" y="448"/>
                        <a:pt x="749" y="448"/>
                        <a:pt x="749" y="448"/>
                      </a:cubicBezTo>
                      <a:cubicBezTo>
                        <a:pt x="784" y="448"/>
                        <a:pt x="784" y="448"/>
                        <a:pt x="784" y="448"/>
                      </a:cubicBezTo>
                      <a:lnTo>
                        <a:pt x="784" y="485"/>
                      </a:lnTo>
                      <a:close/>
                      <a:moveTo>
                        <a:pt x="784" y="446"/>
                      </a:moveTo>
                      <a:cubicBezTo>
                        <a:pt x="749" y="446"/>
                        <a:pt x="749" y="446"/>
                        <a:pt x="749" y="446"/>
                      </a:cubicBezTo>
                      <a:cubicBezTo>
                        <a:pt x="749" y="408"/>
                        <a:pt x="749" y="408"/>
                        <a:pt x="749" y="408"/>
                      </a:cubicBezTo>
                      <a:cubicBezTo>
                        <a:pt x="784" y="408"/>
                        <a:pt x="784" y="408"/>
                        <a:pt x="784" y="408"/>
                      </a:cubicBezTo>
                      <a:lnTo>
                        <a:pt x="784" y="446"/>
                      </a:lnTo>
                      <a:close/>
                      <a:moveTo>
                        <a:pt x="784" y="406"/>
                      </a:moveTo>
                      <a:cubicBezTo>
                        <a:pt x="749" y="406"/>
                        <a:pt x="749" y="406"/>
                        <a:pt x="749" y="406"/>
                      </a:cubicBezTo>
                      <a:cubicBezTo>
                        <a:pt x="749" y="372"/>
                        <a:pt x="749" y="372"/>
                        <a:pt x="749" y="372"/>
                      </a:cubicBezTo>
                      <a:cubicBezTo>
                        <a:pt x="784" y="372"/>
                        <a:pt x="784" y="372"/>
                        <a:pt x="784" y="372"/>
                      </a:cubicBezTo>
                      <a:lnTo>
                        <a:pt x="784" y="406"/>
                      </a:lnTo>
                      <a:close/>
                      <a:moveTo>
                        <a:pt x="784" y="370"/>
                      </a:moveTo>
                      <a:cubicBezTo>
                        <a:pt x="749" y="370"/>
                        <a:pt x="749" y="370"/>
                        <a:pt x="749" y="370"/>
                      </a:cubicBezTo>
                      <a:cubicBezTo>
                        <a:pt x="749" y="335"/>
                        <a:pt x="749" y="335"/>
                        <a:pt x="749" y="335"/>
                      </a:cubicBezTo>
                      <a:cubicBezTo>
                        <a:pt x="784" y="335"/>
                        <a:pt x="784" y="335"/>
                        <a:pt x="784" y="335"/>
                      </a:cubicBezTo>
                      <a:lnTo>
                        <a:pt x="784" y="370"/>
                      </a:lnTo>
                      <a:close/>
                      <a:moveTo>
                        <a:pt x="784" y="333"/>
                      </a:moveTo>
                      <a:cubicBezTo>
                        <a:pt x="749" y="333"/>
                        <a:pt x="749" y="333"/>
                        <a:pt x="749" y="333"/>
                      </a:cubicBezTo>
                      <a:cubicBezTo>
                        <a:pt x="749" y="298"/>
                        <a:pt x="749" y="298"/>
                        <a:pt x="749" y="298"/>
                      </a:cubicBezTo>
                      <a:cubicBezTo>
                        <a:pt x="784" y="298"/>
                        <a:pt x="784" y="298"/>
                        <a:pt x="784" y="298"/>
                      </a:cubicBezTo>
                      <a:lnTo>
                        <a:pt x="784" y="333"/>
                      </a:lnTo>
                      <a:close/>
                      <a:moveTo>
                        <a:pt x="784" y="296"/>
                      </a:moveTo>
                      <a:cubicBezTo>
                        <a:pt x="749" y="296"/>
                        <a:pt x="749" y="296"/>
                        <a:pt x="749" y="296"/>
                      </a:cubicBezTo>
                      <a:cubicBezTo>
                        <a:pt x="749" y="261"/>
                        <a:pt x="749" y="261"/>
                        <a:pt x="749" y="261"/>
                      </a:cubicBezTo>
                      <a:cubicBezTo>
                        <a:pt x="784" y="261"/>
                        <a:pt x="784" y="261"/>
                        <a:pt x="784" y="261"/>
                      </a:cubicBezTo>
                      <a:lnTo>
                        <a:pt x="784" y="296"/>
                      </a:lnTo>
                      <a:close/>
                      <a:moveTo>
                        <a:pt x="784" y="259"/>
                      </a:moveTo>
                      <a:cubicBezTo>
                        <a:pt x="749" y="259"/>
                        <a:pt x="749" y="259"/>
                        <a:pt x="749" y="259"/>
                      </a:cubicBezTo>
                      <a:cubicBezTo>
                        <a:pt x="749" y="224"/>
                        <a:pt x="749" y="224"/>
                        <a:pt x="749" y="224"/>
                      </a:cubicBezTo>
                      <a:cubicBezTo>
                        <a:pt x="784" y="224"/>
                        <a:pt x="784" y="224"/>
                        <a:pt x="784" y="224"/>
                      </a:cubicBezTo>
                      <a:lnTo>
                        <a:pt x="784" y="259"/>
                      </a:lnTo>
                      <a:close/>
                      <a:moveTo>
                        <a:pt x="784" y="222"/>
                      </a:moveTo>
                      <a:cubicBezTo>
                        <a:pt x="749" y="222"/>
                        <a:pt x="749" y="222"/>
                        <a:pt x="749" y="222"/>
                      </a:cubicBezTo>
                      <a:cubicBezTo>
                        <a:pt x="749" y="187"/>
                        <a:pt x="749" y="187"/>
                        <a:pt x="749" y="187"/>
                      </a:cubicBezTo>
                      <a:cubicBezTo>
                        <a:pt x="784" y="187"/>
                        <a:pt x="784" y="187"/>
                        <a:pt x="784" y="187"/>
                      </a:cubicBezTo>
                      <a:lnTo>
                        <a:pt x="784" y="222"/>
                      </a:lnTo>
                      <a:close/>
                      <a:moveTo>
                        <a:pt x="784" y="185"/>
                      </a:moveTo>
                      <a:cubicBezTo>
                        <a:pt x="749" y="185"/>
                        <a:pt x="749" y="185"/>
                        <a:pt x="749" y="185"/>
                      </a:cubicBezTo>
                      <a:cubicBezTo>
                        <a:pt x="749" y="150"/>
                        <a:pt x="749" y="150"/>
                        <a:pt x="749" y="150"/>
                      </a:cubicBezTo>
                      <a:cubicBezTo>
                        <a:pt x="784" y="150"/>
                        <a:pt x="784" y="150"/>
                        <a:pt x="784" y="150"/>
                      </a:cubicBezTo>
                      <a:lnTo>
                        <a:pt x="784" y="185"/>
                      </a:lnTo>
                      <a:close/>
                      <a:moveTo>
                        <a:pt x="784" y="148"/>
                      </a:moveTo>
                      <a:cubicBezTo>
                        <a:pt x="749" y="148"/>
                        <a:pt x="749" y="148"/>
                        <a:pt x="749" y="148"/>
                      </a:cubicBezTo>
                      <a:cubicBezTo>
                        <a:pt x="749" y="113"/>
                        <a:pt x="749" y="113"/>
                        <a:pt x="749" y="113"/>
                      </a:cubicBezTo>
                      <a:cubicBezTo>
                        <a:pt x="784" y="113"/>
                        <a:pt x="784" y="113"/>
                        <a:pt x="784" y="113"/>
                      </a:cubicBezTo>
                      <a:lnTo>
                        <a:pt x="784" y="148"/>
                      </a:lnTo>
                      <a:close/>
                      <a:moveTo>
                        <a:pt x="784" y="111"/>
                      </a:moveTo>
                      <a:cubicBezTo>
                        <a:pt x="749" y="111"/>
                        <a:pt x="749" y="111"/>
                        <a:pt x="749" y="111"/>
                      </a:cubicBezTo>
                      <a:cubicBezTo>
                        <a:pt x="749" y="76"/>
                        <a:pt x="749" y="76"/>
                        <a:pt x="749" y="76"/>
                      </a:cubicBezTo>
                      <a:cubicBezTo>
                        <a:pt x="784" y="76"/>
                        <a:pt x="784" y="76"/>
                        <a:pt x="784" y="76"/>
                      </a:cubicBezTo>
                      <a:lnTo>
                        <a:pt x="784" y="111"/>
                      </a:lnTo>
                      <a:close/>
                      <a:moveTo>
                        <a:pt x="784" y="74"/>
                      </a:moveTo>
                      <a:cubicBezTo>
                        <a:pt x="749" y="74"/>
                        <a:pt x="749" y="74"/>
                        <a:pt x="749" y="74"/>
                      </a:cubicBezTo>
                      <a:cubicBezTo>
                        <a:pt x="749" y="39"/>
                        <a:pt x="749" y="39"/>
                        <a:pt x="749" y="39"/>
                      </a:cubicBezTo>
                      <a:cubicBezTo>
                        <a:pt x="784" y="39"/>
                        <a:pt x="784" y="39"/>
                        <a:pt x="784" y="39"/>
                      </a:cubicBezTo>
                      <a:lnTo>
                        <a:pt x="784" y="74"/>
                      </a:lnTo>
                      <a:close/>
                      <a:moveTo>
                        <a:pt x="784" y="37"/>
                      </a:moveTo>
                      <a:cubicBezTo>
                        <a:pt x="749" y="37"/>
                        <a:pt x="749" y="37"/>
                        <a:pt x="749" y="37"/>
                      </a:cubicBezTo>
                      <a:cubicBezTo>
                        <a:pt x="749" y="2"/>
                        <a:pt x="749" y="2"/>
                        <a:pt x="749" y="2"/>
                      </a:cubicBezTo>
                      <a:cubicBezTo>
                        <a:pt x="784" y="2"/>
                        <a:pt x="784" y="2"/>
                        <a:pt x="784" y="2"/>
                      </a:cubicBezTo>
                      <a:lnTo>
                        <a:pt x="784" y="37"/>
                      </a:lnTo>
                      <a:close/>
                      <a:moveTo>
                        <a:pt x="821" y="485"/>
                      </a:moveTo>
                      <a:cubicBezTo>
                        <a:pt x="786" y="485"/>
                        <a:pt x="786" y="485"/>
                        <a:pt x="786" y="485"/>
                      </a:cubicBezTo>
                      <a:cubicBezTo>
                        <a:pt x="786" y="448"/>
                        <a:pt x="786" y="448"/>
                        <a:pt x="786" y="448"/>
                      </a:cubicBezTo>
                      <a:cubicBezTo>
                        <a:pt x="821" y="448"/>
                        <a:pt x="821" y="448"/>
                        <a:pt x="821" y="448"/>
                      </a:cubicBezTo>
                      <a:lnTo>
                        <a:pt x="821" y="485"/>
                      </a:lnTo>
                      <a:close/>
                      <a:moveTo>
                        <a:pt x="821" y="446"/>
                      </a:moveTo>
                      <a:cubicBezTo>
                        <a:pt x="786" y="446"/>
                        <a:pt x="786" y="446"/>
                        <a:pt x="786" y="446"/>
                      </a:cubicBezTo>
                      <a:cubicBezTo>
                        <a:pt x="786" y="408"/>
                        <a:pt x="786" y="408"/>
                        <a:pt x="786" y="408"/>
                      </a:cubicBezTo>
                      <a:cubicBezTo>
                        <a:pt x="821" y="408"/>
                        <a:pt x="821" y="408"/>
                        <a:pt x="821" y="408"/>
                      </a:cubicBezTo>
                      <a:lnTo>
                        <a:pt x="821" y="446"/>
                      </a:lnTo>
                      <a:close/>
                      <a:moveTo>
                        <a:pt x="821" y="406"/>
                      </a:moveTo>
                      <a:cubicBezTo>
                        <a:pt x="786" y="406"/>
                        <a:pt x="786" y="406"/>
                        <a:pt x="786" y="406"/>
                      </a:cubicBezTo>
                      <a:cubicBezTo>
                        <a:pt x="786" y="372"/>
                        <a:pt x="786" y="372"/>
                        <a:pt x="786" y="372"/>
                      </a:cubicBezTo>
                      <a:cubicBezTo>
                        <a:pt x="821" y="372"/>
                        <a:pt x="821" y="372"/>
                        <a:pt x="821" y="372"/>
                      </a:cubicBezTo>
                      <a:lnTo>
                        <a:pt x="821" y="406"/>
                      </a:lnTo>
                      <a:close/>
                      <a:moveTo>
                        <a:pt x="821" y="370"/>
                      </a:moveTo>
                      <a:cubicBezTo>
                        <a:pt x="786" y="370"/>
                        <a:pt x="786" y="370"/>
                        <a:pt x="786" y="370"/>
                      </a:cubicBezTo>
                      <a:cubicBezTo>
                        <a:pt x="786" y="335"/>
                        <a:pt x="786" y="335"/>
                        <a:pt x="786" y="335"/>
                      </a:cubicBezTo>
                      <a:cubicBezTo>
                        <a:pt x="821" y="335"/>
                        <a:pt x="821" y="335"/>
                        <a:pt x="821" y="335"/>
                      </a:cubicBezTo>
                      <a:lnTo>
                        <a:pt x="821" y="370"/>
                      </a:lnTo>
                      <a:close/>
                      <a:moveTo>
                        <a:pt x="821" y="333"/>
                      </a:moveTo>
                      <a:cubicBezTo>
                        <a:pt x="786" y="333"/>
                        <a:pt x="786" y="333"/>
                        <a:pt x="786" y="333"/>
                      </a:cubicBezTo>
                      <a:cubicBezTo>
                        <a:pt x="786" y="298"/>
                        <a:pt x="786" y="298"/>
                        <a:pt x="786" y="298"/>
                      </a:cubicBezTo>
                      <a:cubicBezTo>
                        <a:pt x="821" y="298"/>
                        <a:pt x="821" y="298"/>
                        <a:pt x="821" y="298"/>
                      </a:cubicBezTo>
                      <a:lnTo>
                        <a:pt x="821" y="333"/>
                      </a:lnTo>
                      <a:close/>
                      <a:moveTo>
                        <a:pt x="821" y="296"/>
                      </a:moveTo>
                      <a:cubicBezTo>
                        <a:pt x="786" y="296"/>
                        <a:pt x="786" y="296"/>
                        <a:pt x="786" y="296"/>
                      </a:cubicBezTo>
                      <a:cubicBezTo>
                        <a:pt x="786" y="261"/>
                        <a:pt x="786" y="261"/>
                        <a:pt x="786" y="261"/>
                      </a:cubicBezTo>
                      <a:cubicBezTo>
                        <a:pt x="821" y="261"/>
                        <a:pt x="821" y="261"/>
                        <a:pt x="821" y="261"/>
                      </a:cubicBezTo>
                      <a:lnTo>
                        <a:pt x="821" y="296"/>
                      </a:lnTo>
                      <a:close/>
                      <a:moveTo>
                        <a:pt x="821" y="259"/>
                      </a:moveTo>
                      <a:cubicBezTo>
                        <a:pt x="786" y="259"/>
                        <a:pt x="786" y="259"/>
                        <a:pt x="786" y="259"/>
                      </a:cubicBezTo>
                      <a:cubicBezTo>
                        <a:pt x="786" y="224"/>
                        <a:pt x="786" y="224"/>
                        <a:pt x="786" y="224"/>
                      </a:cubicBezTo>
                      <a:cubicBezTo>
                        <a:pt x="821" y="224"/>
                        <a:pt x="821" y="224"/>
                        <a:pt x="821" y="224"/>
                      </a:cubicBezTo>
                      <a:lnTo>
                        <a:pt x="821" y="259"/>
                      </a:lnTo>
                      <a:close/>
                      <a:moveTo>
                        <a:pt x="821" y="222"/>
                      </a:moveTo>
                      <a:cubicBezTo>
                        <a:pt x="786" y="222"/>
                        <a:pt x="786" y="222"/>
                        <a:pt x="786" y="222"/>
                      </a:cubicBezTo>
                      <a:cubicBezTo>
                        <a:pt x="786" y="187"/>
                        <a:pt x="786" y="187"/>
                        <a:pt x="786" y="187"/>
                      </a:cubicBezTo>
                      <a:cubicBezTo>
                        <a:pt x="821" y="187"/>
                        <a:pt x="821" y="187"/>
                        <a:pt x="821" y="187"/>
                      </a:cubicBezTo>
                      <a:lnTo>
                        <a:pt x="821" y="222"/>
                      </a:lnTo>
                      <a:close/>
                      <a:moveTo>
                        <a:pt x="821" y="185"/>
                      </a:moveTo>
                      <a:cubicBezTo>
                        <a:pt x="786" y="185"/>
                        <a:pt x="786" y="185"/>
                        <a:pt x="786" y="185"/>
                      </a:cubicBezTo>
                      <a:cubicBezTo>
                        <a:pt x="786" y="150"/>
                        <a:pt x="786" y="150"/>
                        <a:pt x="786" y="150"/>
                      </a:cubicBezTo>
                      <a:cubicBezTo>
                        <a:pt x="821" y="150"/>
                        <a:pt x="821" y="150"/>
                        <a:pt x="821" y="150"/>
                      </a:cubicBezTo>
                      <a:lnTo>
                        <a:pt x="821" y="185"/>
                      </a:lnTo>
                      <a:close/>
                      <a:moveTo>
                        <a:pt x="821" y="148"/>
                      </a:moveTo>
                      <a:cubicBezTo>
                        <a:pt x="786" y="148"/>
                        <a:pt x="786" y="148"/>
                        <a:pt x="786" y="148"/>
                      </a:cubicBezTo>
                      <a:cubicBezTo>
                        <a:pt x="786" y="113"/>
                        <a:pt x="786" y="113"/>
                        <a:pt x="786" y="113"/>
                      </a:cubicBezTo>
                      <a:cubicBezTo>
                        <a:pt x="821" y="113"/>
                        <a:pt x="821" y="113"/>
                        <a:pt x="821" y="113"/>
                      </a:cubicBezTo>
                      <a:lnTo>
                        <a:pt x="821" y="148"/>
                      </a:lnTo>
                      <a:close/>
                      <a:moveTo>
                        <a:pt x="821" y="111"/>
                      </a:moveTo>
                      <a:cubicBezTo>
                        <a:pt x="786" y="111"/>
                        <a:pt x="786" y="111"/>
                        <a:pt x="786" y="111"/>
                      </a:cubicBezTo>
                      <a:cubicBezTo>
                        <a:pt x="786" y="76"/>
                        <a:pt x="786" y="76"/>
                        <a:pt x="786" y="76"/>
                      </a:cubicBezTo>
                      <a:cubicBezTo>
                        <a:pt x="821" y="76"/>
                        <a:pt x="821" y="76"/>
                        <a:pt x="821" y="76"/>
                      </a:cubicBezTo>
                      <a:lnTo>
                        <a:pt x="821" y="111"/>
                      </a:lnTo>
                      <a:close/>
                      <a:moveTo>
                        <a:pt x="821" y="74"/>
                      </a:moveTo>
                      <a:cubicBezTo>
                        <a:pt x="786" y="74"/>
                        <a:pt x="786" y="74"/>
                        <a:pt x="786" y="74"/>
                      </a:cubicBezTo>
                      <a:cubicBezTo>
                        <a:pt x="786" y="39"/>
                        <a:pt x="786" y="39"/>
                        <a:pt x="786" y="39"/>
                      </a:cubicBezTo>
                      <a:cubicBezTo>
                        <a:pt x="821" y="39"/>
                        <a:pt x="821" y="39"/>
                        <a:pt x="821" y="39"/>
                      </a:cubicBezTo>
                      <a:lnTo>
                        <a:pt x="821" y="74"/>
                      </a:lnTo>
                      <a:close/>
                      <a:moveTo>
                        <a:pt x="821" y="37"/>
                      </a:moveTo>
                      <a:cubicBezTo>
                        <a:pt x="786" y="37"/>
                        <a:pt x="786" y="37"/>
                        <a:pt x="786" y="37"/>
                      </a:cubicBezTo>
                      <a:cubicBezTo>
                        <a:pt x="786" y="2"/>
                        <a:pt x="786" y="2"/>
                        <a:pt x="786" y="2"/>
                      </a:cubicBezTo>
                      <a:cubicBezTo>
                        <a:pt x="821" y="2"/>
                        <a:pt x="821" y="2"/>
                        <a:pt x="821" y="2"/>
                      </a:cubicBezTo>
                      <a:lnTo>
                        <a:pt x="821" y="37"/>
                      </a:lnTo>
                      <a:close/>
                    </a:path>
                  </a:pathLst>
                </a:custGeom>
                <a:solidFill>
                  <a:srgbClr val="4C4442">
                    <a:alpha val="2138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960" name="Google Shape;960;p22"/>
            <p:cNvSpPr/>
            <p:nvPr/>
          </p:nvSpPr>
          <p:spPr>
            <a:xfrm rot="-2684652">
              <a:off x="7902630" y="-276731"/>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sp>
          <p:nvSpPr>
            <p:cNvPr id="961" name="Google Shape;961;p22"/>
            <p:cNvSpPr/>
            <p:nvPr/>
          </p:nvSpPr>
          <p:spPr>
            <a:xfrm rot="-2684652">
              <a:off x="7343780" y="-378006"/>
              <a:ext cx="860686" cy="881567"/>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 </a:t>
              </a:r>
              <a:endParaRPr/>
            </a:p>
          </p:txBody>
        </p:sp>
      </p:grpSp>
      <p:sp>
        <p:nvSpPr>
          <p:cNvPr id="962" name="Google Shape;962;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963" name="Shape 963"/>
        <p:cNvGrpSpPr/>
        <p:nvPr/>
      </p:nvGrpSpPr>
      <p:grpSpPr>
        <a:xfrm>
          <a:off x="0" y="0"/>
          <a:ext cx="0" cy="0"/>
          <a:chOff x="0" y="0"/>
          <a:chExt cx="0" cy="0"/>
        </a:xfrm>
      </p:grpSpPr>
      <p:pic>
        <p:nvPicPr>
          <p:cNvPr id="964" name="Google Shape;964;p23"/>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965" name="Google Shape;965;p23"/>
          <p:cNvGrpSpPr/>
          <p:nvPr/>
        </p:nvGrpSpPr>
        <p:grpSpPr>
          <a:xfrm flipH="1" rot="10800000">
            <a:off x="-572328" y="-78201"/>
            <a:ext cx="9861141" cy="6915330"/>
            <a:chOff x="-572328" y="-1678401"/>
            <a:chExt cx="9861141" cy="6915330"/>
          </a:xfrm>
        </p:grpSpPr>
        <p:grpSp>
          <p:nvGrpSpPr>
            <p:cNvPr id="966" name="Google Shape;966;p23"/>
            <p:cNvGrpSpPr/>
            <p:nvPr/>
          </p:nvGrpSpPr>
          <p:grpSpPr>
            <a:xfrm flipH="1" rot="5400000">
              <a:off x="-1687547" y="1576932"/>
              <a:ext cx="3259139" cy="1028700"/>
              <a:chOff x="5662613" y="-252412"/>
              <a:chExt cx="3259139" cy="1028700"/>
            </a:xfrm>
          </p:grpSpPr>
          <p:sp>
            <p:nvSpPr>
              <p:cNvPr id="967" name="Google Shape;967;p23"/>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23"/>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69" name="Google Shape;969;p23"/>
            <p:cNvSpPr/>
            <p:nvPr/>
          </p:nvSpPr>
          <p:spPr>
            <a:xfrm flipH="1" rot="-5410200">
              <a:off x="-167256" y="246259"/>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0" name="Google Shape;970;p23"/>
            <p:cNvGrpSpPr/>
            <p:nvPr/>
          </p:nvGrpSpPr>
          <p:grpSpPr>
            <a:xfrm>
              <a:off x="7989224" y="4014653"/>
              <a:ext cx="1299589" cy="1222276"/>
              <a:chOff x="7071322" y="3223960"/>
              <a:chExt cx="2152706" cy="2024642"/>
            </a:xfrm>
          </p:grpSpPr>
          <p:sp>
            <p:nvSpPr>
              <p:cNvPr id="971" name="Google Shape;971;p23"/>
              <p:cNvSpPr/>
              <p:nvPr/>
            </p:nvSpPr>
            <p:spPr>
              <a:xfrm rot="10800000">
                <a:off x="7071322" y="3223960"/>
                <a:ext cx="2152706" cy="2024642"/>
              </a:xfrm>
              <a:custGeom>
                <a:rect b="b" l="l" r="r" t="t"/>
                <a:pathLst>
                  <a:path extrusionOk="0" h="57785" w="64380">
                    <a:moveTo>
                      <a:pt x="6704" y="0"/>
                    </a:moveTo>
                    <a:cubicBezTo>
                      <a:pt x="3010" y="0"/>
                      <a:pt x="1" y="2976"/>
                      <a:pt x="1" y="6690"/>
                    </a:cubicBezTo>
                    <a:lnTo>
                      <a:pt x="1" y="57784"/>
                    </a:lnTo>
                    <a:cubicBezTo>
                      <a:pt x="335" y="57420"/>
                      <a:pt x="730" y="57085"/>
                      <a:pt x="1156" y="56842"/>
                    </a:cubicBezTo>
                    <a:lnTo>
                      <a:pt x="882" y="56690"/>
                    </a:lnTo>
                    <a:lnTo>
                      <a:pt x="1217" y="56234"/>
                    </a:lnTo>
                    <a:cubicBezTo>
                      <a:pt x="1217" y="56022"/>
                      <a:pt x="1308" y="55839"/>
                      <a:pt x="1490" y="55778"/>
                    </a:cubicBezTo>
                    <a:cubicBezTo>
                      <a:pt x="1521" y="55657"/>
                      <a:pt x="1582" y="55535"/>
                      <a:pt x="1612" y="55383"/>
                    </a:cubicBezTo>
                    <a:cubicBezTo>
                      <a:pt x="1612" y="55262"/>
                      <a:pt x="1703" y="55170"/>
                      <a:pt x="1794" y="55110"/>
                    </a:cubicBezTo>
                    <a:lnTo>
                      <a:pt x="1794" y="55140"/>
                    </a:lnTo>
                    <a:cubicBezTo>
                      <a:pt x="1864" y="55233"/>
                      <a:pt x="1969" y="55273"/>
                      <a:pt x="2123" y="55273"/>
                    </a:cubicBezTo>
                    <a:cubicBezTo>
                      <a:pt x="2171" y="55273"/>
                      <a:pt x="2223" y="55269"/>
                      <a:pt x="2281" y="55262"/>
                    </a:cubicBezTo>
                    <a:cubicBezTo>
                      <a:pt x="2341" y="55049"/>
                      <a:pt x="2433" y="54867"/>
                      <a:pt x="2524" y="54654"/>
                    </a:cubicBezTo>
                    <a:cubicBezTo>
                      <a:pt x="2493" y="54441"/>
                      <a:pt x="2493" y="54198"/>
                      <a:pt x="2554" y="53955"/>
                    </a:cubicBezTo>
                    <a:lnTo>
                      <a:pt x="2676" y="53955"/>
                    </a:lnTo>
                    <a:cubicBezTo>
                      <a:pt x="2767" y="53985"/>
                      <a:pt x="2858" y="54015"/>
                      <a:pt x="2949" y="54076"/>
                    </a:cubicBezTo>
                    <a:cubicBezTo>
                      <a:pt x="3436" y="53529"/>
                      <a:pt x="3952" y="53043"/>
                      <a:pt x="4500" y="52587"/>
                    </a:cubicBezTo>
                    <a:cubicBezTo>
                      <a:pt x="5168" y="51979"/>
                      <a:pt x="5715" y="51462"/>
                      <a:pt x="6323" y="50976"/>
                    </a:cubicBezTo>
                    <a:cubicBezTo>
                      <a:pt x="6414" y="50672"/>
                      <a:pt x="6627" y="50459"/>
                      <a:pt x="6931" y="50368"/>
                    </a:cubicBezTo>
                    <a:lnTo>
                      <a:pt x="7144" y="50368"/>
                    </a:lnTo>
                    <a:cubicBezTo>
                      <a:pt x="7661" y="50034"/>
                      <a:pt x="8208" y="49760"/>
                      <a:pt x="8755" y="49517"/>
                    </a:cubicBezTo>
                    <a:cubicBezTo>
                      <a:pt x="8877" y="49486"/>
                      <a:pt x="8998" y="49456"/>
                      <a:pt x="9150" y="49456"/>
                    </a:cubicBezTo>
                    <a:cubicBezTo>
                      <a:pt x="9150" y="49426"/>
                      <a:pt x="9180" y="49365"/>
                      <a:pt x="9211" y="49335"/>
                    </a:cubicBezTo>
                    <a:cubicBezTo>
                      <a:pt x="9484" y="48939"/>
                      <a:pt x="9728" y="48514"/>
                      <a:pt x="9971" y="48119"/>
                    </a:cubicBezTo>
                    <a:lnTo>
                      <a:pt x="10366" y="48028"/>
                    </a:lnTo>
                    <a:cubicBezTo>
                      <a:pt x="10683" y="47770"/>
                      <a:pt x="11077" y="47629"/>
                      <a:pt x="11473" y="47629"/>
                    </a:cubicBezTo>
                    <a:cubicBezTo>
                      <a:pt x="11685" y="47629"/>
                      <a:pt x="11897" y="47669"/>
                      <a:pt x="12098" y="47754"/>
                    </a:cubicBezTo>
                    <a:cubicBezTo>
                      <a:pt x="12919" y="47146"/>
                      <a:pt x="13649" y="46994"/>
                      <a:pt x="14804" y="46720"/>
                    </a:cubicBezTo>
                    <a:cubicBezTo>
                      <a:pt x="14956" y="46675"/>
                      <a:pt x="15108" y="46652"/>
                      <a:pt x="15256" y="46652"/>
                    </a:cubicBezTo>
                    <a:cubicBezTo>
                      <a:pt x="15404" y="46652"/>
                      <a:pt x="15548" y="46675"/>
                      <a:pt x="15685" y="46720"/>
                    </a:cubicBezTo>
                    <a:cubicBezTo>
                      <a:pt x="15868" y="46690"/>
                      <a:pt x="16020" y="46599"/>
                      <a:pt x="16141" y="46447"/>
                    </a:cubicBezTo>
                    <a:lnTo>
                      <a:pt x="16080" y="46295"/>
                    </a:lnTo>
                    <a:cubicBezTo>
                      <a:pt x="16171" y="46295"/>
                      <a:pt x="16293" y="46325"/>
                      <a:pt x="16384" y="46325"/>
                    </a:cubicBezTo>
                    <a:cubicBezTo>
                      <a:pt x="16536" y="46295"/>
                      <a:pt x="16688" y="46265"/>
                      <a:pt x="16840" y="46234"/>
                    </a:cubicBezTo>
                    <a:cubicBezTo>
                      <a:pt x="16962" y="46143"/>
                      <a:pt x="17053" y="46021"/>
                      <a:pt x="17144" y="45930"/>
                    </a:cubicBezTo>
                    <a:cubicBezTo>
                      <a:pt x="17203" y="45945"/>
                      <a:pt x="17257" y="45953"/>
                      <a:pt x="17305" y="45953"/>
                    </a:cubicBezTo>
                    <a:cubicBezTo>
                      <a:pt x="17454" y="45953"/>
                      <a:pt x="17547" y="45879"/>
                      <a:pt x="17570" y="45717"/>
                    </a:cubicBezTo>
                    <a:cubicBezTo>
                      <a:pt x="17600" y="45687"/>
                      <a:pt x="17630" y="45687"/>
                      <a:pt x="17691" y="45657"/>
                    </a:cubicBezTo>
                    <a:cubicBezTo>
                      <a:pt x="17934" y="45383"/>
                      <a:pt x="18117" y="45079"/>
                      <a:pt x="18330" y="44806"/>
                    </a:cubicBezTo>
                    <a:cubicBezTo>
                      <a:pt x="17965" y="44410"/>
                      <a:pt x="18603" y="44319"/>
                      <a:pt x="18725" y="44106"/>
                    </a:cubicBezTo>
                    <a:cubicBezTo>
                      <a:pt x="18968" y="44106"/>
                      <a:pt x="19150" y="44046"/>
                      <a:pt x="19211" y="43863"/>
                    </a:cubicBezTo>
                    <a:cubicBezTo>
                      <a:pt x="19363" y="43651"/>
                      <a:pt x="19424" y="43407"/>
                      <a:pt x="19393" y="43164"/>
                    </a:cubicBezTo>
                    <a:cubicBezTo>
                      <a:pt x="19029" y="42344"/>
                      <a:pt x="19029" y="42344"/>
                      <a:pt x="20153" y="42283"/>
                    </a:cubicBezTo>
                    <a:lnTo>
                      <a:pt x="20305" y="42283"/>
                    </a:lnTo>
                    <a:cubicBezTo>
                      <a:pt x="20305" y="42283"/>
                      <a:pt x="20488" y="42131"/>
                      <a:pt x="20457" y="42100"/>
                    </a:cubicBezTo>
                    <a:cubicBezTo>
                      <a:pt x="20366" y="41918"/>
                      <a:pt x="20396" y="41705"/>
                      <a:pt x="20548" y="41584"/>
                    </a:cubicBezTo>
                    <a:cubicBezTo>
                      <a:pt x="20579" y="41614"/>
                      <a:pt x="20609" y="41675"/>
                      <a:pt x="20609" y="41736"/>
                    </a:cubicBezTo>
                    <a:cubicBezTo>
                      <a:pt x="20609" y="41888"/>
                      <a:pt x="20609" y="41979"/>
                      <a:pt x="20852" y="42009"/>
                    </a:cubicBezTo>
                    <a:cubicBezTo>
                      <a:pt x="21065" y="42009"/>
                      <a:pt x="21217" y="42009"/>
                      <a:pt x="21217" y="41857"/>
                    </a:cubicBezTo>
                    <a:cubicBezTo>
                      <a:pt x="21278" y="41553"/>
                      <a:pt x="21582" y="41340"/>
                      <a:pt x="21764" y="41097"/>
                    </a:cubicBezTo>
                    <a:cubicBezTo>
                      <a:pt x="21582" y="40702"/>
                      <a:pt x="21886" y="40489"/>
                      <a:pt x="22190" y="40246"/>
                    </a:cubicBezTo>
                    <a:cubicBezTo>
                      <a:pt x="22342" y="40155"/>
                      <a:pt x="22433" y="39973"/>
                      <a:pt x="22403" y="39790"/>
                    </a:cubicBezTo>
                    <a:cubicBezTo>
                      <a:pt x="22372" y="39608"/>
                      <a:pt x="22463" y="39456"/>
                      <a:pt x="22646" y="39365"/>
                    </a:cubicBezTo>
                    <a:cubicBezTo>
                      <a:pt x="22919" y="39182"/>
                      <a:pt x="23193" y="39000"/>
                      <a:pt x="23497" y="38818"/>
                    </a:cubicBezTo>
                    <a:cubicBezTo>
                      <a:pt x="23545" y="38789"/>
                      <a:pt x="23557" y="38778"/>
                      <a:pt x="23557" y="38778"/>
                    </a:cubicBezTo>
                    <a:lnTo>
                      <a:pt x="23557" y="38778"/>
                    </a:lnTo>
                    <a:cubicBezTo>
                      <a:pt x="23557" y="38778"/>
                      <a:pt x="23504" y="38827"/>
                      <a:pt x="23649" y="38848"/>
                    </a:cubicBezTo>
                    <a:cubicBezTo>
                      <a:pt x="23710" y="38848"/>
                      <a:pt x="23801" y="39000"/>
                      <a:pt x="23770" y="39061"/>
                    </a:cubicBezTo>
                    <a:lnTo>
                      <a:pt x="23710" y="39122"/>
                    </a:lnTo>
                    <a:cubicBezTo>
                      <a:pt x="24196" y="38757"/>
                      <a:pt x="24773" y="38453"/>
                      <a:pt x="25412" y="37997"/>
                    </a:cubicBezTo>
                    <a:cubicBezTo>
                      <a:pt x="25594" y="37815"/>
                      <a:pt x="25777" y="37663"/>
                      <a:pt x="25989" y="37511"/>
                    </a:cubicBezTo>
                    <a:cubicBezTo>
                      <a:pt x="26050" y="37419"/>
                      <a:pt x="26141" y="37328"/>
                      <a:pt x="26202" y="37237"/>
                    </a:cubicBezTo>
                    <a:cubicBezTo>
                      <a:pt x="26232" y="37085"/>
                      <a:pt x="26293" y="36903"/>
                      <a:pt x="26384" y="36720"/>
                    </a:cubicBezTo>
                    <a:cubicBezTo>
                      <a:pt x="26415" y="36660"/>
                      <a:pt x="26536" y="36629"/>
                      <a:pt x="26628" y="36599"/>
                    </a:cubicBezTo>
                    <a:cubicBezTo>
                      <a:pt x="26628" y="36599"/>
                      <a:pt x="26719" y="36629"/>
                      <a:pt x="26749" y="36660"/>
                    </a:cubicBezTo>
                    <a:lnTo>
                      <a:pt x="26749" y="36720"/>
                    </a:lnTo>
                    <a:cubicBezTo>
                      <a:pt x="27053" y="36416"/>
                      <a:pt x="27357" y="36143"/>
                      <a:pt x="27661" y="35900"/>
                    </a:cubicBezTo>
                    <a:cubicBezTo>
                      <a:pt x="28178" y="35322"/>
                      <a:pt x="28695" y="34775"/>
                      <a:pt x="29242" y="34258"/>
                    </a:cubicBezTo>
                    <a:cubicBezTo>
                      <a:pt x="29394" y="34089"/>
                      <a:pt x="29611" y="34005"/>
                      <a:pt x="29832" y="34005"/>
                    </a:cubicBezTo>
                    <a:cubicBezTo>
                      <a:pt x="30009" y="34005"/>
                      <a:pt x="30187" y="34059"/>
                      <a:pt x="30336" y="34167"/>
                    </a:cubicBezTo>
                    <a:cubicBezTo>
                      <a:pt x="30427" y="33985"/>
                      <a:pt x="30518" y="33802"/>
                      <a:pt x="30609" y="33620"/>
                    </a:cubicBezTo>
                    <a:cubicBezTo>
                      <a:pt x="30579" y="33590"/>
                      <a:pt x="30518" y="33529"/>
                      <a:pt x="30549" y="33498"/>
                    </a:cubicBezTo>
                    <a:cubicBezTo>
                      <a:pt x="30579" y="33377"/>
                      <a:pt x="30609" y="33286"/>
                      <a:pt x="30701" y="33194"/>
                    </a:cubicBezTo>
                    <a:cubicBezTo>
                      <a:pt x="31126" y="32708"/>
                      <a:pt x="31369" y="32161"/>
                      <a:pt x="31795" y="31735"/>
                    </a:cubicBezTo>
                    <a:cubicBezTo>
                      <a:pt x="31886" y="31675"/>
                      <a:pt x="31992" y="31644"/>
                      <a:pt x="32099" y="31644"/>
                    </a:cubicBezTo>
                    <a:cubicBezTo>
                      <a:pt x="32205" y="31644"/>
                      <a:pt x="32312" y="31675"/>
                      <a:pt x="32403" y="31735"/>
                    </a:cubicBezTo>
                    <a:cubicBezTo>
                      <a:pt x="32555" y="31887"/>
                      <a:pt x="32707" y="32070"/>
                      <a:pt x="32889" y="32222"/>
                    </a:cubicBezTo>
                    <a:lnTo>
                      <a:pt x="32950" y="32222"/>
                    </a:lnTo>
                    <a:lnTo>
                      <a:pt x="33953" y="32313"/>
                    </a:lnTo>
                    <a:lnTo>
                      <a:pt x="34196" y="32131"/>
                    </a:lnTo>
                    <a:cubicBezTo>
                      <a:pt x="34223" y="31290"/>
                      <a:pt x="34904" y="30643"/>
                      <a:pt x="35720" y="30643"/>
                    </a:cubicBezTo>
                    <a:cubicBezTo>
                      <a:pt x="35818" y="30643"/>
                      <a:pt x="35918" y="30652"/>
                      <a:pt x="36020" y="30672"/>
                    </a:cubicBezTo>
                    <a:lnTo>
                      <a:pt x="36567" y="30459"/>
                    </a:lnTo>
                    <a:lnTo>
                      <a:pt x="36597" y="30459"/>
                    </a:lnTo>
                    <a:cubicBezTo>
                      <a:pt x="36689" y="30125"/>
                      <a:pt x="36871" y="29851"/>
                      <a:pt x="37114" y="29638"/>
                    </a:cubicBezTo>
                    <a:cubicBezTo>
                      <a:pt x="37175" y="29608"/>
                      <a:pt x="37327" y="29608"/>
                      <a:pt x="37418" y="29608"/>
                    </a:cubicBezTo>
                    <a:cubicBezTo>
                      <a:pt x="37448" y="29608"/>
                      <a:pt x="37509" y="29638"/>
                      <a:pt x="37540" y="29699"/>
                    </a:cubicBezTo>
                    <a:cubicBezTo>
                      <a:pt x="37600" y="29790"/>
                      <a:pt x="37631" y="29912"/>
                      <a:pt x="37661" y="30033"/>
                    </a:cubicBezTo>
                    <a:cubicBezTo>
                      <a:pt x="37692" y="30125"/>
                      <a:pt x="37692" y="30246"/>
                      <a:pt x="37813" y="30337"/>
                    </a:cubicBezTo>
                    <a:cubicBezTo>
                      <a:pt x="37874" y="30368"/>
                      <a:pt x="37935" y="30398"/>
                      <a:pt x="38026" y="30428"/>
                    </a:cubicBezTo>
                    <a:cubicBezTo>
                      <a:pt x="38051" y="30441"/>
                      <a:pt x="38082" y="30448"/>
                      <a:pt x="38113" y="30448"/>
                    </a:cubicBezTo>
                    <a:cubicBezTo>
                      <a:pt x="38157" y="30448"/>
                      <a:pt x="38203" y="30434"/>
                      <a:pt x="38239" y="30398"/>
                    </a:cubicBezTo>
                    <a:cubicBezTo>
                      <a:pt x="38330" y="30307"/>
                      <a:pt x="38360" y="30185"/>
                      <a:pt x="38512" y="30185"/>
                    </a:cubicBezTo>
                    <a:cubicBezTo>
                      <a:pt x="38573" y="30125"/>
                      <a:pt x="38604" y="30094"/>
                      <a:pt x="38695" y="30033"/>
                    </a:cubicBezTo>
                    <a:cubicBezTo>
                      <a:pt x="38938" y="29912"/>
                      <a:pt x="39181" y="29790"/>
                      <a:pt x="39485" y="29729"/>
                    </a:cubicBezTo>
                    <a:cubicBezTo>
                      <a:pt x="39897" y="29002"/>
                      <a:pt x="40696" y="28700"/>
                      <a:pt x="41526" y="28700"/>
                    </a:cubicBezTo>
                    <a:cubicBezTo>
                      <a:pt x="41737" y="28700"/>
                      <a:pt x="41950" y="28720"/>
                      <a:pt x="42160" y="28757"/>
                    </a:cubicBezTo>
                    <a:cubicBezTo>
                      <a:pt x="42266" y="28571"/>
                      <a:pt x="42396" y="28477"/>
                      <a:pt x="42610" y="28477"/>
                    </a:cubicBezTo>
                    <a:cubicBezTo>
                      <a:pt x="42640" y="28477"/>
                      <a:pt x="42673" y="28479"/>
                      <a:pt x="42707" y="28483"/>
                    </a:cubicBezTo>
                    <a:cubicBezTo>
                      <a:pt x="42829" y="28483"/>
                      <a:pt x="42950" y="28514"/>
                      <a:pt x="43041" y="28514"/>
                    </a:cubicBezTo>
                    <a:cubicBezTo>
                      <a:pt x="43109" y="28534"/>
                      <a:pt x="43176" y="28543"/>
                      <a:pt x="43242" y="28543"/>
                    </a:cubicBezTo>
                    <a:cubicBezTo>
                      <a:pt x="43474" y="28543"/>
                      <a:pt x="43690" y="28423"/>
                      <a:pt x="43832" y="28210"/>
                    </a:cubicBezTo>
                    <a:cubicBezTo>
                      <a:pt x="43953" y="27997"/>
                      <a:pt x="44044" y="27754"/>
                      <a:pt x="44136" y="27541"/>
                    </a:cubicBezTo>
                    <a:cubicBezTo>
                      <a:pt x="44257" y="27328"/>
                      <a:pt x="44440" y="27176"/>
                      <a:pt x="44652" y="27085"/>
                    </a:cubicBezTo>
                    <a:cubicBezTo>
                      <a:pt x="44865" y="26963"/>
                      <a:pt x="45260" y="26994"/>
                      <a:pt x="45321" y="26781"/>
                    </a:cubicBezTo>
                    <a:cubicBezTo>
                      <a:pt x="45443" y="26416"/>
                      <a:pt x="45321" y="25991"/>
                      <a:pt x="45017" y="25717"/>
                    </a:cubicBezTo>
                    <a:cubicBezTo>
                      <a:pt x="44987" y="25687"/>
                      <a:pt x="44956" y="25656"/>
                      <a:pt x="44926" y="25626"/>
                    </a:cubicBezTo>
                    <a:cubicBezTo>
                      <a:pt x="44622" y="25352"/>
                      <a:pt x="44652" y="24896"/>
                      <a:pt x="44956" y="24623"/>
                    </a:cubicBezTo>
                    <a:cubicBezTo>
                      <a:pt x="45047" y="24562"/>
                      <a:pt x="45139" y="24532"/>
                      <a:pt x="45230" y="24532"/>
                    </a:cubicBezTo>
                    <a:cubicBezTo>
                      <a:pt x="45327" y="24532"/>
                      <a:pt x="45424" y="24571"/>
                      <a:pt x="45506" y="24571"/>
                    </a:cubicBezTo>
                    <a:cubicBezTo>
                      <a:pt x="45526" y="24571"/>
                      <a:pt x="45546" y="24568"/>
                      <a:pt x="45564" y="24562"/>
                    </a:cubicBezTo>
                    <a:cubicBezTo>
                      <a:pt x="45620" y="24551"/>
                      <a:pt x="45679" y="24544"/>
                      <a:pt x="45742" y="24544"/>
                    </a:cubicBezTo>
                    <a:cubicBezTo>
                      <a:pt x="45850" y="24544"/>
                      <a:pt x="45965" y="24565"/>
                      <a:pt x="46081" y="24623"/>
                    </a:cubicBezTo>
                    <a:cubicBezTo>
                      <a:pt x="46172" y="24045"/>
                      <a:pt x="46476" y="23529"/>
                      <a:pt x="46871" y="23134"/>
                    </a:cubicBezTo>
                    <a:cubicBezTo>
                      <a:pt x="47165" y="22840"/>
                      <a:pt x="47559" y="22685"/>
                      <a:pt x="47965" y="22685"/>
                    </a:cubicBezTo>
                    <a:cubicBezTo>
                      <a:pt x="48190" y="22685"/>
                      <a:pt x="48418" y="22732"/>
                      <a:pt x="48634" y="22830"/>
                    </a:cubicBezTo>
                    <a:lnTo>
                      <a:pt x="48968" y="22708"/>
                    </a:lnTo>
                    <a:cubicBezTo>
                      <a:pt x="49029" y="22434"/>
                      <a:pt x="49151" y="22191"/>
                      <a:pt x="49303" y="21948"/>
                    </a:cubicBezTo>
                    <a:cubicBezTo>
                      <a:pt x="49637" y="21492"/>
                      <a:pt x="50123" y="21127"/>
                      <a:pt x="50671" y="20945"/>
                    </a:cubicBezTo>
                    <a:cubicBezTo>
                      <a:pt x="50762" y="20520"/>
                      <a:pt x="50975" y="20124"/>
                      <a:pt x="51248" y="19790"/>
                    </a:cubicBezTo>
                    <a:cubicBezTo>
                      <a:pt x="51461" y="19608"/>
                      <a:pt x="51674" y="19425"/>
                      <a:pt x="51917" y="19304"/>
                    </a:cubicBezTo>
                    <a:cubicBezTo>
                      <a:pt x="51856" y="18453"/>
                      <a:pt x="52403" y="17602"/>
                      <a:pt x="53163" y="17054"/>
                    </a:cubicBezTo>
                    <a:cubicBezTo>
                      <a:pt x="53163" y="16659"/>
                      <a:pt x="53193" y="16234"/>
                      <a:pt x="53163" y="15808"/>
                    </a:cubicBezTo>
                    <a:cubicBezTo>
                      <a:pt x="53102" y="15383"/>
                      <a:pt x="53163" y="14927"/>
                      <a:pt x="53285" y="14532"/>
                    </a:cubicBezTo>
                    <a:cubicBezTo>
                      <a:pt x="52890" y="14136"/>
                      <a:pt x="52859" y="13346"/>
                      <a:pt x="53589" y="13225"/>
                    </a:cubicBezTo>
                    <a:cubicBezTo>
                      <a:pt x="54075" y="13133"/>
                      <a:pt x="54561" y="13012"/>
                      <a:pt x="55017" y="12829"/>
                    </a:cubicBezTo>
                    <a:cubicBezTo>
                      <a:pt x="55078" y="12799"/>
                      <a:pt x="55146" y="12784"/>
                      <a:pt x="55219" y="12784"/>
                    </a:cubicBezTo>
                    <a:cubicBezTo>
                      <a:pt x="55291" y="12784"/>
                      <a:pt x="55367" y="12799"/>
                      <a:pt x="55443" y="12829"/>
                    </a:cubicBezTo>
                    <a:cubicBezTo>
                      <a:pt x="55504" y="12708"/>
                      <a:pt x="55564" y="12617"/>
                      <a:pt x="55625" y="12525"/>
                    </a:cubicBezTo>
                    <a:cubicBezTo>
                      <a:pt x="55747" y="12343"/>
                      <a:pt x="55959" y="12191"/>
                      <a:pt x="56172" y="12130"/>
                    </a:cubicBezTo>
                    <a:cubicBezTo>
                      <a:pt x="56324" y="12070"/>
                      <a:pt x="56567" y="12100"/>
                      <a:pt x="56719" y="12039"/>
                    </a:cubicBezTo>
                    <a:cubicBezTo>
                      <a:pt x="56780" y="11948"/>
                      <a:pt x="56841" y="11857"/>
                      <a:pt x="56902" y="11766"/>
                    </a:cubicBezTo>
                    <a:cubicBezTo>
                      <a:pt x="57023" y="11462"/>
                      <a:pt x="56963" y="11127"/>
                      <a:pt x="56719" y="10884"/>
                    </a:cubicBezTo>
                    <a:cubicBezTo>
                      <a:pt x="56689" y="10854"/>
                      <a:pt x="56659" y="10793"/>
                      <a:pt x="56628" y="10763"/>
                    </a:cubicBezTo>
                    <a:cubicBezTo>
                      <a:pt x="56446" y="10550"/>
                      <a:pt x="56446" y="10215"/>
                      <a:pt x="56628" y="9972"/>
                    </a:cubicBezTo>
                    <a:cubicBezTo>
                      <a:pt x="56628" y="9638"/>
                      <a:pt x="56811" y="9334"/>
                      <a:pt x="57145" y="9182"/>
                    </a:cubicBezTo>
                    <a:cubicBezTo>
                      <a:pt x="57145" y="8817"/>
                      <a:pt x="57388" y="8452"/>
                      <a:pt x="57753" y="8361"/>
                    </a:cubicBezTo>
                    <a:cubicBezTo>
                      <a:pt x="58133" y="8240"/>
                      <a:pt x="58490" y="8224"/>
                      <a:pt x="58843" y="8224"/>
                    </a:cubicBezTo>
                    <a:cubicBezTo>
                      <a:pt x="58961" y="8224"/>
                      <a:pt x="59078" y="8226"/>
                      <a:pt x="59196" y="8226"/>
                    </a:cubicBezTo>
                    <a:cubicBezTo>
                      <a:pt x="59431" y="8226"/>
                      <a:pt x="59668" y="8219"/>
                      <a:pt x="59911" y="8179"/>
                    </a:cubicBezTo>
                    <a:cubicBezTo>
                      <a:pt x="61704" y="7814"/>
                      <a:pt x="61400" y="7054"/>
                      <a:pt x="62373" y="5990"/>
                    </a:cubicBezTo>
                    <a:cubicBezTo>
                      <a:pt x="62677" y="5717"/>
                      <a:pt x="63011" y="5504"/>
                      <a:pt x="63346" y="5291"/>
                    </a:cubicBezTo>
                    <a:cubicBezTo>
                      <a:pt x="63346" y="5139"/>
                      <a:pt x="63376" y="4957"/>
                      <a:pt x="63498" y="4805"/>
                    </a:cubicBezTo>
                    <a:cubicBezTo>
                      <a:pt x="63619" y="4653"/>
                      <a:pt x="63710" y="4501"/>
                      <a:pt x="63832" y="4349"/>
                    </a:cubicBezTo>
                    <a:cubicBezTo>
                      <a:pt x="63802" y="3650"/>
                      <a:pt x="64379" y="2282"/>
                      <a:pt x="63254" y="1249"/>
                    </a:cubicBezTo>
                    <a:cubicBezTo>
                      <a:pt x="62768" y="808"/>
                      <a:pt x="62525" y="702"/>
                      <a:pt x="62229" y="702"/>
                    </a:cubicBezTo>
                    <a:cubicBezTo>
                      <a:pt x="61952" y="702"/>
                      <a:pt x="61629" y="794"/>
                      <a:pt x="61019" y="794"/>
                    </a:cubicBezTo>
                    <a:cubicBezTo>
                      <a:pt x="60975" y="794"/>
                      <a:pt x="60930" y="794"/>
                      <a:pt x="60884" y="793"/>
                    </a:cubicBezTo>
                    <a:lnTo>
                      <a:pt x="6870" y="2"/>
                    </a:lnTo>
                    <a:cubicBezTo>
                      <a:pt x="6815" y="1"/>
                      <a:pt x="6759" y="0"/>
                      <a:pt x="6704" y="0"/>
                    </a:cubicBezTo>
                    <a:close/>
                  </a:path>
                </a:pathLst>
              </a:custGeom>
              <a:solidFill>
                <a:schemeClr val="dk2"/>
              </a:solidFill>
              <a:ln>
                <a:noFill/>
              </a:ln>
              <a:effectLst>
                <a:outerShdw blurRad="42863" rotWithShape="0" algn="bl" dir="1020000" dist="76200">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3"/>
              <p:cNvSpPr/>
              <p:nvPr/>
            </p:nvSpPr>
            <p:spPr>
              <a:xfrm rot="10800000">
                <a:off x="7106409" y="3356921"/>
                <a:ext cx="2117619" cy="1891681"/>
              </a:xfrm>
              <a:custGeom>
                <a:rect b="b" l="l" r="r" t="t"/>
                <a:pathLst>
                  <a:path extrusionOk="0" h="54106" w="63255">
                    <a:moveTo>
                      <a:pt x="6232" y="1"/>
                    </a:moveTo>
                    <a:cubicBezTo>
                      <a:pt x="2797" y="1"/>
                      <a:pt x="1" y="2797"/>
                      <a:pt x="1" y="6232"/>
                    </a:cubicBezTo>
                    <a:lnTo>
                      <a:pt x="1" y="54105"/>
                    </a:lnTo>
                    <a:cubicBezTo>
                      <a:pt x="305" y="53771"/>
                      <a:pt x="670" y="53467"/>
                      <a:pt x="1065" y="53254"/>
                    </a:cubicBezTo>
                    <a:lnTo>
                      <a:pt x="822" y="53102"/>
                    </a:lnTo>
                    <a:lnTo>
                      <a:pt x="1156" y="52676"/>
                    </a:lnTo>
                    <a:cubicBezTo>
                      <a:pt x="1156" y="52494"/>
                      <a:pt x="1186" y="52342"/>
                      <a:pt x="1369" y="52251"/>
                    </a:cubicBezTo>
                    <a:cubicBezTo>
                      <a:pt x="1430" y="52129"/>
                      <a:pt x="1460" y="52038"/>
                      <a:pt x="1490" y="51917"/>
                    </a:cubicBezTo>
                    <a:cubicBezTo>
                      <a:pt x="1521" y="51795"/>
                      <a:pt x="1582" y="51704"/>
                      <a:pt x="1673" y="51643"/>
                    </a:cubicBezTo>
                    <a:lnTo>
                      <a:pt x="1673" y="51673"/>
                    </a:lnTo>
                    <a:cubicBezTo>
                      <a:pt x="1720" y="51791"/>
                      <a:pt x="1822" y="51836"/>
                      <a:pt x="1964" y="51836"/>
                    </a:cubicBezTo>
                    <a:cubicBezTo>
                      <a:pt x="2006" y="51836"/>
                      <a:pt x="2050" y="51832"/>
                      <a:pt x="2098" y="51825"/>
                    </a:cubicBezTo>
                    <a:cubicBezTo>
                      <a:pt x="2159" y="51613"/>
                      <a:pt x="2250" y="51430"/>
                      <a:pt x="2341" y="51278"/>
                    </a:cubicBezTo>
                    <a:cubicBezTo>
                      <a:pt x="2311" y="51035"/>
                      <a:pt x="2311" y="50822"/>
                      <a:pt x="2372" y="50610"/>
                    </a:cubicBezTo>
                    <a:cubicBezTo>
                      <a:pt x="2387" y="50594"/>
                      <a:pt x="2402" y="50587"/>
                      <a:pt x="2417" y="50587"/>
                    </a:cubicBezTo>
                    <a:cubicBezTo>
                      <a:pt x="2433" y="50587"/>
                      <a:pt x="2448" y="50594"/>
                      <a:pt x="2463" y="50610"/>
                    </a:cubicBezTo>
                    <a:cubicBezTo>
                      <a:pt x="2554" y="50640"/>
                      <a:pt x="2645" y="50670"/>
                      <a:pt x="2737" y="50701"/>
                    </a:cubicBezTo>
                    <a:cubicBezTo>
                      <a:pt x="3193" y="50214"/>
                      <a:pt x="3648" y="49758"/>
                      <a:pt x="4196" y="49363"/>
                    </a:cubicBezTo>
                    <a:cubicBezTo>
                      <a:pt x="4804" y="48847"/>
                      <a:pt x="5320" y="48360"/>
                      <a:pt x="5867" y="47935"/>
                    </a:cubicBezTo>
                    <a:cubicBezTo>
                      <a:pt x="5959" y="47661"/>
                      <a:pt x="6171" y="47418"/>
                      <a:pt x="6445" y="47357"/>
                    </a:cubicBezTo>
                    <a:cubicBezTo>
                      <a:pt x="6506" y="47357"/>
                      <a:pt x="6566" y="47357"/>
                      <a:pt x="6627" y="47388"/>
                    </a:cubicBezTo>
                    <a:cubicBezTo>
                      <a:pt x="7114" y="47084"/>
                      <a:pt x="7630" y="46840"/>
                      <a:pt x="8147" y="46658"/>
                    </a:cubicBezTo>
                    <a:cubicBezTo>
                      <a:pt x="8269" y="46628"/>
                      <a:pt x="8390" y="46597"/>
                      <a:pt x="8512" y="46597"/>
                    </a:cubicBezTo>
                    <a:cubicBezTo>
                      <a:pt x="8542" y="46567"/>
                      <a:pt x="8542" y="46537"/>
                      <a:pt x="8573" y="46476"/>
                    </a:cubicBezTo>
                    <a:cubicBezTo>
                      <a:pt x="8846" y="46111"/>
                      <a:pt x="9059" y="45716"/>
                      <a:pt x="9302" y="45351"/>
                    </a:cubicBezTo>
                    <a:lnTo>
                      <a:pt x="9667" y="45290"/>
                    </a:lnTo>
                    <a:cubicBezTo>
                      <a:pt x="9944" y="45050"/>
                      <a:pt x="10288" y="44934"/>
                      <a:pt x="10639" y="44934"/>
                    </a:cubicBezTo>
                    <a:cubicBezTo>
                      <a:pt x="10865" y="44934"/>
                      <a:pt x="11094" y="44982"/>
                      <a:pt x="11308" y="45078"/>
                    </a:cubicBezTo>
                    <a:cubicBezTo>
                      <a:pt x="12068" y="44561"/>
                      <a:pt x="12767" y="44439"/>
                      <a:pt x="13861" y="44196"/>
                    </a:cubicBezTo>
                    <a:cubicBezTo>
                      <a:pt x="13983" y="44181"/>
                      <a:pt x="14105" y="44173"/>
                      <a:pt x="14226" y="44173"/>
                    </a:cubicBezTo>
                    <a:cubicBezTo>
                      <a:pt x="14348" y="44173"/>
                      <a:pt x="14469" y="44181"/>
                      <a:pt x="14591" y="44196"/>
                    </a:cubicBezTo>
                    <a:cubicBezTo>
                      <a:pt x="14895" y="43923"/>
                      <a:pt x="15168" y="43619"/>
                      <a:pt x="15503" y="43345"/>
                    </a:cubicBezTo>
                    <a:cubicBezTo>
                      <a:pt x="15928" y="43011"/>
                      <a:pt x="16597" y="42919"/>
                      <a:pt x="16445" y="42464"/>
                    </a:cubicBezTo>
                    <a:cubicBezTo>
                      <a:pt x="16384" y="42190"/>
                      <a:pt x="16445" y="41916"/>
                      <a:pt x="16658" y="41704"/>
                    </a:cubicBezTo>
                    <a:cubicBezTo>
                      <a:pt x="16719" y="41643"/>
                      <a:pt x="16810" y="41552"/>
                      <a:pt x="16901" y="41491"/>
                    </a:cubicBezTo>
                    <a:cubicBezTo>
                      <a:pt x="16871" y="41369"/>
                      <a:pt x="16871" y="41248"/>
                      <a:pt x="16871" y="41126"/>
                    </a:cubicBezTo>
                    <a:cubicBezTo>
                      <a:pt x="16958" y="40599"/>
                      <a:pt x="17413" y="40213"/>
                      <a:pt x="17909" y="40213"/>
                    </a:cubicBezTo>
                    <a:cubicBezTo>
                      <a:pt x="17928" y="40213"/>
                      <a:pt x="17946" y="40213"/>
                      <a:pt x="17965" y="40214"/>
                    </a:cubicBezTo>
                    <a:cubicBezTo>
                      <a:pt x="18086" y="40123"/>
                      <a:pt x="18360" y="40123"/>
                      <a:pt x="18846" y="40123"/>
                    </a:cubicBezTo>
                    <a:lnTo>
                      <a:pt x="18998" y="40123"/>
                    </a:lnTo>
                    <a:cubicBezTo>
                      <a:pt x="19029" y="40093"/>
                      <a:pt x="19181" y="39971"/>
                      <a:pt x="19181" y="39941"/>
                    </a:cubicBezTo>
                    <a:cubicBezTo>
                      <a:pt x="19089" y="39789"/>
                      <a:pt x="19120" y="39576"/>
                      <a:pt x="19272" y="39454"/>
                    </a:cubicBezTo>
                    <a:cubicBezTo>
                      <a:pt x="19302" y="39485"/>
                      <a:pt x="19302" y="39546"/>
                      <a:pt x="19302" y="39606"/>
                    </a:cubicBezTo>
                    <a:cubicBezTo>
                      <a:pt x="19302" y="39728"/>
                      <a:pt x="19302" y="39850"/>
                      <a:pt x="19545" y="39880"/>
                    </a:cubicBezTo>
                    <a:cubicBezTo>
                      <a:pt x="19758" y="39880"/>
                      <a:pt x="19880" y="39880"/>
                      <a:pt x="19910" y="39728"/>
                    </a:cubicBezTo>
                    <a:cubicBezTo>
                      <a:pt x="19971" y="39454"/>
                      <a:pt x="20245" y="39272"/>
                      <a:pt x="20427" y="39029"/>
                    </a:cubicBezTo>
                    <a:cubicBezTo>
                      <a:pt x="20245" y="38664"/>
                      <a:pt x="20548" y="38451"/>
                      <a:pt x="20852" y="38239"/>
                    </a:cubicBezTo>
                    <a:cubicBezTo>
                      <a:pt x="21004" y="38147"/>
                      <a:pt x="21065" y="37965"/>
                      <a:pt x="21035" y="37813"/>
                    </a:cubicBezTo>
                    <a:cubicBezTo>
                      <a:pt x="21004" y="37631"/>
                      <a:pt x="21096" y="37479"/>
                      <a:pt x="21248" y="37387"/>
                    </a:cubicBezTo>
                    <a:cubicBezTo>
                      <a:pt x="21521" y="37205"/>
                      <a:pt x="21795" y="37053"/>
                      <a:pt x="22068" y="36901"/>
                    </a:cubicBezTo>
                    <a:cubicBezTo>
                      <a:pt x="22126" y="36872"/>
                      <a:pt x="22144" y="36862"/>
                      <a:pt x="22148" y="36862"/>
                    </a:cubicBezTo>
                    <a:cubicBezTo>
                      <a:pt x="22155" y="36862"/>
                      <a:pt x="22096" y="36911"/>
                      <a:pt x="22220" y="36932"/>
                    </a:cubicBezTo>
                    <a:cubicBezTo>
                      <a:pt x="22980" y="36080"/>
                      <a:pt x="23740" y="35442"/>
                      <a:pt x="24804" y="35138"/>
                    </a:cubicBezTo>
                    <a:cubicBezTo>
                      <a:pt x="24834" y="35077"/>
                      <a:pt x="24865" y="35017"/>
                      <a:pt x="24865" y="34956"/>
                    </a:cubicBezTo>
                    <a:cubicBezTo>
                      <a:pt x="24895" y="34895"/>
                      <a:pt x="25017" y="34834"/>
                      <a:pt x="25108" y="34804"/>
                    </a:cubicBezTo>
                    <a:cubicBezTo>
                      <a:pt x="25169" y="34834"/>
                      <a:pt x="25199" y="34865"/>
                      <a:pt x="25229" y="34895"/>
                    </a:cubicBezTo>
                    <a:lnTo>
                      <a:pt x="25260" y="34925"/>
                    </a:lnTo>
                    <a:cubicBezTo>
                      <a:pt x="25533" y="34682"/>
                      <a:pt x="25807" y="34409"/>
                      <a:pt x="26111" y="34166"/>
                    </a:cubicBezTo>
                    <a:cubicBezTo>
                      <a:pt x="26628" y="33649"/>
                      <a:pt x="27144" y="33132"/>
                      <a:pt x="27661" y="32646"/>
                    </a:cubicBezTo>
                    <a:cubicBezTo>
                      <a:pt x="27809" y="32482"/>
                      <a:pt x="28018" y="32397"/>
                      <a:pt x="28227" y="32397"/>
                    </a:cubicBezTo>
                    <a:cubicBezTo>
                      <a:pt x="28406" y="32397"/>
                      <a:pt x="28585" y="32459"/>
                      <a:pt x="28725" y="32585"/>
                    </a:cubicBezTo>
                    <a:cubicBezTo>
                      <a:pt x="28816" y="32403"/>
                      <a:pt x="28907" y="32251"/>
                      <a:pt x="28998" y="32068"/>
                    </a:cubicBezTo>
                    <a:cubicBezTo>
                      <a:pt x="28968" y="32038"/>
                      <a:pt x="28907" y="31977"/>
                      <a:pt x="28938" y="31947"/>
                    </a:cubicBezTo>
                    <a:cubicBezTo>
                      <a:pt x="28938" y="31825"/>
                      <a:pt x="28998" y="31734"/>
                      <a:pt x="29059" y="31643"/>
                    </a:cubicBezTo>
                    <a:cubicBezTo>
                      <a:pt x="29485" y="31187"/>
                      <a:pt x="29728" y="30670"/>
                      <a:pt x="30154" y="30245"/>
                    </a:cubicBezTo>
                    <a:cubicBezTo>
                      <a:pt x="30245" y="30184"/>
                      <a:pt x="30351" y="30153"/>
                      <a:pt x="30454" y="30153"/>
                    </a:cubicBezTo>
                    <a:cubicBezTo>
                      <a:pt x="30556" y="30153"/>
                      <a:pt x="30655" y="30184"/>
                      <a:pt x="30731" y="30245"/>
                    </a:cubicBezTo>
                    <a:lnTo>
                      <a:pt x="30822" y="30245"/>
                    </a:lnTo>
                    <a:cubicBezTo>
                      <a:pt x="31521" y="30214"/>
                      <a:pt x="32129" y="30001"/>
                      <a:pt x="32737" y="29910"/>
                    </a:cubicBezTo>
                    <a:cubicBezTo>
                      <a:pt x="33034" y="29515"/>
                      <a:pt x="33491" y="29260"/>
                      <a:pt x="33961" y="29260"/>
                    </a:cubicBezTo>
                    <a:cubicBezTo>
                      <a:pt x="34070" y="29260"/>
                      <a:pt x="34179" y="29274"/>
                      <a:pt x="34287" y="29302"/>
                    </a:cubicBezTo>
                    <a:lnTo>
                      <a:pt x="34865" y="29089"/>
                    </a:lnTo>
                    <a:lnTo>
                      <a:pt x="34895" y="29089"/>
                    </a:lnTo>
                    <a:cubicBezTo>
                      <a:pt x="34926" y="28938"/>
                      <a:pt x="34986" y="28786"/>
                      <a:pt x="35078" y="28664"/>
                    </a:cubicBezTo>
                    <a:cubicBezTo>
                      <a:pt x="35382" y="27813"/>
                      <a:pt x="37053" y="27934"/>
                      <a:pt x="37813" y="27904"/>
                    </a:cubicBezTo>
                    <a:cubicBezTo>
                      <a:pt x="37965" y="27889"/>
                      <a:pt x="38110" y="27881"/>
                      <a:pt x="38250" y="27881"/>
                    </a:cubicBezTo>
                    <a:cubicBezTo>
                      <a:pt x="38391" y="27881"/>
                      <a:pt x="38528" y="27889"/>
                      <a:pt x="38664" y="27904"/>
                    </a:cubicBezTo>
                    <a:cubicBezTo>
                      <a:pt x="38847" y="27843"/>
                      <a:pt x="39029" y="27722"/>
                      <a:pt x="39181" y="27570"/>
                    </a:cubicBezTo>
                    <a:cubicBezTo>
                      <a:pt x="39504" y="27354"/>
                      <a:pt x="39888" y="27231"/>
                      <a:pt x="40278" y="27231"/>
                    </a:cubicBezTo>
                    <a:cubicBezTo>
                      <a:pt x="40440" y="27231"/>
                      <a:pt x="40602" y="27252"/>
                      <a:pt x="40762" y="27296"/>
                    </a:cubicBezTo>
                    <a:cubicBezTo>
                      <a:pt x="40807" y="27281"/>
                      <a:pt x="40853" y="27273"/>
                      <a:pt x="40898" y="27273"/>
                    </a:cubicBezTo>
                    <a:cubicBezTo>
                      <a:pt x="40944" y="27273"/>
                      <a:pt x="40990" y="27281"/>
                      <a:pt x="41035" y="27296"/>
                    </a:cubicBezTo>
                    <a:cubicBezTo>
                      <a:pt x="41157" y="27296"/>
                      <a:pt x="41248" y="27327"/>
                      <a:pt x="41370" y="27327"/>
                    </a:cubicBezTo>
                    <a:cubicBezTo>
                      <a:pt x="41438" y="27337"/>
                      <a:pt x="41504" y="27342"/>
                      <a:pt x="41565" y="27342"/>
                    </a:cubicBezTo>
                    <a:cubicBezTo>
                      <a:pt x="41855" y="27342"/>
                      <a:pt x="42059" y="27229"/>
                      <a:pt x="42160" y="27053"/>
                    </a:cubicBezTo>
                    <a:cubicBezTo>
                      <a:pt x="42281" y="26810"/>
                      <a:pt x="42373" y="26597"/>
                      <a:pt x="42464" y="26384"/>
                    </a:cubicBezTo>
                    <a:cubicBezTo>
                      <a:pt x="42585" y="26172"/>
                      <a:pt x="42768" y="26020"/>
                      <a:pt x="42981" y="25928"/>
                    </a:cubicBezTo>
                    <a:cubicBezTo>
                      <a:pt x="43193" y="25837"/>
                      <a:pt x="43619" y="25868"/>
                      <a:pt x="43649" y="25655"/>
                    </a:cubicBezTo>
                    <a:cubicBezTo>
                      <a:pt x="43771" y="25290"/>
                      <a:pt x="43649" y="24864"/>
                      <a:pt x="43345" y="24621"/>
                    </a:cubicBezTo>
                    <a:cubicBezTo>
                      <a:pt x="43315" y="24591"/>
                      <a:pt x="43254" y="24561"/>
                      <a:pt x="43224" y="24530"/>
                    </a:cubicBezTo>
                    <a:cubicBezTo>
                      <a:pt x="42920" y="24257"/>
                      <a:pt x="42950" y="23770"/>
                      <a:pt x="43254" y="23527"/>
                    </a:cubicBezTo>
                    <a:cubicBezTo>
                      <a:pt x="43345" y="23466"/>
                      <a:pt x="43436" y="23436"/>
                      <a:pt x="43528" y="23436"/>
                    </a:cubicBezTo>
                    <a:cubicBezTo>
                      <a:pt x="43625" y="23436"/>
                      <a:pt x="43722" y="23475"/>
                      <a:pt x="43804" y="23475"/>
                    </a:cubicBezTo>
                    <a:cubicBezTo>
                      <a:pt x="43824" y="23475"/>
                      <a:pt x="43844" y="23472"/>
                      <a:pt x="43862" y="23466"/>
                    </a:cubicBezTo>
                    <a:cubicBezTo>
                      <a:pt x="43929" y="23455"/>
                      <a:pt x="43995" y="23448"/>
                      <a:pt x="44062" y="23448"/>
                    </a:cubicBezTo>
                    <a:cubicBezTo>
                      <a:pt x="44178" y="23448"/>
                      <a:pt x="44293" y="23469"/>
                      <a:pt x="44409" y="23527"/>
                    </a:cubicBezTo>
                    <a:cubicBezTo>
                      <a:pt x="44500" y="22980"/>
                      <a:pt x="44774" y="22463"/>
                      <a:pt x="45199" y="22068"/>
                    </a:cubicBezTo>
                    <a:cubicBezTo>
                      <a:pt x="45503" y="21783"/>
                      <a:pt x="45890" y="21641"/>
                      <a:pt x="46286" y="21641"/>
                    </a:cubicBezTo>
                    <a:cubicBezTo>
                      <a:pt x="46524" y="21641"/>
                      <a:pt x="46765" y="21692"/>
                      <a:pt x="46993" y="21795"/>
                    </a:cubicBezTo>
                    <a:lnTo>
                      <a:pt x="47357" y="21703"/>
                    </a:lnTo>
                    <a:cubicBezTo>
                      <a:pt x="47388" y="21430"/>
                      <a:pt x="47509" y="21187"/>
                      <a:pt x="47692" y="20974"/>
                    </a:cubicBezTo>
                    <a:cubicBezTo>
                      <a:pt x="48026" y="20488"/>
                      <a:pt x="48513" y="20153"/>
                      <a:pt x="49060" y="19971"/>
                    </a:cubicBezTo>
                    <a:cubicBezTo>
                      <a:pt x="49181" y="19545"/>
                      <a:pt x="49364" y="19150"/>
                      <a:pt x="49668" y="18816"/>
                    </a:cubicBezTo>
                    <a:cubicBezTo>
                      <a:pt x="49850" y="18633"/>
                      <a:pt x="50063" y="18481"/>
                      <a:pt x="50336" y="18360"/>
                    </a:cubicBezTo>
                    <a:cubicBezTo>
                      <a:pt x="50336" y="17509"/>
                      <a:pt x="50731" y="16718"/>
                      <a:pt x="51400" y="16263"/>
                    </a:cubicBezTo>
                    <a:cubicBezTo>
                      <a:pt x="51552" y="15685"/>
                      <a:pt x="51704" y="14986"/>
                      <a:pt x="51461" y="14439"/>
                    </a:cubicBezTo>
                    <a:cubicBezTo>
                      <a:pt x="51309" y="14165"/>
                      <a:pt x="51339" y="13801"/>
                      <a:pt x="51522" y="13557"/>
                    </a:cubicBezTo>
                    <a:cubicBezTo>
                      <a:pt x="51461" y="13466"/>
                      <a:pt x="51431" y="13345"/>
                      <a:pt x="51431" y="13193"/>
                    </a:cubicBezTo>
                    <a:cubicBezTo>
                      <a:pt x="51400" y="12858"/>
                      <a:pt x="51643" y="12554"/>
                      <a:pt x="51978" y="12463"/>
                    </a:cubicBezTo>
                    <a:cubicBezTo>
                      <a:pt x="52065" y="12397"/>
                      <a:pt x="52200" y="12347"/>
                      <a:pt x="52326" y="12347"/>
                    </a:cubicBezTo>
                    <a:cubicBezTo>
                      <a:pt x="52374" y="12347"/>
                      <a:pt x="52422" y="12355"/>
                      <a:pt x="52464" y="12372"/>
                    </a:cubicBezTo>
                    <a:cubicBezTo>
                      <a:pt x="52586" y="12402"/>
                      <a:pt x="52707" y="12433"/>
                      <a:pt x="52798" y="12463"/>
                    </a:cubicBezTo>
                    <a:cubicBezTo>
                      <a:pt x="52887" y="12490"/>
                      <a:pt x="52978" y="12503"/>
                      <a:pt x="53068" y="12503"/>
                    </a:cubicBezTo>
                    <a:cubicBezTo>
                      <a:pt x="53287" y="12503"/>
                      <a:pt x="53499" y="12423"/>
                      <a:pt x="53649" y="12250"/>
                    </a:cubicBezTo>
                    <a:cubicBezTo>
                      <a:pt x="53801" y="12068"/>
                      <a:pt x="53893" y="11825"/>
                      <a:pt x="54045" y="11642"/>
                    </a:cubicBezTo>
                    <a:cubicBezTo>
                      <a:pt x="54197" y="11460"/>
                      <a:pt x="54379" y="11308"/>
                      <a:pt x="54622" y="11247"/>
                    </a:cubicBezTo>
                    <a:cubicBezTo>
                      <a:pt x="54804" y="11186"/>
                      <a:pt x="55048" y="11217"/>
                      <a:pt x="55200" y="11156"/>
                    </a:cubicBezTo>
                    <a:cubicBezTo>
                      <a:pt x="55260" y="11065"/>
                      <a:pt x="55321" y="10974"/>
                      <a:pt x="55382" y="10883"/>
                    </a:cubicBezTo>
                    <a:cubicBezTo>
                      <a:pt x="55504" y="10579"/>
                      <a:pt x="55412" y="10244"/>
                      <a:pt x="55169" y="10001"/>
                    </a:cubicBezTo>
                    <a:cubicBezTo>
                      <a:pt x="55139" y="9971"/>
                      <a:pt x="55108" y="9940"/>
                      <a:pt x="55078" y="9910"/>
                    </a:cubicBezTo>
                    <a:cubicBezTo>
                      <a:pt x="54896" y="9667"/>
                      <a:pt x="54896" y="9363"/>
                      <a:pt x="55078" y="9120"/>
                    </a:cubicBezTo>
                    <a:cubicBezTo>
                      <a:pt x="55078" y="8785"/>
                      <a:pt x="55260" y="8451"/>
                      <a:pt x="55595" y="8329"/>
                    </a:cubicBezTo>
                    <a:cubicBezTo>
                      <a:pt x="55595" y="7934"/>
                      <a:pt x="55838" y="7600"/>
                      <a:pt x="56203" y="7478"/>
                    </a:cubicBezTo>
                    <a:cubicBezTo>
                      <a:pt x="56598" y="7372"/>
                      <a:pt x="56978" y="7364"/>
                      <a:pt x="57354" y="7364"/>
                    </a:cubicBezTo>
                    <a:cubicBezTo>
                      <a:pt x="57417" y="7364"/>
                      <a:pt x="57479" y="7364"/>
                      <a:pt x="57542" y="7364"/>
                    </a:cubicBezTo>
                    <a:cubicBezTo>
                      <a:pt x="57854" y="7364"/>
                      <a:pt x="58166" y="7359"/>
                      <a:pt x="58482" y="7296"/>
                    </a:cubicBezTo>
                    <a:cubicBezTo>
                      <a:pt x="60397" y="6931"/>
                      <a:pt x="60032" y="6171"/>
                      <a:pt x="61066" y="5107"/>
                    </a:cubicBezTo>
                    <a:cubicBezTo>
                      <a:pt x="61370" y="4864"/>
                      <a:pt x="61704" y="4621"/>
                      <a:pt x="62069" y="4439"/>
                    </a:cubicBezTo>
                    <a:cubicBezTo>
                      <a:pt x="62069" y="4256"/>
                      <a:pt x="62099" y="4074"/>
                      <a:pt x="62221" y="3922"/>
                    </a:cubicBezTo>
                    <a:cubicBezTo>
                      <a:pt x="62343" y="3770"/>
                      <a:pt x="62464" y="3618"/>
                      <a:pt x="62586" y="3466"/>
                    </a:cubicBezTo>
                    <a:cubicBezTo>
                      <a:pt x="62525" y="2797"/>
                      <a:pt x="62950" y="2159"/>
                      <a:pt x="63254" y="1369"/>
                    </a:cubicBezTo>
                    <a:cubicBezTo>
                      <a:pt x="62160" y="487"/>
                      <a:pt x="60792" y="1"/>
                      <a:pt x="5936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3" name="Google Shape;973;p23"/>
              <p:cNvGrpSpPr/>
              <p:nvPr/>
            </p:nvGrpSpPr>
            <p:grpSpPr>
              <a:xfrm rot="10800000">
                <a:off x="7984865" y="4119996"/>
                <a:ext cx="1239152" cy="1128603"/>
                <a:chOff x="390884" y="252477"/>
                <a:chExt cx="1001254" cy="911929"/>
              </a:xfrm>
            </p:grpSpPr>
            <p:sp>
              <p:nvSpPr>
                <p:cNvPr id="974" name="Google Shape;974;p23"/>
                <p:cNvSpPr/>
                <p:nvPr/>
              </p:nvSpPr>
              <p:spPr>
                <a:xfrm>
                  <a:off x="448429" y="835607"/>
                  <a:ext cx="11187" cy="9831"/>
                </a:xfrm>
                <a:custGeom>
                  <a:rect b="b" l="l" r="r" t="t"/>
                  <a:pathLst>
                    <a:path extrusionOk="0" h="348" w="396">
                      <a:moveTo>
                        <a:pt x="212" y="1"/>
                      </a:moveTo>
                      <a:cubicBezTo>
                        <a:pt x="174" y="1"/>
                        <a:pt x="133" y="17"/>
                        <a:pt x="92" y="58"/>
                      </a:cubicBezTo>
                      <a:cubicBezTo>
                        <a:pt x="0" y="180"/>
                        <a:pt x="0" y="210"/>
                        <a:pt x="92" y="301"/>
                      </a:cubicBezTo>
                      <a:cubicBezTo>
                        <a:pt x="122" y="332"/>
                        <a:pt x="160" y="347"/>
                        <a:pt x="202" y="347"/>
                      </a:cubicBezTo>
                      <a:cubicBezTo>
                        <a:pt x="244" y="347"/>
                        <a:pt x="289" y="332"/>
                        <a:pt x="335" y="301"/>
                      </a:cubicBezTo>
                      <a:cubicBezTo>
                        <a:pt x="396" y="241"/>
                        <a:pt x="396" y="119"/>
                        <a:pt x="335" y="58"/>
                      </a:cubicBezTo>
                      <a:cubicBezTo>
                        <a:pt x="301" y="25"/>
                        <a:pt x="259" y="1"/>
                        <a:pt x="21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3"/>
                <p:cNvSpPr/>
                <p:nvPr/>
              </p:nvSpPr>
              <p:spPr>
                <a:xfrm>
                  <a:off x="1229814" y="464886"/>
                  <a:ext cx="12063" cy="9605"/>
                </a:xfrm>
                <a:custGeom>
                  <a:rect b="b" l="l" r="r" t="t"/>
                  <a:pathLst>
                    <a:path extrusionOk="0" h="340" w="427">
                      <a:moveTo>
                        <a:pt x="205" y="1"/>
                      </a:moveTo>
                      <a:cubicBezTo>
                        <a:pt x="170" y="1"/>
                        <a:pt x="134" y="24"/>
                        <a:pt x="92" y="81"/>
                      </a:cubicBezTo>
                      <a:cubicBezTo>
                        <a:pt x="31" y="172"/>
                        <a:pt x="1" y="233"/>
                        <a:pt x="92" y="294"/>
                      </a:cubicBezTo>
                      <a:cubicBezTo>
                        <a:pt x="153" y="324"/>
                        <a:pt x="191" y="339"/>
                        <a:pt x="225" y="339"/>
                      </a:cubicBezTo>
                      <a:cubicBezTo>
                        <a:pt x="259" y="339"/>
                        <a:pt x="289" y="324"/>
                        <a:pt x="335" y="294"/>
                      </a:cubicBezTo>
                      <a:cubicBezTo>
                        <a:pt x="396" y="233"/>
                        <a:pt x="426" y="142"/>
                        <a:pt x="335" y="81"/>
                      </a:cubicBezTo>
                      <a:cubicBezTo>
                        <a:pt x="286" y="32"/>
                        <a:pt x="246" y="1"/>
                        <a:pt x="20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3"/>
                <p:cNvSpPr/>
                <p:nvPr/>
              </p:nvSpPr>
              <p:spPr>
                <a:xfrm>
                  <a:off x="1125912" y="326491"/>
                  <a:ext cx="27516" cy="17515"/>
                </a:xfrm>
                <a:custGeom>
                  <a:rect b="b" l="l" r="r" t="t"/>
                  <a:pathLst>
                    <a:path extrusionOk="0" h="620" w="974">
                      <a:moveTo>
                        <a:pt x="514" y="1"/>
                      </a:moveTo>
                      <a:cubicBezTo>
                        <a:pt x="414" y="1"/>
                        <a:pt x="314" y="87"/>
                        <a:pt x="213" y="147"/>
                      </a:cubicBezTo>
                      <a:cubicBezTo>
                        <a:pt x="122" y="208"/>
                        <a:pt x="1" y="268"/>
                        <a:pt x="61" y="420"/>
                      </a:cubicBezTo>
                      <a:cubicBezTo>
                        <a:pt x="92" y="542"/>
                        <a:pt x="274" y="512"/>
                        <a:pt x="396" y="542"/>
                      </a:cubicBezTo>
                      <a:cubicBezTo>
                        <a:pt x="504" y="542"/>
                        <a:pt x="644" y="620"/>
                        <a:pt x="792" y="620"/>
                      </a:cubicBezTo>
                      <a:cubicBezTo>
                        <a:pt x="852" y="620"/>
                        <a:pt x="913" y="607"/>
                        <a:pt x="973" y="572"/>
                      </a:cubicBezTo>
                      <a:cubicBezTo>
                        <a:pt x="913" y="390"/>
                        <a:pt x="821" y="208"/>
                        <a:pt x="669" y="86"/>
                      </a:cubicBezTo>
                      <a:cubicBezTo>
                        <a:pt x="617" y="24"/>
                        <a:pt x="566" y="1"/>
                        <a:pt x="5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3"/>
                <p:cNvSpPr/>
                <p:nvPr/>
              </p:nvSpPr>
              <p:spPr>
                <a:xfrm>
                  <a:off x="616740" y="374770"/>
                  <a:ext cx="12035" cy="9549"/>
                </a:xfrm>
                <a:custGeom>
                  <a:rect b="b" l="l" r="r" t="t"/>
                  <a:pathLst>
                    <a:path extrusionOk="0" h="338" w="426">
                      <a:moveTo>
                        <a:pt x="251" y="0"/>
                      </a:moveTo>
                      <a:cubicBezTo>
                        <a:pt x="219" y="0"/>
                        <a:pt x="185" y="7"/>
                        <a:pt x="152" y="18"/>
                      </a:cubicBezTo>
                      <a:cubicBezTo>
                        <a:pt x="61" y="110"/>
                        <a:pt x="0" y="201"/>
                        <a:pt x="122" y="292"/>
                      </a:cubicBezTo>
                      <a:cubicBezTo>
                        <a:pt x="152" y="322"/>
                        <a:pt x="190" y="338"/>
                        <a:pt x="232" y="338"/>
                      </a:cubicBezTo>
                      <a:cubicBezTo>
                        <a:pt x="274" y="338"/>
                        <a:pt x="319" y="322"/>
                        <a:pt x="365" y="292"/>
                      </a:cubicBezTo>
                      <a:cubicBezTo>
                        <a:pt x="426" y="262"/>
                        <a:pt x="426" y="140"/>
                        <a:pt x="395" y="79"/>
                      </a:cubicBezTo>
                      <a:cubicBezTo>
                        <a:pt x="357" y="21"/>
                        <a:pt x="306" y="0"/>
                        <a:pt x="25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3"/>
                <p:cNvSpPr/>
                <p:nvPr/>
              </p:nvSpPr>
              <p:spPr>
                <a:xfrm>
                  <a:off x="1037463" y="347791"/>
                  <a:ext cx="4322" cy="3842"/>
                </a:xfrm>
                <a:custGeom>
                  <a:rect b="b" l="l" r="r" t="t"/>
                  <a:pathLst>
                    <a:path extrusionOk="0" h="136" w="153">
                      <a:moveTo>
                        <a:pt x="62" y="1"/>
                      </a:moveTo>
                      <a:cubicBezTo>
                        <a:pt x="31" y="62"/>
                        <a:pt x="31" y="92"/>
                        <a:pt x="1" y="122"/>
                      </a:cubicBezTo>
                      <a:cubicBezTo>
                        <a:pt x="21" y="122"/>
                        <a:pt x="41" y="136"/>
                        <a:pt x="62" y="136"/>
                      </a:cubicBezTo>
                      <a:cubicBezTo>
                        <a:pt x="72" y="136"/>
                        <a:pt x="82" y="133"/>
                        <a:pt x="92" y="122"/>
                      </a:cubicBezTo>
                      <a:cubicBezTo>
                        <a:pt x="92" y="92"/>
                        <a:pt x="123" y="62"/>
                        <a:pt x="15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3"/>
                <p:cNvSpPr/>
                <p:nvPr/>
              </p:nvSpPr>
              <p:spPr>
                <a:xfrm>
                  <a:off x="1230662" y="503193"/>
                  <a:ext cx="10340" cy="8955"/>
                </a:xfrm>
                <a:custGeom>
                  <a:rect b="b" l="l" r="r" t="t"/>
                  <a:pathLst>
                    <a:path extrusionOk="0" h="317" w="366">
                      <a:moveTo>
                        <a:pt x="217" y="0"/>
                      </a:moveTo>
                      <a:cubicBezTo>
                        <a:pt x="187" y="0"/>
                        <a:pt x="155" y="10"/>
                        <a:pt x="123" y="32"/>
                      </a:cubicBezTo>
                      <a:cubicBezTo>
                        <a:pt x="1" y="62"/>
                        <a:pt x="31" y="153"/>
                        <a:pt x="62" y="214"/>
                      </a:cubicBezTo>
                      <a:cubicBezTo>
                        <a:pt x="85" y="283"/>
                        <a:pt x="142" y="317"/>
                        <a:pt x="207" y="317"/>
                      </a:cubicBezTo>
                      <a:cubicBezTo>
                        <a:pt x="229" y="317"/>
                        <a:pt x="252" y="313"/>
                        <a:pt x="275" y="305"/>
                      </a:cubicBezTo>
                      <a:cubicBezTo>
                        <a:pt x="335" y="275"/>
                        <a:pt x="366" y="184"/>
                        <a:pt x="335" y="93"/>
                      </a:cubicBezTo>
                      <a:cubicBezTo>
                        <a:pt x="316" y="34"/>
                        <a:pt x="271"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3"/>
                <p:cNvSpPr/>
                <p:nvPr/>
              </p:nvSpPr>
              <p:spPr>
                <a:xfrm>
                  <a:off x="1023733" y="346096"/>
                  <a:ext cx="3475" cy="2599"/>
                </a:xfrm>
                <a:custGeom>
                  <a:rect b="b" l="l" r="r" t="t"/>
                  <a:pathLst>
                    <a:path extrusionOk="0" h="92" w="123">
                      <a:moveTo>
                        <a:pt x="1" y="0"/>
                      </a:moveTo>
                      <a:cubicBezTo>
                        <a:pt x="1" y="0"/>
                        <a:pt x="1" y="91"/>
                        <a:pt x="1" y="91"/>
                      </a:cubicBezTo>
                      <a:lnTo>
                        <a:pt x="122" y="91"/>
                      </a:lnTo>
                      <a:lnTo>
                        <a:pt x="122"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3"/>
                <p:cNvSpPr/>
                <p:nvPr/>
              </p:nvSpPr>
              <p:spPr>
                <a:xfrm>
                  <a:off x="1192892" y="503221"/>
                  <a:ext cx="11187" cy="9548"/>
                </a:xfrm>
                <a:custGeom>
                  <a:rect b="b" l="l" r="r" t="t"/>
                  <a:pathLst>
                    <a:path extrusionOk="0" h="338" w="396">
                      <a:moveTo>
                        <a:pt x="192" y="0"/>
                      </a:moveTo>
                      <a:cubicBezTo>
                        <a:pt x="166" y="0"/>
                        <a:pt x="142" y="11"/>
                        <a:pt x="122" y="31"/>
                      </a:cubicBezTo>
                      <a:cubicBezTo>
                        <a:pt x="31" y="92"/>
                        <a:pt x="1" y="183"/>
                        <a:pt x="92" y="274"/>
                      </a:cubicBezTo>
                      <a:cubicBezTo>
                        <a:pt x="111" y="312"/>
                        <a:pt x="153" y="338"/>
                        <a:pt x="203" y="338"/>
                      </a:cubicBezTo>
                      <a:cubicBezTo>
                        <a:pt x="235" y="338"/>
                        <a:pt x="270" y="328"/>
                        <a:pt x="305" y="304"/>
                      </a:cubicBezTo>
                      <a:cubicBezTo>
                        <a:pt x="365" y="274"/>
                        <a:pt x="396" y="213"/>
                        <a:pt x="365" y="122"/>
                      </a:cubicBezTo>
                      <a:cubicBezTo>
                        <a:pt x="305" y="41"/>
                        <a:pt x="244" y="0"/>
                        <a:pt x="1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3"/>
                <p:cNvSpPr/>
                <p:nvPr/>
              </p:nvSpPr>
              <p:spPr>
                <a:xfrm>
                  <a:off x="876891" y="362425"/>
                  <a:ext cx="19803" cy="18193"/>
                </a:xfrm>
                <a:custGeom>
                  <a:rect b="b" l="l" r="r" t="t"/>
                  <a:pathLst>
                    <a:path extrusionOk="0" h="644" w="701">
                      <a:moveTo>
                        <a:pt x="269" y="1"/>
                      </a:moveTo>
                      <a:cubicBezTo>
                        <a:pt x="224" y="1"/>
                        <a:pt x="169" y="27"/>
                        <a:pt x="92" y="91"/>
                      </a:cubicBezTo>
                      <a:cubicBezTo>
                        <a:pt x="1" y="243"/>
                        <a:pt x="123" y="364"/>
                        <a:pt x="244" y="516"/>
                      </a:cubicBezTo>
                      <a:cubicBezTo>
                        <a:pt x="300" y="591"/>
                        <a:pt x="357" y="643"/>
                        <a:pt x="420" y="643"/>
                      </a:cubicBezTo>
                      <a:cubicBezTo>
                        <a:pt x="460" y="643"/>
                        <a:pt x="502" y="624"/>
                        <a:pt x="548" y="577"/>
                      </a:cubicBezTo>
                      <a:cubicBezTo>
                        <a:pt x="700" y="395"/>
                        <a:pt x="518" y="273"/>
                        <a:pt x="426" y="121"/>
                      </a:cubicBezTo>
                      <a:cubicBezTo>
                        <a:pt x="374" y="51"/>
                        <a:pt x="331" y="1"/>
                        <a:pt x="2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3"/>
                <p:cNvSpPr/>
                <p:nvPr/>
              </p:nvSpPr>
              <p:spPr>
                <a:xfrm>
                  <a:off x="599565" y="337509"/>
                  <a:ext cx="26640" cy="27883"/>
                </a:xfrm>
                <a:custGeom>
                  <a:rect b="b" l="l" r="r" t="t"/>
                  <a:pathLst>
                    <a:path extrusionOk="0" h="987" w="943">
                      <a:moveTo>
                        <a:pt x="608" y="0"/>
                      </a:moveTo>
                      <a:cubicBezTo>
                        <a:pt x="517" y="152"/>
                        <a:pt x="365" y="213"/>
                        <a:pt x="213" y="334"/>
                      </a:cubicBezTo>
                      <a:cubicBezTo>
                        <a:pt x="0" y="486"/>
                        <a:pt x="61" y="669"/>
                        <a:pt x="183" y="851"/>
                      </a:cubicBezTo>
                      <a:cubicBezTo>
                        <a:pt x="236" y="940"/>
                        <a:pt x="320" y="987"/>
                        <a:pt x="411" y="987"/>
                      </a:cubicBezTo>
                      <a:cubicBezTo>
                        <a:pt x="476" y="987"/>
                        <a:pt x="545" y="963"/>
                        <a:pt x="608" y="912"/>
                      </a:cubicBezTo>
                      <a:cubicBezTo>
                        <a:pt x="790" y="821"/>
                        <a:pt x="942" y="699"/>
                        <a:pt x="821" y="426"/>
                      </a:cubicBezTo>
                      <a:cubicBezTo>
                        <a:pt x="760" y="304"/>
                        <a:pt x="608" y="182"/>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412354" y="334062"/>
                  <a:ext cx="12910" cy="10678"/>
                </a:xfrm>
                <a:custGeom>
                  <a:rect b="b" l="l" r="r" t="t"/>
                  <a:pathLst>
                    <a:path extrusionOk="0" h="378" w="457">
                      <a:moveTo>
                        <a:pt x="244" y="0"/>
                      </a:moveTo>
                      <a:cubicBezTo>
                        <a:pt x="153" y="122"/>
                        <a:pt x="92" y="244"/>
                        <a:pt x="1" y="365"/>
                      </a:cubicBezTo>
                      <a:cubicBezTo>
                        <a:pt x="45" y="374"/>
                        <a:pt x="90" y="378"/>
                        <a:pt x="134" y="378"/>
                      </a:cubicBezTo>
                      <a:cubicBezTo>
                        <a:pt x="242" y="378"/>
                        <a:pt x="349" y="356"/>
                        <a:pt x="457" y="335"/>
                      </a:cubicBezTo>
                      <a:cubicBezTo>
                        <a:pt x="366" y="213"/>
                        <a:pt x="305" y="122"/>
                        <a:pt x="24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3"/>
                <p:cNvSpPr/>
                <p:nvPr/>
              </p:nvSpPr>
              <p:spPr>
                <a:xfrm>
                  <a:off x="1142241" y="437541"/>
                  <a:ext cx="145149" cy="143849"/>
                </a:xfrm>
                <a:custGeom>
                  <a:rect b="b" l="l" r="r" t="t"/>
                  <a:pathLst>
                    <a:path extrusionOk="0" h="5092" w="5138">
                      <a:moveTo>
                        <a:pt x="3304" y="970"/>
                      </a:moveTo>
                      <a:cubicBezTo>
                        <a:pt x="3350" y="970"/>
                        <a:pt x="3398" y="1000"/>
                        <a:pt x="3435" y="1018"/>
                      </a:cubicBezTo>
                      <a:cubicBezTo>
                        <a:pt x="3496" y="1079"/>
                        <a:pt x="3496" y="1170"/>
                        <a:pt x="3435" y="1231"/>
                      </a:cubicBezTo>
                      <a:cubicBezTo>
                        <a:pt x="3407" y="1272"/>
                        <a:pt x="3374" y="1289"/>
                        <a:pt x="3340" y="1289"/>
                      </a:cubicBezTo>
                      <a:cubicBezTo>
                        <a:pt x="3298" y="1289"/>
                        <a:pt x="3256" y="1265"/>
                        <a:pt x="3222" y="1231"/>
                      </a:cubicBezTo>
                      <a:cubicBezTo>
                        <a:pt x="3161" y="1201"/>
                        <a:pt x="3161" y="1110"/>
                        <a:pt x="3222" y="1018"/>
                      </a:cubicBezTo>
                      <a:cubicBezTo>
                        <a:pt x="3246" y="983"/>
                        <a:pt x="3275" y="970"/>
                        <a:pt x="3304" y="970"/>
                      </a:cubicBezTo>
                      <a:close/>
                      <a:moveTo>
                        <a:pt x="3320" y="2314"/>
                      </a:moveTo>
                      <a:cubicBezTo>
                        <a:pt x="3387" y="2314"/>
                        <a:pt x="3450" y="2348"/>
                        <a:pt x="3496" y="2417"/>
                      </a:cubicBezTo>
                      <a:cubicBezTo>
                        <a:pt x="3496" y="2508"/>
                        <a:pt x="3496" y="2569"/>
                        <a:pt x="3405" y="2629"/>
                      </a:cubicBezTo>
                      <a:cubicBezTo>
                        <a:pt x="3384" y="2629"/>
                        <a:pt x="3361" y="2633"/>
                        <a:pt x="3336" y="2633"/>
                      </a:cubicBezTo>
                      <a:cubicBezTo>
                        <a:pt x="3286" y="2633"/>
                        <a:pt x="3232" y="2619"/>
                        <a:pt x="3192" y="2538"/>
                      </a:cubicBezTo>
                      <a:cubicBezTo>
                        <a:pt x="3161" y="2417"/>
                        <a:pt x="3161" y="2386"/>
                        <a:pt x="3253" y="2325"/>
                      </a:cubicBezTo>
                      <a:cubicBezTo>
                        <a:pt x="3275" y="2318"/>
                        <a:pt x="3298" y="2314"/>
                        <a:pt x="3320" y="2314"/>
                      </a:cubicBezTo>
                      <a:close/>
                      <a:moveTo>
                        <a:pt x="1976" y="2325"/>
                      </a:moveTo>
                      <a:cubicBezTo>
                        <a:pt x="2037" y="2325"/>
                        <a:pt x="2098" y="2366"/>
                        <a:pt x="2158" y="2447"/>
                      </a:cubicBezTo>
                      <a:cubicBezTo>
                        <a:pt x="2158" y="2538"/>
                        <a:pt x="2128" y="2599"/>
                        <a:pt x="2067" y="2629"/>
                      </a:cubicBezTo>
                      <a:cubicBezTo>
                        <a:pt x="2044" y="2653"/>
                        <a:pt x="2012" y="2663"/>
                        <a:pt x="1979" y="2663"/>
                      </a:cubicBezTo>
                      <a:cubicBezTo>
                        <a:pt x="1927" y="2663"/>
                        <a:pt x="1873" y="2637"/>
                        <a:pt x="1854" y="2599"/>
                      </a:cubicBezTo>
                      <a:cubicBezTo>
                        <a:pt x="1794" y="2508"/>
                        <a:pt x="1824" y="2417"/>
                        <a:pt x="1885" y="2356"/>
                      </a:cubicBezTo>
                      <a:cubicBezTo>
                        <a:pt x="1915" y="2336"/>
                        <a:pt x="1946" y="2325"/>
                        <a:pt x="1976" y="2325"/>
                      </a:cubicBezTo>
                      <a:close/>
                      <a:moveTo>
                        <a:pt x="3500" y="1"/>
                      </a:moveTo>
                      <a:cubicBezTo>
                        <a:pt x="3385" y="1"/>
                        <a:pt x="3255" y="34"/>
                        <a:pt x="3131" y="107"/>
                      </a:cubicBezTo>
                      <a:cubicBezTo>
                        <a:pt x="2928" y="251"/>
                        <a:pt x="2698" y="534"/>
                        <a:pt x="2493" y="534"/>
                      </a:cubicBezTo>
                      <a:cubicBezTo>
                        <a:pt x="2482" y="534"/>
                        <a:pt x="2472" y="534"/>
                        <a:pt x="2462" y="532"/>
                      </a:cubicBezTo>
                      <a:cubicBezTo>
                        <a:pt x="2358" y="515"/>
                        <a:pt x="2261" y="505"/>
                        <a:pt x="2173" y="505"/>
                      </a:cubicBezTo>
                      <a:cubicBezTo>
                        <a:pt x="1799" y="505"/>
                        <a:pt x="1575" y="679"/>
                        <a:pt x="1550" y="1170"/>
                      </a:cubicBezTo>
                      <a:cubicBezTo>
                        <a:pt x="791" y="1535"/>
                        <a:pt x="547" y="2204"/>
                        <a:pt x="304" y="2933"/>
                      </a:cubicBezTo>
                      <a:cubicBezTo>
                        <a:pt x="183" y="3207"/>
                        <a:pt x="0" y="3359"/>
                        <a:pt x="213" y="3632"/>
                      </a:cubicBezTo>
                      <a:cubicBezTo>
                        <a:pt x="377" y="3838"/>
                        <a:pt x="486" y="4029"/>
                        <a:pt x="661" y="4029"/>
                      </a:cubicBezTo>
                      <a:cubicBezTo>
                        <a:pt x="745" y="4029"/>
                        <a:pt x="844" y="3984"/>
                        <a:pt x="973" y="3876"/>
                      </a:cubicBezTo>
                      <a:cubicBezTo>
                        <a:pt x="1022" y="3834"/>
                        <a:pt x="1067" y="3818"/>
                        <a:pt x="1109" y="3818"/>
                      </a:cubicBezTo>
                      <a:cubicBezTo>
                        <a:pt x="1223" y="3818"/>
                        <a:pt x="1318" y="3939"/>
                        <a:pt x="1429" y="4028"/>
                      </a:cubicBezTo>
                      <a:cubicBezTo>
                        <a:pt x="1672" y="4332"/>
                        <a:pt x="1763" y="4727"/>
                        <a:pt x="1611" y="5091"/>
                      </a:cubicBezTo>
                      <a:cubicBezTo>
                        <a:pt x="2067" y="4909"/>
                        <a:pt x="2979" y="4423"/>
                        <a:pt x="3070" y="4240"/>
                      </a:cubicBezTo>
                      <a:cubicBezTo>
                        <a:pt x="3222" y="3906"/>
                        <a:pt x="3405" y="3541"/>
                        <a:pt x="3617" y="3237"/>
                      </a:cubicBezTo>
                      <a:cubicBezTo>
                        <a:pt x="3749" y="3000"/>
                        <a:pt x="3493" y="2467"/>
                        <a:pt x="3936" y="2467"/>
                      </a:cubicBezTo>
                      <a:cubicBezTo>
                        <a:pt x="4004" y="2467"/>
                        <a:pt x="4089" y="2479"/>
                        <a:pt x="4195" y="2508"/>
                      </a:cubicBezTo>
                      <a:cubicBezTo>
                        <a:pt x="4202" y="2510"/>
                        <a:pt x="4208" y="2511"/>
                        <a:pt x="4215" y="2511"/>
                      </a:cubicBezTo>
                      <a:cubicBezTo>
                        <a:pt x="4295" y="2511"/>
                        <a:pt x="4345" y="2347"/>
                        <a:pt x="4316" y="2234"/>
                      </a:cubicBezTo>
                      <a:cubicBezTo>
                        <a:pt x="4286" y="2113"/>
                        <a:pt x="4347" y="2021"/>
                        <a:pt x="4438" y="1930"/>
                      </a:cubicBezTo>
                      <a:cubicBezTo>
                        <a:pt x="4620" y="1748"/>
                        <a:pt x="5137" y="1626"/>
                        <a:pt x="4955" y="1383"/>
                      </a:cubicBezTo>
                      <a:cubicBezTo>
                        <a:pt x="4902" y="1293"/>
                        <a:pt x="4846" y="1259"/>
                        <a:pt x="4787" y="1259"/>
                      </a:cubicBezTo>
                      <a:cubicBezTo>
                        <a:pt x="4607" y="1259"/>
                        <a:pt x="4401" y="1581"/>
                        <a:pt x="4195" y="1626"/>
                      </a:cubicBezTo>
                      <a:cubicBezTo>
                        <a:pt x="4134" y="1626"/>
                        <a:pt x="4073" y="1657"/>
                        <a:pt x="3830" y="1748"/>
                      </a:cubicBezTo>
                      <a:cubicBezTo>
                        <a:pt x="4195" y="1201"/>
                        <a:pt x="3708" y="836"/>
                        <a:pt x="3830" y="350"/>
                      </a:cubicBezTo>
                      <a:cubicBezTo>
                        <a:pt x="3890" y="129"/>
                        <a:pt x="3725" y="1"/>
                        <a:pt x="35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3"/>
                <p:cNvSpPr/>
                <p:nvPr/>
              </p:nvSpPr>
              <p:spPr>
                <a:xfrm>
                  <a:off x="999693" y="252477"/>
                  <a:ext cx="67857" cy="40397"/>
                </a:xfrm>
                <a:custGeom>
                  <a:rect b="b" l="l" r="r" t="t"/>
                  <a:pathLst>
                    <a:path extrusionOk="0" h="1430" w="2402">
                      <a:moveTo>
                        <a:pt x="1034" y="1"/>
                      </a:moveTo>
                      <a:cubicBezTo>
                        <a:pt x="1034" y="31"/>
                        <a:pt x="1034" y="92"/>
                        <a:pt x="1004" y="122"/>
                      </a:cubicBezTo>
                      <a:cubicBezTo>
                        <a:pt x="1095" y="183"/>
                        <a:pt x="1064" y="244"/>
                        <a:pt x="1004" y="305"/>
                      </a:cubicBezTo>
                      <a:cubicBezTo>
                        <a:pt x="981" y="316"/>
                        <a:pt x="959" y="323"/>
                        <a:pt x="938" y="323"/>
                      </a:cubicBezTo>
                      <a:cubicBezTo>
                        <a:pt x="902" y="323"/>
                        <a:pt x="871" y="302"/>
                        <a:pt x="852" y="244"/>
                      </a:cubicBezTo>
                      <a:lnTo>
                        <a:pt x="31" y="122"/>
                      </a:lnTo>
                      <a:lnTo>
                        <a:pt x="31" y="122"/>
                      </a:lnTo>
                      <a:cubicBezTo>
                        <a:pt x="1" y="457"/>
                        <a:pt x="274" y="366"/>
                        <a:pt x="365" y="487"/>
                      </a:cubicBezTo>
                      <a:cubicBezTo>
                        <a:pt x="517" y="670"/>
                        <a:pt x="244" y="822"/>
                        <a:pt x="335" y="974"/>
                      </a:cubicBezTo>
                      <a:cubicBezTo>
                        <a:pt x="396" y="1126"/>
                        <a:pt x="487" y="1278"/>
                        <a:pt x="608" y="1430"/>
                      </a:cubicBezTo>
                      <a:lnTo>
                        <a:pt x="1946" y="609"/>
                      </a:lnTo>
                      <a:cubicBezTo>
                        <a:pt x="2015" y="730"/>
                        <a:pt x="2094" y="802"/>
                        <a:pt x="2183" y="802"/>
                      </a:cubicBezTo>
                      <a:cubicBezTo>
                        <a:pt x="2251" y="802"/>
                        <a:pt x="2323" y="761"/>
                        <a:pt x="2402" y="670"/>
                      </a:cubicBezTo>
                      <a:cubicBezTo>
                        <a:pt x="2335" y="519"/>
                        <a:pt x="2259" y="451"/>
                        <a:pt x="2173" y="451"/>
                      </a:cubicBezTo>
                      <a:cubicBezTo>
                        <a:pt x="2104" y="451"/>
                        <a:pt x="2028" y="496"/>
                        <a:pt x="1946" y="578"/>
                      </a:cubicBezTo>
                      <a:cubicBezTo>
                        <a:pt x="1855" y="457"/>
                        <a:pt x="1733" y="335"/>
                        <a:pt x="1855" y="214"/>
                      </a:cubicBezTo>
                      <a:cubicBezTo>
                        <a:pt x="1946" y="122"/>
                        <a:pt x="2037" y="62"/>
                        <a:pt x="212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390884" y="402313"/>
                  <a:ext cx="103932" cy="205773"/>
                </a:xfrm>
                <a:custGeom>
                  <a:rect b="b" l="l" r="r" t="t"/>
                  <a:pathLst>
                    <a:path extrusionOk="0" h="7284" w="3679">
                      <a:moveTo>
                        <a:pt x="3466" y="1"/>
                      </a:moveTo>
                      <a:cubicBezTo>
                        <a:pt x="3421" y="1"/>
                        <a:pt x="3375" y="16"/>
                        <a:pt x="3345" y="47"/>
                      </a:cubicBezTo>
                      <a:cubicBezTo>
                        <a:pt x="3162" y="168"/>
                        <a:pt x="2980" y="259"/>
                        <a:pt x="2828" y="411"/>
                      </a:cubicBezTo>
                      <a:cubicBezTo>
                        <a:pt x="2575" y="683"/>
                        <a:pt x="2211" y="831"/>
                        <a:pt x="1847" y="831"/>
                      </a:cubicBezTo>
                      <a:cubicBezTo>
                        <a:pt x="1640" y="831"/>
                        <a:pt x="1434" y="784"/>
                        <a:pt x="1247" y="685"/>
                      </a:cubicBezTo>
                      <a:cubicBezTo>
                        <a:pt x="1217" y="685"/>
                        <a:pt x="1156" y="715"/>
                        <a:pt x="1095" y="746"/>
                      </a:cubicBezTo>
                      <a:cubicBezTo>
                        <a:pt x="974" y="898"/>
                        <a:pt x="1126" y="989"/>
                        <a:pt x="1156" y="1110"/>
                      </a:cubicBezTo>
                      <a:cubicBezTo>
                        <a:pt x="1308" y="1566"/>
                        <a:pt x="1126" y="1749"/>
                        <a:pt x="670" y="1931"/>
                      </a:cubicBezTo>
                      <a:cubicBezTo>
                        <a:pt x="457" y="1992"/>
                        <a:pt x="244" y="2022"/>
                        <a:pt x="1" y="2022"/>
                      </a:cubicBezTo>
                      <a:lnTo>
                        <a:pt x="1" y="3998"/>
                      </a:lnTo>
                      <a:cubicBezTo>
                        <a:pt x="396" y="4028"/>
                        <a:pt x="761" y="4150"/>
                        <a:pt x="1095" y="4302"/>
                      </a:cubicBezTo>
                      <a:cubicBezTo>
                        <a:pt x="1186" y="4363"/>
                        <a:pt x="1278" y="4515"/>
                        <a:pt x="1369" y="4515"/>
                      </a:cubicBezTo>
                      <a:cubicBezTo>
                        <a:pt x="1411" y="4508"/>
                        <a:pt x="1451" y="4504"/>
                        <a:pt x="1490" y="4504"/>
                      </a:cubicBezTo>
                      <a:cubicBezTo>
                        <a:pt x="1786" y="4504"/>
                        <a:pt x="1970" y="4702"/>
                        <a:pt x="1916" y="4971"/>
                      </a:cubicBezTo>
                      <a:cubicBezTo>
                        <a:pt x="1891" y="5121"/>
                        <a:pt x="2011" y="5624"/>
                        <a:pt x="1660" y="5624"/>
                      </a:cubicBezTo>
                      <a:cubicBezTo>
                        <a:pt x="1586" y="5624"/>
                        <a:pt x="1491" y="5601"/>
                        <a:pt x="1369" y="5548"/>
                      </a:cubicBezTo>
                      <a:cubicBezTo>
                        <a:pt x="1354" y="5541"/>
                        <a:pt x="1341" y="5537"/>
                        <a:pt x="1331" y="5537"/>
                      </a:cubicBezTo>
                      <a:cubicBezTo>
                        <a:pt x="1253" y="5537"/>
                        <a:pt x="1270" y="5711"/>
                        <a:pt x="1217" y="5791"/>
                      </a:cubicBezTo>
                      <a:cubicBezTo>
                        <a:pt x="913" y="6217"/>
                        <a:pt x="1521" y="6642"/>
                        <a:pt x="1247" y="7068"/>
                      </a:cubicBezTo>
                      <a:cubicBezTo>
                        <a:pt x="1223" y="7117"/>
                        <a:pt x="1297" y="7206"/>
                        <a:pt x="1375" y="7206"/>
                      </a:cubicBezTo>
                      <a:cubicBezTo>
                        <a:pt x="1394" y="7206"/>
                        <a:pt x="1412" y="7201"/>
                        <a:pt x="1430" y="7189"/>
                      </a:cubicBezTo>
                      <a:cubicBezTo>
                        <a:pt x="1464" y="7165"/>
                        <a:pt x="1497" y="7156"/>
                        <a:pt x="1530" y="7156"/>
                      </a:cubicBezTo>
                      <a:cubicBezTo>
                        <a:pt x="1651" y="7156"/>
                        <a:pt x="1770" y="7284"/>
                        <a:pt x="1917" y="7284"/>
                      </a:cubicBezTo>
                      <a:cubicBezTo>
                        <a:pt x="1982" y="7284"/>
                        <a:pt x="2051" y="7259"/>
                        <a:pt x="2129" y="7189"/>
                      </a:cubicBezTo>
                      <a:cubicBezTo>
                        <a:pt x="1916" y="6703"/>
                        <a:pt x="1734" y="6126"/>
                        <a:pt x="2341" y="5700"/>
                      </a:cubicBezTo>
                      <a:cubicBezTo>
                        <a:pt x="2463" y="5609"/>
                        <a:pt x="2402" y="5487"/>
                        <a:pt x="2341" y="5396"/>
                      </a:cubicBezTo>
                      <a:cubicBezTo>
                        <a:pt x="2281" y="5275"/>
                        <a:pt x="2159" y="5123"/>
                        <a:pt x="2220" y="4910"/>
                      </a:cubicBezTo>
                      <a:cubicBezTo>
                        <a:pt x="2341" y="4545"/>
                        <a:pt x="2189" y="4332"/>
                        <a:pt x="1825" y="4302"/>
                      </a:cubicBezTo>
                      <a:cubicBezTo>
                        <a:pt x="1308" y="4211"/>
                        <a:pt x="1247" y="3724"/>
                        <a:pt x="1004" y="3420"/>
                      </a:cubicBezTo>
                      <a:cubicBezTo>
                        <a:pt x="761" y="3116"/>
                        <a:pt x="1126" y="3025"/>
                        <a:pt x="1278" y="2843"/>
                      </a:cubicBezTo>
                      <a:cubicBezTo>
                        <a:pt x="1399" y="2691"/>
                        <a:pt x="1308" y="2569"/>
                        <a:pt x="1308" y="2417"/>
                      </a:cubicBezTo>
                      <a:cubicBezTo>
                        <a:pt x="1338" y="1992"/>
                        <a:pt x="1612" y="1597"/>
                        <a:pt x="2007" y="1414"/>
                      </a:cubicBezTo>
                      <a:cubicBezTo>
                        <a:pt x="2281" y="1262"/>
                        <a:pt x="2554" y="1050"/>
                        <a:pt x="2828" y="867"/>
                      </a:cubicBezTo>
                      <a:cubicBezTo>
                        <a:pt x="3101" y="685"/>
                        <a:pt x="3314" y="533"/>
                        <a:pt x="3557" y="350"/>
                      </a:cubicBezTo>
                      <a:cubicBezTo>
                        <a:pt x="3648" y="290"/>
                        <a:pt x="3679" y="138"/>
                        <a:pt x="3588" y="47"/>
                      </a:cubicBezTo>
                      <a:cubicBezTo>
                        <a:pt x="3557" y="16"/>
                        <a:pt x="3512" y="1"/>
                        <a:pt x="346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1049497" y="297140"/>
                  <a:ext cx="28" cy="28"/>
                </a:xfrm>
                <a:custGeom>
                  <a:rect b="b" l="l" r="r" t="t"/>
                  <a:pathLst>
                    <a:path extrusionOk="0" h="1" w="1">
                      <a:moveTo>
                        <a:pt x="0" y="0"/>
                      </a:moveTo>
                      <a:lnTo>
                        <a:pt x="0"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3"/>
                <p:cNvSpPr/>
                <p:nvPr/>
              </p:nvSpPr>
              <p:spPr>
                <a:xfrm>
                  <a:off x="940453" y="285388"/>
                  <a:ext cx="123678" cy="139527"/>
                </a:xfrm>
                <a:custGeom>
                  <a:rect b="b" l="l" r="r" t="t"/>
                  <a:pathLst>
                    <a:path extrusionOk="0" h="4939" w="4378">
                      <a:moveTo>
                        <a:pt x="3070" y="2119"/>
                      </a:moveTo>
                      <a:lnTo>
                        <a:pt x="3070" y="2240"/>
                      </a:lnTo>
                      <a:lnTo>
                        <a:pt x="2918" y="2240"/>
                      </a:lnTo>
                      <a:lnTo>
                        <a:pt x="2918" y="2149"/>
                      </a:lnTo>
                      <a:cubicBezTo>
                        <a:pt x="2979" y="2149"/>
                        <a:pt x="3009" y="2119"/>
                        <a:pt x="3070" y="2119"/>
                      </a:cubicBezTo>
                      <a:close/>
                      <a:moveTo>
                        <a:pt x="3587" y="2240"/>
                      </a:moveTo>
                      <a:cubicBezTo>
                        <a:pt x="3557" y="2271"/>
                        <a:pt x="3526" y="2301"/>
                        <a:pt x="3526" y="2362"/>
                      </a:cubicBezTo>
                      <a:lnTo>
                        <a:pt x="3435" y="2362"/>
                      </a:lnTo>
                      <a:cubicBezTo>
                        <a:pt x="3465" y="2301"/>
                        <a:pt x="3465" y="2271"/>
                        <a:pt x="3496" y="2240"/>
                      </a:cubicBezTo>
                      <a:close/>
                      <a:moveTo>
                        <a:pt x="1965" y="0"/>
                      </a:moveTo>
                      <a:cubicBezTo>
                        <a:pt x="1774" y="0"/>
                        <a:pt x="1559" y="185"/>
                        <a:pt x="1327" y="185"/>
                      </a:cubicBezTo>
                      <a:cubicBezTo>
                        <a:pt x="1251" y="185"/>
                        <a:pt x="1174" y="165"/>
                        <a:pt x="1094" y="113"/>
                      </a:cubicBezTo>
                      <a:cubicBezTo>
                        <a:pt x="1064" y="143"/>
                        <a:pt x="1003" y="204"/>
                        <a:pt x="973" y="234"/>
                      </a:cubicBezTo>
                      <a:cubicBezTo>
                        <a:pt x="1034" y="386"/>
                        <a:pt x="1186" y="538"/>
                        <a:pt x="1186" y="720"/>
                      </a:cubicBezTo>
                      <a:cubicBezTo>
                        <a:pt x="1155" y="1237"/>
                        <a:pt x="1216" y="1784"/>
                        <a:pt x="1398" y="2301"/>
                      </a:cubicBezTo>
                      <a:cubicBezTo>
                        <a:pt x="1459" y="2423"/>
                        <a:pt x="1398" y="2544"/>
                        <a:pt x="1307" y="2605"/>
                      </a:cubicBezTo>
                      <a:cubicBezTo>
                        <a:pt x="1125" y="2696"/>
                        <a:pt x="1034" y="2909"/>
                        <a:pt x="1003" y="3091"/>
                      </a:cubicBezTo>
                      <a:cubicBezTo>
                        <a:pt x="978" y="3345"/>
                        <a:pt x="1016" y="3788"/>
                        <a:pt x="642" y="3788"/>
                      </a:cubicBezTo>
                      <a:cubicBezTo>
                        <a:pt x="568" y="3788"/>
                        <a:pt x="476" y="3770"/>
                        <a:pt x="365" y="3730"/>
                      </a:cubicBezTo>
                      <a:cubicBezTo>
                        <a:pt x="356" y="3727"/>
                        <a:pt x="347" y="3726"/>
                        <a:pt x="337" y="3726"/>
                      </a:cubicBezTo>
                      <a:cubicBezTo>
                        <a:pt x="209" y="3726"/>
                        <a:pt x="0" y="3902"/>
                        <a:pt x="0" y="4155"/>
                      </a:cubicBezTo>
                      <a:cubicBezTo>
                        <a:pt x="304" y="4307"/>
                        <a:pt x="578" y="4520"/>
                        <a:pt x="851" y="4763"/>
                      </a:cubicBezTo>
                      <a:cubicBezTo>
                        <a:pt x="952" y="4878"/>
                        <a:pt x="1093" y="4938"/>
                        <a:pt x="1223" y="4938"/>
                      </a:cubicBezTo>
                      <a:cubicBezTo>
                        <a:pt x="1369" y="4938"/>
                        <a:pt x="1502" y="4863"/>
                        <a:pt x="1550" y="4702"/>
                      </a:cubicBezTo>
                      <a:cubicBezTo>
                        <a:pt x="1672" y="4277"/>
                        <a:pt x="1885" y="3790"/>
                        <a:pt x="1733" y="3426"/>
                      </a:cubicBezTo>
                      <a:cubicBezTo>
                        <a:pt x="1550" y="2939"/>
                        <a:pt x="1794" y="2544"/>
                        <a:pt x="1763" y="2119"/>
                      </a:cubicBezTo>
                      <a:cubicBezTo>
                        <a:pt x="1790" y="1901"/>
                        <a:pt x="1958" y="1799"/>
                        <a:pt x="2128" y="1799"/>
                      </a:cubicBezTo>
                      <a:cubicBezTo>
                        <a:pt x="2340" y="1799"/>
                        <a:pt x="2557" y="1955"/>
                        <a:pt x="2523" y="2240"/>
                      </a:cubicBezTo>
                      <a:cubicBezTo>
                        <a:pt x="2401" y="2423"/>
                        <a:pt x="2493" y="2666"/>
                        <a:pt x="2705" y="2757"/>
                      </a:cubicBezTo>
                      <a:cubicBezTo>
                        <a:pt x="3101" y="2848"/>
                        <a:pt x="3435" y="3122"/>
                        <a:pt x="3617" y="3486"/>
                      </a:cubicBezTo>
                      <a:cubicBezTo>
                        <a:pt x="3654" y="3560"/>
                        <a:pt x="3736" y="3600"/>
                        <a:pt x="3821" y="3600"/>
                      </a:cubicBezTo>
                      <a:cubicBezTo>
                        <a:pt x="3877" y="3600"/>
                        <a:pt x="3934" y="3583"/>
                        <a:pt x="3982" y="3547"/>
                      </a:cubicBezTo>
                      <a:cubicBezTo>
                        <a:pt x="4134" y="3456"/>
                        <a:pt x="4377" y="3334"/>
                        <a:pt x="4256" y="3152"/>
                      </a:cubicBezTo>
                      <a:cubicBezTo>
                        <a:pt x="4104" y="2879"/>
                        <a:pt x="4164" y="2605"/>
                        <a:pt x="4104" y="2331"/>
                      </a:cubicBezTo>
                      <a:cubicBezTo>
                        <a:pt x="4060" y="2155"/>
                        <a:pt x="3984" y="1899"/>
                        <a:pt x="3783" y="1899"/>
                      </a:cubicBezTo>
                      <a:cubicBezTo>
                        <a:pt x="3707" y="1899"/>
                        <a:pt x="3613" y="1936"/>
                        <a:pt x="3496" y="2027"/>
                      </a:cubicBezTo>
                      <a:cubicBezTo>
                        <a:pt x="3439" y="2075"/>
                        <a:pt x="3389" y="2095"/>
                        <a:pt x="3346" y="2095"/>
                      </a:cubicBezTo>
                      <a:cubicBezTo>
                        <a:pt x="3250" y="2095"/>
                        <a:pt x="3192" y="1992"/>
                        <a:pt x="3192" y="1845"/>
                      </a:cubicBezTo>
                      <a:cubicBezTo>
                        <a:pt x="3131" y="1511"/>
                        <a:pt x="3313" y="1176"/>
                        <a:pt x="3617" y="1055"/>
                      </a:cubicBezTo>
                      <a:cubicBezTo>
                        <a:pt x="3860" y="933"/>
                        <a:pt x="4073" y="751"/>
                        <a:pt x="3860" y="416"/>
                      </a:cubicBezTo>
                      <a:lnTo>
                        <a:pt x="3860" y="416"/>
                      </a:lnTo>
                      <a:cubicBezTo>
                        <a:pt x="3642" y="504"/>
                        <a:pt x="3471" y="794"/>
                        <a:pt x="3235" y="794"/>
                      </a:cubicBezTo>
                      <a:cubicBezTo>
                        <a:pt x="3142" y="794"/>
                        <a:pt x="3038" y="749"/>
                        <a:pt x="2918" y="629"/>
                      </a:cubicBezTo>
                      <a:cubicBezTo>
                        <a:pt x="2870" y="629"/>
                        <a:pt x="2821" y="668"/>
                        <a:pt x="2772" y="668"/>
                      </a:cubicBezTo>
                      <a:cubicBezTo>
                        <a:pt x="2760" y="668"/>
                        <a:pt x="2748" y="666"/>
                        <a:pt x="2736" y="660"/>
                      </a:cubicBezTo>
                      <a:cubicBezTo>
                        <a:pt x="2371" y="599"/>
                        <a:pt x="2371" y="113"/>
                        <a:pt x="2067" y="21"/>
                      </a:cubicBezTo>
                      <a:cubicBezTo>
                        <a:pt x="2034" y="7"/>
                        <a:pt x="2000" y="0"/>
                        <a:pt x="196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3"/>
                <p:cNvSpPr/>
                <p:nvPr/>
              </p:nvSpPr>
              <p:spPr>
                <a:xfrm>
                  <a:off x="572078" y="292846"/>
                  <a:ext cx="119385" cy="139131"/>
                </a:xfrm>
                <a:custGeom>
                  <a:rect b="b" l="l" r="r" t="t"/>
                  <a:pathLst>
                    <a:path extrusionOk="0" h="4925" w="4226">
                      <a:moveTo>
                        <a:pt x="1581" y="1581"/>
                      </a:moveTo>
                      <a:cubicBezTo>
                        <a:pt x="1581" y="1763"/>
                        <a:pt x="1733" y="1885"/>
                        <a:pt x="1794" y="2007"/>
                      </a:cubicBezTo>
                      <a:cubicBezTo>
                        <a:pt x="1946" y="2280"/>
                        <a:pt x="1763" y="2402"/>
                        <a:pt x="1581" y="2493"/>
                      </a:cubicBezTo>
                      <a:cubicBezTo>
                        <a:pt x="1533" y="2529"/>
                        <a:pt x="1476" y="2546"/>
                        <a:pt x="1420" y="2546"/>
                      </a:cubicBezTo>
                      <a:cubicBezTo>
                        <a:pt x="1335" y="2546"/>
                        <a:pt x="1253" y="2506"/>
                        <a:pt x="1216" y="2432"/>
                      </a:cubicBezTo>
                      <a:cubicBezTo>
                        <a:pt x="1034" y="2250"/>
                        <a:pt x="973" y="2067"/>
                        <a:pt x="1186" y="1915"/>
                      </a:cubicBezTo>
                      <a:lnTo>
                        <a:pt x="1216" y="1915"/>
                      </a:lnTo>
                      <a:cubicBezTo>
                        <a:pt x="1338" y="1794"/>
                        <a:pt x="1490" y="1733"/>
                        <a:pt x="1581" y="1581"/>
                      </a:cubicBezTo>
                      <a:close/>
                      <a:moveTo>
                        <a:pt x="1805" y="2907"/>
                      </a:moveTo>
                      <a:cubicBezTo>
                        <a:pt x="1869" y="2907"/>
                        <a:pt x="1924" y="2935"/>
                        <a:pt x="1946" y="2979"/>
                      </a:cubicBezTo>
                      <a:lnTo>
                        <a:pt x="1976" y="2979"/>
                      </a:lnTo>
                      <a:cubicBezTo>
                        <a:pt x="2007" y="3040"/>
                        <a:pt x="2007" y="3162"/>
                        <a:pt x="1946" y="3192"/>
                      </a:cubicBezTo>
                      <a:cubicBezTo>
                        <a:pt x="1900" y="3222"/>
                        <a:pt x="1855" y="3238"/>
                        <a:pt x="1813" y="3238"/>
                      </a:cubicBezTo>
                      <a:cubicBezTo>
                        <a:pt x="1771" y="3238"/>
                        <a:pt x="1733" y="3222"/>
                        <a:pt x="1703" y="3192"/>
                      </a:cubicBezTo>
                      <a:cubicBezTo>
                        <a:pt x="1581" y="3101"/>
                        <a:pt x="1642" y="3010"/>
                        <a:pt x="1733" y="2918"/>
                      </a:cubicBezTo>
                      <a:cubicBezTo>
                        <a:pt x="1757" y="2910"/>
                        <a:pt x="1782" y="2907"/>
                        <a:pt x="1805" y="2907"/>
                      </a:cubicBezTo>
                      <a:close/>
                      <a:moveTo>
                        <a:pt x="791" y="1"/>
                      </a:moveTo>
                      <a:cubicBezTo>
                        <a:pt x="548" y="61"/>
                        <a:pt x="274" y="152"/>
                        <a:pt x="274" y="396"/>
                      </a:cubicBezTo>
                      <a:cubicBezTo>
                        <a:pt x="274" y="639"/>
                        <a:pt x="0" y="882"/>
                        <a:pt x="183" y="1034"/>
                      </a:cubicBezTo>
                      <a:cubicBezTo>
                        <a:pt x="639" y="1429"/>
                        <a:pt x="396" y="1976"/>
                        <a:pt x="639" y="2402"/>
                      </a:cubicBezTo>
                      <a:cubicBezTo>
                        <a:pt x="779" y="2598"/>
                        <a:pt x="426" y="3081"/>
                        <a:pt x="900" y="3081"/>
                      </a:cubicBezTo>
                      <a:cubicBezTo>
                        <a:pt x="939" y="3081"/>
                        <a:pt x="983" y="3077"/>
                        <a:pt x="1034" y="3070"/>
                      </a:cubicBezTo>
                      <a:cubicBezTo>
                        <a:pt x="1064" y="3070"/>
                        <a:pt x="1095" y="3162"/>
                        <a:pt x="1095" y="3222"/>
                      </a:cubicBezTo>
                      <a:cubicBezTo>
                        <a:pt x="1368" y="4225"/>
                        <a:pt x="1459" y="4408"/>
                        <a:pt x="2159" y="4925"/>
                      </a:cubicBezTo>
                      <a:cubicBezTo>
                        <a:pt x="2219" y="4408"/>
                        <a:pt x="2311" y="3891"/>
                        <a:pt x="2432" y="3405"/>
                      </a:cubicBezTo>
                      <a:cubicBezTo>
                        <a:pt x="2584" y="2918"/>
                        <a:pt x="2007" y="2402"/>
                        <a:pt x="2584" y="1946"/>
                      </a:cubicBezTo>
                      <a:cubicBezTo>
                        <a:pt x="2645" y="2037"/>
                        <a:pt x="2736" y="2128"/>
                        <a:pt x="2827" y="2219"/>
                      </a:cubicBezTo>
                      <a:cubicBezTo>
                        <a:pt x="3011" y="2367"/>
                        <a:pt x="3229" y="2447"/>
                        <a:pt x="3453" y="2447"/>
                      </a:cubicBezTo>
                      <a:cubicBezTo>
                        <a:pt x="3599" y="2447"/>
                        <a:pt x="3747" y="2413"/>
                        <a:pt x="3891" y="2341"/>
                      </a:cubicBezTo>
                      <a:cubicBezTo>
                        <a:pt x="3982" y="2250"/>
                        <a:pt x="4074" y="2189"/>
                        <a:pt x="4013" y="2037"/>
                      </a:cubicBezTo>
                      <a:cubicBezTo>
                        <a:pt x="3979" y="1970"/>
                        <a:pt x="3927" y="1949"/>
                        <a:pt x="3872" y="1949"/>
                      </a:cubicBezTo>
                      <a:cubicBezTo>
                        <a:pt x="3827" y="1949"/>
                        <a:pt x="3780" y="1963"/>
                        <a:pt x="3739" y="1976"/>
                      </a:cubicBezTo>
                      <a:cubicBezTo>
                        <a:pt x="3660" y="1996"/>
                        <a:pt x="3555" y="2145"/>
                        <a:pt x="3415" y="2145"/>
                      </a:cubicBezTo>
                      <a:cubicBezTo>
                        <a:pt x="3341" y="2145"/>
                        <a:pt x="3257" y="2103"/>
                        <a:pt x="3162" y="1976"/>
                      </a:cubicBezTo>
                      <a:cubicBezTo>
                        <a:pt x="3496" y="1794"/>
                        <a:pt x="3496" y="1338"/>
                        <a:pt x="3739" y="1095"/>
                      </a:cubicBezTo>
                      <a:cubicBezTo>
                        <a:pt x="4225" y="669"/>
                        <a:pt x="3922" y="487"/>
                        <a:pt x="3587" y="213"/>
                      </a:cubicBezTo>
                      <a:cubicBezTo>
                        <a:pt x="3314" y="1004"/>
                        <a:pt x="2949" y="1520"/>
                        <a:pt x="2463" y="1672"/>
                      </a:cubicBezTo>
                      <a:cubicBezTo>
                        <a:pt x="2463" y="1490"/>
                        <a:pt x="2675" y="1308"/>
                        <a:pt x="2554" y="1156"/>
                      </a:cubicBezTo>
                      <a:cubicBezTo>
                        <a:pt x="2507" y="1109"/>
                        <a:pt x="2458" y="1091"/>
                        <a:pt x="2407" y="1091"/>
                      </a:cubicBezTo>
                      <a:cubicBezTo>
                        <a:pt x="2293" y="1091"/>
                        <a:pt x="2173" y="1183"/>
                        <a:pt x="2067" y="1247"/>
                      </a:cubicBezTo>
                      <a:lnTo>
                        <a:pt x="1551" y="1551"/>
                      </a:lnTo>
                      <a:cubicBezTo>
                        <a:pt x="1490" y="1490"/>
                        <a:pt x="1429" y="1429"/>
                        <a:pt x="1338" y="1429"/>
                      </a:cubicBezTo>
                      <a:cubicBezTo>
                        <a:pt x="760" y="1277"/>
                        <a:pt x="791" y="1277"/>
                        <a:pt x="821" y="669"/>
                      </a:cubicBezTo>
                      <a:cubicBezTo>
                        <a:pt x="821" y="456"/>
                        <a:pt x="1064" y="213"/>
                        <a:pt x="79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3"/>
                <p:cNvSpPr/>
                <p:nvPr/>
              </p:nvSpPr>
              <p:spPr>
                <a:xfrm>
                  <a:off x="457017" y="1015839"/>
                  <a:ext cx="91050" cy="148567"/>
                </a:xfrm>
                <a:custGeom>
                  <a:rect b="b" l="l" r="r" t="t"/>
                  <a:pathLst>
                    <a:path extrusionOk="0" h="5259" w="3223">
                      <a:moveTo>
                        <a:pt x="3131" y="1"/>
                      </a:moveTo>
                      <a:lnTo>
                        <a:pt x="3131" y="1"/>
                      </a:lnTo>
                      <a:cubicBezTo>
                        <a:pt x="2706" y="365"/>
                        <a:pt x="1976" y="1"/>
                        <a:pt x="1855" y="791"/>
                      </a:cubicBezTo>
                      <a:cubicBezTo>
                        <a:pt x="1855" y="882"/>
                        <a:pt x="1672" y="943"/>
                        <a:pt x="1581" y="1004"/>
                      </a:cubicBezTo>
                      <a:cubicBezTo>
                        <a:pt x="1095" y="1247"/>
                        <a:pt x="821" y="1551"/>
                        <a:pt x="1216" y="2098"/>
                      </a:cubicBezTo>
                      <a:cubicBezTo>
                        <a:pt x="1095" y="2128"/>
                        <a:pt x="1034" y="2159"/>
                        <a:pt x="1004" y="2159"/>
                      </a:cubicBezTo>
                      <a:cubicBezTo>
                        <a:pt x="921" y="2113"/>
                        <a:pt x="835" y="2092"/>
                        <a:pt x="752" y="2092"/>
                      </a:cubicBezTo>
                      <a:cubicBezTo>
                        <a:pt x="562" y="2092"/>
                        <a:pt x="389" y="2202"/>
                        <a:pt x="304" y="2371"/>
                      </a:cubicBezTo>
                      <a:cubicBezTo>
                        <a:pt x="183" y="2615"/>
                        <a:pt x="426" y="2767"/>
                        <a:pt x="517" y="2919"/>
                      </a:cubicBezTo>
                      <a:cubicBezTo>
                        <a:pt x="608" y="3192"/>
                        <a:pt x="973" y="3374"/>
                        <a:pt x="821" y="3739"/>
                      </a:cubicBezTo>
                      <a:cubicBezTo>
                        <a:pt x="700" y="3739"/>
                        <a:pt x="578" y="3648"/>
                        <a:pt x="517" y="3557"/>
                      </a:cubicBezTo>
                      <a:cubicBezTo>
                        <a:pt x="451" y="3468"/>
                        <a:pt x="384" y="3347"/>
                        <a:pt x="294" y="3347"/>
                      </a:cubicBezTo>
                      <a:cubicBezTo>
                        <a:pt x="261" y="3347"/>
                        <a:pt x="224" y="3364"/>
                        <a:pt x="183" y="3405"/>
                      </a:cubicBezTo>
                      <a:cubicBezTo>
                        <a:pt x="0" y="3557"/>
                        <a:pt x="183" y="3709"/>
                        <a:pt x="274" y="3861"/>
                      </a:cubicBezTo>
                      <a:cubicBezTo>
                        <a:pt x="304" y="3922"/>
                        <a:pt x="365" y="3982"/>
                        <a:pt x="456" y="3982"/>
                      </a:cubicBezTo>
                      <a:cubicBezTo>
                        <a:pt x="1247" y="4074"/>
                        <a:pt x="1186" y="4651"/>
                        <a:pt x="1186" y="5259"/>
                      </a:cubicBezTo>
                      <a:cubicBezTo>
                        <a:pt x="1763" y="4955"/>
                        <a:pt x="2584" y="5259"/>
                        <a:pt x="2949" y="4378"/>
                      </a:cubicBezTo>
                      <a:cubicBezTo>
                        <a:pt x="2894" y="4365"/>
                        <a:pt x="2843" y="4359"/>
                        <a:pt x="2796" y="4359"/>
                      </a:cubicBezTo>
                      <a:cubicBezTo>
                        <a:pt x="2502" y="4359"/>
                        <a:pt x="2338" y="4577"/>
                        <a:pt x="2128" y="4681"/>
                      </a:cubicBezTo>
                      <a:cubicBezTo>
                        <a:pt x="2042" y="4725"/>
                        <a:pt x="1970" y="4754"/>
                        <a:pt x="1904" y="4754"/>
                      </a:cubicBezTo>
                      <a:cubicBezTo>
                        <a:pt x="1831" y="4754"/>
                        <a:pt x="1767" y="4717"/>
                        <a:pt x="1703" y="4621"/>
                      </a:cubicBezTo>
                      <a:cubicBezTo>
                        <a:pt x="1581" y="4408"/>
                        <a:pt x="1490" y="4256"/>
                        <a:pt x="1703" y="4165"/>
                      </a:cubicBezTo>
                      <a:cubicBezTo>
                        <a:pt x="2037" y="3952"/>
                        <a:pt x="2007" y="3587"/>
                        <a:pt x="2067" y="3314"/>
                      </a:cubicBezTo>
                      <a:cubicBezTo>
                        <a:pt x="2189" y="2919"/>
                        <a:pt x="2159" y="2493"/>
                        <a:pt x="2523" y="2128"/>
                      </a:cubicBezTo>
                      <a:cubicBezTo>
                        <a:pt x="2736" y="1916"/>
                        <a:pt x="2766" y="1551"/>
                        <a:pt x="2614" y="1277"/>
                      </a:cubicBezTo>
                      <a:cubicBezTo>
                        <a:pt x="2402" y="1004"/>
                        <a:pt x="2523" y="852"/>
                        <a:pt x="2736" y="700"/>
                      </a:cubicBezTo>
                      <a:cubicBezTo>
                        <a:pt x="2949" y="517"/>
                        <a:pt x="3222" y="487"/>
                        <a:pt x="313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3"/>
                <p:cNvSpPr/>
                <p:nvPr/>
              </p:nvSpPr>
              <p:spPr>
                <a:xfrm>
                  <a:off x="391760" y="614525"/>
                  <a:ext cx="97067" cy="116729"/>
                </a:xfrm>
                <a:custGeom>
                  <a:rect b="b" l="l" r="r" t="t"/>
                  <a:pathLst>
                    <a:path extrusionOk="0" h="4132" w="3436">
                      <a:moveTo>
                        <a:pt x="454" y="1"/>
                      </a:moveTo>
                      <a:cubicBezTo>
                        <a:pt x="371" y="1"/>
                        <a:pt x="258" y="41"/>
                        <a:pt x="304" y="133"/>
                      </a:cubicBezTo>
                      <a:cubicBezTo>
                        <a:pt x="396" y="377"/>
                        <a:pt x="92" y="559"/>
                        <a:pt x="213" y="711"/>
                      </a:cubicBezTo>
                      <a:cubicBezTo>
                        <a:pt x="517" y="1136"/>
                        <a:pt x="365" y="1380"/>
                        <a:pt x="0" y="1592"/>
                      </a:cubicBezTo>
                      <a:lnTo>
                        <a:pt x="0" y="3811"/>
                      </a:lnTo>
                      <a:lnTo>
                        <a:pt x="92" y="3933"/>
                      </a:lnTo>
                      <a:cubicBezTo>
                        <a:pt x="183" y="4070"/>
                        <a:pt x="304" y="4092"/>
                        <a:pt x="434" y="4092"/>
                      </a:cubicBezTo>
                      <a:cubicBezTo>
                        <a:pt x="498" y="4092"/>
                        <a:pt x="565" y="4087"/>
                        <a:pt x="630" y="4087"/>
                      </a:cubicBezTo>
                      <a:cubicBezTo>
                        <a:pt x="696" y="4087"/>
                        <a:pt x="760" y="4092"/>
                        <a:pt x="821" y="4115"/>
                      </a:cubicBezTo>
                      <a:cubicBezTo>
                        <a:pt x="852" y="4127"/>
                        <a:pt x="877" y="4132"/>
                        <a:pt x="897" y="4132"/>
                      </a:cubicBezTo>
                      <a:cubicBezTo>
                        <a:pt x="1036" y="4132"/>
                        <a:pt x="950" y="3883"/>
                        <a:pt x="1003" y="3751"/>
                      </a:cubicBezTo>
                      <a:cubicBezTo>
                        <a:pt x="1179" y="3417"/>
                        <a:pt x="1507" y="3235"/>
                        <a:pt x="1840" y="3235"/>
                      </a:cubicBezTo>
                      <a:cubicBezTo>
                        <a:pt x="2084" y="3235"/>
                        <a:pt x="2331" y="3332"/>
                        <a:pt x="2523" y="3538"/>
                      </a:cubicBezTo>
                      <a:cubicBezTo>
                        <a:pt x="2641" y="3656"/>
                        <a:pt x="2741" y="3700"/>
                        <a:pt x="2827" y="3700"/>
                      </a:cubicBezTo>
                      <a:cubicBezTo>
                        <a:pt x="2964" y="3700"/>
                        <a:pt x="3068" y="3589"/>
                        <a:pt x="3162" y="3477"/>
                      </a:cubicBezTo>
                      <a:cubicBezTo>
                        <a:pt x="3435" y="3203"/>
                        <a:pt x="3131" y="3051"/>
                        <a:pt x="3010" y="2899"/>
                      </a:cubicBezTo>
                      <a:cubicBezTo>
                        <a:pt x="2969" y="2849"/>
                        <a:pt x="2912" y="2839"/>
                        <a:pt x="2847" y="2839"/>
                      </a:cubicBezTo>
                      <a:cubicBezTo>
                        <a:pt x="2805" y="2839"/>
                        <a:pt x="2759" y="2843"/>
                        <a:pt x="2713" y="2843"/>
                      </a:cubicBezTo>
                      <a:cubicBezTo>
                        <a:pt x="2622" y="2843"/>
                        <a:pt x="2530" y="2825"/>
                        <a:pt x="2462" y="2717"/>
                      </a:cubicBezTo>
                      <a:cubicBezTo>
                        <a:pt x="2098" y="2200"/>
                        <a:pt x="1581" y="1836"/>
                        <a:pt x="973" y="1714"/>
                      </a:cubicBezTo>
                      <a:cubicBezTo>
                        <a:pt x="851" y="1684"/>
                        <a:pt x="669" y="1471"/>
                        <a:pt x="699" y="1410"/>
                      </a:cubicBezTo>
                      <a:cubicBezTo>
                        <a:pt x="912" y="985"/>
                        <a:pt x="365" y="620"/>
                        <a:pt x="608" y="194"/>
                      </a:cubicBezTo>
                      <a:cubicBezTo>
                        <a:pt x="669" y="103"/>
                        <a:pt x="608" y="12"/>
                        <a:pt x="517" y="12"/>
                      </a:cubicBezTo>
                      <a:cubicBezTo>
                        <a:pt x="503" y="5"/>
                        <a:pt x="480" y="1"/>
                        <a:pt x="45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3"/>
                <p:cNvSpPr/>
                <p:nvPr/>
              </p:nvSpPr>
              <p:spPr>
                <a:xfrm>
                  <a:off x="537726" y="602829"/>
                  <a:ext cx="95344" cy="100457"/>
                </a:xfrm>
                <a:custGeom>
                  <a:rect b="b" l="l" r="r" t="t"/>
                  <a:pathLst>
                    <a:path extrusionOk="0" h="3556" w="3375">
                      <a:moveTo>
                        <a:pt x="1855" y="0"/>
                      </a:moveTo>
                      <a:cubicBezTo>
                        <a:pt x="1703" y="0"/>
                        <a:pt x="1642" y="122"/>
                        <a:pt x="1612" y="274"/>
                      </a:cubicBezTo>
                      <a:cubicBezTo>
                        <a:pt x="1581" y="669"/>
                        <a:pt x="1612" y="1095"/>
                        <a:pt x="1125" y="1277"/>
                      </a:cubicBezTo>
                      <a:cubicBezTo>
                        <a:pt x="761" y="1459"/>
                        <a:pt x="821" y="1672"/>
                        <a:pt x="1004" y="2006"/>
                      </a:cubicBezTo>
                      <a:cubicBezTo>
                        <a:pt x="1216" y="2310"/>
                        <a:pt x="1551" y="2462"/>
                        <a:pt x="1368" y="3009"/>
                      </a:cubicBezTo>
                      <a:cubicBezTo>
                        <a:pt x="1160" y="2644"/>
                        <a:pt x="771" y="2413"/>
                        <a:pt x="377" y="2413"/>
                      </a:cubicBezTo>
                      <a:cubicBezTo>
                        <a:pt x="312" y="2413"/>
                        <a:pt x="247" y="2419"/>
                        <a:pt x="183" y="2432"/>
                      </a:cubicBezTo>
                      <a:cubicBezTo>
                        <a:pt x="122" y="2675"/>
                        <a:pt x="61" y="2918"/>
                        <a:pt x="1" y="3253"/>
                      </a:cubicBezTo>
                      <a:cubicBezTo>
                        <a:pt x="47" y="3242"/>
                        <a:pt x="93" y="3238"/>
                        <a:pt x="139" y="3238"/>
                      </a:cubicBezTo>
                      <a:cubicBezTo>
                        <a:pt x="354" y="3238"/>
                        <a:pt x="560" y="3336"/>
                        <a:pt x="756" y="3336"/>
                      </a:cubicBezTo>
                      <a:cubicBezTo>
                        <a:pt x="872" y="3336"/>
                        <a:pt x="985" y="3302"/>
                        <a:pt x="1095" y="3192"/>
                      </a:cubicBezTo>
                      <a:cubicBezTo>
                        <a:pt x="1133" y="3154"/>
                        <a:pt x="1182" y="3137"/>
                        <a:pt x="1233" y="3137"/>
                      </a:cubicBezTo>
                      <a:cubicBezTo>
                        <a:pt x="1303" y="3137"/>
                        <a:pt x="1376" y="3169"/>
                        <a:pt x="1429" y="3222"/>
                      </a:cubicBezTo>
                      <a:cubicBezTo>
                        <a:pt x="1519" y="3356"/>
                        <a:pt x="1608" y="3556"/>
                        <a:pt x="1770" y="3556"/>
                      </a:cubicBezTo>
                      <a:cubicBezTo>
                        <a:pt x="1828" y="3556"/>
                        <a:pt x="1896" y="3530"/>
                        <a:pt x="1976" y="3465"/>
                      </a:cubicBezTo>
                      <a:cubicBezTo>
                        <a:pt x="2159" y="3344"/>
                        <a:pt x="2493" y="3253"/>
                        <a:pt x="2493" y="3040"/>
                      </a:cubicBezTo>
                      <a:cubicBezTo>
                        <a:pt x="2493" y="2584"/>
                        <a:pt x="2858" y="2462"/>
                        <a:pt x="3071" y="2219"/>
                      </a:cubicBezTo>
                      <a:cubicBezTo>
                        <a:pt x="3283" y="2006"/>
                        <a:pt x="3375" y="1672"/>
                        <a:pt x="3283" y="1368"/>
                      </a:cubicBezTo>
                      <a:cubicBezTo>
                        <a:pt x="3259" y="1129"/>
                        <a:pt x="3066" y="965"/>
                        <a:pt x="2852" y="965"/>
                      </a:cubicBezTo>
                      <a:cubicBezTo>
                        <a:pt x="2794" y="965"/>
                        <a:pt x="2734" y="977"/>
                        <a:pt x="2675" y="1003"/>
                      </a:cubicBezTo>
                      <a:cubicBezTo>
                        <a:pt x="2669" y="1007"/>
                        <a:pt x="2662" y="1008"/>
                        <a:pt x="2654" y="1008"/>
                      </a:cubicBezTo>
                      <a:cubicBezTo>
                        <a:pt x="2594" y="1008"/>
                        <a:pt x="2513" y="912"/>
                        <a:pt x="2432" y="912"/>
                      </a:cubicBezTo>
                      <a:cubicBezTo>
                        <a:pt x="2007" y="912"/>
                        <a:pt x="1764" y="760"/>
                        <a:pt x="1946" y="304"/>
                      </a:cubicBezTo>
                      <a:cubicBezTo>
                        <a:pt x="2007" y="152"/>
                        <a:pt x="1976" y="31"/>
                        <a:pt x="185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852851" y="320954"/>
                  <a:ext cx="102208" cy="115034"/>
                </a:xfrm>
                <a:custGeom>
                  <a:rect b="b" l="l" r="r" t="t"/>
                  <a:pathLst>
                    <a:path extrusionOk="0" h="4072" w="3618">
                      <a:moveTo>
                        <a:pt x="1118" y="1477"/>
                      </a:moveTo>
                      <a:cubicBezTo>
                        <a:pt x="1192" y="1477"/>
                        <a:pt x="1240" y="1533"/>
                        <a:pt x="1277" y="1589"/>
                      </a:cubicBezTo>
                      <a:cubicBezTo>
                        <a:pt x="1338" y="1711"/>
                        <a:pt x="1551" y="1863"/>
                        <a:pt x="1399" y="2045"/>
                      </a:cubicBezTo>
                      <a:cubicBezTo>
                        <a:pt x="1361" y="2083"/>
                        <a:pt x="1324" y="2097"/>
                        <a:pt x="1288" y="2097"/>
                      </a:cubicBezTo>
                      <a:cubicBezTo>
                        <a:pt x="1208" y="2097"/>
                        <a:pt x="1137" y="2026"/>
                        <a:pt x="1095" y="1984"/>
                      </a:cubicBezTo>
                      <a:cubicBezTo>
                        <a:pt x="1004" y="1893"/>
                        <a:pt x="852" y="1741"/>
                        <a:pt x="943" y="1559"/>
                      </a:cubicBezTo>
                      <a:cubicBezTo>
                        <a:pt x="1014" y="1500"/>
                        <a:pt x="1071" y="1477"/>
                        <a:pt x="1118" y="1477"/>
                      </a:cubicBezTo>
                      <a:close/>
                      <a:moveTo>
                        <a:pt x="1911" y="0"/>
                      </a:moveTo>
                      <a:cubicBezTo>
                        <a:pt x="1800" y="0"/>
                        <a:pt x="1660" y="55"/>
                        <a:pt x="1490" y="161"/>
                      </a:cubicBezTo>
                      <a:cubicBezTo>
                        <a:pt x="1156" y="404"/>
                        <a:pt x="791" y="647"/>
                        <a:pt x="457" y="890"/>
                      </a:cubicBezTo>
                      <a:cubicBezTo>
                        <a:pt x="92" y="1133"/>
                        <a:pt x="1" y="1620"/>
                        <a:pt x="244" y="1984"/>
                      </a:cubicBezTo>
                      <a:cubicBezTo>
                        <a:pt x="332" y="1940"/>
                        <a:pt x="434" y="1889"/>
                        <a:pt x="510" y="1889"/>
                      </a:cubicBezTo>
                      <a:cubicBezTo>
                        <a:pt x="590" y="1889"/>
                        <a:pt x="640" y="1948"/>
                        <a:pt x="609" y="2136"/>
                      </a:cubicBezTo>
                      <a:cubicBezTo>
                        <a:pt x="548" y="2471"/>
                        <a:pt x="366" y="2775"/>
                        <a:pt x="548" y="3139"/>
                      </a:cubicBezTo>
                      <a:lnTo>
                        <a:pt x="1" y="3534"/>
                      </a:lnTo>
                      <a:cubicBezTo>
                        <a:pt x="1" y="3626"/>
                        <a:pt x="31" y="3686"/>
                        <a:pt x="92" y="3778"/>
                      </a:cubicBezTo>
                      <a:cubicBezTo>
                        <a:pt x="169" y="3881"/>
                        <a:pt x="203" y="4071"/>
                        <a:pt x="360" y="4071"/>
                      </a:cubicBezTo>
                      <a:cubicBezTo>
                        <a:pt x="388" y="4071"/>
                        <a:pt x="420" y="4065"/>
                        <a:pt x="457" y="4051"/>
                      </a:cubicBezTo>
                      <a:cubicBezTo>
                        <a:pt x="700" y="3960"/>
                        <a:pt x="518" y="3808"/>
                        <a:pt x="578" y="3656"/>
                      </a:cubicBezTo>
                      <a:cubicBezTo>
                        <a:pt x="639" y="3474"/>
                        <a:pt x="730" y="3291"/>
                        <a:pt x="578" y="3109"/>
                      </a:cubicBezTo>
                      <a:cubicBezTo>
                        <a:pt x="761" y="3018"/>
                        <a:pt x="974" y="2866"/>
                        <a:pt x="1126" y="2744"/>
                      </a:cubicBezTo>
                      <a:cubicBezTo>
                        <a:pt x="1429" y="2440"/>
                        <a:pt x="2007" y="2440"/>
                        <a:pt x="1977" y="1832"/>
                      </a:cubicBezTo>
                      <a:cubicBezTo>
                        <a:pt x="1977" y="1711"/>
                        <a:pt x="2098" y="1741"/>
                        <a:pt x="2250" y="1711"/>
                      </a:cubicBezTo>
                      <a:cubicBezTo>
                        <a:pt x="2269" y="1710"/>
                        <a:pt x="2287" y="1709"/>
                        <a:pt x="2304" y="1709"/>
                      </a:cubicBezTo>
                      <a:cubicBezTo>
                        <a:pt x="2789" y="1709"/>
                        <a:pt x="2677" y="2116"/>
                        <a:pt x="2706" y="2410"/>
                      </a:cubicBezTo>
                      <a:cubicBezTo>
                        <a:pt x="3010" y="2349"/>
                        <a:pt x="3314" y="2197"/>
                        <a:pt x="3527" y="1984"/>
                      </a:cubicBezTo>
                      <a:cubicBezTo>
                        <a:pt x="3588" y="1923"/>
                        <a:pt x="3618" y="1893"/>
                        <a:pt x="3618" y="1832"/>
                      </a:cubicBezTo>
                      <a:cubicBezTo>
                        <a:pt x="3618" y="1528"/>
                        <a:pt x="3405" y="1346"/>
                        <a:pt x="3253" y="1133"/>
                      </a:cubicBezTo>
                      <a:cubicBezTo>
                        <a:pt x="3071" y="920"/>
                        <a:pt x="3527" y="708"/>
                        <a:pt x="3192" y="495"/>
                      </a:cubicBezTo>
                      <a:cubicBezTo>
                        <a:pt x="3181" y="494"/>
                        <a:pt x="3169" y="493"/>
                        <a:pt x="3158" y="493"/>
                      </a:cubicBezTo>
                      <a:cubicBezTo>
                        <a:pt x="2827" y="493"/>
                        <a:pt x="2646" y="891"/>
                        <a:pt x="2315" y="891"/>
                      </a:cubicBezTo>
                      <a:cubicBezTo>
                        <a:pt x="2304" y="891"/>
                        <a:pt x="2292" y="891"/>
                        <a:pt x="2281" y="890"/>
                      </a:cubicBezTo>
                      <a:cubicBezTo>
                        <a:pt x="2250" y="829"/>
                        <a:pt x="2220" y="799"/>
                        <a:pt x="2189" y="738"/>
                      </a:cubicBezTo>
                      <a:cubicBezTo>
                        <a:pt x="2189" y="708"/>
                        <a:pt x="2250" y="647"/>
                        <a:pt x="2250" y="586"/>
                      </a:cubicBezTo>
                      <a:cubicBezTo>
                        <a:pt x="2230" y="190"/>
                        <a:pt x="2120" y="0"/>
                        <a:pt x="191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495662" y="430930"/>
                  <a:ext cx="76360" cy="173653"/>
                </a:xfrm>
                <a:custGeom>
                  <a:rect b="b" l="l" r="r" t="t"/>
                  <a:pathLst>
                    <a:path extrusionOk="0" h="6147" w="2703">
                      <a:moveTo>
                        <a:pt x="912" y="0"/>
                      </a:moveTo>
                      <a:cubicBezTo>
                        <a:pt x="823" y="0"/>
                        <a:pt x="735" y="32"/>
                        <a:pt x="669" y="97"/>
                      </a:cubicBezTo>
                      <a:cubicBezTo>
                        <a:pt x="487" y="280"/>
                        <a:pt x="152" y="341"/>
                        <a:pt x="152" y="736"/>
                      </a:cubicBezTo>
                      <a:cubicBezTo>
                        <a:pt x="517" y="736"/>
                        <a:pt x="851" y="979"/>
                        <a:pt x="973" y="1313"/>
                      </a:cubicBezTo>
                      <a:cubicBezTo>
                        <a:pt x="1125" y="1678"/>
                        <a:pt x="973" y="2073"/>
                        <a:pt x="1186" y="2407"/>
                      </a:cubicBezTo>
                      <a:cubicBezTo>
                        <a:pt x="730" y="2620"/>
                        <a:pt x="882" y="3319"/>
                        <a:pt x="335" y="3502"/>
                      </a:cubicBezTo>
                      <a:cubicBezTo>
                        <a:pt x="91" y="3623"/>
                        <a:pt x="0" y="3806"/>
                        <a:pt x="183" y="4079"/>
                      </a:cubicBezTo>
                      <a:cubicBezTo>
                        <a:pt x="304" y="4201"/>
                        <a:pt x="243" y="4322"/>
                        <a:pt x="243" y="4474"/>
                      </a:cubicBezTo>
                      <a:cubicBezTo>
                        <a:pt x="243" y="4878"/>
                        <a:pt x="332" y="5059"/>
                        <a:pt x="572" y="5059"/>
                      </a:cubicBezTo>
                      <a:cubicBezTo>
                        <a:pt x="676" y="5059"/>
                        <a:pt x="808" y="5025"/>
                        <a:pt x="973" y="4961"/>
                      </a:cubicBezTo>
                      <a:cubicBezTo>
                        <a:pt x="1011" y="4935"/>
                        <a:pt x="1050" y="4926"/>
                        <a:pt x="1089" y="4926"/>
                      </a:cubicBezTo>
                      <a:cubicBezTo>
                        <a:pt x="1141" y="4926"/>
                        <a:pt x="1194" y="4943"/>
                        <a:pt x="1246" y="4961"/>
                      </a:cubicBezTo>
                      <a:cubicBezTo>
                        <a:pt x="973" y="5477"/>
                        <a:pt x="1368" y="5781"/>
                        <a:pt x="1642" y="6116"/>
                      </a:cubicBezTo>
                      <a:cubicBezTo>
                        <a:pt x="1672" y="6146"/>
                        <a:pt x="1763" y="6146"/>
                        <a:pt x="1794" y="6146"/>
                      </a:cubicBezTo>
                      <a:cubicBezTo>
                        <a:pt x="1854" y="6116"/>
                        <a:pt x="1946" y="5994"/>
                        <a:pt x="1915" y="5933"/>
                      </a:cubicBezTo>
                      <a:cubicBezTo>
                        <a:pt x="1520" y="5477"/>
                        <a:pt x="1915" y="4991"/>
                        <a:pt x="1854" y="4444"/>
                      </a:cubicBezTo>
                      <a:lnTo>
                        <a:pt x="1854" y="4444"/>
                      </a:lnTo>
                      <a:cubicBezTo>
                        <a:pt x="1567" y="4540"/>
                        <a:pt x="1380" y="4602"/>
                        <a:pt x="1242" y="4602"/>
                      </a:cubicBezTo>
                      <a:cubicBezTo>
                        <a:pt x="985" y="4602"/>
                        <a:pt x="895" y="4388"/>
                        <a:pt x="639" y="3775"/>
                      </a:cubicBezTo>
                      <a:cubicBezTo>
                        <a:pt x="1611" y="3471"/>
                        <a:pt x="1368" y="2529"/>
                        <a:pt x="1581" y="1800"/>
                      </a:cubicBezTo>
                      <a:lnTo>
                        <a:pt x="1581" y="1800"/>
                      </a:lnTo>
                      <a:cubicBezTo>
                        <a:pt x="1885" y="1921"/>
                        <a:pt x="2189" y="1800"/>
                        <a:pt x="2493" y="1982"/>
                      </a:cubicBezTo>
                      <a:cubicBezTo>
                        <a:pt x="2510" y="1994"/>
                        <a:pt x="2526" y="1998"/>
                        <a:pt x="2542" y="1998"/>
                      </a:cubicBezTo>
                      <a:cubicBezTo>
                        <a:pt x="2606" y="1998"/>
                        <a:pt x="2650" y="1910"/>
                        <a:pt x="2675" y="1860"/>
                      </a:cubicBezTo>
                      <a:cubicBezTo>
                        <a:pt x="2703" y="1777"/>
                        <a:pt x="2629" y="1644"/>
                        <a:pt x="2570" y="1644"/>
                      </a:cubicBezTo>
                      <a:cubicBezTo>
                        <a:pt x="2565" y="1644"/>
                        <a:pt x="2559" y="1645"/>
                        <a:pt x="2553" y="1648"/>
                      </a:cubicBezTo>
                      <a:cubicBezTo>
                        <a:pt x="2508" y="1656"/>
                        <a:pt x="2466" y="1660"/>
                        <a:pt x="2428" y="1660"/>
                      </a:cubicBezTo>
                      <a:cubicBezTo>
                        <a:pt x="2055" y="1660"/>
                        <a:pt x="1989" y="1285"/>
                        <a:pt x="1824" y="1009"/>
                      </a:cubicBezTo>
                      <a:cubicBezTo>
                        <a:pt x="1642" y="736"/>
                        <a:pt x="1429" y="432"/>
                        <a:pt x="1216" y="158"/>
                      </a:cubicBezTo>
                      <a:cubicBezTo>
                        <a:pt x="1147" y="55"/>
                        <a:pt x="1029" y="0"/>
                        <a:pt x="91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3"/>
                <p:cNvSpPr/>
                <p:nvPr/>
              </p:nvSpPr>
              <p:spPr>
                <a:xfrm>
                  <a:off x="760983" y="460197"/>
                  <a:ext cx="127125" cy="100570"/>
                </a:xfrm>
                <a:custGeom>
                  <a:rect b="b" l="l" r="r" t="t"/>
                  <a:pathLst>
                    <a:path extrusionOk="0" h="3560" w="4500">
                      <a:moveTo>
                        <a:pt x="1287" y="1"/>
                      </a:moveTo>
                      <a:cubicBezTo>
                        <a:pt x="1274" y="1"/>
                        <a:pt x="1261" y="2"/>
                        <a:pt x="1247" y="4"/>
                      </a:cubicBezTo>
                      <a:cubicBezTo>
                        <a:pt x="1034" y="64"/>
                        <a:pt x="791" y="156"/>
                        <a:pt x="791" y="460"/>
                      </a:cubicBezTo>
                      <a:cubicBezTo>
                        <a:pt x="791" y="642"/>
                        <a:pt x="791" y="703"/>
                        <a:pt x="578" y="703"/>
                      </a:cubicBezTo>
                      <a:cubicBezTo>
                        <a:pt x="213" y="764"/>
                        <a:pt x="1" y="1128"/>
                        <a:pt x="153" y="1463"/>
                      </a:cubicBezTo>
                      <a:cubicBezTo>
                        <a:pt x="487" y="2131"/>
                        <a:pt x="973" y="2648"/>
                        <a:pt x="1612" y="3013"/>
                      </a:cubicBezTo>
                      <a:cubicBezTo>
                        <a:pt x="1710" y="3075"/>
                        <a:pt x="1792" y="3098"/>
                        <a:pt x="1865" y="3098"/>
                      </a:cubicBezTo>
                      <a:cubicBezTo>
                        <a:pt x="2040" y="3098"/>
                        <a:pt x="2160" y="2965"/>
                        <a:pt x="2311" y="2922"/>
                      </a:cubicBezTo>
                      <a:cubicBezTo>
                        <a:pt x="2324" y="2918"/>
                        <a:pt x="2336" y="2917"/>
                        <a:pt x="2349" y="2917"/>
                      </a:cubicBezTo>
                      <a:cubicBezTo>
                        <a:pt x="2451" y="2917"/>
                        <a:pt x="2530" y="3023"/>
                        <a:pt x="2584" y="3104"/>
                      </a:cubicBezTo>
                      <a:cubicBezTo>
                        <a:pt x="2635" y="3180"/>
                        <a:pt x="2769" y="3339"/>
                        <a:pt x="2865" y="3339"/>
                      </a:cubicBezTo>
                      <a:cubicBezTo>
                        <a:pt x="2885" y="3339"/>
                        <a:pt x="2903" y="3332"/>
                        <a:pt x="2919" y="3317"/>
                      </a:cubicBezTo>
                      <a:cubicBezTo>
                        <a:pt x="3063" y="3192"/>
                        <a:pt x="3188" y="3143"/>
                        <a:pt x="3300" y="3143"/>
                      </a:cubicBezTo>
                      <a:cubicBezTo>
                        <a:pt x="3541" y="3143"/>
                        <a:pt x="3715" y="3373"/>
                        <a:pt x="3861" y="3560"/>
                      </a:cubicBezTo>
                      <a:cubicBezTo>
                        <a:pt x="4104" y="3408"/>
                        <a:pt x="4134" y="3286"/>
                        <a:pt x="4074" y="3256"/>
                      </a:cubicBezTo>
                      <a:cubicBezTo>
                        <a:pt x="3952" y="3074"/>
                        <a:pt x="4499" y="2678"/>
                        <a:pt x="3922" y="2678"/>
                      </a:cubicBezTo>
                      <a:cubicBezTo>
                        <a:pt x="3587" y="2678"/>
                        <a:pt x="3557" y="2283"/>
                        <a:pt x="3283" y="2253"/>
                      </a:cubicBezTo>
                      <a:cubicBezTo>
                        <a:pt x="3222" y="2253"/>
                        <a:pt x="3131" y="2344"/>
                        <a:pt x="3101" y="2405"/>
                      </a:cubicBezTo>
                      <a:cubicBezTo>
                        <a:pt x="2975" y="2603"/>
                        <a:pt x="2796" y="2705"/>
                        <a:pt x="2620" y="2705"/>
                      </a:cubicBezTo>
                      <a:cubicBezTo>
                        <a:pt x="2499" y="2705"/>
                        <a:pt x="2380" y="2656"/>
                        <a:pt x="2280" y="2557"/>
                      </a:cubicBezTo>
                      <a:cubicBezTo>
                        <a:pt x="2189" y="2466"/>
                        <a:pt x="2128" y="2374"/>
                        <a:pt x="2128" y="2253"/>
                      </a:cubicBezTo>
                      <a:cubicBezTo>
                        <a:pt x="2143" y="2147"/>
                        <a:pt x="2189" y="2116"/>
                        <a:pt x="2250" y="2116"/>
                      </a:cubicBezTo>
                      <a:cubicBezTo>
                        <a:pt x="2311" y="2116"/>
                        <a:pt x="2387" y="2147"/>
                        <a:pt x="2463" y="2162"/>
                      </a:cubicBezTo>
                      <a:cubicBezTo>
                        <a:pt x="2494" y="2177"/>
                        <a:pt x="2525" y="2185"/>
                        <a:pt x="2555" y="2185"/>
                      </a:cubicBezTo>
                      <a:cubicBezTo>
                        <a:pt x="2639" y="2185"/>
                        <a:pt x="2706" y="2122"/>
                        <a:pt x="2706" y="2010"/>
                      </a:cubicBezTo>
                      <a:cubicBezTo>
                        <a:pt x="2706" y="1956"/>
                        <a:pt x="2657" y="1853"/>
                        <a:pt x="2582" y="1853"/>
                      </a:cubicBezTo>
                      <a:cubicBezTo>
                        <a:pt x="2573" y="1853"/>
                        <a:pt x="2564" y="1854"/>
                        <a:pt x="2554" y="1858"/>
                      </a:cubicBezTo>
                      <a:cubicBezTo>
                        <a:pt x="2531" y="1861"/>
                        <a:pt x="2508" y="1862"/>
                        <a:pt x="2486" y="1862"/>
                      </a:cubicBezTo>
                      <a:cubicBezTo>
                        <a:pt x="2052" y="1862"/>
                        <a:pt x="1892" y="1311"/>
                        <a:pt x="1429" y="1311"/>
                      </a:cubicBezTo>
                      <a:cubicBezTo>
                        <a:pt x="1308" y="1311"/>
                        <a:pt x="1125" y="976"/>
                        <a:pt x="1429" y="764"/>
                      </a:cubicBezTo>
                      <a:cubicBezTo>
                        <a:pt x="1581" y="672"/>
                        <a:pt x="1763" y="581"/>
                        <a:pt x="1642" y="338"/>
                      </a:cubicBezTo>
                      <a:cubicBezTo>
                        <a:pt x="1557" y="196"/>
                        <a:pt x="1471" y="1"/>
                        <a:pt x="128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570354" y="547743"/>
                  <a:ext cx="103084" cy="63534"/>
                </a:xfrm>
                <a:custGeom>
                  <a:rect b="b" l="l" r="r" t="t"/>
                  <a:pathLst>
                    <a:path extrusionOk="0" h="2249" w="3649">
                      <a:moveTo>
                        <a:pt x="1522" y="0"/>
                      </a:moveTo>
                      <a:cubicBezTo>
                        <a:pt x="1350" y="0"/>
                        <a:pt x="1156" y="109"/>
                        <a:pt x="1156" y="218"/>
                      </a:cubicBezTo>
                      <a:cubicBezTo>
                        <a:pt x="1065" y="856"/>
                        <a:pt x="517" y="1008"/>
                        <a:pt x="122" y="1342"/>
                      </a:cubicBezTo>
                      <a:cubicBezTo>
                        <a:pt x="31" y="1403"/>
                        <a:pt x="1" y="1555"/>
                        <a:pt x="61" y="1646"/>
                      </a:cubicBezTo>
                      <a:cubicBezTo>
                        <a:pt x="99" y="1684"/>
                        <a:pt x="160" y="1710"/>
                        <a:pt x="215" y="1710"/>
                      </a:cubicBezTo>
                      <a:cubicBezTo>
                        <a:pt x="249" y="1710"/>
                        <a:pt x="281" y="1700"/>
                        <a:pt x="305" y="1677"/>
                      </a:cubicBezTo>
                      <a:cubicBezTo>
                        <a:pt x="444" y="1548"/>
                        <a:pt x="565" y="1495"/>
                        <a:pt x="670" y="1495"/>
                      </a:cubicBezTo>
                      <a:cubicBezTo>
                        <a:pt x="864" y="1495"/>
                        <a:pt x="1007" y="1673"/>
                        <a:pt x="1125" y="1890"/>
                      </a:cubicBezTo>
                      <a:cubicBezTo>
                        <a:pt x="1219" y="2077"/>
                        <a:pt x="1329" y="2152"/>
                        <a:pt x="1454" y="2152"/>
                      </a:cubicBezTo>
                      <a:cubicBezTo>
                        <a:pt x="1573" y="2152"/>
                        <a:pt x="1707" y="2084"/>
                        <a:pt x="1855" y="1981"/>
                      </a:cubicBezTo>
                      <a:cubicBezTo>
                        <a:pt x="2057" y="1854"/>
                        <a:pt x="2234" y="1791"/>
                        <a:pt x="2403" y="1791"/>
                      </a:cubicBezTo>
                      <a:cubicBezTo>
                        <a:pt x="2641" y="1791"/>
                        <a:pt x="2865" y="1915"/>
                        <a:pt x="3131" y="2163"/>
                      </a:cubicBezTo>
                      <a:cubicBezTo>
                        <a:pt x="3184" y="2216"/>
                        <a:pt x="3268" y="2249"/>
                        <a:pt x="3347" y="2249"/>
                      </a:cubicBezTo>
                      <a:cubicBezTo>
                        <a:pt x="3404" y="2249"/>
                        <a:pt x="3458" y="2232"/>
                        <a:pt x="3496" y="2193"/>
                      </a:cubicBezTo>
                      <a:cubicBezTo>
                        <a:pt x="3375" y="1920"/>
                        <a:pt x="3648" y="1707"/>
                        <a:pt x="3587" y="1403"/>
                      </a:cubicBezTo>
                      <a:cubicBezTo>
                        <a:pt x="3538" y="1376"/>
                        <a:pt x="3493" y="1365"/>
                        <a:pt x="3450" y="1365"/>
                      </a:cubicBezTo>
                      <a:cubicBezTo>
                        <a:pt x="3258" y="1365"/>
                        <a:pt x="3123" y="1588"/>
                        <a:pt x="2938" y="1588"/>
                      </a:cubicBezTo>
                      <a:cubicBezTo>
                        <a:pt x="2886" y="1588"/>
                        <a:pt x="2829" y="1570"/>
                        <a:pt x="2767" y="1525"/>
                      </a:cubicBezTo>
                      <a:cubicBezTo>
                        <a:pt x="2463" y="1312"/>
                        <a:pt x="2706" y="947"/>
                        <a:pt x="2615" y="704"/>
                      </a:cubicBezTo>
                      <a:cubicBezTo>
                        <a:pt x="2584" y="696"/>
                        <a:pt x="2552" y="693"/>
                        <a:pt x="2519" y="693"/>
                      </a:cubicBezTo>
                      <a:cubicBezTo>
                        <a:pt x="2421" y="693"/>
                        <a:pt x="2318" y="727"/>
                        <a:pt x="2250" y="795"/>
                      </a:cubicBezTo>
                      <a:cubicBezTo>
                        <a:pt x="2186" y="838"/>
                        <a:pt x="2123" y="895"/>
                        <a:pt x="2039" y="895"/>
                      </a:cubicBezTo>
                      <a:cubicBezTo>
                        <a:pt x="2002" y="895"/>
                        <a:pt x="1962" y="884"/>
                        <a:pt x="1916" y="856"/>
                      </a:cubicBezTo>
                      <a:cubicBezTo>
                        <a:pt x="1733" y="704"/>
                        <a:pt x="2007" y="552"/>
                        <a:pt x="1916" y="370"/>
                      </a:cubicBezTo>
                      <a:cubicBezTo>
                        <a:pt x="1824" y="218"/>
                        <a:pt x="1794" y="35"/>
                        <a:pt x="1581" y="5"/>
                      </a:cubicBezTo>
                      <a:cubicBezTo>
                        <a:pt x="1562" y="2"/>
                        <a:pt x="1542" y="0"/>
                        <a:pt x="152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3"/>
                <p:cNvSpPr/>
                <p:nvPr/>
              </p:nvSpPr>
              <p:spPr>
                <a:xfrm>
                  <a:off x="931865" y="516103"/>
                  <a:ext cx="28" cy="3447"/>
                </a:xfrm>
                <a:custGeom>
                  <a:rect b="b" l="l" r="r" t="t"/>
                  <a:pathLst>
                    <a:path extrusionOk="0" h="122" w="1">
                      <a:moveTo>
                        <a:pt x="0" y="122"/>
                      </a:moveTo>
                      <a:lnTo>
                        <a:pt x="0" y="122"/>
                      </a:lnTo>
                      <a:lnTo>
                        <a:pt x="0" y="0"/>
                      </a:lnTo>
                      <a:cubicBezTo>
                        <a:pt x="0" y="31"/>
                        <a:pt x="0" y="61"/>
                        <a:pt x="0" y="122"/>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3"/>
                <p:cNvSpPr/>
                <p:nvPr/>
              </p:nvSpPr>
              <p:spPr>
                <a:xfrm>
                  <a:off x="875196" y="490057"/>
                  <a:ext cx="124526" cy="66218"/>
                </a:xfrm>
                <a:custGeom>
                  <a:rect b="b" l="l" r="r" t="t"/>
                  <a:pathLst>
                    <a:path extrusionOk="0" h="2344" w="4408">
                      <a:moveTo>
                        <a:pt x="992" y="0"/>
                      </a:moveTo>
                      <a:cubicBezTo>
                        <a:pt x="677" y="0"/>
                        <a:pt x="419" y="166"/>
                        <a:pt x="91" y="527"/>
                      </a:cubicBezTo>
                      <a:cubicBezTo>
                        <a:pt x="31" y="588"/>
                        <a:pt x="0" y="679"/>
                        <a:pt x="0" y="770"/>
                      </a:cubicBezTo>
                      <a:cubicBezTo>
                        <a:pt x="20" y="851"/>
                        <a:pt x="95" y="905"/>
                        <a:pt x="178" y="905"/>
                      </a:cubicBezTo>
                      <a:cubicBezTo>
                        <a:pt x="220" y="905"/>
                        <a:pt x="264" y="892"/>
                        <a:pt x="304" y="862"/>
                      </a:cubicBezTo>
                      <a:cubicBezTo>
                        <a:pt x="470" y="751"/>
                        <a:pt x="662" y="697"/>
                        <a:pt x="853" y="697"/>
                      </a:cubicBezTo>
                      <a:cubicBezTo>
                        <a:pt x="1081" y="697"/>
                        <a:pt x="1308" y="774"/>
                        <a:pt x="1490" y="922"/>
                      </a:cubicBezTo>
                      <a:cubicBezTo>
                        <a:pt x="1611" y="922"/>
                        <a:pt x="1773" y="693"/>
                        <a:pt x="1886" y="693"/>
                      </a:cubicBezTo>
                      <a:cubicBezTo>
                        <a:pt x="1942" y="693"/>
                        <a:pt x="1986" y="750"/>
                        <a:pt x="2006" y="922"/>
                      </a:cubicBezTo>
                      <a:cubicBezTo>
                        <a:pt x="2006" y="831"/>
                        <a:pt x="2067" y="770"/>
                        <a:pt x="2158" y="770"/>
                      </a:cubicBezTo>
                      <a:cubicBezTo>
                        <a:pt x="2310" y="801"/>
                        <a:pt x="2401" y="983"/>
                        <a:pt x="2462" y="1166"/>
                      </a:cubicBezTo>
                      <a:cubicBezTo>
                        <a:pt x="2537" y="1314"/>
                        <a:pt x="2620" y="1364"/>
                        <a:pt x="2707" y="1364"/>
                      </a:cubicBezTo>
                      <a:cubicBezTo>
                        <a:pt x="2886" y="1364"/>
                        <a:pt x="3083" y="1154"/>
                        <a:pt x="3254" y="1154"/>
                      </a:cubicBezTo>
                      <a:cubicBezTo>
                        <a:pt x="3307" y="1154"/>
                        <a:pt x="3358" y="1174"/>
                        <a:pt x="3404" y="1226"/>
                      </a:cubicBezTo>
                      <a:cubicBezTo>
                        <a:pt x="3404" y="1409"/>
                        <a:pt x="3252" y="1469"/>
                        <a:pt x="3131" y="1561"/>
                      </a:cubicBezTo>
                      <a:cubicBezTo>
                        <a:pt x="2949" y="1713"/>
                        <a:pt x="2979" y="1834"/>
                        <a:pt x="3070" y="2017"/>
                      </a:cubicBezTo>
                      <a:cubicBezTo>
                        <a:pt x="3264" y="2230"/>
                        <a:pt x="3519" y="2344"/>
                        <a:pt x="3781" y="2344"/>
                      </a:cubicBezTo>
                      <a:cubicBezTo>
                        <a:pt x="3930" y="2344"/>
                        <a:pt x="4082" y="2307"/>
                        <a:pt x="4225" y="2229"/>
                      </a:cubicBezTo>
                      <a:cubicBezTo>
                        <a:pt x="4316" y="2169"/>
                        <a:pt x="4408" y="2077"/>
                        <a:pt x="4347" y="1956"/>
                      </a:cubicBezTo>
                      <a:cubicBezTo>
                        <a:pt x="4305" y="1851"/>
                        <a:pt x="4248" y="1818"/>
                        <a:pt x="4177" y="1818"/>
                      </a:cubicBezTo>
                      <a:cubicBezTo>
                        <a:pt x="4145" y="1818"/>
                        <a:pt x="4111" y="1825"/>
                        <a:pt x="4073" y="1834"/>
                      </a:cubicBezTo>
                      <a:cubicBezTo>
                        <a:pt x="3951" y="1883"/>
                        <a:pt x="3848" y="2011"/>
                        <a:pt x="3669" y="2011"/>
                      </a:cubicBezTo>
                      <a:cubicBezTo>
                        <a:pt x="3626" y="2011"/>
                        <a:pt x="3579" y="2004"/>
                        <a:pt x="3526" y="1986"/>
                      </a:cubicBezTo>
                      <a:cubicBezTo>
                        <a:pt x="3587" y="1682"/>
                        <a:pt x="3800" y="1287"/>
                        <a:pt x="3708" y="1044"/>
                      </a:cubicBezTo>
                      <a:cubicBezTo>
                        <a:pt x="3587" y="801"/>
                        <a:pt x="3070" y="892"/>
                        <a:pt x="2797" y="770"/>
                      </a:cubicBezTo>
                      <a:cubicBezTo>
                        <a:pt x="2523" y="618"/>
                        <a:pt x="2280" y="466"/>
                        <a:pt x="2006" y="345"/>
                      </a:cubicBezTo>
                      <a:cubicBezTo>
                        <a:pt x="1573" y="121"/>
                        <a:pt x="1261" y="0"/>
                        <a:pt x="9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3"/>
                <p:cNvSpPr/>
                <p:nvPr/>
              </p:nvSpPr>
              <p:spPr>
                <a:xfrm>
                  <a:off x="391760" y="747948"/>
                  <a:ext cx="24916" cy="42347"/>
                </a:xfrm>
                <a:custGeom>
                  <a:rect b="b" l="l" r="r" t="t"/>
                  <a:pathLst>
                    <a:path extrusionOk="0" h="1499" w="882">
                      <a:moveTo>
                        <a:pt x="0" y="0"/>
                      </a:moveTo>
                      <a:lnTo>
                        <a:pt x="0" y="1064"/>
                      </a:lnTo>
                      <a:cubicBezTo>
                        <a:pt x="110" y="1256"/>
                        <a:pt x="195" y="1498"/>
                        <a:pt x="368" y="1498"/>
                      </a:cubicBezTo>
                      <a:cubicBezTo>
                        <a:pt x="386" y="1498"/>
                        <a:pt x="405" y="1495"/>
                        <a:pt x="426" y="1490"/>
                      </a:cubicBezTo>
                      <a:cubicBezTo>
                        <a:pt x="882" y="1338"/>
                        <a:pt x="365" y="1064"/>
                        <a:pt x="396" y="851"/>
                      </a:cubicBezTo>
                      <a:cubicBezTo>
                        <a:pt x="396" y="760"/>
                        <a:pt x="456" y="699"/>
                        <a:pt x="487" y="608"/>
                      </a:cubicBezTo>
                      <a:cubicBezTo>
                        <a:pt x="548" y="365"/>
                        <a:pt x="396" y="122"/>
                        <a:pt x="152" y="31"/>
                      </a:cubicBezTo>
                      <a:cubicBezTo>
                        <a:pt x="92" y="31"/>
                        <a:pt x="31" y="0"/>
                        <a:pt x="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3"/>
                <p:cNvSpPr/>
                <p:nvPr/>
              </p:nvSpPr>
              <p:spPr>
                <a:xfrm>
                  <a:off x="864038" y="591671"/>
                  <a:ext cx="80739" cy="77320"/>
                </a:xfrm>
                <a:custGeom>
                  <a:rect b="b" l="l" r="r" t="t"/>
                  <a:pathLst>
                    <a:path extrusionOk="0" h="2737" w="2858">
                      <a:moveTo>
                        <a:pt x="2857" y="0"/>
                      </a:moveTo>
                      <a:cubicBezTo>
                        <a:pt x="2189" y="243"/>
                        <a:pt x="2219" y="243"/>
                        <a:pt x="2310" y="730"/>
                      </a:cubicBezTo>
                      <a:cubicBezTo>
                        <a:pt x="2444" y="1397"/>
                        <a:pt x="2178" y="1948"/>
                        <a:pt x="1493" y="1948"/>
                      </a:cubicBezTo>
                      <a:cubicBezTo>
                        <a:pt x="1399" y="1948"/>
                        <a:pt x="1296" y="1937"/>
                        <a:pt x="1185" y="1915"/>
                      </a:cubicBezTo>
                      <a:cubicBezTo>
                        <a:pt x="912" y="1854"/>
                        <a:pt x="851" y="1702"/>
                        <a:pt x="699" y="1581"/>
                      </a:cubicBezTo>
                      <a:cubicBezTo>
                        <a:pt x="618" y="1517"/>
                        <a:pt x="542" y="1492"/>
                        <a:pt x="473" y="1492"/>
                      </a:cubicBezTo>
                      <a:cubicBezTo>
                        <a:pt x="310" y="1492"/>
                        <a:pt x="186" y="1635"/>
                        <a:pt x="122" y="1763"/>
                      </a:cubicBezTo>
                      <a:cubicBezTo>
                        <a:pt x="0" y="1915"/>
                        <a:pt x="152" y="2037"/>
                        <a:pt x="365" y="2037"/>
                      </a:cubicBezTo>
                      <a:cubicBezTo>
                        <a:pt x="821" y="2067"/>
                        <a:pt x="730" y="2736"/>
                        <a:pt x="1185" y="2736"/>
                      </a:cubicBezTo>
                      <a:cubicBezTo>
                        <a:pt x="1194" y="2737"/>
                        <a:pt x="1203" y="2737"/>
                        <a:pt x="1212" y="2737"/>
                      </a:cubicBezTo>
                      <a:cubicBezTo>
                        <a:pt x="1500" y="2737"/>
                        <a:pt x="1676" y="2344"/>
                        <a:pt x="1980" y="2344"/>
                      </a:cubicBezTo>
                      <a:cubicBezTo>
                        <a:pt x="2044" y="2344"/>
                        <a:pt x="2112" y="2361"/>
                        <a:pt x="2189" y="2401"/>
                      </a:cubicBezTo>
                      <a:cubicBezTo>
                        <a:pt x="2234" y="2417"/>
                        <a:pt x="2280" y="2424"/>
                        <a:pt x="2321" y="2424"/>
                      </a:cubicBezTo>
                      <a:cubicBezTo>
                        <a:pt x="2363" y="2424"/>
                        <a:pt x="2401" y="2417"/>
                        <a:pt x="2432" y="2401"/>
                      </a:cubicBezTo>
                      <a:cubicBezTo>
                        <a:pt x="2584" y="2310"/>
                        <a:pt x="2857" y="2219"/>
                        <a:pt x="2766" y="2006"/>
                      </a:cubicBezTo>
                      <a:cubicBezTo>
                        <a:pt x="2371" y="1338"/>
                        <a:pt x="2827" y="730"/>
                        <a:pt x="285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3"/>
                <p:cNvSpPr/>
                <p:nvPr/>
              </p:nvSpPr>
              <p:spPr>
                <a:xfrm>
                  <a:off x="1043536" y="254342"/>
                  <a:ext cx="98734" cy="59127"/>
                </a:xfrm>
                <a:custGeom>
                  <a:rect b="b" l="l" r="r" t="t"/>
                  <a:pathLst>
                    <a:path extrusionOk="0" h="2093" w="3495">
                      <a:moveTo>
                        <a:pt x="2730" y="0"/>
                      </a:moveTo>
                      <a:cubicBezTo>
                        <a:pt x="2576" y="0"/>
                        <a:pt x="2422" y="39"/>
                        <a:pt x="2278" y="117"/>
                      </a:cubicBezTo>
                      <a:cubicBezTo>
                        <a:pt x="1883" y="360"/>
                        <a:pt x="1519" y="664"/>
                        <a:pt x="1154" y="938"/>
                      </a:cubicBezTo>
                      <a:cubicBezTo>
                        <a:pt x="1233" y="1097"/>
                        <a:pt x="1313" y="1350"/>
                        <a:pt x="1109" y="1350"/>
                      </a:cubicBezTo>
                      <a:cubicBezTo>
                        <a:pt x="1079" y="1350"/>
                        <a:pt x="1044" y="1345"/>
                        <a:pt x="1002" y="1333"/>
                      </a:cubicBezTo>
                      <a:cubicBezTo>
                        <a:pt x="759" y="1272"/>
                        <a:pt x="515" y="1212"/>
                        <a:pt x="242" y="1212"/>
                      </a:cubicBezTo>
                      <a:cubicBezTo>
                        <a:pt x="212" y="1205"/>
                        <a:pt x="188" y="1202"/>
                        <a:pt x="167" y="1202"/>
                      </a:cubicBezTo>
                      <a:cubicBezTo>
                        <a:pt x="1" y="1202"/>
                        <a:pt x="133" y="1407"/>
                        <a:pt x="242" y="1515"/>
                      </a:cubicBezTo>
                      <a:cubicBezTo>
                        <a:pt x="291" y="1491"/>
                        <a:pt x="380" y="1446"/>
                        <a:pt x="428" y="1446"/>
                      </a:cubicBezTo>
                      <a:cubicBezTo>
                        <a:pt x="440" y="1446"/>
                        <a:pt x="449" y="1449"/>
                        <a:pt x="455" y="1455"/>
                      </a:cubicBezTo>
                      <a:cubicBezTo>
                        <a:pt x="880" y="2093"/>
                        <a:pt x="1549" y="1880"/>
                        <a:pt x="2126" y="2063"/>
                      </a:cubicBezTo>
                      <a:cubicBezTo>
                        <a:pt x="2157" y="1667"/>
                        <a:pt x="1914" y="1515"/>
                        <a:pt x="1792" y="1303"/>
                      </a:cubicBezTo>
                      <a:cubicBezTo>
                        <a:pt x="1610" y="1090"/>
                        <a:pt x="1762" y="786"/>
                        <a:pt x="2035" y="786"/>
                      </a:cubicBezTo>
                      <a:cubicBezTo>
                        <a:pt x="2097" y="807"/>
                        <a:pt x="2158" y="815"/>
                        <a:pt x="2218" y="815"/>
                      </a:cubicBezTo>
                      <a:cubicBezTo>
                        <a:pt x="2480" y="815"/>
                        <a:pt x="2729" y="656"/>
                        <a:pt x="2976" y="656"/>
                      </a:cubicBezTo>
                      <a:cubicBezTo>
                        <a:pt x="3007" y="656"/>
                        <a:pt x="3038" y="659"/>
                        <a:pt x="3069" y="664"/>
                      </a:cubicBezTo>
                      <a:cubicBezTo>
                        <a:pt x="3160" y="680"/>
                        <a:pt x="3236" y="702"/>
                        <a:pt x="3300" y="702"/>
                      </a:cubicBezTo>
                      <a:cubicBezTo>
                        <a:pt x="3365" y="702"/>
                        <a:pt x="3418" y="680"/>
                        <a:pt x="3464" y="604"/>
                      </a:cubicBezTo>
                      <a:cubicBezTo>
                        <a:pt x="3494" y="452"/>
                        <a:pt x="3433" y="300"/>
                        <a:pt x="3312" y="208"/>
                      </a:cubicBezTo>
                      <a:cubicBezTo>
                        <a:pt x="3138" y="70"/>
                        <a:pt x="2935" y="0"/>
                        <a:pt x="273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3"/>
                <p:cNvSpPr/>
                <p:nvPr/>
              </p:nvSpPr>
              <p:spPr>
                <a:xfrm>
                  <a:off x="626176" y="252477"/>
                  <a:ext cx="63563" cy="34550"/>
                </a:xfrm>
                <a:custGeom>
                  <a:rect b="b" l="l" r="r" t="t"/>
                  <a:pathLst>
                    <a:path extrusionOk="0" h="1223" w="2250">
                      <a:moveTo>
                        <a:pt x="821" y="1"/>
                      </a:moveTo>
                      <a:cubicBezTo>
                        <a:pt x="892" y="37"/>
                        <a:pt x="953" y="51"/>
                        <a:pt x="1016" y="51"/>
                      </a:cubicBezTo>
                      <a:cubicBezTo>
                        <a:pt x="1060" y="51"/>
                        <a:pt x="1105" y="44"/>
                        <a:pt x="1155" y="31"/>
                      </a:cubicBezTo>
                      <a:lnTo>
                        <a:pt x="1155" y="214"/>
                      </a:lnTo>
                      <a:lnTo>
                        <a:pt x="0" y="974"/>
                      </a:lnTo>
                      <a:cubicBezTo>
                        <a:pt x="68" y="1158"/>
                        <a:pt x="153" y="1222"/>
                        <a:pt x="257" y="1222"/>
                      </a:cubicBezTo>
                      <a:cubicBezTo>
                        <a:pt x="342" y="1222"/>
                        <a:pt x="439" y="1180"/>
                        <a:pt x="548" y="1126"/>
                      </a:cubicBezTo>
                      <a:cubicBezTo>
                        <a:pt x="868" y="929"/>
                        <a:pt x="1108" y="612"/>
                        <a:pt x="1479" y="612"/>
                      </a:cubicBezTo>
                      <a:cubicBezTo>
                        <a:pt x="1565" y="612"/>
                        <a:pt x="1659" y="629"/>
                        <a:pt x="1763" y="670"/>
                      </a:cubicBezTo>
                      <a:cubicBezTo>
                        <a:pt x="1770" y="672"/>
                        <a:pt x="1778" y="673"/>
                        <a:pt x="1787" y="673"/>
                      </a:cubicBezTo>
                      <a:cubicBezTo>
                        <a:pt x="1895" y="673"/>
                        <a:pt x="2128" y="513"/>
                        <a:pt x="2128" y="457"/>
                      </a:cubicBezTo>
                      <a:cubicBezTo>
                        <a:pt x="2098" y="274"/>
                        <a:pt x="2159" y="122"/>
                        <a:pt x="22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3"/>
                <p:cNvSpPr/>
                <p:nvPr/>
              </p:nvSpPr>
              <p:spPr>
                <a:xfrm>
                  <a:off x="855450" y="260217"/>
                  <a:ext cx="72998" cy="70427"/>
                </a:xfrm>
                <a:custGeom>
                  <a:rect b="b" l="l" r="r" t="t"/>
                  <a:pathLst>
                    <a:path extrusionOk="0" h="2493" w="2584">
                      <a:moveTo>
                        <a:pt x="2249" y="0"/>
                      </a:moveTo>
                      <a:lnTo>
                        <a:pt x="2249" y="0"/>
                      </a:lnTo>
                      <a:cubicBezTo>
                        <a:pt x="2052" y="66"/>
                        <a:pt x="1840" y="258"/>
                        <a:pt x="1611" y="258"/>
                      </a:cubicBezTo>
                      <a:cubicBezTo>
                        <a:pt x="1522" y="258"/>
                        <a:pt x="1431" y="229"/>
                        <a:pt x="1337" y="152"/>
                      </a:cubicBezTo>
                      <a:cubicBezTo>
                        <a:pt x="1329" y="148"/>
                        <a:pt x="1321" y="147"/>
                        <a:pt x="1312" y="147"/>
                      </a:cubicBezTo>
                      <a:cubicBezTo>
                        <a:pt x="1254" y="147"/>
                        <a:pt x="1185" y="229"/>
                        <a:pt x="1185" y="335"/>
                      </a:cubicBezTo>
                      <a:cubicBezTo>
                        <a:pt x="1185" y="426"/>
                        <a:pt x="1246" y="487"/>
                        <a:pt x="1337" y="517"/>
                      </a:cubicBezTo>
                      <a:cubicBezTo>
                        <a:pt x="1354" y="521"/>
                        <a:pt x="1372" y="523"/>
                        <a:pt x="1391" y="523"/>
                      </a:cubicBezTo>
                      <a:cubicBezTo>
                        <a:pt x="1421" y="523"/>
                        <a:pt x="1452" y="519"/>
                        <a:pt x="1483" y="519"/>
                      </a:cubicBezTo>
                      <a:cubicBezTo>
                        <a:pt x="1571" y="519"/>
                        <a:pt x="1652" y="547"/>
                        <a:pt x="1672" y="760"/>
                      </a:cubicBezTo>
                      <a:lnTo>
                        <a:pt x="851" y="1307"/>
                      </a:lnTo>
                      <a:cubicBezTo>
                        <a:pt x="608" y="1490"/>
                        <a:pt x="365" y="1642"/>
                        <a:pt x="152" y="1824"/>
                      </a:cubicBezTo>
                      <a:cubicBezTo>
                        <a:pt x="0" y="1946"/>
                        <a:pt x="30" y="2098"/>
                        <a:pt x="152" y="2219"/>
                      </a:cubicBezTo>
                      <a:cubicBezTo>
                        <a:pt x="243" y="2341"/>
                        <a:pt x="274" y="2493"/>
                        <a:pt x="456" y="2493"/>
                      </a:cubicBezTo>
                      <a:cubicBezTo>
                        <a:pt x="669" y="2493"/>
                        <a:pt x="578" y="2311"/>
                        <a:pt x="638" y="2189"/>
                      </a:cubicBezTo>
                      <a:cubicBezTo>
                        <a:pt x="717" y="1823"/>
                        <a:pt x="1042" y="1592"/>
                        <a:pt x="1402" y="1592"/>
                      </a:cubicBezTo>
                      <a:cubicBezTo>
                        <a:pt x="1461" y="1592"/>
                        <a:pt x="1521" y="1599"/>
                        <a:pt x="1581" y="1611"/>
                      </a:cubicBezTo>
                      <a:cubicBezTo>
                        <a:pt x="1630" y="1624"/>
                        <a:pt x="1685" y="1636"/>
                        <a:pt x="1732" y="1636"/>
                      </a:cubicBezTo>
                      <a:cubicBezTo>
                        <a:pt x="1801" y="1636"/>
                        <a:pt x="1854" y="1610"/>
                        <a:pt x="1854" y="1520"/>
                      </a:cubicBezTo>
                      <a:cubicBezTo>
                        <a:pt x="1854" y="1004"/>
                        <a:pt x="2584" y="700"/>
                        <a:pt x="224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429530" y="815097"/>
                  <a:ext cx="48985" cy="62517"/>
                </a:xfrm>
                <a:custGeom>
                  <a:rect b="b" l="l" r="r" t="t"/>
                  <a:pathLst>
                    <a:path extrusionOk="0" h="2213" w="1734">
                      <a:moveTo>
                        <a:pt x="885" y="735"/>
                      </a:moveTo>
                      <a:cubicBezTo>
                        <a:pt x="930" y="735"/>
                        <a:pt x="971" y="766"/>
                        <a:pt x="1004" y="815"/>
                      </a:cubicBezTo>
                      <a:cubicBezTo>
                        <a:pt x="1065" y="845"/>
                        <a:pt x="1065" y="967"/>
                        <a:pt x="1004" y="1027"/>
                      </a:cubicBezTo>
                      <a:cubicBezTo>
                        <a:pt x="973" y="1058"/>
                        <a:pt x="928" y="1073"/>
                        <a:pt x="882" y="1073"/>
                      </a:cubicBezTo>
                      <a:cubicBezTo>
                        <a:pt x="837" y="1073"/>
                        <a:pt x="791" y="1058"/>
                        <a:pt x="761" y="1027"/>
                      </a:cubicBezTo>
                      <a:cubicBezTo>
                        <a:pt x="669" y="967"/>
                        <a:pt x="730" y="875"/>
                        <a:pt x="761" y="815"/>
                      </a:cubicBezTo>
                      <a:cubicBezTo>
                        <a:pt x="803" y="758"/>
                        <a:pt x="845" y="735"/>
                        <a:pt x="885" y="735"/>
                      </a:cubicBezTo>
                      <a:close/>
                      <a:moveTo>
                        <a:pt x="1187" y="0"/>
                      </a:moveTo>
                      <a:cubicBezTo>
                        <a:pt x="1000" y="0"/>
                        <a:pt x="785" y="110"/>
                        <a:pt x="548" y="328"/>
                      </a:cubicBezTo>
                      <a:cubicBezTo>
                        <a:pt x="518" y="359"/>
                        <a:pt x="487" y="389"/>
                        <a:pt x="426" y="420"/>
                      </a:cubicBezTo>
                      <a:cubicBezTo>
                        <a:pt x="1" y="572"/>
                        <a:pt x="1" y="572"/>
                        <a:pt x="214" y="967"/>
                      </a:cubicBezTo>
                      <a:cubicBezTo>
                        <a:pt x="335" y="1149"/>
                        <a:pt x="457" y="1301"/>
                        <a:pt x="335" y="1575"/>
                      </a:cubicBezTo>
                      <a:cubicBezTo>
                        <a:pt x="244" y="1818"/>
                        <a:pt x="487" y="2000"/>
                        <a:pt x="913" y="2213"/>
                      </a:cubicBezTo>
                      <a:cubicBezTo>
                        <a:pt x="700" y="1605"/>
                        <a:pt x="1065" y="1483"/>
                        <a:pt x="1338" y="1271"/>
                      </a:cubicBezTo>
                      <a:cubicBezTo>
                        <a:pt x="1673" y="997"/>
                        <a:pt x="1733" y="511"/>
                        <a:pt x="1521" y="146"/>
                      </a:cubicBezTo>
                      <a:cubicBezTo>
                        <a:pt x="1423" y="49"/>
                        <a:pt x="1311" y="0"/>
                        <a:pt x="118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1311399" y="422738"/>
                  <a:ext cx="80739" cy="37573"/>
                </a:xfrm>
                <a:custGeom>
                  <a:rect b="b" l="l" r="r" t="t"/>
                  <a:pathLst>
                    <a:path extrusionOk="0" h="1330" w="2858">
                      <a:moveTo>
                        <a:pt x="2326" y="0"/>
                      </a:moveTo>
                      <a:cubicBezTo>
                        <a:pt x="2030" y="0"/>
                        <a:pt x="1742" y="180"/>
                        <a:pt x="1458" y="180"/>
                      </a:cubicBezTo>
                      <a:cubicBezTo>
                        <a:pt x="1367" y="180"/>
                        <a:pt x="1276" y="162"/>
                        <a:pt x="1186" y="114"/>
                      </a:cubicBezTo>
                      <a:cubicBezTo>
                        <a:pt x="1070" y="63"/>
                        <a:pt x="967" y="42"/>
                        <a:pt x="872" y="42"/>
                      </a:cubicBezTo>
                      <a:cubicBezTo>
                        <a:pt x="566" y="42"/>
                        <a:pt x="346" y="263"/>
                        <a:pt x="91" y="448"/>
                      </a:cubicBezTo>
                      <a:cubicBezTo>
                        <a:pt x="31" y="479"/>
                        <a:pt x="0" y="570"/>
                        <a:pt x="31" y="661"/>
                      </a:cubicBezTo>
                      <a:cubicBezTo>
                        <a:pt x="84" y="732"/>
                        <a:pt x="137" y="762"/>
                        <a:pt x="197" y="762"/>
                      </a:cubicBezTo>
                      <a:cubicBezTo>
                        <a:pt x="239" y="762"/>
                        <a:pt x="284" y="747"/>
                        <a:pt x="335" y="722"/>
                      </a:cubicBezTo>
                      <a:cubicBezTo>
                        <a:pt x="426" y="661"/>
                        <a:pt x="517" y="570"/>
                        <a:pt x="638" y="539"/>
                      </a:cubicBezTo>
                      <a:cubicBezTo>
                        <a:pt x="746" y="475"/>
                        <a:pt x="853" y="320"/>
                        <a:pt x="982" y="320"/>
                      </a:cubicBezTo>
                      <a:cubicBezTo>
                        <a:pt x="1036" y="320"/>
                        <a:pt x="1093" y="346"/>
                        <a:pt x="1155" y="418"/>
                      </a:cubicBezTo>
                      <a:cubicBezTo>
                        <a:pt x="1307" y="539"/>
                        <a:pt x="1459" y="691"/>
                        <a:pt x="1307" y="935"/>
                      </a:cubicBezTo>
                      <a:cubicBezTo>
                        <a:pt x="1246" y="1056"/>
                        <a:pt x="1277" y="1178"/>
                        <a:pt x="1459" y="1330"/>
                      </a:cubicBezTo>
                      <a:cubicBezTo>
                        <a:pt x="1976" y="1026"/>
                        <a:pt x="2432" y="722"/>
                        <a:pt x="2857" y="357"/>
                      </a:cubicBezTo>
                      <a:cubicBezTo>
                        <a:pt x="2797" y="114"/>
                        <a:pt x="2675" y="114"/>
                        <a:pt x="2584" y="53"/>
                      </a:cubicBezTo>
                      <a:cubicBezTo>
                        <a:pt x="2497" y="15"/>
                        <a:pt x="2411" y="0"/>
                        <a:pt x="232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3"/>
                <p:cNvSpPr/>
                <p:nvPr/>
              </p:nvSpPr>
              <p:spPr>
                <a:xfrm>
                  <a:off x="1118200" y="309598"/>
                  <a:ext cx="45539" cy="55850"/>
                </a:xfrm>
                <a:custGeom>
                  <a:rect b="b" l="l" r="r" t="t"/>
                  <a:pathLst>
                    <a:path extrusionOk="0" h="1977" w="1612">
                      <a:moveTo>
                        <a:pt x="785" y="605"/>
                      </a:moveTo>
                      <a:cubicBezTo>
                        <a:pt x="840" y="605"/>
                        <a:pt x="894" y="626"/>
                        <a:pt x="942" y="684"/>
                      </a:cubicBezTo>
                      <a:cubicBezTo>
                        <a:pt x="1094" y="806"/>
                        <a:pt x="1186" y="988"/>
                        <a:pt x="1246" y="1170"/>
                      </a:cubicBezTo>
                      <a:cubicBezTo>
                        <a:pt x="1178" y="1209"/>
                        <a:pt x="1113" y="1223"/>
                        <a:pt x="1050" y="1223"/>
                      </a:cubicBezTo>
                      <a:cubicBezTo>
                        <a:pt x="917" y="1223"/>
                        <a:pt x="793" y="1161"/>
                        <a:pt x="669" y="1140"/>
                      </a:cubicBezTo>
                      <a:cubicBezTo>
                        <a:pt x="625" y="1140"/>
                        <a:pt x="576" y="1148"/>
                        <a:pt x="530" y="1148"/>
                      </a:cubicBezTo>
                      <a:cubicBezTo>
                        <a:pt x="449" y="1148"/>
                        <a:pt x="373" y="1123"/>
                        <a:pt x="334" y="988"/>
                      </a:cubicBezTo>
                      <a:cubicBezTo>
                        <a:pt x="274" y="806"/>
                        <a:pt x="395" y="806"/>
                        <a:pt x="486" y="745"/>
                      </a:cubicBezTo>
                      <a:cubicBezTo>
                        <a:pt x="549" y="703"/>
                        <a:pt x="668" y="605"/>
                        <a:pt x="785" y="605"/>
                      </a:cubicBezTo>
                      <a:close/>
                      <a:moveTo>
                        <a:pt x="475" y="1"/>
                      </a:moveTo>
                      <a:cubicBezTo>
                        <a:pt x="379" y="1"/>
                        <a:pt x="281" y="15"/>
                        <a:pt x="183" y="46"/>
                      </a:cubicBezTo>
                      <a:cubicBezTo>
                        <a:pt x="243" y="319"/>
                        <a:pt x="183" y="593"/>
                        <a:pt x="61" y="836"/>
                      </a:cubicBezTo>
                      <a:cubicBezTo>
                        <a:pt x="0" y="1201"/>
                        <a:pt x="122" y="1535"/>
                        <a:pt x="365" y="1778"/>
                      </a:cubicBezTo>
                      <a:cubicBezTo>
                        <a:pt x="444" y="1897"/>
                        <a:pt x="536" y="1977"/>
                        <a:pt x="632" y="1977"/>
                      </a:cubicBezTo>
                      <a:cubicBezTo>
                        <a:pt x="684" y="1977"/>
                        <a:pt x="737" y="1953"/>
                        <a:pt x="790" y="1900"/>
                      </a:cubicBezTo>
                      <a:cubicBezTo>
                        <a:pt x="912" y="1718"/>
                        <a:pt x="1611" y="1748"/>
                        <a:pt x="1246" y="1201"/>
                      </a:cubicBezTo>
                      <a:cubicBezTo>
                        <a:pt x="1459" y="1049"/>
                        <a:pt x="1490" y="806"/>
                        <a:pt x="1368" y="593"/>
                      </a:cubicBezTo>
                      <a:cubicBezTo>
                        <a:pt x="1198" y="229"/>
                        <a:pt x="854" y="1"/>
                        <a:pt x="4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3"/>
                <p:cNvSpPr/>
                <p:nvPr/>
              </p:nvSpPr>
              <p:spPr>
                <a:xfrm>
                  <a:off x="555749" y="519606"/>
                  <a:ext cx="61868" cy="34860"/>
                </a:xfrm>
                <a:custGeom>
                  <a:rect b="b" l="l" r="r" t="t"/>
                  <a:pathLst>
                    <a:path extrusionOk="0" h="1234" w="2190">
                      <a:moveTo>
                        <a:pt x="992" y="1"/>
                      </a:moveTo>
                      <a:cubicBezTo>
                        <a:pt x="451" y="1"/>
                        <a:pt x="191" y="295"/>
                        <a:pt x="62" y="940"/>
                      </a:cubicBezTo>
                      <a:cubicBezTo>
                        <a:pt x="31" y="1062"/>
                        <a:pt x="1" y="1183"/>
                        <a:pt x="153" y="1214"/>
                      </a:cubicBezTo>
                      <a:cubicBezTo>
                        <a:pt x="180" y="1227"/>
                        <a:pt x="203" y="1233"/>
                        <a:pt x="225" y="1233"/>
                      </a:cubicBezTo>
                      <a:cubicBezTo>
                        <a:pt x="301" y="1233"/>
                        <a:pt x="349" y="1157"/>
                        <a:pt x="396" y="1062"/>
                      </a:cubicBezTo>
                      <a:cubicBezTo>
                        <a:pt x="518" y="748"/>
                        <a:pt x="580" y="614"/>
                        <a:pt x="708" y="614"/>
                      </a:cubicBezTo>
                      <a:cubicBezTo>
                        <a:pt x="803" y="614"/>
                        <a:pt x="935" y="689"/>
                        <a:pt x="1156" y="819"/>
                      </a:cubicBezTo>
                      <a:cubicBezTo>
                        <a:pt x="1217" y="864"/>
                        <a:pt x="1293" y="887"/>
                        <a:pt x="1365" y="887"/>
                      </a:cubicBezTo>
                      <a:cubicBezTo>
                        <a:pt x="1437" y="887"/>
                        <a:pt x="1506" y="864"/>
                        <a:pt x="1551" y="819"/>
                      </a:cubicBezTo>
                      <a:cubicBezTo>
                        <a:pt x="1764" y="667"/>
                        <a:pt x="2037" y="575"/>
                        <a:pt x="2189" y="211"/>
                      </a:cubicBezTo>
                      <a:lnTo>
                        <a:pt x="1308" y="28"/>
                      </a:lnTo>
                      <a:cubicBezTo>
                        <a:pt x="1193" y="10"/>
                        <a:pt x="1088" y="1"/>
                        <a:pt x="99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3"/>
                <p:cNvSpPr/>
                <p:nvPr/>
              </p:nvSpPr>
              <p:spPr>
                <a:xfrm>
                  <a:off x="415800" y="729840"/>
                  <a:ext cx="48957" cy="44465"/>
                </a:xfrm>
                <a:custGeom>
                  <a:rect b="b" l="l" r="r" t="t"/>
                  <a:pathLst>
                    <a:path extrusionOk="0" h="1574" w="1733">
                      <a:moveTo>
                        <a:pt x="1532" y="0"/>
                      </a:moveTo>
                      <a:cubicBezTo>
                        <a:pt x="1499" y="0"/>
                        <a:pt x="1464" y="10"/>
                        <a:pt x="1429" y="33"/>
                      </a:cubicBezTo>
                      <a:cubicBezTo>
                        <a:pt x="1277" y="94"/>
                        <a:pt x="1034" y="185"/>
                        <a:pt x="1064" y="368"/>
                      </a:cubicBezTo>
                      <a:cubicBezTo>
                        <a:pt x="1101" y="641"/>
                        <a:pt x="1028" y="696"/>
                        <a:pt x="905" y="696"/>
                      </a:cubicBezTo>
                      <a:cubicBezTo>
                        <a:pt x="822" y="696"/>
                        <a:pt x="718" y="672"/>
                        <a:pt x="608" y="672"/>
                      </a:cubicBezTo>
                      <a:cubicBezTo>
                        <a:pt x="183" y="672"/>
                        <a:pt x="0" y="1006"/>
                        <a:pt x="213" y="1310"/>
                      </a:cubicBezTo>
                      <a:cubicBezTo>
                        <a:pt x="409" y="1486"/>
                        <a:pt x="654" y="1574"/>
                        <a:pt x="902" y="1574"/>
                      </a:cubicBezTo>
                      <a:cubicBezTo>
                        <a:pt x="1039" y="1574"/>
                        <a:pt x="1177" y="1547"/>
                        <a:pt x="1307" y="1492"/>
                      </a:cubicBezTo>
                      <a:cubicBezTo>
                        <a:pt x="1459" y="1401"/>
                        <a:pt x="1611" y="1219"/>
                        <a:pt x="1459" y="1067"/>
                      </a:cubicBezTo>
                      <a:cubicBezTo>
                        <a:pt x="1155" y="672"/>
                        <a:pt x="1338" y="489"/>
                        <a:pt x="1642" y="307"/>
                      </a:cubicBezTo>
                      <a:cubicBezTo>
                        <a:pt x="1733" y="246"/>
                        <a:pt x="1733" y="124"/>
                        <a:pt x="1672" y="64"/>
                      </a:cubicBezTo>
                      <a:cubicBezTo>
                        <a:pt x="1635" y="26"/>
                        <a:pt x="1585" y="0"/>
                        <a:pt x="153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3"/>
                <p:cNvSpPr/>
                <p:nvPr/>
              </p:nvSpPr>
              <p:spPr>
                <a:xfrm>
                  <a:off x="809940" y="772836"/>
                  <a:ext cx="51528" cy="46019"/>
                </a:xfrm>
                <a:custGeom>
                  <a:rect b="b" l="l" r="r" t="t"/>
                  <a:pathLst>
                    <a:path extrusionOk="0" h="1629" w="1824">
                      <a:moveTo>
                        <a:pt x="152" y="1"/>
                      </a:moveTo>
                      <a:cubicBezTo>
                        <a:pt x="426" y="426"/>
                        <a:pt x="0" y="761"/>
                        <a:pt x="304" y="1064"/>
                      </a:cubicBezTo>
                      <a:cubicBezTo>
                        <a:pt x="547" y="1277"/>
                        <a:pt x="790" y="1460"/>
                        <a:pt x="1064" y="1581"/>
                      </a:cubicBezTo>
                      <a:cubicBezTo>
                        <a:pt x="1128" y="1613"/>
                        <a:pt x="1196" y="1628"/>
                        <a:pt x="1264" y="1628"/>
                      </a:cubicBezTo>
                      <a:cubicBezTo>
                        <a:pt x="1454" y="1628"/>
                        <a:pt x="1643" y="1509"/>
                        <a:pt x="1733" y="1308"/>
                      </a:cubicBezTo>
                      <a:cubicBezTo>
                        <a:pt x="1824" y="1125"/>
                        <a:pt x="1641" y="973"/>
                        <a:pt x="1520" y="852"/>
                      </a:cubicBezTo>
                      <a:cubicBezTo>
                        <a:pt x="1456" y="788"/>
                        <a:pt x="1398" y="764"/>
                        <a:pt x="1344" y="764"/>
                      </a:cubicBezTo>
                      <a:cubicBezTo>
                        <a:pt x="1192" y="764"/>
                        <a:pt x="1069" y="951"/>
                        <a:pt x="912" y="973"/>
                      </a:cubicBezTo>
                      <a:cubicBezTo>
                        <a:pt x="851" y="973"/>
                        <a:pt x="790" y="973"/>
                        <a:pt x="699" y="943"/>
                      </a:cubicBezTo>
                      <a:cubicBezTo>
                        <a:pt x="790" y="578"/>
                        <a:pt x="882" y="183"/>
                        <a:pt x="15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3"/>
                <p:cNvSpPr/>
                <p:nvPr/>
              </p:nvSpPr>
              <p:spPr>
                <a:xfrm>
                  <a:off x="742084" y="550031"/>
                  <a:ext cx="50709" cy="42742"/>
                </a:xfrm>
                <a:custGeom>
                  <a:rect b="b" l="l" r="r" t="t"/>
                  <a:pathLst>
                    <a:path extrusionOk="0" h="1513" w="1795">
                      <a:moveTo>
                        <a:pt x="541" y="1"/>
                      </a:moveTo>
                      <a:cubicBezTo>
                        <a:pt x="477" y="1"/>
                        <a:pt x="408" y="24"/>
                        <a:pt x="335" y="76"/>
                      </a:cubicBezTo>
                      <a:cubicBezTo>
                        <a:pt x="183" y="167"/>
                        <a:pt x="1" y="289"/>
                        <a:pt x="62" y="502"/>
                      </a:cubicBezTo>
                      <a:cubicBezTo>
                        <a:pt x="118" y="699"/>
                        <a:pt x="200" y="870"/>
                        <a:pt x="430" y="870"/>
                      </a:cubicBezTo>
                      <a:cubicBezTo>
                        <a:pt x="448" y="870"/>
                        <a:pt x="467" y="868"/>
                        <a:pt x="487" y="866"/>
                      </a:cubicBezTo>
                      <a:cubicBezTo>
                        <a:pt x="512" y="865"/>
                        <a:pt x="534" y="864"/>
                        <a:pt x="555" y="864"/>
                      </a:cubicBezTo>
                      <a:cubicBezTo>
                        <a:pt x="899" y="864"/>
                        <a:pt x="786" y="1091"/>
                        <a:pt x="700" y="1292"/>
                      </a:cubicBezTo>
                      <a:cubicBezTo>
                        <a:pt x="670" y="1413"/>
                        <a:pt x="730" y="1474"/>
                        <a:pt x="822" y="1505"/>
                      </a:cubicBezTo>
                      <a:cubicBezTo>
                        <a:pt x="838" y="1510"/>
                        <a:pt x="856" y="1513"/>
                        <a:pt x="874" y="1513"/>
                      </a:cubicBezTo>
                      <a:cubicBezTo>
                        <a:pt x="953" y="1513"/>
                        <a:pt x="1034" y="1463"/>
                        <a:pt x="1034" y="1413"/>
                      </a:cubicBezTo>
                      <a:cubicBezTo>
                        <a:pt x="943" y="897"/>
                        <a:pt x="1399" y="805"/>
                        <a:pt x="1673" y="562"/>
                      </a:cubicBezTo>
                      <a:cubicBezTo>
                        <a:pt x="1764" y="502"/>
                        <a:pt x="1794" y="380"/>
                        <a:pt x="1764" y="289"/>
                      </a:cubicBezTo>
                      <a:cubicBezTo>
                        <a:pt x="1711" y="236"/>
                        <a:pt x="1637" y="203"/>
                        <a:pt x="1567" y="203"/>
                      </a:cubicBezTo>
                      <a:cubicBezTo>
                        <a:pt x="1516" y="203"/>
                        <a:pt x="1468" y="220"/>
                        <a:pt x="1429" y="258"/>
                      </a:cubicBezTo>
                      <a:cubicBezTo>
                        <a:pt x="1305" y="312"/>
                        <a:pt x="1191" y="396"/>
                        <a:pt x="1081" y="396"/>
                      </a:cubicBezTo>
                      <a:cubicBezTo>
                        <a:pt x="1003" y="396"/>
                        <a:pt x="928" y="354"/>
                        <a:pt x="852" y="228"/>
                      </a:cubicBezTo>
                      <a:cubicBezTo>
                        <a:pt x="772" y="88"/>
                        <a:pt x="665" y="1"/>
                        <a:pt x="54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3"/>
                <p:cNvSpPr/>
                <p:nvPr/>
              </p:nvSpPr>
              <p:spPr>
                <a:xfrm>
                  <a:off x="1186875" y="253353"/>
                  <a:ext cx="21498" cy="9633"/>
                </a:xfrm>
                <a:custGeom>
                  <a:rect b="b" l="l" r="r" t="t"/>
                  <a:pathLst>
                    <a:path extrusionOk="0" h="341" w="761">
                      <a:moveTo>
                        <a:pt x="1" y="0"/>
                      </a:moveTo>
                      <a:cubicBezTo>
                        <a:pt x="1" y="31"/>
                        <a:pt x="1" y="91"/>
                        <a:pt x="1" y="152"/>
                      </a:cubicBezTo>
                      <a:cubicBezTo>
                        <a:pt x="27" y="258"/>
                        <a:pt x="99" y="341"/>
                        <a:pt x="198" y="341"/>
                      </a:cubicBezTo>
                      <a:cubicBezTo>
                        <a:pt x="213" y="341"/>
                        <a:pt x="228" y="339"/>
                        <a:pt x="244" y="335"/>
                      </a:cubicBezTo>
                      <a:cubicBezTo>
                        <a:pt x="426" y="213"/>
                        <a:pt x="609" y="122"/>
                        <a:pt x="76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3"/>
                <p:cNvSpPr/>
                <p:nvPr/>
              </p:nvSpPr>
              <p:spPr>
                <a:xfrm>
                  <a:off x="855450" y="449405"/>
                  <a:ext cx="60992" cy="39776"/>
                </a:xfrm>
                <a:custGeom>
                  <a:rect b="b" l="l" r="r" t="t"/>
                  <a:pathLst>
                    <a:path extrusionOk="0" h="1408" w="2159">
                      <a:moveTo>
                        <a:pt x="1720" y="1"/>
                      </a:moveTo>
                      <a:cubicBezTo>
                        <a:pt x="1558" y="1"/>
                        <a:pt x="1576" y="196"/>
                        <a:pt x="1550" y="325"/>
                      </a:cubicBezTo>
                      <a:cubicBezTo>
                        <a:pt x="1550" y="452"/>
                        <a:pt x="1506" y="505"/>
                        <a:pt x="1428" y="505"/>
                      </a:cubicBezTo>
                      <a:cubicBezTo>
                        <a:pt x="1394" y="505"/>
                        <a:pt x="1353" y="495"/>
                        <a:pt x="1307" y="477"/>
                      </a:cubicBezTo>
                      <a:cubicBezTo>
                        <a:pt x="1237" y="439"/>
                        <a:pt x="1174" y="423"/>
                        <a:pt x="1116" y="423"/>
                      </a:cubicBezTo>
                      <a:cubicBezTo>
                        <a:pt x="895" y="423"/>
                        <a:pt x="746" y="648"/>
                        <a:pt x="578" y="720"/>
                      </a:cubicBezTo>
                      <a:lnTo>
                        <a:pt x="243" y="933"/>
                      </a:lnTo>
                      <a:cubicBezTo>
                        <a:pt x="122" y="1024"/>
                        <a:pt x="0" y="1146"/>
                        <a:pt x="61" y="1298"/>
                      </a:cubicBezTo>
                      <a:cubicBezTo>
                        <a:pt x="107" y="1379"/>
                        <a:pt x="163" y="1407"/>
                        <a:pt x="222" y="1407"/>
                      </a:cubicBezTo>
                      <a:cubicBezTo>
                        <a:pt x="318" y="1407"/>
                        <a:pt x="423" y="1335"/>
                        <a:pt x="517" y="1298"/>
                      </a:cubicBezTo>
                      <a:cubicBezTo>
                        <a:pt x="727" y="1166"/>
                        <a:pt x="892" y="1012"/>
                        <a:pt x="1168" y="1012"/>
                      </a:cubicBezTo>
                      <a:cubicBezTo>
                        <a:pt x="1212" y="1012"/>
                        <a:pt x="1258" y="1016"/>
                        <a:pt x="1307" y="1024"/>
                      </a:cubicBezTo>
                      <a:cubicBezTo>
                        <a:pt x="1319" y="1027"/>
                        <a:pt x="1331" y="1028"/>
                        <a:pt x="1342" y="1028"/>
                      </a:cubicBezTo>
                      <a:cubicBezTo>
                        <a:pt x="1556" y="1028"/>
                        <a:pt x="1640" y="567"/>
                        <a:pt x="1949" y="567"/>
                      </a:cubicBezTo>
                      <a:cubicBezTo>
                        <a:pt x="1993" y="567"/>
                        <a:pt x="2042" y="576"/>
                        <a:pt x="2097" y="598"/>
                      </a:cubicBezTo>
                      <a:cubicBezTo>
                        <a:pt x="2097" y="538"/>
                        <a:pt x="2158" y="477"/>
                        <a:pt x="2128" y="416"/>
                      </a:cubicBezTo>
                      <a:cubicBezTo>
                        <a:pt x="2097" y="234"/>
                        <a:pt x="1976" y="82"/>
                        <a:pt x="1824" y="21"/>
                      </a:cubicBezTo>
                      <a:cubicBezTo>
                        <a:pt x="1783" y="7"/>
                        <a:pt x="1748" y="1"/>
                        <a:pt x="172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492216" y="623536"/>
                  <a:ext cx="60822" cy="47997"/>
                </a:xfrm>
                <a:custGeom>
                  <a:rect b="b" l="l" r="r" t="t"/>
                  <a:pathLst>
                    <a:path extrusionOk="0" h="1699" w="2153">
                      <a:moveTo>
                        <a:pt x="1674" y="0"/>
                      </a:moveTo>
                      <a:cubicBezTo>
                        <a:pt x="1602" y="0"/>
                        <a:pt x="1520" y="27"/>
                        <a:pt x="1429" y="88"/>
                      </a:cubicBezTo>
                      <a:cubicBezTo>
                        <a:pt x="1175" y="258"/>
                        <a:pt x="921" y="611"/>
                        <a:pt x="544" y="611"/>
                      </a:cubicBezTo>
                      <a:cubicBezTo>
                        <a:pt x="516" y="611"/>
                        <a:pt x="487" y="609"/>
                        <a:pt x="457" y="605"/>
                      </a:cubicBezTo>
                      <a:cubicBezTo>
                        <a:pt x="356" y="590"/>
                        <a:pt x="263" y="563"/>
                        <a:pt x="192" y="563"/>
                      </a:cubicBezTo>
                      <a:cubicBezTo>
                        <a:pt x="113" y="563"/>
                        <a:pt x="61" y="598"/>
                        <a:pt x="61" y="726"/>
                      </a:cubicBezTo>
                      <a:cubicBezTo>
                        <a:pt x="61" y="874"/>
                        <a:pt x="141" y="898"/>
                        <a:pt x="234" y="898"/>
                      </a:cubicBezTo>
                      <a:cubicBezTo>
                        <a:pt x="277" y="898"/>
                        <a:pt x="323" y="893"/>
                        <a:pt x="365" y="893"/>
                      </a:cubicBezTo>
                      <a:cubicBezTo>
                        <a:pt x="400" y="893"/>
                        <a:pt x="431" y="896"/>
                        <a:pt x="457" y="909"/>
                      </a:cubicBezTo>
                      <a:cubicBezTo>
                        <a:pt x="517" y="939"/>
                        <a:pt x="548" y="969"/>
                        <a:pt x="578" y="1000"/>
                      </a:cubicBezTo>
                      <a:cubicBezTo>
                        <a:pt x="609" y="1304"/>
                        <a:pt x="1" y="1304"/>
                        <a:pt x="244" y="1699"/>
                      </a:cubicBezTo>
                      <a:cubicBezTo>
                        <a:pt x="548" y="1669"/>
                        <a:pt x="761" y="1577"/>
                        <a:pt x="821" y="1273"/>
                      </a:cubicBezTo>
                      <a:cubicBezTo>
                        <a:pt x="873" y="886"/>
                        <a:pt x="1210" y="608"/>
                        <a:pt x="1571" y="608"/>
                      </a:cubicBezTo>
                      <a:cubicBezTo>
                        <a:pt x="1635" y="608"/>
                        <a:pt x="1700" y="617"/>
                        <a:pt x="1764" y="635"/>
                      </a:cubicBezTo>
                      <a:cubicBezTo>
                        <a:pt x="1797" y="638"/>
                        <a:pt x="1828" y="639"/>
                        <a:pt x="1856" y="639"/>
                      </a:cubicBezTo>
                      <a:cubicBezTo>
                        <a:pt x="2153" y="639"/>
                        <a:pt x="2118" y="493"/>
                        <a:pt x="2007" y="270"/>
                      </a:cubicBezTo>
                      <a:cubicBezTo>
                        <a:pt x="1926" y="108"/>
                        <a:pt x="1818" y="0"/>
                        <a:pt x="16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463881" y="1004709"/>
                  <a:ext cx="32657" cy="41330"/>
                </a:xfrm>
                <a:custGeom>
                  <a:rect b="b" l="l" r="r" t="t"/>
                  <a:pathLst>
                    <a:path extrusionOk="0" h="1463" w="1156">
                      <a:moveTo>
                        <a:pt x="197" y="1"/>
                      </a:moveTo>
                      <a:cubicBezTo>
                        <a:pt x="135" y="1"/>
                        <a:pt x="70" y="17"/>
                        <a:pt x="1" y="60"/>
                      </a:cubicBezTo>
                      <a:cubicBezTo>
                        <a:pt x="1" y="486"/>
                        <a:pt x="548" y="699"/>
                        <a:pt x="396" y="1124"/>
                      </a:cubicBezTo>
                      <a:cubicBezTo>
                        <a:pt x="335" y="1276"/>
                        <a:pt x="274" y="1428"/>
                        <a:pt x="487" y="1458"/>
                      </a:cubicBezTo>
                      <a:cubicBezTo>
                        <a:pt x="505" y="1461"/>
                        <a:pt x="523" y="1462"/>
                        <a:pt x="538" y="1462"/>
                      </a:cubicBezTo>
                      <a:cubicBezTo>
                        <a:pt x="705" y="1462"/>
                        <a:pt x="727" y="1324"/>
                        <a:pt x="700" y="1185"/>
                      </a:cubicBezTo>
                      <a:cubicBezTo>
                        <a:pt x="639" y="1002"/>
                        <a:pt x="791" y="942"/>
                        <a:pt x="882" y="820"/>
                      </a:cubicBezTo>
                      <a:cubicBezTo>
                        <a:pt x="1156" y="455"/>
                        <a:pt x="1064" y="151"/>
                        <a:pt x="639" y="121"/>
                      </a:cubicBezTo>
                      <a:cubicBezTo>
                        <a:pt x="487" y="99"/>
                        <a:pt x="351" y="1"/>
                        <a:pt x="19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687138" y="473757"/>
                  <a:ext cx="51556" cy="23928"/>
                </a:xfrm>
                <a:custGeom>
                  <a:rect b="b" l="l" r="r" t="t"/>
                  <a:pathLst>
                    <a:path extrusionOk="0" h="847" w="1825">
                      <a:moveTo>
                        <a:pt x="606" y="0"/>
                      </a:moveTo>
                      <a:cubicBezTo>
                        <a:pt x="557" y="0"/>
                        <a:pt x="507" y="3"/>
                        <a:pt x="456" y="10"/>
                      </a:cubicBezTo>
                      <a:cubicBezTo>
                        <a:pt x="274" y="71"/>
                        <a:pt x="1" y="192"/>
                        <a:pt x="152" y="527"/>
                      </a:cubicBezTo>
                      <a:cubicBezTo>
                        <a:pt x="246" y="733"/>
                        <a:pt x="340" y="846"/>
                        <a:pt x="469" y="846"/>
                      </a:cubicBezTo>
                      <a:cubicBezTo>
                        <a:pt x="550" y="846"/>
                        <a:pt x="644" y="802"/>
                        <a:pt x="760" y="709"/>
                      </a:cubicBezTo>
                      <a:cubicBezTo>
                        <a:pt x="938" y="598"/>
                        <a:pt x="1116" y="405"/>
                        <a:pt x="1342" y="405"/>
                      </a:cubicBezTo>
                      <a:cubicBezTo>
                        <a:pt x="1425" y="405"/>
                        <a:pt x="1514" y="431"/>
                        <a:pt x="1611" y="496"/>
                      </a:cubicBezTo>
                      <a:cubicBezTo>
                        <a:pt x="1631" y="506"/>
                        <a:pt x="1649" y="510"/>
                        <a:pt x="1666" y="510"/>
                      </a:cubicBezTo>
                      <a:cubicBezTo>
                        <a:pt x="1759" y="510"/>
                        <a:pt x="1824" y="386"/>
                        <a:pt x="1824" y="284"/>
                      </a:cubicBezTo>
                      <a:cubicBezTo>
                        <a:pt x="1824" y="253"/>
                        <a:pt x="1794" y="223"/>
                        <a:pt x="1794" y="223"/>
                      </a:cubicBezTo>
                      <a:cubicBezTo>
                        <a:pt x="1388" y="196"/>
                        <a:pt x="1007" y="0"/>
                        <a:pt x="60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449276" y="611276"/>
                  <a:ext cx="31725" cy="41189"/>
                </a:xfrm>
                <a:custGeom>
                  <a:rect b="b" l="l" r="r" t="t"/>
                  <a:pathLst>
                    <a:path extrusionOk="0" h="1458" w="1123">
                      <a:moveTo>
                        <a:pt x="535" y="0"/>
                      </a:moveTo>
                      <a:cubicBezTo>
                        <a:pt x="384" y="0"/>
                        <a:pt x="251" y="91"/>
                        <a:pt x="183" y="248"/>
                      </a:cubicBezTo>
                      <a:cubicBezTo>
                        <a:pt x="62" y="431"/>
                        <a:pt x="1" y="644"/>
                        <a:pt x="1" y="887"/>
                      </a:cubicBezTo>
                      <a:cubicBezTo>
                        <a:pt x="31" y="1403"/>
                        <a:pt x="518" y="1312"/>
                        <a:pt x="822" y="1434"/>
                      </a:cubicBezTo>
                      <a:cubicBezTo>
                        <a:pt x="854" y="1450"/>
                        <a:pt x="887" y="1458"/>
                        <a:pt x="918" y="1458"/>
                      </a:cubicBezTo>
                      <a:cubicBezTo>
                        <a:pt x="1002" y="1458"/>
                        <a:pt x="1073" y="1401"/>
                        <a:pt x="1095" y="1312"/>
                      </a:cubicBezTo>
                      <a:cubicBezTo>
                        <a:pt x="1122" y="1204"/>
                        <a:pt x="1052" y="1095"/>
                        <a:pt x="950" y="1095"/>
                      </a:cubicBezTo>
                      <a:cubicBezTo>
                        <a:pt x="938" y="1095"/>
                        <a:pt x="926" y="1096"/>
                        <a:pt x="913" y="1100"/>
                      </a:cubicBezTo>
                      <a:cubicBezTo>
                        <a:pt x="856" y="1110"/>
                        <a:pt x="810" y="1115"/>
                        <a:pt x="773" y="1115"/>
                      </a:cubicBezTo>
                      <a:cubicBezTo>
                        <a:pt x="589" y="1115"/>
                        <a:pt x="614" y="992"/>
                        <a:pt x="639" y="765"/>
                      </a:cubicBezTo>
                      <a:cubicBezTo>
                        <a:pt x="670" y="492"/>
                        <a:pt x="822" y="279"/>
                        <a:pt x="700" y="36"/>
                      </a:cubicBezTo>
                      <a:cubicBezTo>
                        <a:pt x="644" y="12"/>
                        <a:pt x="589" y="0"/>
                        <a:pt x="53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3"/>
                <p:cNvSpPr/>
                <p:nvPr/>
              </p:nvSpPr>
              <p:spPr>
                <a:xfrm>
                  <a:off x="694879" y="262788"/>
                  <a:ext cx="37798" cy="32374"/>
                </a:xfrm>
                <a:custGeom>
                  <a:rect b="b" l="l" r="r" t="t"/>
                  <a:pathLst>
                    <a:path extrusionOk="0" h="1146" w="1338">
                      <a:moveTo>
                        <a:pt x="1337" y="1"/>
                      </a:moveTo>
                      <a:lnTo>
                        <a:pt x="1337" y="1"/>
                      </a:lnTo>
                      <a:cubicBezTo>
                        <a:pt x="882" y="153"/>
                        <a:pt x="486" y="365"/>
                        <a:pt x="152" y="669"/>
                      </a:cubicBezTo>
                      <a:cubicBezTo>
                        <a:pt x="30" y="730"/>
                        <a:pt x="0" y="852"/>
                        <a:pt x="91" y="973"/>
                      </a:cubicBezTo>
                      <a:cubicBezTo>
                        <a:pt x="174" y="1092"/>
                        <a:pt x="340" y="1146"/>
                        <a:pt x="521" y="1146"/>
                      </a:cubicBezTo>
                      <a:cubicBezTo>
                        <a:pt x="804" y="1146"/>
                        <a:pt x="1123" y="1014"/>
                        <a:pt x="1216" y="791"/>
                      </a:cubicBezTo>
                      <a:cubicBezTo>
                        <a:pt x="1277" y="548"/>
                        <a:pt x="1307" y="274"/>
                        <a:pt x="13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3"/>
                <p:cNvSpPr/>
                <p:nvPr/>
              </p:nvSpPr>
              <p:spPr>
                <a:xfrm>
                  <a:off x="756689" y="263664"/>
                  <a:ext cx="35228" cy="36951"/>
                </a:xfrm>
                <a:custGeom>
                  <a:rect b="b" l="l" r="r" t="t"/>
                  <a:pathLst>
                    <a:path extrusionOk="0" h="1308" w="1247">
                      <a:moveTo>
                        <a:pt x="1034" y="0"/>
                      </a:moveTo>
                      <a:lnTo>
                        <a:pt x="1034" y="0"/>
                      </a:lnTo>
                      <a:cubicBezTo>
                        <a:pt x="578" y="304"/>
                        <a:pt x="1" y="304"/>
                        <a:pt x="92" y="821"/>
                      </a:cubicBezTo>
                      <a:cubicBezTo>
                        <a:pt x="183" y="1307"/>
                        <a:pt x="730" y="1185"/>
                        <a:pt x="1247" y="1246"/>
                      </a:cubicBezTo>
                      <a:cubicBezTo>
                        <a:pt x="912" y="851"/>
                        <a:pt x="943" y="486"/>
                        <a:pt x="103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3"/>
                <p:cNvSpPr/>
                <p:nvPr/>
              </p:nvSpPr>
              <p:spPr>
                <a:xfrm>
                  <a:off x="391760" y="415506"/>
                  <a:ext cx="18927" cy="22487"/>
                </a:xfrm>
                <a:custGeom>
                  <a:rect b="b" l="l" r="r" t="t"/>
                  <a:pathLst>
                    <a:path extrusionOk="0" h="796" w="670">
                      <a:moveTo>
                        <a:pt x="137" y="0"/>
                      </a:moveTo>
                      <a:cubicBezTo>
                        <a:pt x="94" y="0"/>
                        <a:pt x="48" y="12"/>
                        <a:pt x="0" y="35"/>
                      </a:cubicBezTo>
                      <a:cubicBezTo>
                        <a:pt x="0" y="187"/>
                        <a:pt x="0" y="309"/>
                        <a:pt x="0" y="461"/>
                      </a:cubicBezTo>
                      <a:lnTo>
                        <a:pt x="0" y="795"/>
                      </a:lnTo>
                      <a:cubicBezTo>
                        <a:pt x="61" y="795"/>
                        <a:pt x="152" y="765"/>
                        <a:pt x="244" y="765"/>
                      </a:cubicBezTo>
                      <a:cubicBezTo>
                        <a:pt x="456" y="765"/>
                        <a:pt x="669" y="552"/>
                        <a:pt x="456" y="248"/>
                      </a:cubicBezTo>
                      <a:cubicBezTo>
                        <a:pt x="367" y="91"/>
                        <a:pt x="260" y="0"/>
                        <a:pt x="13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a:off x="706885" y="770548"/>
                  <a:ext cx="30934" cy="47658"/>
                </a:xfrm>
                <a:custGeom>
                  <a:rect b="b" l="l" r="r" t="t"/>
                  <a:pathLst>
                    <a:path extrusionOk="0" h="1687" w="1095">
                      <a:moveTo>
                        <a:pt x="369" y="1"/>
                      </a:moveTo>
                      <a:cubicBezTo>
                        <a:pt x="330" y="1"/>
                        <a:pt x="288" y="16"/>
                        <a:pt x="244" y="51"/>
                      </a:cubicBezTo>
                      <a:cubicBezTo>
                        <a:pt x="153" y="142"/>
                        <a:pt x="153" y="294"/>
                        <a:pt x="244" y="355"/>
                      </a:cubicBezTo>
                      <a:cubicBezTo>
                        <a:pt x="548" y="598"/>
                        <a:pt x="213" y="902"/>
                        <a:pt x="305" y="1145"/>
                      </a:cubicBezTo>
                      <a:cubicBezTo>
                        <a:pt x="396" y="1328"/>
                        <a:pt x="1" y="1571"/>
                        <a:pt x="305" y="1662"/>
                      </a:cubicBezTo>
                      <a:cubicBezTo>
                        <a:pt x="360" y="1679"/>
                        <a:pt x="402" y="1687"/>
                        <a:pt x="435" y="1687"/>
                      </a:cubicBezTo>
                      <a:cubicBezTo>
                        <a:pt x="638" y="1687"/>
                        <a:pt x="469" y="1402"/>
                        <a:pt x="548" y="1297"/>
                      </a:cubicBezTo>
                      <a:cubicBezTo>
                        <a:pt x="578" y="1206"/>
                        <a:pt x="639" y="1145"/>
                        <a:pt x="700" y="1115"/>
                      </a:cubicBezTo>
                      <a:cubicBezTo>
                        <a:pt x="1095" y="872"/>
                        <a:pt x="912" y="629"/>
                        <a:pt x="760" y="446"/>
                      </a:cubicBezTo>
                      <a:cubicBezTo>
                        <a:pt x="700" y="325"/>
                        <a:pt x="639" y="264"/>
                        <a:pt x="609" y="173"/>
                      </a:cubicBezTo>
                      <a:cubicBezTo>
                        <a:pt x="544" y="87"/>
                        <a:pt x="464" y="1"/>
                        <a:pt x="3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3"/>
                <p:cNvSpPr/>
                <p:nvPr/>
              </p:nvSpPr>
              <p:spPr>
                <a:xfrm>
                  <a:off x="661375" y="732495"/>
                  <a:ext cx="26640" cy="44522"/>
                </a:xfrm>
                <a:custGeom>
                  <a:rect b="b" l="l" r="r" t="t"/>
                  <a:pathLst>
                    <a:path extrusionOk="0" h="1576" w="943">
                      <a:moveTo>
                        <a:pt x="700" y="0"/>
                      </a:moveTo>
                      <a:cubicBezTo>
                        <a:pt x="457" y="0"/>
                        <a:pt x="244" y="122"/>
                        <a:pt x="153" y="334"/>
                      </a:cubicBezTo>
                      <a:cubicBezTo>
                        <a:pt x="61" y="730"/>
                        <a:pt x="1" y="1094"/>
                        <a:pt x="1" y="1489"/>
                      </a:cubicBezTo>
                      <a:cubicBezTo>
                        <a:pt x="1" y="1532"/>
                        <a:pt x="92" y="1575"/>
                        <a:pt x="145" y="1575"/>
                      </a:cubicBezTo>
                      <a:cubicBezTo>
                        <a:pt x="167" y="1575"/>
                        <a:pt x="183" y="1568"/>
                        <a:pt x="183" y="1550"/>
                      </a:cubicBezTo>
                      <a:cubicBezTo>
                        <a:pt x="183" y="1003"/>
                        <a:pt x="943" y="699"/>
                        <a:pt x="7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3"/>
                <p:cNvSpPr/>
                <p:nvPr/>
              </p:nvSpPr>
              <p:spPr>
                <a:xfrm>
                  <a:off x="584959" y="266715"/>
                  <a:ext cx="41245" cy="17148"/>
                </a:xfrm>
                <a:custGeom>
                  <a:rect b="b" l="l" r="r" t="t"/>
                  <a:pathLst>
                    <a:path extrusionOk="0" h="607" w="1460">
                      <a:moveTo>
                        <a:pt x="1028" y="0"/>
                      </a:moveTo>
                      <a:cubicBezTo>
                        <a:pt x="1002" y="0"/>
                        <a:pt x="974" y="4"/>
                        <a:pt x="943" y="14"/>
                      </a:cubicBezTo>
                      <a:cubicBezTo>
                        <a:pt x="730" y="77"/>
                        <a:pt x="577" y="156"/>
                        <a:pt x="400" y="156"/>
                      </a:cubicBezTo>
                      <a:cubicBezTo>
                        <a:pt x="324" y="156"/>
                        <a:pt x="244" y="141"/>
                        <a:pt x="152" y="105"/>
                      </a:cubicBezTo>
                      <a:cubicBezTo>
                        <a:pt x="144" y="101"/>
                        <a:pt x="136" y="99"/>
                        <a:pt x="127" y="99"/>
                      </a:cubicBezTo>
                      <a:cubicBezTo>
                        <a:pt x="69" y="99"/>
                        <a:pt x="0" y="178"/>
                        <a:pt x="0" y="257"/>
                      </a:cubicBezTo>
                      <a:cubicBezTo>
                        <a:pt x="0" y="378"/>
                        <a:pt x="61" y="409"/>
                        <a:pt x="61" y="409"/>
                      </a:cubicBezTo>
                      <a:cubicBezTo>
                        <a:pt x="90" y="405"/>
                        <a:pt x="120" y="403"/>
                        <a:pt x="149" y="403"/>
                      </a:cubicBezTo>
                      <a:cubicBezTo>
                        <a:pt x="468" y="403"/>
                        <a:pt x="776" y="606"/>
                        <a:pt x="1079" y="606"/>
                      </a:cubicBezTo>
                      <a:cubicBezTo>
                        <a:pt x="1206" y="606"/>
                        <a:pt x="1333" y="571"/>
                        <a:pt x="1459" y="470"/>
                      </a:cubicBezTo>
                      <a:cubicBezTo>
                        <a:pt x="1323" y="333"/>
                        <a:pt x="1260" y="0"/>
                        <a:pt x="102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626176" y="279964"/>
                  <a:ext cx="876" cy="876"/>
                </a:xfrm>
                <a:custGeom>
                  <a:rect b="b" l="l" r="r" t="t"/>
                  <a:pathLst>
                    <a:path extrusionOk="0" h="31" w="31">
                      <a:moveTo>
                        <a:pt x="0" y="1"/>
                      </a:moveTo>
                      <a:lnTo>
                        <a:pt x="31" y="31"/>
                      </a:lnTo>
                      <a:lnTo>
                        <a:pt x="31"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3"/>
                <p:cNvSpPr/>
                <p:nvPr/>
              </p:nvSpPr>
              <p:spPr>
                <a:xfrm>
                  <a:off x="1071814" y="373103"/>
                  <a:ext cx="42658" cy="18871"/>
                </a:xfrm>
                <a:custGeom>
                  <a:rect b="b" l="l" r="r" t="t"/>
                  <a:pathLst>
                    <a:path extrusionOk="0" h="668" w="1510">
                      <a:moveTo>
                        <a:pt x="1376" y="1"/>
                      </a:moveTo>
                      <a:cubicBezTo>
                        <a:pt x="1362" y="1"/>
                        <a:pt x="1349" y="6"/>
                        <a:pt x="1338" y="17"/>
                      </a:cubicBezTo>
                      <a:cubicBezTo>
                        <a:pt x="943" y="321"/>
                        <a:pt x="274" y="47"/>
                        <a:pt x="1" y="655"/>
                      </a:cubicBezTo>
                      <a:cubicBezTo>
                        <a:pt x="38" y="663"/>
                        <a:pt x="74" y="667"/>
                        <a:pt x="109" y="667"/>
                      </a:cubicBezTo>
                      <a:cubicBezTo>
                        <a:pt x="372" y="667"/>
                        <a:pt x="599" y="461"/>
                        <a:pt x="851" y="461"/>
                      </a:cubicBezTo>
                      <a:cubicBezTo>
                        <a:pt x="929" y="461"/>
                        <a:pt x="1010" y="481"/>
                        <a:pt x="1095" y="533"/>
                      </a:cubicBezTo>
                      <a:cubicBezTo>
                        <a:pt x="1103" y="542"/>
                        <a:pt x="1115" y="545"/>
                        <a:pt x="1128" y="545"/>
                      </a:cubicBezTo>
                      <a:cubicBezTo>
                        <a:pt x="1218" y="545"/>
                        <a:pt x="1407" y="387"/>
                        <a:pt x="1460" y="229"/>
                      </a:cubicBezTo>
                      <a:cubicBezTo>
                        <a:pt x="1510" y="105"/>
                        <a:pt x="1437" y="1"/>
                        <a:pt x="137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3"/>
                <p:cNvSpPr/>
                <p:nvPr/>
              </p:nvSpPr>
              <p:spPr>
                <a:xfrm>
                  <a:off x="679398" y="582207"/>
                  <a:ext cx="31810" cy="34437"/>
                </a:xfrm>
                <a:custGeom>
                  <a:rect b="b" l="l" r="r" t="t"/>
                  <a:pathLst>
                    <a:path extrusionOk="0" h="1219" w="1126">
                      <a:moveTo>
                        <a:pt x="275" y="1"/>
                      </a:moveTo>
                      <a:cubicBezTo>
                        <a:pt x="305" y="335"/>
                        <a:pt x="1" y="609"/>
                        <a:pt x="244" y="973"/>
                      </a:cubicBezTo>
                      <a:cubicBezTo>
                        <a:pt x="331" y="1103"/>
                        <a:pt x="417" y="1218"/>
                        <a:pt x="548" y="1218"/>
                      </a:cubicBezTo>
                      <a:cubicBezTo>
                        <a:pt x="601" y="1218"/>
                        <a:pt x="661" y="1199"/>
                        <a:pt x="730" y="1156"/>
                      </a:cubicBezTo>
                      <a:cubicBezTo>
                        <a:pt x="913" y="1034"/>
                        <a:pt x="1126" y="882"/>
                        <a:pt x="943" y="639"/>
                      </a:cubicBezTo>
                      <a:cubicBezTo>
                        <a:pt x="730" y="396"/>
                        <a:pt x="670" y="122"/>
                        <a:pt x="2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3"/>
                <p:cNvSpPr/>
                <p:nvPr/>
              </p:nvSpPr>
              <p:spPr>
                <a:xfrm>
                  <a:off x="529138" y="1073384"/>
                  <a:ext cx="34380" cy="30369"/>
                </a:xfrm>
                <a:custGeom>
                  <a:rect b="b" l="l" r="r" t="t"/>
                  <a:pathLst>
                    <a:path extrusionOk="0" h="1075" w="1217">
                      <a:moveTo>
                        <a:pt x="973" y="0"/>
                      </a:moveTo>
                      <a:lnTo>
                        <a:pt x="973" y="0"/>
                      </a:lnTo>
                      <a:cubicBezTo>
                        <a:pt x="761" y="61"/>
                        <a:pt x="548" y="152"/>
                        <a:pt x="396" y="304"/>
                      </a:cubicBezTo>
                      <a:cubicBezTo>
                        <a:pt x="244" y="426"/>
                        <a:pt x="1" y="517"/>
                        <a:pt x="153" y="790"/>
                      </a:cubicBezTo>
                      <a:cubicBezTo>
                        <a:pt x="233" y="897"/>
                        <a:pt x="313" y="1075"/>
                        <a:pt x="476" y="1075"/>
                      </a:cubicBezTo>
                      <a:cubicBezTo>
                        <a:pt x="498" y="1075"/>
                        <a:pt x="522" y="1071"/>
                        <a:pt x="548" y="1064"/>
                      </a:cubicBezTo>
                      <a:cubicBezTo>
                        <a:pt x="761" y="1034"/>
                        <a:pt x="1004" y="882"/>
                        <a:pt x="973" y="699"/>
                      </a:cubicBezTo>
                      <a:cubicBezTo>
                        <a:pt x="943" y="486"/>
                        <a:pt x="1217" y="274"/>
                        <a:pt x="97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3"/>
                <p:cNvSpPr/>
                <p:nvPr/>
              </p:nvSpPr>
              <p:spPr>
                <a:xfrm>
                  <a:off x="1344875" y="468022"/>
                  <a:ext cx="28" cy="876"/>
                </a:xfrm>
                <a:custGeom>
                  <a:rect b="b" l="l" r="r" t="t"/>
                  <a:pathLst>
                    <a:path extrusionOk="0" h="31" w="1">
                      <a:moveTo>
                        <a:pt x="1" y="0"/>
                      </a:moveTo>
                      <a:lnTo>
                        <a:pt x="1" y="0"/>
                      </a:lnTo>
                      <a:lnTo>
                        <a:pt x="1" y="0"/>
                      </a:lnTo>
                      <a:lnTo>
                        <a:pt x="1" y="3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3"/>
                <p:cNvSpPr/>
                <p:nvPr/>
              </p:nvSpPr>
              <p:spPr>
                <a:xfrm>
                  <a:off x="1312077" y="453841"/>
                  <a:ext cx="32826" cy="28391"/>
                </a:xfrm>
                <a:custGeom>
                  <a:rect b="b" l="l" r="r" t="t"/>
                  <a:pathLst>
                    <a:path extrusionOk="0" h="1005" w="1162">
                      <a:moveTo>
                        <a:pt x="537" y="1"/>
                      </a:moveTo>
                      <a:cubicBezTo>
                        <a:pt x="414" y="1"/>
                        <a:pt x="254" y="43"/>
                        <a:pt x="7" y="107"/>
                      </a:cubicBezTo>
                      <a:cubicBezTo>
                        <a:pt x="67" y="259"/>
                        <a:pt x="219" y="381"/>
                        <a:pt x="98" y="563"/>
                      </a:cubicBezTo>
                      <a:cubicBezTo>
                        <a:pt x="2" y="803"/>
                        <a:pt x="1" y="1005"/>
                        <a:pt x="213" y="1005"/>
                      </a:cubicBezTo>
                      <a:cubicBezTo>
                        <a:pt x="270" y="1005"/>
                        <a:pt x="342" y="990"/>
                        <a:pt x="432" y="958"/>
                      </a:cubicBezTo>
                      <a:cubicBezTo>
                        <a:pt x="675" y="837"/>
                        <a:pt x="918" y="685"/>
                        <a:pt x="1162" y="533"/>
                      </a:cubicBezTo>
                      <a:cubicBezTo>
                        <a:pt x="867" y="140"/>
                        <a:pt x="763" y="1"/>
                        <a:pt x="5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3"/>
                <p:cNvSpPr/>
                <p:nvPr/>
              </p:nvSpPr>
              <p:spPr>
                <a:xfrm>
                  <a:off x="548037" y="861286"/>
                  <a:ext cx="28363" cy="32657"/>
                </a:xfrm>
                <a:custGeom>
                  <a:rect b="b" l="l" r="r" t="t"/>
                  <a:pathLst>
                    <a:path extrusionOk="0" h="1156" w="1004">
                      <a:moveTo>
                        <a:pt x="396" y="0"/>
                      </a:moveTo>
                      <a:cubicBezTo>
                        <a:pt x="396" y="365"/>
                        <a:pt x="365" y="669"/>
                        <a:pt x="31" y="851"/>
                      </a:cubicBezTo>
                      <a:cubicBezTo>
                        <a:pt x="0" y="851"/>
                        <a:pt x="0" y="1003"/>
                        <a:pt x="0" y="1064"/>
                      </a:cubicBezTo>
                      <a:cubicBezTo>
                        <a:pt x="31" y="1125"/>
                        <a:pt x="92" y="1155"/>
                        <a:pt x="152" y="1155"/>
                      </a:cubicBezTo>
                      <a:cubicBezTo>
                        <a:pt x="456" y="1095"/>
                        <a:pt x="730" y="912"/>
                        <a:pt x="912" y="608"/>
                      </a:cubicBezTo>
                      <a:cubicBezTo>
                        <a:pt x="1003" y="365"/>
                        <a:pt x="791" y="152"/>
                        <a:pt x="3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3"/>
                <p:cNvSpPr/>
                <p:nvPr/>
              </p:nvSpPr>
              <p:spPr>
                <a:xfrm>
                  <a:off x="535155" y="270416"/>
                  <a:ext cx="30086" cy="24464"/>
                </a:xfrm>
                <a:custGeom>
                  <a:rect b="b" l="l" r="r" t="t"/>
                  <a:pathLst>
                    <a:path extrusionOk="0" h="866" w="1065">
                      <a:moveTo>
                        <a:pt x="604" y="0"/>
                      </a:moveTo>
                      <a:cubicBezTo>
                        <a:pt x="532" y="0"/>
                        <a:pt x="454" y="32"/>
                        <a:pt x="365" y="95"/>
                      </a:cubicBezTo>
                      <a:cubicBezTo>
                        <a:pt x="152" y="247"/>
                        <a:pt x="0" y="339"/>
                        <a:pt x="183" y="582"/>
                      </a:cubicBezTo>
                      <a:cubicBezTo>
                        <a:pt x="284" y="744"/>
                        <a:pt x="372" y="865"/>
                        <a:pt x="500" y="865"/>
                      </a:cubicBezTo>
                      <a:cubicBezTo>
                        <a:pt x="564" y="865"/>
                        <a:pt x="639" y="835"/>
                        <a:pt x="730" y="764"/>
                      </a:cubicBezTo>
                      <a:cubicBezTo>
                        <a:pt x="973" y="673"/>
                        <a:pt x="1064" y="369"/>
                        <a:pt x="882" y="187"/>
                      </a:cubicBezTo>
                      <a:cubicBezTo>
                        <a:pt x="793" y="62"/>
                        <a:pt x="705" y="0"/>
                        <a:pt x="60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3"/>
                <p:cNvSpPr/>
                <p:nvPr/>
              </p:nvSpPr>
              <p:spPr>
                <a:xfrm>
                  <a:off x="829686" y="384714"/>
                  <a:ext cx="23193" cy="31103"/>
                </a:xfrm>
                <a:custGeom>
                  <a:rect b="b" l="l" r="r" t="t"/>
                  <a:pathLst>
                    <a:path extrusionOk="0" h="1101" w="821">
                      <a:moveTo>
                        <a:pt x="760" y="1"/>
                      </a:moveTo>
                      <a:lnTo>
                        <a:pt x="760" y="1"/>
                      </a:lnTo>
                      <a:cubicBezTo>
                        <a:pt x="335" y="31"/>
                        <a:pt x="699" y="609"/>
                        <a:pt x="274" y="700"/>
                      </a:cubicBezTo>
                      <a:cubicBezTo>
                        <a:pt x="152" y="730"/>
                        <a:pt x="0" y="852"/>
                        <a:pt x="122" y="1034"/>
                      </a:cubicBezTo>
                      <a:cubicBezTo>
                        <a:pt x="171" y="1083"/>
                        <a:pt x="220" y="1101"/>
                        <a:pt x="269" y="1101"/>
                      </a:cubicBezTo>
                      <a:cubicBezTo>
                        <a:pt x="372" y="1101"/>
                        <a:pt x="475" y="1024"/>
                        <a:pt x="578" y="1004"/>
                      </a:cubicBezTo>
                      <a:cubicBezTo>
                        <a:pt x="790" y="700"/>
                        <a:pt x="821" y="335"/>
                        <a:pt x="76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3"/>
                <p:cNvSpPr/>
                <p:nvPr/>
              </p:nvSpPr>
              <p:spPr>
                <a:xfrm>
                  <a:off x="959324" y="568421"/>
                  <a:ext cx="28363" cy="24719"/>
                </a:xfrm>
                <a:custGeom>
                  <a:rect b="b" l="l" r="r" t="t"/>
                  <a:pathLst>
                    <a:path extrusionOk="0" h="875" w="1004">
                      <a:moveTo>
                        <a:pt x="524" y="1"/>
                      </a:moveTo>
                      <a:cubicBezTo>
                        <a:pt x="445" y="1"/>
                        <a:pt x="354" y="32"/>
                        <a:pt x="244" y="94"/>
                      </a:cubicBezTo>
                      <a:cubicBezTo>
                        <a:pt x="31" y="246"/>
                        <a:pt x="1" y="398"/>
                        <a:pt x="153" y="610"/>
                      </a:cubicBezTo>
                      <a:cubicBezTo>
                        <a:pt x="257" y="757"/>
                        <a:pt x="319" y="874"/>
                        <a:pt x="436" y="874"/>
                      </a:cubicBezTo>
                      <a:cubicBezTo>
                        <a:pt x="489" y="874"/>
                        <a:pt x="554" y="850"/>
                        <a:pt x="639" y="793"/>
                      </a:cubicBezTo>
                      <a:cubicBezTo>
                        <a:pt x="882" y="610"/>
                        <a:pt x="1004" y="519"/>
                        <a:pt x="822" y="215"/>
                      </a:cubicBezTo>
                      <a:cubicBezTo>
                        <a:pt x="731" y="70"/>
                        <a:pt x="640" y="1"/>
                        <a:pt x="5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3"/>
                <p:cNvSpPr/>
                <p:nvPr/>
              </p:nvSpPr>
              <p:spPr>
                <a:xfrm>
                  <a:off x="733496" y="653989"/>
                  <a:ext cx="39013" cy="17713"/>
                </a:xfrm>
                <a:custGeom>
                  <a:rect b="b" l="l" r="r" t="t"/>
                  <a:pathLst>
                    <a:path extrusionOk="0" h="627" w="1381">
                      <a:moveTo>
                        <a:pt x="204" y="1"/>
                      </a:moveTo>
                      <a:cubicBezTo>
                        <a:pt x="138" y="1"/>
                        <a:pt x="71" y="27"/>
                        <a:pt x="1" y="104"/>
                      </a:cubicBezTo>
                      <a:cubicBezTo>
                        <a:pt x="81" y="385"/>
                        <a:pt x="175" y="627"/>
                        <a:pt x="378" y="627"/>
                      </a:cubicBezTo>
                      <a:cubicBezTo>
                        <a:pt x="482" y="627"/>
                        <a:pt x="616" y="563"/>
                        <a:pt x="791" y="408"/>
                      </a:cubicBezTo>
                      <a:cubicBezTo>
                        <a:pt x="814" y="389"/>
                        <a:pt x="839" y="382"/>
                        <a:pt x="866" y="382"/>
                      </a:cubicBezTo>
                      <a:cubicBezTo>
                        <a:pt x="987" y="382"/>
                        <a:pt x="1145" y="537"/>
                        <a:pt x="1252" y="537"/>
                      </a:cubicBezTo>
                      <a:cubicBezTo>
                        <a:pt x="1314" y="537"/>
                        <a:pt x="1359" y="484"/>
                        <a:pt x="1369" y="317"/>
                      </a:cubicBezTo>
                      <a:cubicBezTo>
                        <a:pt x="1380" y="180"/>
                        <a:pt x="1315" y="150"/>
                        <a:pt x="1222" y="150"/>
                      </a:cubicBezTo>
                      <a:cubicBezTo>
                        <a:pt x="1150" y="150"/>
                        <a:pt x="1061" y="168"/>
                        <a:pt x="979" y="168"/>
                      </a:cubicBezTo>
                      <a:cubicBezTo>
                        <a:pt x="886" y="168"/>
                        <a:pt x="801" y="145"/>
                        <a:pt x="761" y="43"/>
                      </a:cubicBezTo>
                      <a:cubicBezTo>
                        <a:pt x="709" y="96"/>
                        <a:pt x="656" y="114"/>
                        <a:pt x="604" y="114"/>
                      </a:cubicBezTo>
                      <a:cubicBezTo>
                        <a:pt x="474" y="114"/>
                        <a:pt x="342" y="1"/>
                        <a:pt x="20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925848" y="457541"/>
                  <a:ext cx="34380" cy="23391"/>
                </a:xfrm>
                <a:custGeom>
                  <a:rect b="b" l="l" r="r" t="t"/>
                  <a:pathLst>
                    <a:path extrusionOk="0" h="828" w="1217">
                      <a:moveTo>
                        <a:pt x="750" y="1"/>
                      </a:moveTo>
                      <a:cubicBezTo>
                        <a:pt x="537" y="1"/>
                        <a:pt x="355" y="275"/>
                        <a:pt x="152" y="402"/>
                      </a:cubicBezTo>
                      <a:cubicBezTo>
                        <a:pt x="31" y="462"/>
                        <a:pt x="1" y="614"/>
                        <a:pt x="92" y="736"/>
                      </a:cubicBezTo>
                      <a:cubicBezTo>
                        <a:pt x="146" y="781"/>
                        <a:pt x="210" y="794"/>
                        <a:pt x="282" y="794"/>
                      </a:cubicBezTo>
                      <a:cubicBezTo>
                        <a:pt x="380" y="794"/>
                        <a:pt x="491" y="769"/>
                        <a:pt x="605" y="769"/>
                      </a:cubicBezTo>
                      <a:cubicBezTo>
                        <a:pt x="687" y="769"/>
                        <a:pt x="771" y="782"/>
                        <a:pt x="852" y="827"/>
                      </a:cubicBezTo>
                      <a:cubicBezTo>
                        <a:pt x="730" y="554"/>
                        <a:pt x="1216" y="219"/>
                        <a:pt x="882" y="37"/>
                      </a:cubicBezTo>
                      <a:cubicBezTo>
                        <a:pt x="836" y="12"/>
                        <a:pt x="792" y="1"/>
                        <a:pt x="7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3"/>
                <p:cNvSpPr/>
                <p:nvPr/>
              </p:nvSpPr>
              <p:spPr>
                <a:xfrm>
                  <a:off x="431253" y="1069683"/>
                  <a:ext cx="22346" cy="38928"/>
                </a:xfrm>
                <a:custGeom>
                  <a:rect b="b" l="l" r="r" t="t"/>
                  <a:pathLst>
                    <a:path extrusionOk="0" h="1378" w="791">
                      <a:moveTo>
                        <a:pt x="583" y="0"/>
                      </a:moveTo>
                      <a:cubicBezTo>
                        <a:pt x="516" y="0"/>
                        <a:pt x="436" y="35"/>
                        <a:pt x="365" y="70"/>
                      </a:cubicBezTo>
                      <a:cubicBezTo>
                        <a:pt x="31" y="405"/>
                        <a:pt x="1" y="921"/>
                        <a:pt x="274" y="1286"/>
                      </a:cubicBezTo>
                      <a:cubicBezTo>
                        <a:pt x="335" y="1347"/>
                        <a:pt x="426" y="1377"/>
                        <a:pt x="517" y="1377"/>
                      </a:cubicBezTo>
                      <a:cubicBezTo>
                        <a:pt x="669" y="1317"/>
                        <a:pt x="639" y="1195"/>
                        <a:pt x="578" y="1073"/>
                      </a:cubicBezTo>
                      <a:cubicBezTo>
                        <a:pt x="396" y="800"/>
                        <a:pt x="335" y="587"/>
                        <a:pt x="700" y="374"/>
                      </a:cubicBezTo>
                      <a:cubicBezTo>
                        <a:pt x="791" y="313"/>
                        <a:pt x="760" y="161"/>
                        <a:pt x="700" y="70"/>
                      </a:cubicBezTo>
                      <a:cubicBezTo>
                        <a:pt x="674" y="19"/>
                        <a:pt x="632" y="0"/>
                        <a:pt x="5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3"/>
                <p:cNvSpPr/>
                <p:nvPr/>
              </p:nvSpPr>
              <p:spPr>
                <a:xfrm>
                  <a:off x="795335" y="264088"/>
                  <a:ext cx="29211" cy="24493"/>
                </a:xfrm>
                <a:custGeom>
                  <a:rect b="b" l="l" r="r" t="t"/>
                  <a:pathLst>
                    <a:path extrusionOk="0" h="867" w="1034">
                      <a:moveTo>
                        <a:pt x="336" y="1"/>
                      </a:moveTo>
                      <a:cubicBezTo>
                        <a:pt x="305" y="1"/>
                        <a:pt x="274" y="5"/>
                        <a:pt x="244" y="15"/>
                      </a:cubicBezTo>
                      <a:cubicBezTo>
                        <a:pt x="31" y="76"/>
                        <a:pt x="152" y="319"/>
                        <a:pt x="92" y="471"/>
                      </a:cubicBezTo>
                      <a:cubicBezTo>
                        <a:pt x="0" y="593"/>
                        <a:pt x="0" y="745"/>
                        <a:pt x="92" y="867"/>
                      </a:cubicBezTo>
                      <a:cubicBezTo>
                        <a:pt x="396" y="806"/>
                        <a:pt x="669" y="623"/>
                        <a:pt x="912" y="411"/>
                      </a:cubicBezTo>
                      <a:cubicBezTo>
                        <a:pt x="1034" y="319"/>
                        <a:pt x="973" y="107"/>
                        <a:pt x="821" y="76"/>
                      </a:cubicBezTo>
                      <a:cubicBezTo>
                        <a:pt x="801" y="79"/>
                        <a:pt x="782" y="80"/>
                        <a:pt x="763" y="80"/>
                      </a:cubicBezTo>
                      <a:cubicBezTo>
                        <a:pt x="610" y="80"/>
                        <a:pt x="472" y="1"/>
                        <a:pt x="33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3"/>
                <p:cNvSpPr/>
                <p:nvPr/>
              </p:nvSpPr>
              <p:spPr>
                <a:xfrm>
                  <a:off x="669963" y="399658"/>
                  <a:ext cx="13758" cy="39522"/>
                </a:xfrm>
                <a:custGeom>
                  <a:rect b="b" l="l" r="r" t="t"/>
                  <a:pathLst>
                    <a:path extrusionOk="0" h="1399" w="487">
                      <a:moveTo>
                        <a:pt x="323" y="1"/>
                      </a:moveTo>
                      <a:cubicBezTo>
                        <a:pt x="295" y="1"/>
                        <a:pt x="274" y="8"/>
                        <a:pt x="274" y="19"/>
                      </a:cubicBezTo>
                      <a:cubicBezTo>
                        <a:pt x="153" y="444"/>
                        <a:pt x="61" y="870"/>
                        <a:pt x="1" y="1326"/>
                      </a:cubicBezTo>
                      <a:cubicBezTo>
                        <a:pt x="1" y="1376"/>
                        <a:pt x="37" y="1399"/>
                        <a:pt x="86" y="1399"/>
                      </a:cubicBezTo>
                      <a:cubicBezTo>
                        <a:pt x="125" y="1399"/>
                        <a:pt x="172" y="1384"/>
                        <a:pt x="213" y="1356"/>
                      </a:cubicBezTo>
                      <a:cubicBezTo>
                        <a:pt x="365" y="961"/>
                        <a:pt x="457" y="505"/>
                        <a:pt x="487" y="80"/>
                      </a:cubicBezTo>
                      <a:cubicBezTo>
                        <a:pt x="448" y="22"/>
                        <a:pt x="373" y="1"/>
                        <a:pt x="32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3"/>
                <p:cNvSpPr/>
                <p:nvPr/>
              </p:nvSpPr>
              <p:spPr>
                <a:xfrm>
                  <a:off x="708608" y="308835"/>
                  <a:ext cx="23222" cy="24973"/>
                </a:xfrm>
                <a:custGeom>
                  <a:rect b="b" l="l" r="r" t="t"/>
                  <a:pathLst>
                    <a:path extrusionOk="0" h="884" w="822">
                      <a:moveTo>
                        <a:pt x="410" y="0"/>
                      </a:moveTo>
                      <a:cubicBezTo>
                        <a:pt x="388" y="0"/>
                        <a:pt x="363" y="4"/>
                        <a:pt x="335" y="12"/>
                      </a:cubicBezTo>
                      <a:cubicBezTo>
                        <a:pt x="122" y="73"/>
                        <a:pt x="244" y="286"/>
                        <a:pt x="213" y="438"/>
                      </a:cubicBezTo>
                      <a:cubicBezTo>
                        <a:pt x="183" y="590"/>
                        <a:pt x="0" y="681"/>
                        <a:pt x="152" y="833"/>
                      </a:cubicBezTo>
                      <a:cubicBezTo>
                        <a:pt x="198" y="869"/>
                        <a:pt x="238" y="884"/>
                        <a:pt x="276" y="884"/>
                      </a:cubicBezTo>
                      <a:cubicBezTo>
                        <a:pt x="365" y="884"/>
                        <a:pt x="441" y="805"/>
                        <a:pt x="548" y="742"/>
                      </a:cubicBezTo>
                      <a:cubicBezTo>
                        <a:pt x="669" y="681"/>
                        <a:pt x="821" y="529"/>
                        <a:pt x="699" y="346"/>
                      </a:cubicBezTo>
                      <a:cubicBezTo>
                        <a:pt x="594" y="162"/>
                        <a:pt x="557" y="0"/>
                        <a:pt x="41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792058" y="740094"/>
                  <a:ext cx="31640" cy="21611"/>
                </a:xfrm>
                <a:custGeom>
                  <a:rect b="b" l="l" r="r" t="t"/>
                  <a:pathLst>
                    <a:path extrusionOk="0" h="765" w="1120">
                      <a:moveTo>
                        <a:pt x="193" y="1"/>
                      </a:moveTo>
                      <a:cubicBezTo>
                        <a:pt x="46" y="1"/>
                        <a:pt x="0" y="142"/>
                        <a:pt x="56" y="309"/>
                      </a:cubicBezTo>
                      <a:cubicBezTo>
                        <a:pt x="268" y="764"/>
                        <a:pt x="694" y="673"/>
                        <a:pt x="1119" y="764"/>
                      </a:cubicBezTo>
                      <a:cubicBezTo>
                        <a:pt x="1089" y="65"/>
                        <a:pt x="633" y="96"/>
                        <a:pt x="238" y="5"/>
                      </a:cubicBezTo>
                      <a:cubicBezTo>
                        <a:pt x="222" y="2"/>
                        <a:pt x="207" y="1"/>
                        <a:pt x="19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3"/>
                <p:cNvSpPr/>
                <p:nvPr/>
              </p:nvSpPr>
              <p:spPr>
                <a:xfrm>
                  <a:off x="393483" y="391578"/>
                  <a:ext cx="5170" cy="12063"/>
                </a:xfrm>
                <a:custGeom>
                  <a:rect b="b" l="l" r="r" t="t"/>
                  <a:pathLst>
                    <a:path extrusionOk="0" h="427" w="183">
                      <a:moveTo>
                        <a:pt x="61" y="1"/>
                      </a:moveTo>
                      <a:lnTo>
                        <a:pt x="61" y="1"/>
                      </a:lnTo>
                      <a:cubicBezTo>
                        <a:pt x="31" y="123"/>
                        <a:pt x="31" y="275"/>
                        <a:pt x="0" y="427"/>
                      </a:cubicBezTo>
                      <a:cubicBezTo>
                        <a:pt x="183" y="275"/>
                        <a:pt x="183" y="183"/>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3"/>
                <p:cNvSpPr/>
                <p:nvPr/>
              </p:nvSpPr>
              <p:spPr>
                <a:xfrm>
                  <a:off x="997122" y="368414"/>
                  <a:ext cx="18052" cy="32177"/>
                </a:xfrm>
                <a:custGeom>
                  <a:rect b="b" l="l" r="r" t="t"/>
                  <a:pathLst>
                    <a:path extrusionOk="0" h="1139" w="639">
                      <a:moveTo>
                        <a:pt x="152" y="0"/>
                      </a:moveTo>
                      <a:cubicBezTo>
                        <a:pt x="31" y="61"/>
                        <a:pt x="0" y="183"/>
                        <a:pt x="61" y="304"/>
                      </a:cubicBezTo>
                      <a:cubicBezTo>
                        <a:pt x="213" y="517"/>
                        <a:pt x="365" y="730"/>
                        <a:pt x="183" y="1003"/>
                      </a:cubicBezTo>
                      <a:cubicBezTo>
                        <a:pt x="183" y="1034"/>
                        <a:pt x="244" y="1125"/>
                        <a:pt x="274" y="1125"/>
                      </a:cubicBezTo>
                      <a:cubicBezTo>
                        <a:pt x="294" y="1135"/>
                        <a:pt x="314" y="1138"/>
                        <a:pt x="335" y="1138"/>
                      </a:cubicBezTo>
                      <a:cubicBezTo>
                        <a:pt x="375" y="1138"/>
                        <a:pt x="416" y="1125"/>
                        <a:pt x="456" y="1125"/>
                      </a:cubicBezTo>
                      <a:cubicBezTo>
                        <a:pt x="639" y="791"/>
                        <a:pt x="608" y="395"/>
                        <a:pt x="365" y="92"/>
                      </a:cubicBezTo>
                      <a:cubicBezTo>
                        <a:pt x="335" y="31"/>
                        <a:pt x="244" y="0"/>
                        <a:pt x="15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490493" y="790605"/>
                  <a:ext cx="24069" cy="26018"/>
                </a:xfrm>
                <a:custGeom>
                  <a:rect b="b" l="l" r="r" t="t"/>
                  <a:pathLst>
                    <a:path extrusionOk="0" h="921" w="852">
                      <a:moveTo>
                        <a:pt x="407" y="0"/>
                      </a:moveTo>
                      <a:cubicBezTo>
                        <a:pt x="385" y="0"/>
                        <a:pt x="361" y="3"/>
                        <a:pt x="335" y="10"/>
                      </a:cubicBezTo>
                      <a:cubicBezTo>
                        <a:pt x="92" y="101"/>
                        <a:pt x="244" y="314"/>
                        <a:pt x="183" y="466"/>
                      </a:cubicBezTo>
                      <a:cubicBezTo>
                        <a:pt x="122" y="587"/>
                        <a:pt x="1" y="709"/>
                        <a:pt x="153" y="861"/>
                      </a:cubicBezTo>
                      <a:cubicBezTo>
                        <a:pt x="196" y="904"/>
                        <a:pt x="236" y="920"/>
                        <a:pt x="275" y="920"/>
                      </a:cubicBezTo>
                      <a:cubicBezTo>
                        <a:pt x="373" y="920"/>
                        <a:pt x="461" y="814"/>
                        <a:pt x="548" y="770"/>
                      </a:cubicBezTo>
                      <a:cubicBezTo>
                        <a:pt x="639" y="679"/>
                        <a:pt x="852" y="527"/>
                        <a:pt x="700" y="344"/>
                      </a:cubicBezTo>
                      <a:cubicBezTo>
                        <a:pt x="619" y="209"/>
                        <a:pt x="586" y="0"/>
                        <a:pt x="4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3"/>
                <p:cNvSpPr/>
                <p:nvPr/>
              </p:nvSpPr>
              <p:spPr>
                <a:xfrm>
                  <a:off x="655358" y="702438"/>
                  <a:ext cx="33533" cy="17374"/>
                </a:xfrm>
                <a:custGeom>
                  <a:rect b="b" l="l" r="r" t="t"/>
                  <a:pathLst>
                    <a:path extrusionOk="0" h="615" w="1187">
                      <a:moveTo>
                        <a:pt x="1095" y="0"/>
                      </a:moveTo>
                      <a:cubicBezTo>
                        <a:pt x="1095" y="31"/>
                        <a:pt x="1004" y="31"/>
                        <a:pt x="913" y="61"/>
                      </a:cubicBezTo>
                      <a:cubicBezTo>
                        <a:pt x="761" y="152"/>
                        <a:pt x="609" y="213"/>
                        <a:pt x="457" y="274"/>
                      </a:cubicBezTo>
                      <a:cubicBezTo>
                        <a:pt x="365" y="274"/>
                        <a:pt x="228" y="162"/>
                        <a:pt x="128" y="162"/>
                      </a:cubicBezTo>
                      <a:cubicBezTo>
                        <a:pt x="63" y="162"/>
                        <a:pt x="13" y="209"/>
                        <a:pt x="1" y="365"/>
                      </a:cubicBezTo>
                      <a:cubicBezTo>
                        <a:pt x="1" y="504"/>
                        <a:pt x="49" y="541"/>
                        <a:pt x="118" y="541"/>
                      </a:cubicBezTo>
                      <a:cubicBezTo>
                        <a:pt x="198" y="541"/>
                        <a:pt x="307" y="489"/>
                        <a:pt x="396" y="489"/>
                      </a:cubicBezTo>
                      <a:cubicBezTo>
                        <a:pt x="430" y="489"/>
                        <a:pt x="461" y="496"/>
                        <a:pt x="487" y="517"/>
                      </a:cubicBezTo>
                      <a:cubicBezTo>
                        <a:pt x="566" y="587"/>
                        <a:pt x="635" y="614"/>
                        <a:pt x="698" y="614"/>
                      </a:cubicBezTo>
                      <a:cubicBezTo>
                        <a:pt x="851" y="614"/>
                        <a:pt x="966" y="451"/>
                        <a:pt x="1095" y="365"/>
                      </a:cubicBezTo>
                      <a:cubicBezTo>
                        <a:pt x="1186" y="304"/>
                        <a:pt x="1156" y="243"/>
                        <a:pt x="10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3"/>
                <p:cNvSpPr/>
                <p:nvPr/>
              </p:nvSpPr>
              <p:spPr>
                <a:xfrm>
                  <a:off x="816804" y="587801"/>
                  <a:ext cx="24069" cy="23928"/>
                </a:xfrm>
                <a:custGeom>
                  <a:rect b="b" l="l" r="r" t="t"/>
                  <a:pathLst>
                    <a:path extrusionOk="0" h="847" w="852">
                      <a:moveTo>
                        <a:pt x="608" y="0"/>
                      </a:moveTo>
                      <a:cubicBezTo>
                        <a:pt x="563" y="0"/>
                        <a:pt x="517" y="16"/>
                        <a:pt x="487" y="46"/>
                      </a:cubicBezTo>
                      <a:cubicBezTo>
                        <a:pt x="335" y="168"/>
                        <a:pt x="0" y="228"/>
                        <a:pt x="183" y="532"/>
                      </a:cubicBezTo>
                      <a:cubicBezTo>
                        <a:pt x="263" y="666"/>
                        <a:pt x="320" y="847"/>
                        <a:pt x="477" y="847"/>
                      </a:cubicBezTo>
                      <a:cubicBezTo>
                        <a:pt x="499" y="847"/>
                        <a:pt x="522" y="844"/>
                        <a:pt x="547" y="836"/>
                      </a:cubicBezTo>
                      <a:cubicBezTo>
                        <a:pt x="851" y="775"/>
                        <a:pt x="608" y="502"/>
                        <a:pt x="699" y="350"/>
                      </a:cubicBezTo>
                      <a:cubicBezTo>
                        <a:pt x="821" y="198"/>
                        <a:pt x="821" y="137"/>
                        <a:pt x="730" y="46"/>
                      </a:cubicBezTo>
                      <a:cubicBezTo>
                        <a:pt x="699" y="16"/>
                        <a:pt x="654" y="0"/>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3"/>
                <p:cNvSpPr/>
                <p:nvPr/>
              </p:nvSpPr>
              <p:spPr>
                <a:xfrm>
                  <a:off x="809940" y="298213"/>
                  <a:ext cx="21470" cy="24803"/>
                </a:xfrm>
                <a:custGeom>
                  <a:rect b="b" l="l" r="r" t="t"/>
                  <a:pathLst>
                    <a:path extrusionOk="0" h="878" w="760">
                      <a:moveTo>
                        <a:pt x="583" y="1"/>
                      </a:moveTo>
                      <a:cubicBezTo>
                        <a:pt x="537" y="1"/>
                        <a:pt x="492" y="18"/>
                        <a:pt x="456" y="54"/>
                      </a:cubicBezTo>
                      <a:cubicBezTo>
                        <a:pt x="274" y="175"/>
                        <a:pt x="0" y="266"/>
                        <a:pt x="182" y="570"/>
                      </a:cubicBezTo>
                      <a:cubicBezTo>
                        <a:pt x="268" y="684"/>
                        <a:pt x="300" y="877"/>
                        <a:pt x="527" y="877"/>
                      </a:cubicBezTo>
                      <a:cubicBezTo>
                        <a:pt x="543" y="877"/>
                        <a:pt x="560" y="876"/>
                        <a:pt x="578" y="874"/>
                      </a:cubicBezTo>
                      <a:cubicBezTo>
                        <a:pt x="699" y="631"/>
                        <a:pt x="760" y="358"/>
                        <a:pt x="760" y="114"/>
                      </a:cubicBezTo>
                      <a:cubicBezTo>
                        <a:pt x="723" y="41"/>
                        <a:pt x="653" y="1"/>
                        <a:pt x="5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3"/>
                <p:cNvSpPr/>
                <p:nvPr/>
              </p:nvSpPr>
              <p:spPr>
                <a:xfrm>
                  <a:off x="489645" y="928887"/>
                  <a:ext cx="23222" cy="24295"/>
                </a:xfrm>
                <a:custGeom>
                  <a:rect b="b" l="l" r="r" t="t"/>
                  <a:pathLst>
                    <a:path extrusionOk="0" h="860" w="822">
                      <a:moveTo>
                        <a:pt x="559" y="0"/>
                      </a:moveTo>
                      <a:cubicBezTo>
                        <a:pt x="477" y="0"/>
                        <a:pt x="398" y="57"/>
                        <a:pt x="335" y="100"/>
                      </a:cubicBezTo>
                      <a:cubicBezTo>
                        <a:pt x="244" y="161"/>
                        <a:pt x="0" y="282"/>
                        <a:pt x="122" y="465"/>
                      </a:cubicBezTo>
                      <a:cubicBezTo>
                        <a:pt x="213" y="677"/>
                        <a:pt x="274" y="860"/>
                        <a:pt x="517" y="860"/>
                      </a:cubicBezTo>
                      <a:cubicBezTo>
                        <a:pt x="760" y="738"/>
                        <a:pt x="548" y="525"/>
                        <a:pt x="639" y="404"/>
                      </a:cubicBezTo>
                      <a:cubicBezTo>
                        <a:pt x="730" y="252"/>
                        <a:pt x="821" y="161"/>
                        <a:pt x="669" y="39"/>
                      </a:cubicBezTo>
                      <a:cubicBezTo>
                        <a:pt x="632" y="11"/>
                        <a:pt x="595" y="0"/>
                        <a:pt x="5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3"/>
                <p:cNvSpPr/>
                <p:nvPr/>
              </p:nvSpPr>
              <p:spPr>
                <a:xfrm>
                  <a:off x="779882" y="663312"/>
                  <a:ext cx="23193" cy="16102"/>
                </a:xfrm>
                <a:custGeom>
                  <a:rect b="b" l="l" r="r" t="t"/>
                  <a:pathLst>
                    <a:path extrusionOk="0" h="570" w="821">
                      <a:moveTo>
                        <a:pt x="575" y="0"/>
                      </a:moveTo>
                      <a:cubicBezTo>
                        <a:pt x="469" y="0"/>
                        <a:pt x="379" y="106"/>
                        <a:pt x="274" y="169"/>
                      </a:cubicBezTo>
                      <a:cubicBezTo>
                        <a:pt x="152" y="230"/>
                        <a:pt x="0" y="352"/>
                        <a:pt x="152" y="504"/>
                      </a:cubicBezTo>
                      <a:cubicBezTo>
                        <a:pt x="190" y="551"/>
                        <a:pt x="235" y="569"/>
                        <a:pt x="282" y="569"/>
                      </a:cubicBezTo>
                      <a:cubicBezTo>
                        <a:pt x="385" y="569"/>
                        <a:pt x="504" y="485"/>
                        <a:pt x="608" y="443"/>
                      </a:cubicBezTo>
                      <a:cubicBezTo>
                        <a:pt x="760" y="352"/>
                        <a:pt x="821" y="261"/>
                        <a:pt x="730" y="78"/>
                      </a:cubicBezTo>
                      <a:cubicBezTo>
                        <a:pt x="673" y="22"/>
                        <a:pt x="622" y="0"/>
                        <a:pt x="57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3"/>
                <p:cNvSpPr/>
                <p:nvPr/>
              </p:nvSpPr>
              <p:spPr>
                <a:xfrm>
                  <a:off x="533432" y="375250"/>
                  <a:ext cx="20651" cy="26668"/>
                </a:xfrm>
                <a:custGeom>
                  <a:rect b="b" l="l" r="r" t="t"/>
                  <a:pathLst>
                    <a:path extrusionOk="0" h="944" w="731">
                      <a:moveTo>
                        <a:pt x="495" y="0"/>
                      </a:moveTo>
                      <a:cubicBezTo>
                        <a:pt x="454" y="0"/>
                        <a:pt x="410" y="10"/>
                        <a:pt x="365" y="32"/>
                      </a:cubicBezTo>
                      <a:cubicBezTo>
                        <a:pt x="1" y="153"/>
                        <a:pt x="1" y="305"/>
                        <a:pt x="274" y="944"/>
                      </a:cubicBezTo>
                      <a:cubicBezTo>
                        <a:pt x="289" y="929"/>
                        <a:pt x="312" y="921"/>
                        <a:pt x="335" y="921"/>
                      </a:cubicBezTo>
                      <a:cubicBezTo>
                        <a:pt x="358" y="921"/>
                        <a:pt x="381" y="929"/>
                        <a:pt x="396" y="944"/>
                      </a:cubicBezTo>
                      <a:cubicBezTo>
                        <a:pt x="730" y="792"/>
                        <a:pt x="517" y="427"/>
                        <a:pt x="669" y="184"/>
                      </a:cubicBezTo>
                      <a:cubicBezTo>
                        <a:pt x="715" y="92"/>
                        <a:pt x="622" y="0"/>
                        <a:pt x="4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3"/>
                <p:cNvSpPr/>
                <p:nvPr/>
              </p:nvSpPr>
              <p:spPr>
                <a:xfrm>
                  <a:off x="435547" y="1016517"/>
                  <a:ext cx="22346" cy="16300"/>
                </a:xfrm>
                <a:custGeom>
                  <a:rect b="b" l="l" r="r" t="t"/>
                  <a:pathLst>
                    <a:path extrusionOk="0" h="577" w="791">
                      <a:moveTo>
                        <a:pt x="518" y="1"/>
                      </a:moveTo>
                      <a:cubicBezTo>
                        <a:pt x="383" y="1"/>
                        <a:pt x="296" y="148"/>
                        <a:pt x="153" y="220"/>
                      </a:cubicBezTo>
                      <a:cubicBezTo>
                        <a:pt x="61" y="311"/>
                        <a:pt x="1" y="433"/>
                        <a:pt x="122" y="524"/>
                      </a:cubicBezTo>
                      <a:cubicBezTo>
                        <a:pt x="182" y="561"/>
                        <a:pt x="236" y="576"/>
                        <a:pt x="286" y="576"/>
                      </a:cubicBezTo>
                      <a:cubicBezTo>
                        <a:pt x="438" y="576"/>
                        <a:pt x="547" y="433"/>
                        <a:pt x="639" y="341"/>
                      </a:cubicBezTo>
                      <a:cubicBezTo>
                        <a:pt x="791" y="220"/>
                        <a:pt x="760" y="159"/>
                        <a:pt x="639" y="37"/>
                      </a:cubicBezTo>
                      <a:cubicBezTo>
                        <a:pt x="594" y="12"/>
                        <a:pt x="554" y="1"/>
                        <a:pt x="5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3"/>
                <p:cNvSpPr/>
                <p:nvPr/>
              </p:nvSpPr>
              <p:spPr>
                <a:xfrm>
                  <a:off x="491368" y="366690"/>
                  <a:ext cx="17204" cy="24916"/>
                </a:xfrm>
                <a:custGeom>
                  <a:rect b="b" l="l" r="r" t="t"/>
                  <a:pathLst>
                    <a:path extrusionOk="0" h="882" w="609">
                      <a:moveTo>
                        <a:pt x="426" y="1"/>
                      </a:moveTo>
                      <a:cubicBezTo>
                        <a:pt x="304" y="31"/>
                        <a:pt x="183" y="122"/>
                        <a:pt x="274" y="244"/>
                      </a:cubicBezTo>
                      <a:cubicBezTo>
                        <a:pt x="395" y="456"/>
                        <a:pt x="0" y="669"/>
                        <a:pt x="274" y="882"/>
                      </a:cubicBezTo>
                      <a:lnTo>
                        <a:pt x="426" y="882"/>
                      </a:lnTo>
                      <a:cubicBezTo>
                        <a:pt x="487" y="608"/>
                        <a:pt x="547" y="365"/>
                        <a:pt x="608" y="122"/>
                      </a:cubicBezTo>
                      <a:cubicBezTo>
                        <a:pt x="547" y="61"/>
                        <a:pt x="487" y="1"/>
                        <a:pt x="42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3"/>
                <p:cNvSpPr/>
                <p:nvPr/>
              </p:nvSpPr>
              <p:spPr>
                <a:xfrm>
                  <a:off x="863162" y="253353"/>
                  <a:ext cx="7769" cy="2006"/>
                </a:xfrm>
                <a:custGeom>
                  <a:rect b="b" l="l" r="r" t="t"/>
                  <a:pathLst>
                    <a:path extrusionOk="0" h="71" w="275">
                      <a:moveTo>
                        <a:pt x="1" y="0"/>
                      </a:moveTo>
                      <a:cubicBezTo>
                        <a:pt x="36" y="35"/>
                        <a:pt x="81" y="71"/>
                        <a:pt x="136" y="71"/>
                      </a:cubicBezTo>
                      <a:cubicBezTo>
                        <a:pt x="177" y="71"/>
                        <a:pt x="223" y="52"/>
                        <a:pt x="2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3"/>
                <p:cNvSpPr/>
                <p:nvPr/>
              </p:nvSpPr>
              <p:spPr>
                <a:xfrm>
                  <a:off x="533432" y="942701"/>
                  <a:ext cx="19775" cy="18250"/>
                </a:xfrm>
                <a:custGeom>
                  <a:rect b="b" l="l" r="r" t="t"/>
                  <a:pathLst>
                    <a:path extrusionOk="0" h="646" w="700">
                      <a:moveTo>
                        <a:pt x="278" y="1"/>
                      </a:moveTo>
                      <a:cubicBezTo>
                        <a:pt x="241" y="1"/>
                        <a:pt x="200" y="19"/>
                        <a:pt x="153" y="67"/>
                      </a:cubicBezTo>
                      <a:cubicBezTo>
                        <a:pt x="1" y="188"/>
                        <a:pt x="153" y="340"/>
                        <a:pt x="213" y="462"/>
                      </a:cubicBezTo>
                      <a:cubicBezTo>
                        <a:pt x="282" y="554"/>
                        <a:pt x="369" y="646"/>
                        <a:pt x="459" y="646"/>
                      </a:cubicBezTo>
                      <a:cubicBezTo>
                        <a:pt x="488" y="646"/>
                        <a:pt x="518" y="636"/>
                        <a:pt x="548" y="614"/>
                      </a:cubicBezTo>
                      <a:cubicBezTo>
                        <a:pt x="700" y="523"/>
                        <a:pt x="639" y="340"/>
                        <a:pt x="517" y="219"/>
                      </a:cubicBezTo>
                      <a:cubicBezTo>
                        <a:pt x="450" y="151"/>
                        <a:pt x="382" y="1"/>
                        <a:pt x="27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3"/>
                <p:cNvSpPr/>
                <p:nvPr/>
              </p:nvSpPr>
              <p:spPr>
                <a:xfrm>
                  <a:off x="806493" y="365899"/>
                  <a:ext cx="21498" cy="15170"/>
                </a:xfrm>
                <a:custGeom>
                  <a:rect b="b" l="l" r="r" t="t"/>
                  <a:pathLst>
                    <a:path extrusionOk="0" h="537" w="761">
                      <a:moveTo>
                        <a:pt x="540" y="1"/>
                      </a:moveTo>
                      <a:cubicBezTo>
                        <a:pt x="383" y="1"/>
                        <a:pt x="249" y="121"/>
                        <a:pt x="152" y="241"/>
                      </a:cubicBezTo>
                      <a:cubicBezTo>
                        <a:pt x="61" y="302"/>
                        <a:pt x="1" y="454"/>
                        <a:pt x="183" y="515"/>
                      </a:cubicBezTo>
                      <a:cubicBezTo>
                        <a:pt x="224" y="530"/>
                        <a:pt x="261" y="537"/>
                        <a:pt x="296" y="537"/>
                      </a:cubicBezTo>
                      <a:cubicBezTo>
                        <a:pt x="468" y="537"/>
                        <a:pt x="573" y="373"/>
                        <a:pt x="700" y="272"/>
                      </a:cubicBezTo>
                      <a:cubicBezTo>
                        <a:pt x="760" y="181"/>
                        <a:pt x="730" y="89"/>
                        <a:pt x="669" y="29"/>
                      </a:cubicBezTo>
                      <a:cubicBezTo>
                        <a:pt x="625" y="9"/>
                        <a:pt x="581" y="1"/>
                        <a:pt x="5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3"/>
                <p:cNvSpPr/>
                <p:nvPr/>
              </p:nvSpPr>
              <p:spPr>
                <a:xfrm>
                  <a:off x="575524" y="421325"/>
                  <a:ext cx="24916" cy="16555"/>
                </a:xfrm>
                <a:custGeom>
                  <a:rect b="b" l="l" r="r" t="t"/>
                  <a:pathLst>
                    <a:path extrusionOk="0" h="586" w="882">
                      <a:moveTo>
                        <a:pt x="596" y="1"/>
                      </a:moveTo>
                      <a:cubicBezTo>
                        <a:pt x="507" y="1"/>
                        <a:pt x="414" y="74"/>
                        <a:pt x="334" y="133"/>
                      </a:cubicBezTo>
                      <a:cubicBezTo>
                        <a:pt x="213" y="194"/>
                        <a:pt x="0" y="316"/>
                        <a:pt x="152" y="498"/>
                      </a:cubicBezTo>
                      <a:cubicBezTo>
                        <a:pt x="195" y="562"/>
                        <a:pt x="241" y="585"/>
                        <a:pt x="289" y="585"/>
                      </a:cubicBezTo>
                      <a:cubicBezTo>
                        <a:pt x="377" y="585"/>
                        <a:pt x="468" y="507"/>
                        <a:pt x="547" y="468"/>
                      </a:cubicBezTo>
                      <a:cubicBezTo>
                        <a:pt x="638" y="346"/>
                        <a:pt x="882" y="285"/>
                        <a:pt x="730" y="73"/>
                      </a:cubicBezTo>
                      <a:cubicBezTo>
                        <a:pt x="688" y="20"/>
                        <a:pt x="643" y="1"/>
                        <a:pt x="59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3"/>
                <p:cNvSpPr/>
                <p:nvPr/>
              </p:nvSpPr>
              <p:spPr>
                <a:xfrm>
                  <a:off x="912966" y="519521"/>
                  <a:ext cx="23222" cy="18193"/>
                </a:xfrm>
                <a:custGeom>
                  <a:rect b="b" l="l" r="r" t="t"/>
                  <a:pathLst>
                    <a:path extrusionOk="0" h="644" w="822">
                      <a:moveTo>
                        <a:pt x="669" y="1"/>
                      </a:moveTo>
                      <a:lnTo>
                        <a:pt x="335" y="153"/>
                      </a:lnTo>
                      <a:cubicBezTo>
                        <a:pt x="244" y="274"/>
                        <a:pt x="1" y="366"/>
                        <a:pt x="183" y="578"/>
                      </a:cubicBezTo>
                      <a:cubicBezTo>
                        <a:pt x="221" y="626"/>
                        <a:pt x="259" y="644"/>
                        <a:pt x="298" y="644"/>
                      </a:cubicBezTo>
                      <a:cubicBezTo>
                        <a:pt x="381" y="644"/>
                        <a:pt x="464" y="559"/>
                        <a:pt x="548" y="518"/>
                      </a:cubicBezTo>
                      <a:cubicBezTo>
                        <a:pt x="669" y="457"/>
                        <a:pt x="730" y="366"/>
                        <a:pt x="821" y="274"/>
                      </a:cubicBezTo>
                      <a:lnTo>
                        <a:pt x="669"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3"/>
                <p:cNvSpPr/>
                <p:nvPr/>
              </p:nvSpPr>
              <p:spPr>
                <a:xfrm>
                  <a:off x="511115" y="326322"/>
                  <a:ext cx="20623" cy="25792"/>
                </a:xfrm>
                <a:custGeom>
                  <a:rect b="b" l="l" r="r" t="t"/>
                  <a:pathLst>
                    <a:path extrusionOk="0" h="913" w="730">
                      <a:moveTo>
                        <a:pt x="608" y="1"/>
                      </a:moveTo>
                      <a:cubicBezTo>
                        <a:pt x="548" y="1"/>
                        <a:pt x="487" y="1"/>
                        <a:pt x="426" y="31"/>
                      </a:cubicBezTo>
                      <a:cubicBezTo>
                        <a:pt x="608" y="335"/>
                        <a:pt x="0" y="609"/>
                        <a:pt x="426" y="913"/>
                      </a:cubicBezTo>
                      <a:cubicBezTo>
                        <a:pt x="730" y="730"/>
                        <a:pt x="578" y="366"/>
                        <a:pt x="699" y="92"/>
                      </a:cubicBezTo>
                      <a:cubicBezTo>
                        <a:pt x="699" y="92"/>
                        <a:pt x="639" y="1"/>
                        <a:pt x="60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3"/>
                <p:cNvSpPr/>
                <p:nvPr/>
              </p:nvSpPr>
              <p:spPr>
                <a:xfrm>
                  <a:off x="443287" y="302281"/>
                  <a:ext cx="1723" cy="1751"/>
                </a:xfrm>
                <a:custGeom>
                  <a:rect b="b" l="l" r="r" t="t"/>
                  <a:pathLst>
                    <a:path extrusionOk="0" h="62" w="61">
                      <a:moveTo>
                        <a:pt x="61" y="1"/>
                      </a:moveTo>
                      <a:cubicBezTo>
                        <a:pt x="30" y="31"/>
                        <a:pt x="0" y="31"/>
                        <a:pt x="0" y="62"/>
                      </a:cubicBezTo>
                      <a:lnTo>
                        <a:pt x="31" y="31"/>
                      </a:lnTo>
                      <a:cubicBezTo>
                        <a:pt x="31" y="31"/>
                        <a:pt x="60" y="2"/>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3"/>
                <p:cNvSpPr/>
                <p:nvPr/>
              </p:nvSpPr>
              <p:spPr>
                <a:xfrm>
                  <a:off x="978223" y="433021"/>
                  <a:ext cx="12063" cy="10763"/>
                </a:xfrm>
                <a:custGeom>
                  <a:rect b="b" l="l" r="r" t="t"/>
                  <a:pathLst>
                    <a:path extrusionOk="0" h="381" w="427">
                      <a:moveTo>
                        <a:pt x="239" y="1"/>
                      </a:moveTo>
                      <a:cubicBezTo>
                        <a:pt x="199" y="1"/>
                        <a:pt x="158" y="18"/>
                        <a:pt x="122" y="54"/>
                      </a:cubicBezTo>
                      <a:cubicBezTo>
                        <a:pt x="31" y="84"/>
                        <a:pt x="1" y="175"/>
                        <a:pt x="61" y="267"/>
                      </a:cubicBezTo>
                      <a:cubicBezTo>
                        <a:pt x="80" y="340"/>
                        <a:pt x="143" y="380"/>
                        <a:pt x="210" y="380"/>
                      </a:cubicBezTo>
                      <a:cubicBezTo>
                        <a:pt x="254" y="380"/>
                        <a:pt x="299" y="363"/>
                        <a:pt x="335" y="327"/>
                      </a:cubicBezTo>
                      <a:cubicBezTo>
                        <a:pt x="396" y="267"/>
                        <a:pt x="426" y="175"/>
                        <a:pt x="396" y="115"/>
                      </a:cubicBezTo>
                      <a:cubicBezTo>
                        <a:pt x="359" y="41"/>
                        <a:pt x="300" y="1"/>
                        <a:pt x="23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3"/>
                <p:cNvSpPr/>
                <p:nvPr/>
              </p:nvSpPr>
              <p:spPr>
                <a:xfrm>
                  <a:off x="961047" y="445676"/>
                  <a:ext cx="11187" cy="10340"/>
                </a:xfrm>
                <a:custGeom>
                  <a:rect b="b" l="l" r="r" t="t"/>
                  <a:pathLst>
                    <a:path extrusionOk="0" h="366" w="396">
                      <a:moveTo>
                        <a:pt x="183" y="1"/>
                      </a:moveTo>
                      <a:cubicBezTo>
                        <a:pt x="92" y="1"/>
                        <a:pt x="1" y="62"/>
                        <a:pt x="31" y="153"/>
                      </a:cubicBezTo>
                      <a:cubicBezTo>
                        <a:pt x="31" y="305"/>
                        <a:pt x="92" y="366"/>
                        <a:pt x="244" y="366"/>
                      </a:cubicBezTo>
                      <a:cubicBezTo>
                        <a:pt x="335" y="335"/>
                        <a:pt x="396" y="244"/>
                        <a:pt x="365" y="153"/>
                      </a:cubicBezTo>
                      <a:cubicBezTo>
                        <a:pt x="365" y="62"/>
                        <a:pt x="274" y="1"/>
                        <a:pt x="1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3"/>
                <p:cNvSpPr/>
                <p:nvPr/>
              </p:nvSpPr>
              <p:spPr>
                <a:xfrm>
                  <a:off x="466452" y="785633"/>
                  <a:ext cx="11187" cy="10509"/>
                </a:xfrm>
                <a:custGeom>
                  <a:rect b="b" l="l" r="r" t="t"/>
                  <a:pathLst>
                    <a:path extrusionOk="0" h="372" w="396">
                      <a:moveTo>
                        <a:pt x="202" y="1"/>
                      </a:moveTo>
                      <a:cubicBezTo>
                        <a:pt x="148" y="1"/>
                        <a:pt x="99" y="27"/>
                        <a:pt x="62" y="64"/>
                      </a:cubicBezTo>
                      <a:cubicBezTo>
                        <a:pt x="1" y="125"/>
                        <a:pt x="1" y="216"/>
                        <a:pt x="62" y="308"/>
                      </a:cubicBezTo>
                      <a:cubicBezTo>
                        <a:pt x="99" y="345"/>
                        <a:pt x="148" y="371"/>
                        <a:pt x="202" y="371"/>
                      </a:cubicBezTo>
                      <a:cubicBezTo>
                        <a:pt x="235" y="371"/>
                        <a:pt x="270" y="361"/>
                        <a:pt x="305" y="338"/>
                      </a:cubicBezTo>
                      <a:cubicBezTo>
                        <a:pt x="396" y="277"/>
                        <a:pt x="396" y="95"/>
                        <a:pt x="305" y="34"/>
                      </a:cubicBezTo>
                      <a:cubicBezTo>
                        <a:pt x="270" y="11"/>
                        <a:pt x="235" y="1"/>
                        <a:pt x="20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3"/>
                <p:cNvSpPr/>
                <p:nvPr/>
              </p:nvSpPr>
              <p:spPr>
                <a:xfrm>
                  <a:off x="1070967" y="339175"/>
                  <a:ext cx="18927" cy="15481"/>
                </a:xfrm>
                <a:custGeom>
                  <a:rect b="b" l="l" r="r" t="t"/>
                  <a:pathLst>
                    <a:path extrusionOk="0" h="548" w="670">
                      <a:moveTo>
                        <a:pt x="448" y="1"/>
                      </a:moveTo>
                      <a:cubicBezTo>
                        <a:pt x="407" y="1"/>
                        <a:pt x="367" y="11"/>
                        <a:pt x="335" y="32"/>
                      </a:cubicBezTo>
                      <a:cubicBezTo>
                        <a:pt x="183" y="123"/>
                        <a:pt x="0" y="184"/>
                        <a:pt x="31" y="427"/>
                      </a:cubicBezTo>
                      <a:cubicBezTo>
                        <a:pt x="57" y="518"/>
                        <a:pt x="99" y="548"/>
                        <a:pt x="148" y="548"/>
                      </a:cubicBezTo>
                      <a:cubicBezTo>
                        <a:pt x="215" y="548"/>
                        <a:pt x="295" y="493"/>
                        <a:pt x="365" y="458"/>
                      </a:cubicBezTo>
                      <a:cubicBezTo>
                        <a:pt x="517" y="397"/>
                        <a:pt x="669" y="275"/>
                        <a:pt x="639" y="93"/>
                      </a:cubicBezTo>
                      <a:cubicBezTo>
                        <a:pt x="599" y="34"/>
                        <a:pt x="522" y="1"/>
                        <a:pt x="44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3"/>
                <p:cNvSpPr/>
                <p:nvPr/>
              </p:nvSpPr>
              <p:spPr>
                <a:xfrm>
                  <a:off x="474193" y="573930"/>
                  <a:ext cx="12035" cy="10933"/>
                </a:xfrm>
                <a:custGeom>
                  <a:rect b="b" l="l" r="r" t="t"/>
                  <a:pathLst>
                    <a:path extrusionOk="0" h="387" w="426">
                      <a:moveTo>
                        <a:pt x="207" y="0"/>
                      </a:moveTo>
                      <a:cubicBezTo>
                        <a:pt x="178" y="0"/>
                        <a:pt x="147" y="8"/>
                        <a:pt x="122" y="20"/>
                      </a:cubicBezTo>
                      <a:cubicBezTo>
                        <a:pt x="0" y="142"/>
                        <a:pt x="31" y="233"/>
                        <a:pt x="61" y="294"/>
                      </a:cubicBezTo>
                      <a:cubicBezTo>
                        <a:pt x="100" y="353"/>
                        <a:pt x="165" y="386"/>
                        <a:pt x="222" y="386"/>
                      </a:cubicBezTo>
                      <a:cubicBezTo>
                        <a:pt x="254" y="386"/>
                        <a:pt x="283" y="376"/>
                        <a:pt x="304" y="355"/>
                      </a:cubicBezTo>
                      <a:cubicBezTo>
                        <a:pt x="426" y="294"/>
                        <a:pt x="426" y="111"/>
                        <a:pt x="304" y="51"/>
                      </a:cubicBezTo>
                      <a:cubicBezTo>
                        <a:pt x="287" y="15"/>
                        <a:pt x="248" y="0"/>
                        <a:pt x="2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3"/>
                <p:cNvSpPr/>
                <p:nvPr/>
              </p:nvSpPr>
              <p:spPr>
                <a:xfrm>
                  <a:off x="1284760" y="489915"/>
                  <a:ext cx="12063" cy="10791"/>
                </a:xfrm>
                <a:custGeom>
                  <a:rect b="b" l="l" r="r" t="t"/>
                  <a:pathLst>
                    <a:path extrusionOk="0" h="382" w="427">
                      <a:moveTo>
                        <a:pt x="246" y="1"/>
                      </a:moveTo>
                      <a:cubicBezTo>
                        <a:pt x="207" y="1"/>
                        <a:pt x="165" y="14"/>
                        <a:pt x="122" y="46"/>
                      </a:cubicBezTo>
                      <a:cubicBezTo>
                        <a:pt x="31" y="107"/>
                        <a:pt x="1" y="198"/>
                        <a:pt x="62" y="289"/>
                      </a:cubicBezTo>
                      <a:cubicBezTo>
                        <a:pt x="101" y="348"/>
                        <a:pt x="166" y="381"/>
                        <a:pt x="239" y="381"/>
                      </a:cubicBezTo>
                      <a:cubicBezTo>
                        <a:pt x="280" y="381"/>
                        <a:pt x="323" y="371"/>
                        <a:pt x="366" y="350"/>
                      </a:cubicBezTo>
                      <a:cubicBezTo>
                        <a:pt x="426" y="289"/>
                        <a:pt x="426" y="198"/>
                        <a:pt x="396" y="107"/>
                      </a:cubicBezTo>
                      <a:cubicBezTo>
                        <a:pt x="376" y="47"/>
                        <a:pt x="318" y="1"/>
                        <a:pt x="24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3"/>
                <p:cNvSpPr/>
                <p:nvPr/>
              </p:nvSpPr>
              <p:spPr>
                <a:xfrm>
                  <a:off x="652787" y="388132"/>
                  <a:ext cx="12063" cy="10368"/>
                </a:xfrm>
                <a:custGeom>
                  <a:rect b="b" l="l" r="r" t="t"/>
                  <a:pathLst>
                    <a:path extrusionOk="0" h="367" w="427">
                      <a:moveTo>
                        <a:pt x="227" y="0"/>
                      </a:moveTo>
                      <a:cubicBezTo>
                        <a:pt x="191" y="0"/>
                        <a:pt x="155" y="10"/>
                        <a:pt x="122" y="32"/>
                      </a:cubicBezTo>
                      <a:cubicBezTo>
                        <a:pt x="31" y="93"/>
                        <a:pt x="1" y="184"/>
                        <a:pt x="61" y="245"/>
                      </a:cubicBezTo>
                      <a:cubicBezTo>
                        <a:pt x="82" y="326"/>
                        <a:pt x="156" y="366"/>
                        <a:pt x="230" y="366"/>
                      </a:cubicBezTo>
                      <a:cubicBezTo>
                        <a:pt x="267" y="366"/>
                        <a:pt x="305" y="356"/>
                        <a:pt x="335" y="336"/>
                      </a:cubicBezTo>
                      <a:cubicBezTo>
                        <a:pt x="396" y="275"/>
                        <a:pt x="426" y="184"/>
                        <a:pt x="396" y="93"/>
                      </a:cubicBezTo>
                      <a:cubicBezTo>
                        <a:pt x="357" y="34"/>
                        <a:pt x="292" y="0"/>
                        <a:pt x="22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3"/>
                <p:cNvSpPr/>
                <p:nvPr/>
              </p:nvSpPr>
              <p:spPr>
                <a:xfrm>
                  <a:off x="479334" y="544663"/>
                  <a:ext cx="12910" cy="11074"/>
                </a:xfrm>
                <a:custGeom>
                  <a:rect b="b" l="l" r="r" t="t"/>
                  <a:pathLst>
                    <a:path extrusionOk="0" h="392" w="457">
                      <a:moveTo>
                        <a:pt x="219" y="0"/>
                      </a:moveTo>
                      <a:cubicBezTo>
                        <a:pt x="173" y="0"/>
                        <a:pt x="128" y="17"/>
                        <a:pt x="92" y="53"/>
                      </a:cubicBezTo>
                      <a:cubicBezTo>
                        <a:pt x="31" y="114"/>
                        <a:pt x="1" y="205"/>
                        <a:pt x="62" y="296"/>
                      </a:cubicBezTo>
                      <a:cubicBezTo>
                        <a:pt x="110" y="362"/>
                        <a:pt x="159" y="392"/>
                        <a:pt x="213" y="392"/>
                      </a:cubicBezTo>
                      <a:cubicBezTo>
                        <a:pt x="259" y="392"/>
                        <a:pt x="309" y="369"/>
                        <a:pt x="365" y="327"/>
                      </a:cubicBezTo>
                      <a:cubicBezTo>
                        <a:pt x="426" y="266"/>
                        <a:pt x="457" y="175"/>
                        <a:pt x="396" y="114"/>
                      </a:cubicBezTo>
                      <a:cubicBezTo>
                        <a:pt x="359" y="40"/>
                        <a:pt x="289" y="0"/>
                        <a:pt x="21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3"/>
                <p:cNvSpPr/>
                <p:nvPr/>
              </p:nvSpPr>
              <p:spPr>
                <a:xfrm>
                  <a:off x="989382" y="449914"/>
                  <a:ext cx="12910" cy="11328"/>
                </a:xfrm>
                <a:custGeom>
                  <a:rect b="b" l="l" r="r" t="t"/>
                  <a:pathLst>
                    <a:path extrusionOk="0" h="401" w="457">
                      <a:moveTo>
                        <a:pt x="242" y="0"/>
                      </a:moveTo>
                      <a:cubicBezTo>
                        <a:pt x="208" y="0"/>
                        <a:pt x="176" y="10"/>
                        <a:pt x="153" y="33"/>
                      </a:cubicBezTo>
                      <a:cubicBezTo>
                        <a:pt x="31" y="94"/>
                        <a:pt x="1" y="246"/>
                        <a:pt x="92" y="337"/>
                      </a:cubicBezTo>
                      <a:cubicBezTo>
                        <a:pt x="130" y="375"/>
                        <a:pt x="179" y="401"/>
                        <a:pt x="232" y="401"/>
                      </a:cubicBezTo>
                      <a:cubicBezTo>
                        <a:pt x="265" y="401"/>
                        <a:pt x="300" y="391"/>
                        <a:pt x="335" y="368"/>
                      </a:cubicBezTo>
                      <a:cubicBezTo>
                        <a:pt x="426" y="307"/>
                        <a:pt x="457" y="155"/>
                        <a:pt x="396" y="64"/>
                      </a:cubicBezTo>
                      <a:cubicBezTo>
                        <a:pt x="358" y="26"/>
                        <a:pt x="298" y="0"/>
                        <a:pt x="24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3"/>
                <p:cNvSpPr/>
                <p:nvPr/>
              </p:nvSpPr>
              <p:spPr>
                <a:xfrm>
                  <a:off x="537726" y="798910"/>
                  <a:ext cx="21498" cy="19153"/>
                </a:xfrm>
                <a:custGeom>
                  <a:rect b="b" l="l" r="r" t="t"/>
                  <a:pathLst>
                    <a:path extrusionOk="0" h="678" w="761">
                      <a:moveTo>
                        <a:pt x="283" y="1"/>
                      </a:moveTo>
                      <a:cubicBezTo>
                        <a:pt x="247" y="1"/>
                        <a:pt x="205" y="16"/>
                        <a:pt x="153" y="50"/>
                      </a:cubicBezTo>
                      <a:cubicBezTo>
                        <a:pt x="1" y="172"/>
                        <a:pt x="153" y="324"/>
                        <a:pt x="213" y="476"/>
                      </a:cubicBezTo>
                      <a:cubicBezTo>
                        <a:pt x="257" y="584"/>
                        <a:pt x="331" y="677"/>
                        <a:pt x="426" y="677"/>
                      </a:cubicBezTo>
                      <a:cubicBezTo>
                        <a:pt x="463" y="677"/>
                        <a:pt x="504" y="663"/>
                        <a:pt x="548" y="628"/>
                      </a:cubicBezTo>
                      <a:cubicBezTo>
                        <a:pt x="761" y="476"/>
                        <a:pt x="578" y="324"/>
                        <a:pt x="487" y="202"/>
                      </a:cubicBezTo>
                      <a:cubicBezTo>
                        <a:pt x="422" y="94"/>
                        <a:pt x="372" y="1"/>
                        <a:pt x="2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3"/>
                <p:cNvSpPr/>
                <p:nvPr/>
              </p:nvSpPr>
              <p:spPr>
                <a:xfrm>
                  <a:off x="632193" y="733569"/>
                  <a:ext cx="20623" cy="18758"/>
                </a:xfrm>
                <a:custGeom>
                  <a:rect b="b" l="l" r="r" t="t"/>
                  <a:pathLst>
                    <a:path extrusionOk="0" h="664" w="730">
                      <a:moveTo>
                        <a:pt x="345" y="0"/>
                      </a:moveTo>
                      <a:cubicBezTo>
                        <a:pt x="309" y="0"/>
                        <a:pt x="265" y="16"/>
                        <a:pt x="213" y="53"/>
                      </a:cubicBezTo>
                      <a:cubicBezTo>
                        <a:pt x="0" y="144"/>
                        <a:pt x="122" y="296"/>
                        <a:pt x="213" y="388"/>
                      </a:cubicBezTo>
                      <a:cubicBezTo>
                        <a:pt x="262" y="486"/>
                        <a:pt x="311" y="664"/>
                        <a:pt x="457" y="664"/>
                      </a:cubicBezTo>
                      <a:cubicBezTo>
                        <a:pt x="491" y="664"/>
                        <a:pt x="531" y="654"/>
                        <a:pt x="578" y="631"/>
                      </a:cubicBezTo>
                      <a:cubicBezTo>
                        <a:pt x="730" y="509"/>
                        <a:pt x="669" y="388"/>
                        <a:pt x="578" y="236"/>
                      </a:cubicBezTo>
                      <a:cubicBezTo>
                        <a:pt x="509" y="144"/>
                        <a:pt x="457" y="0"/>
                        <a:pt x="34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3"/>
                <p:cNvSpPr/>
                <p:nvPr/>
              </p:nvSpPr>
              <p:spPr>
                <a:xfrm>
                  <a:off x="995399" y="497176"/>
                  <a:ext cx="12910" cy="10452"/>
                </a:xfrm>
                <a:custGeom>
                  <a:rect b="b" l="l" r="r" t="t"/>
                  <a:pathLst>
                    <a:path extrusionOk="0" h="370" w="457">
                      <a:moveTo>
                        <a:pt x="248" y="0"/>
                      </a:moveTo>
                      <a:cubicBezTo>
                        <a:pt x="217" y="0"/>
                        <a:pt x="185" y="11"/>
                        <a:pt x="153" y="32"/>
                      </a:cubicBezTo>
                      <a:cubicBezTo>
                        <a:pt x="31" y="62"/>
                        <a:pt x="1" y="245"/>
                        <a:pt x="122" y="306"/>
                      </a:cubicBezTo>
                      <a:cubicBezTo>
                        <a:pt x="141" y="343"/>
                        <a:pt x="183" y="369"/>
                        <a:pt x="234" y="369"/>
                      </a:cubicBezTo>
                      <a:cubicBezTo>
                        <a:pt x="265" y="369"/>
                        <a:pt x="300" y="359"/>
                        <a:pt x="335" y="336"/>
                      </a:cubicBezTo>
                      <a:cubicBezTo>
                        <a:pt x="426" y="275"/>
                        <a:pt x="456" y="184"/>
                        <a:pt x="396" y="93"/>
                      </a:cubicBezTo>
                      <a:cubicBezTo>
                        <a:pt x="356" y="34"/>
                        <a:pt x="305" y="0"/>
                        <a:pt x="24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3"/>
                <p:cNvSpPr/>
                <p:nvPr/>
              </p:nvSpPr>
              <p:spPr>
                <a:xfrm>
                  <a:off x="924125" y="559381"/>
                  <a:ext cx="11187" cy="10114"/>
                </a:xfrm>
                <a:custGeom>
                  <a:rect b="b" l="l" r="r" t="t"/>
                  <a:pathLst>
                    <a:path extrusionOk="0" h="358" w="396">
                      <a:moveTo>
                        <a:pt x="191" y="0"/>
                      </a:moveTo>
                      <a:cubicBezTo>
                        <a:pt x="159" y="0"/>
                        <a:pt x="125" y="7"/>
                        <a:pt x="92" y="19"/>
                      </a:cubicBezTo>
                      <a:cubicBezTo>
                        <a:pt x="31" y="79"/>
                        <a:pt x="1" y="171"/>
                        <a:pt x="62" y="262"/>
                      </a:cubicBezTo>
                      <a:cubicBezTo>
                        <a:pt x="94" y="327"/>
                        <a:pt x="144" y="357"/>
                        <a:pt x="198" y="357"/>
                      </a:cubicBezTo>
                      <a:cubicBezTo>
                        <a:pt x="244" y="357"/>
                        <a:pt x="293" y="334"/>
                        <a:pt x="335" y="292"/>
                      </a:cubicBezTo>
                      <a:cubicBezTo>
                        <a:pt x="396" y="231"/>
                        <a:pt x="396" y="110"/>
                        <a:pt x="335" y="79"/>
                      </a:cubicBezTo>
                      <a:cubicBezTo>
                        <a:pt x="297" y="22"/>
                        <a:pt x="246" y="0"/>
                        <a:pt x="19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3"/>
                <p:cNvSpPr/>
                <p:nvPr/>
              </p:nvSpPr>
              <p:spPr>
                <a:xfrm>
                  <a:off x="839122" y="695573"/>
                  <a:ext cx="10340" cy="10311"/>
                </a:xfrm>
                <a:custGeom>
                  <a:rect b="b" l="l" r="r" t="t"/>
                  <a:pathLst>
                    <a:path extrusionOk="0" h="365" w="366">
                      <a:moveTo>
                        <a:pt x="213" y="0"/>
                      </a:moveTo>
                      <a:cubicBezTo>
                        <a:pt x="92" y="0"/>
                        <a:pt x="1" y="91"/>
                        <a:pt x="1" y="213"/>
                      </a:cubicBezTo>
                      <a:cubicBezTo>
                        <a:pt x="1" y="304"/>
                        <a:pt x="92" y="365"/>
                        <a:pt x="183" y="365"/>
                      </a:cubicBezTo>
                      <a:cubicBezTo>
                        <a:pt x="304" y="365"/>
                        <a:pt x="365" y="274"/>
                        <a:pt x="365" y="213"/>
                      </a:cubicBezTo>
                      <a:cubicBezTo>
                        <a:pt x="365" y="61"/>
                        <a:pt x="304" y="0"/>
                        <a:pt x="21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3"/>
                <p:cNvSpPr/>
                <p:nvPr/>
              </p:nvSpPr>
              <p:spPr>
                <a:xfrm>
                  <a:off x="391760" y="900101"/>
                  <a:ext cx="11187" cy="10142"/>
                </a:xfrm>
                <a:custGeom>
                  <a:rect b="b" l="l" r="r" t="t"/>
                  <a:pathLst>
                    <a:path extrusionOk="0" h="359" w="396">
                      <a:moveTo>
                        <a:pt x="193" y="0"/>
                      </a:moveTo>
                      <a:cubicBezTo>
                        <a:pt x="171" y="0"/>
                        <a:pt x="147" y="8"/>
                        <a:pt x="122" y="25"/>
                      </a:cubicBezTo>
                      <a:cubicBezTo>
                        <a:pt x="31" y="55"/>
                        <a:pt x="0" y="146"/>
                        <a:pt x="31" y="237"/>
                      </a:cubicBezTo>
                      <a:cubicBezTo>
                        <a:pt x="51" y="318"/>
                        <a:pt x="125" y="359"/>
                        <a:pt x="200" y="359"/>
                      </a:cubicBezTo>
                      <a:cubicBezTo>
                        <a:pt x="237" y="359"/>
                        <a:pt x="274" y="349"/>
                        <a:pt x="304" y="329"/>
                      </a:cubicBezTo>
                      <a:cubicBezTo>
                        <a:pt x="365" y="268"/>
                        <a:pt x="396" y="177"/>
                        <a:pt x="365" y="116"/>
                      </a:cubicBezTo>
                      <a:cubicBezTo>
                        <a:pt x="299" y="50"/>
                        <a:pt x="249" y="0"/>
                        <a:pt x="19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3"/>
                <p:cNvSpPr/>
                <p:nvPr/>
              </p:nvSpPr>
              <p:spPr>
                <a:xfrm>
                  <a:off x="978223" y="471412"/>
                  <a:ext cx="12063" cy="9944"/>
                </a:xfrm>
                <a:custGeom>
                  <a:rect b="b" l="l" r="r" t="t"/>
                  <a:pathLst>
                    <a:path extrusionOk="0" h="352" w="427">
                      <a:moveTo>
                        <a:pt x="218" y="1"/>
                      </a:moveTo>
                      <a:cubicBezTo>
                        <a:pt x="187" y="1"/>
                        <a:pt x="155" y="11"/>
                        <a:pt x="122" y="32"/>
                      </a:cubicBezTo>
                      <a:cubicBezTo>
                        <a:pt x="31" y="93"/>
                        <a:pt x="1" y="215"/>
                        <a:pt x="92" y="306"/>
                      </a:cubicBezTo>
                      <a:cubicBezTo>
                        <a:pt x="122" y="336"/>
                        <a:pt x="168" y="351"/>
                        <a:pt x="213" y="351"/>
                      </a:cubicBezTo>
                      <a:cubicBezTo>
                        <a:pt x="259" y="351"/>
                        <a:pt x="305" y="336"/>
                        <a:pt x="335" y="306"/>
                      </a:cubicBezTo>
                      <a:cubicBezTo>
                        <a:pt x="396" y="275"/>
                        <a:pt x="426" y="154"/>
                        <a:pt x="365" y="93"/>
                      </a:cubicBezTo>
                      <a:cubicBezTo>
                        <a:pt x="326" y="34"/>
                        <a:pt x="274" y="1"/>
                        <a:pt x="2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3"/>
                <p:cNvSpPr/>
                <p:nvPr/>
              </p:nvSpPr>
              <p:spPr>
                <a:xfrm>
                  <a:off x="815929" y="569890"/>
                  <a:ext cx="12910" cy="10678"/>
                </a:xfrm>
                <a:custGeom>
                  <a:rect b="b" l="l" r="r" t="t"/>
                  <a:pathLst>
                    <a:path extrusionOk="0" h="378" w="457">
                      <a:moveTo>
                        <a:pt x="243" y="0"/>
                      </a:moveTo>
                      <a:cubicBezTo>
                        <a:pt x="225" y="0"/>
                        <a:pt x="205" y="4"/>
                        <a:pt x="183" y="11"/>
                      </a:cubicBezTo>
                      <a:cubicBezTo>
                        <a:pt x="62" y="42"/>
                        <a:pt x="1" y="194"/>
                        <a:pt x="92" y="285"/>
                      </a:cubicBezTo>
                      <a:cubicBezTo>
                        <a:pt x="112" y="344"/>
                        <a:pt x="169" y="377"/>
                        <a:pt x="224" y="377"/>
                      </a:cubicBezTo>
                      <a:cubicBezTo>
                        <a:pt x="254" y="377"/>
                        <a:pt x="283" y="367"/>
                        <a:pt x="305" y="346"/>
                      </a:cubicBezTo>
                      <a:cubicBezTo>
                        <a:pt x="396" y="285"/>
                        <a:pt x="457" y="224"/>
                        <a:pt x="396" y="133"/>
                      </a:cubicBezTo>
                      <a:cubicBezTo>
                        <a:pt x="350" y="40"/>
                        <a:pt x="303" y="0"/>
                        <a:pt x="24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3"/>
                <p:cNvSpPr/>
                <p:nvPr/>
              </p:nvSpPr>
              <p:spPr>
                <a:xfrm>
                  <a:off x="930990" y="439829"/>
                  <a:ext cx="11215" cy="10311"/>
                </a:xfrm>
                <a:custGeom>
                  <a:rect b="b" l="l" r="r" t="t"/>
                  <a:pathLst>
                    <a:path extrusionOk="0" h="365" w="397">
                      <a:moveTo>
                        <a:pt x="183" y="0"/>
                      </a:moveTo>
                      <a:cubicBezTo>
                        <a:pt x="161" y="0"/>
                        <a:pt x="140" y="8"/>
                        <a:pt x="122" y="26"/>
                      </a:cubicBezTo>
                      <a:cubicBezTo>
                        <a:pt x="62" y="86"/>
                        <a:pt x="1" y="178"/>
                        <a:pt x="62" y="269"/>
                      </a:cubicBezTo>
                      <a:cubicBezTo>
                        <a:pt x="78" y="334"/>
                        <a:pt x="129" y="364"/>
                        <a:pt x="187" y="364"/>
                      </a:cubicBezTo>
                      <a:cubicBezTo>
                        <a:pt x="237" y="364"/>
                        <a:pt x="293" y="341"/>
                        <a:pt x="335" y="299"/>
                      </a:cubicBezTo>
                      <a:cubicBezTo>
                        <a:pt x="396" y="269"/>
                        <a:pt x="366" y="147"/>
                        <a:pt x="366" y="86"/>
                      </a:cubicBezTo>
                      <a:cubicBezTo>
                        <a:pt x="301" y="43"/>
                        <a:pt x="237"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3"/>
                <p:cNvSpPr/>
                <p:nvPr/>
              </p:nvSpPr>
              <p:spPr>
                <a:xfrm>
                  <a:off x="889773" y="416156"/>
                  <a:ext cx="12063" cy="11102"/>
                </a:xfrm>
                <a:custGeom>
                  <a:rect b="b" l="l" r="r" t="t"/>
                  <a:pathLst>
                    <a:path extrusionOk="0" h="393" w="427">
                      <a:moveTo>
                        <a:pt x="240" y="1"/>
                      </a:moveTo>
                      <a:cubicBezTo>
                        <a:pt x="198" y="1"/>
                        <a:pt x="156" y="26"/>
                        <a:pt x="122" y="43"/>
                      </a:cubicBezTo>
                      <a:cubicBezTo>
                        <a:pt x="31" y="104"/>
                        <a:pt x="1" y="225"/>
                        <a:pt x="92" y="347"/>
                      </a:cubicBezTo>
                      <a:cubicBezTo>
                        <a:pt x="122" y="377"/>
                        <a:pt x="160" y="392"/>
                        <a:pt x="198" y="392"/>
                      </a:cubicBezTo>
                      <a:cubicBezTo>
                        <a:pt x="236" y="392"/>
                        <a:pt x="274" y="377"/>
                        <a:pt x="305" y="347"/>
                      </a:cubicBezTo>
                      <a:cubicBezTo>
                        <a:pt x="426" y="286"/>
                        <a:pt x="426" y="195"/>
                        <a:pt x="335" y="73"/>
                      </a:cubicBezTo>
                      <a:cubicBezTo>
                        <a:pt x="308" y="18"/>
                        <a:pt x="274" y="1"/>
                        <a:pt x="2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3"/>
                <p:cNvSpPr/>
                <p:nvPr/>
              </p:nvSpPr>
              <p:spPr>
                <a:xfrm>
                  <a:off x="472469" y="665911"/>
                  <a:ext cx="12063" cy="10565"/>
                </a:xfrm>
                <a:custGeom>
                  <a:rect b="b" l="l" r="r" t="t"/>
                  <a:pathLst>
                    <a:path extrusionOk="0" h="374" w="427">
                      <a:moveTo>
                        <a:pt x="200" y="0"/>
                      </a:moveTo>
                      <a:cubicBezTo>
                        <a:pt x="163" y="0"/>
                        <a:pt x="125" y="13"/>
                        <a:pt x="92" y="47"/>
                      </a:cubicBezTo>
                      <a:cubicBezTo>
                        <a:pt x="1" y="108"/>
                        <a:pt x="1" y="199"/>
                        <a:pt x="61" y="260"/>
                      </a:cubicBezTo>
                      <a:cubicBezTo>
                        <a:pt x="80" y="333"/>
                        <a:pt x="143" y="374"/>
                        <a:pt x="210" y="374"/>
                      </a:cubicBezTo>
                      <a:cubicBezTo>
                        <a:pt x="254" y="374"/>
                        <a:pt x="299" y="357"/>
                        <a:pt x="335" y="321"/>
                      </a:cubicBezTo>
                      <a:cubicBezTo>
                        <a:pt x="426" y="260"/>
                        <a:pt x="396" y="169"/>
                        <a:pt x="365" y="77"/>
                      </a:cubicBezTo>
                      <a:cubicBezTo>
                        <a:pt x="327" y="39"/>
                        <a:pt x="264"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3"/>
                <p:cNvSpPr/>
                <p:nvPr/>
              </p:nvSpPr>
              <p:spPr>
                <a:xfrm>
                  <a:off x="940453" y="266715"/>
                  <a:ext cx="12034" cy="10707"/>
                </a:xfrm>
                <a:custGeom>
                  <a:rect b="b" l="l" r="r" t="t"/>
                  <a:pathLst>
                    <a:path extrusionOk="0" h="379" w="426">
                      <a:moveTo>
                        <a:pt x="203" y="0"/>
                      </a:moveTo>
                      <a:cubicBezTo>
                        <a:pt x="169" y="0"/>
                        <a:pt x="132" y="14"/>
                        <a:pt x="91" y="44"/>
                      </a:cubicBezTo>
                      <a:cubicBezTo>
                        <a:pt x="31" y="105"/>
                        <a:pt x="0" y="196"/>
                        <a:pt x="61" y="257"/>
                      </a:cubicBezTo>
                      <a:cubicBezTo>
                        <a:pt x="81" y="338"/>
                        <a:pt x="156" y="378"/>
                        <a:pt x="230" y="378"/>
                      </a:cubicBezTo>
                      <a:cubicBezTo>
                        <a:pt x="267" y="378"/>
                        <a:pt x="304" y="368"/>
                        <a:pt x="335" y="348"/>
                      </a:cubicBezTo>
                      <a:cubicBezTo>
                        <a:pt x="395" y="287"/>
                        <a:pt x="426" y="196"/>
                        <a:pt x="365" y="135"/>
                      </a:cubicBezTo>
                      <a:cubicBezTo>
                        <a:pt x="324" y="54"/>
                        <a:pt x="270" y="0"/>
                        <a:pt x="20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3"/>
                <p:cNvSpPr/>
                <p:nvPr/>
              </p:nvSpPr>
              <p:spPr>
                <a:xfrm>
                  <a:off x="641628" y="446524"/>
                  <a:ext cx="12910" cy="10424"/>
                </a:xfrm>
                <a:custGeom>
                  <a:rect b="b" l="l" r="r" t="t"/>
                  <a:pathLst>
                    <a:path extrusionOk="0" h="369" w="457">
                      <a:moveTo>
                        <a:pt x="196" y="0"/>
                      </a:moveTo>
                      <a:cubicBezTo>
                        <a:pt x="160" y="0"/>
                        <a:pt x="124" y="10"/>
                        <a:pt x="92" y="32"/>
                      </a:cubicBezTo>
                      <a:cubicBezTo>
                        <a:pt x="1" y="93"/>
                        <a:pt x="1" y="184"/>
                        <a:pt x="61" y="305"/>
                      </a:cubicBezTo>
                      <a:cubicBezTo>
                        <a:pt x="80" y="343"/>
                        <a:pt x="134" y="369"/>
                        <a:pt x="186" y="369"/>
                      </a:cubicBezTo>
                      <a:cubicBezTo>
                        <a:pt x="219" y="369"/>
                        <a:pt x="251" y="359"/>
                        <a:pt x="274" y="336"/>
                      </a:cubicBezTo>
                      <a:cubicBezTo>
                        <a:pt x="365" y="275"/>
                        <a:pt x="456" y="184"/>
                        <a:pt x="365" y="93"/>
                      </a:cubicBezTo>
                      <a:cubicBezTo>
                        <a:pt x="326" y="34"/>
                        <a:pt x="261" y="0"/>
                        <a:pt x="1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3"/>
                <p:cNvSpPr/>
                <p:nvPr/>
              </p:nvSpPr>
              <p:spPr>
                <a:xfrm>
                  <a:off x="699173" y="343949"/>
                  <a:ext cx="12035" cy="10114"/>
                </a:xfrm>
                <a:custGeom>
                  <a:rect b="b" l="l" r="r" t="t"/>
                  <a:pathLst>
                    <a:path extrusionOk="0" h="358" w="426">
                      <a:moveTo>
                        <a:pt x="198" y="0"/>
                      </a:moveTo>
                      <a:cubicBezTo>
                        <a:pt x="160" y="0"/>
                        <a:pt x="122" y="15"/>
                        <a:pt x="91" y="46"/>
                      </a:cubicBezTo>
                      <a:cubicBezTo>
                        <a:pt x="0" y="106"/>
                        <a:pt x="0" y="198"/>
                        <a:pt x="61" y="289"/>
                      </a:cubicBezTo>
                      <a:cubicBezTo>
                        <a:pt x="91" y="334"/>
                        <a:pt x="144" y="357"/>
                        <a:pt x="201" y="357"/>
                      </a:cubicBezTo>
                      <a:cubicBezTo>
                        <a:pt x="258" y="357"/>
                        <a:pt x="319" y="334"/>
                        <a:pt x="365" y="289"/>
                      </a:cubicBezTo>
                      <a:cubicBezTo>
                        <a:pt x="426" y="198"/>
                        <a:pt x="365" y="106"/>
                        <a:pt x="304" y="46"/>
                      </a:cubicBezTo>
                      <a:cubicBezTo>
                        <a:pt x="274" y="15"/>
                        <a:pt x="236" y="0"/>
                        <a:pt x="19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3"/>
                <p:cNvSpPr/>
                <p:nvPr/>
              </p:nvSpPr>
              <p:spPr>
                <a:xfrm>
                  <a:off x="566936" y="356238"/>
                  <a:ext cx="12035" cy="11130"/>
                </a:xfrm>
                <a:custGeom>
                  <a:rect b="b" l="l" r="r" t="t"/>
                  <a:pathLst>
                    <a:path extrusionOk="0" h="394" w="426">
                      <a:moveTo>
                        <a:pt x="238" y="0"/>
                      </a:moveTo>
                      <a:cubicBezTo>
                        <a:pt x="206" y="0"/>
                        <a:pt x="168" y="20"/>
                        <a:pt x="122" y="67"/>
                      </a:cubicBezTo>
                      <a:cubicBezTo>
                        <a:pt x="0" y="158"/>
                        <a:pt x="0" y="188"/>
                        <a:pt x="61" y="279"/>
                      </a:cubicBezTo>
                      <a:cubicBezTo>
                        <a:pt x="79" y="353"/>
                        <a:pt x="142" y="393"/>
                        <a:pt x="209" y="393"/>
                      </a:cubicBezTo>
                      <a:cubicBezTo>
                        <a:pt x="253" y="393"/>
                        <a:pt x="298" y="376"/>
                        <a:pt x="334" y="340"/>
                      </a:cubicBezTo>
                      <a:cubicBezTo>
                        <a:pt x="395" y="310"/>
                        <a:pt x="426" y="219"/>
                        <a:pt x="365" y="127"/>
                      </a:cubicBezTo>
                      <a:cubicBezTo>
                        <a:pt x="327" y="52"/>
                        <a:pt x="290" y="0"/>
                        <a:pt x="23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3"/>
                <p:cNvSpPr/>
                <p:nvPr/>
              </p:nvSpPr>
              <p:spPr>
                <a:xfrm>
                  <a:off x="508544" y="270613"/>
                  <a:ext cx="10311" cy="10226"/>
                </a:xfrm>
                <a:custGeom>
                  <a:rect b="b" l="l" r="r" t="t"/>
                  <a:pathLst>
                    <a:path extrusionOk="0" h="362" w="365">
                      <a:moveTo>
                        <a:pt x="159" y="0"/>
                      </a:moveTo>
                      <a:cubicBezTo>
                        <a:pt x="122" y="0"/>
                        <a:pt x="88" y="17"/>
                        <a:pt x="61" y="58"/>
                      </a:cubicBezTo>
                      <a:cubicBezTo>
                        <a:pt x="0" y="149"/>
                        <a:pt x="0" y="240"/>
                        <a:pt x="31" y="271"/>
                      </a:cubicBezTo>
                      <a:cubicBezTo>
                        <a:pt x="61" y="332"/>
                        <a:pt x="114" y="362"/>
                        <a:pt x="171" y="362"/>
                      </a:cubicBezTo>
                      <a:cubicBezTo>
                        <a:pt x="228" y="362"/>
                        <a:pt x="289" y="332"/>
                        <a:pt x="335" y="271"/>
                      </a:cubicBezTo>
                      <a:cubicBezTo>
                        <a:pt x="365" y="210"/>
                        <a:pt x="365" y="119"/>
                        <a:pt x="304" y="58"/>
                      </a:cubicBezTo>
                      <a:cubicBezTo>
                        <a:pt x="254" y="25"/>
                        <a:pt x="204" y="0"/>
                        <a:pt x="1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3"/>
                <p:cNvSpPr/>
                <p:nvPr/>
              </p:nvSpPr>
              <p:spPr>
                <a:xfrm>
                  <a:off x="740389" y="813713"/>
                  <a:ext cx="12035" cy="10453"/>
                </a:xfrm>
                <a:custGeom>
                  <a:rect b="b" l="l" r="r" t="t"/>
                  <a:pathLst>
                    <a:path extrusionOk="0" h="370" w="426">
                      <a:moveTo>
                        <a:pt x="224" y="1"/>
                      </a:moveTo>
                      <a:cubicBezTo>
                        <a:pt x="179" y="1"/>
                        <a:pt x="132" y="16"/>
                        <a:pt x="91" y="43"/>
                      </a:cubicBezTo>
                      <a:cubicBezTo>
                        <a:pt x="0" y="104"/>
                        <a:pt x="0" y="195"/>
                        <a:pt x="61" y="286"/>
                      </a:cubicBezTo>
                      <a:cubicBezTo>
                        <a:pt x="91" y="347"/>
                        <a:pt x="137" y="370"/>
                        <a:pt x="186" y="370"/>
                      </a:cubicBezTo>
                      <a:cubicBezTo>
                        <a:pt x="236" y="370"/>
                        <a:pt x="289" y="347"/>
                        <a:pt x="334" y="317"/>
                      </a:cubicBezTo>
                      <a:cubicBezTo>
                        <a:pt x="395" y="256"/>
                        <a:pt x="426" y="165"/>
                        <a:pt x="365" y="73"/>
                      </a:cubicBezTo>
                      <a:cubicBezTo>
                        <a:pt x="331" y="23"/>
                        <a:pt x="279" y="1"/>
                        <a:pt x="2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3"/>
                <p:cNvSpPr/>
                <p:nvPr/>
              </p:nvSpPr>
              <p:spPr>
                <a:xfrm>
                  <a:off x="634764" y="976262"/>
                  <a:ext cx="12035" cy="10566"/>
                </a:xfrm>
                <a:custGeom>
                  <a:rect b="b" l="l" r="r" t="t"/>
                  <a:pathLst>
                    <a:path extrusionOk="0" h="374" w="426">
                      <a:moveTo>
                        <a:pt x="225" y="1"/>
                      </a:moveTo>
                      <a:cubicBezTo>
                        <a:pt x="192" y="1"/>
                        <a:pt x="157" y="11"/>
                        <a:pt x="122" y="34"/>
                      </a:cubicBezTo>
                      <a:cubicBezTo>
                        <a:pt x="31" y="64"/>
                        <a:pt x="0" y="186"/>
                        <a:pt x="61" y="247"/>
                      </a:cubicBezTo>
                      <a:cubicBezTo>
                        <a:pt x="118" y="322"/>
                        <a:pt x="174" y="374"/>
                        <a:pt x="237" y="374"/>
                      </a:cubicBezTo>
                      <a:cubicBezTo>
                        <a:pt x="277" y="374"/>
                        <a:pt x="319" y="354"/>
                        <a:pt x="365" y="307"/>
                      </a:cubicBezTo>
                      <a:cubicBezTo>
                        <a:pt x="426" y="247"/>
                        <a:pt x="426" y="125"/>
                        <a:pt x="365" y="64"/>
                      </a:cubicBezTo>
                      <a:cubicBezTo>
                        <a:pt x="328" y="27"/>
                        <a:pt x="278" y="1"/>
                        <a:pt x="22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3"/>
                <p:cNvSpPr/>
                <p:nvPr/>
              </p:nvSpPr>
              <p:spPr>
                <a:xfrm>
                  <a:off x="1344875" y="462683"/>
                  <a:ext cx="17204" cy="17459"/>
                </a:xfrm>
                <a:custGeom>
                  <a:rect b="b" l="l" r="r" t="t"/>
                  <a:pathLst>
                    <a:path extrusionOk="0" h="618" w="609">
                      <a:moveTo>
                        <a:pt x="180" y="0"/>
                      </a:moveTo>
                      <a:cubicBezTo>
                        <a:pt x="101" y="0"/>
                        <a:pt x="39" y="86"/>
                        <a:pt x="1" y="220"/>
                      </a:cubicBezTo>
                      <a:cubicBezTo>
                        <a:pt x="31" y="280"/>
                        <a:pt x="61" y="372"/>
                        <a:pt x="122" y="432"/>
                      </a:cubicBezTo>
                      <a:cubicBezTo>
                        <a:pt x="165" y="518"/>
                        <a:pt x="222" y="618"/>
                        <a:pt x="305" y="618"/>
                      </a:cubicBezTo>
                      <a:cubicBezTo>
                        <a:pt x="341" y="618"/>
                        <a:pt x="381" y="599"/>
                        <a:pt x="426" y="554"/>
                      </a:cubicBezTo>
                      <a:cubicBezTo>
                        <a:pt x="609" y="402"/>
                        <a:pt x="457" y="220"/>
                        <a:pt x="335" y="98"/>
                      </a:cubicBezTo>
                      <a:cubicBezTo>
                        <a:pt x="278" y="30"/>
                        <a:pt x="226" y="0"/>
                        <a:pt x="18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3"/>
                <p:cNvSpPr/>
                <p:nvPr/>
              </p:nvSpPr>
              <p:spPr>
                <a:xfrm>
                  <a:off x="1157693" y="564692"/>
                  <a:ext cx="11950" cy="9238"/>
                </a:xfrm>
                <a:custGeom>
                  <a:rect b="b" l="l" r="r" t="t"/>
                  <a:pathLst>
                    <a:path extrusionOk="0" h="327" w="423">
                      <a:moveTo>
                        <a:pt x="227" y="1"/>
                      </a:moveTo>
                      <a:cubicBezTo>
                        <a:pt x="189" y="1"/>
                        <a:pt x="149" y="16"/>
                        <a:pt x="122" y="43"/>
                      </a:cubicBezTo>
                      <a:cubicBezTo>
                        <a:pt x="31" y="74"/>
                        <a:pt x="0" y="195"/>
                        <a:pt x="61" y="256"/>
                      </a:cubicBezTo>
                      <a:cubicBezTo>
                        <a:pt x="78" y="306"/>
                        <a:pt x="115" y="326"/>
                        <a:pt x="158" y="326"/>
                      </a:cubicBezTo>
                      <a:cubicBezTo>
                        <a:pt x="271" y="326"/>
                        <a:pt x="423" y="184"/>
                        <a:pt x="335" y="74"/>
                      </a:cubicBezTo>
                      <a:cubicBezTo>
                        <a:pt x="318" y="23"/>
                        <a:pt x="274" y="1"/>
                        <a:pt x="22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3"/>
                <p:cNvSpPr/>
                <p:nvPr/>
              </p:nvSpPr>
              <p:spPr>
                <a:xfrm>
                  <a:off x="1041756" y="581529"/>
                  <a:ext cx="11215" cy="10537"/>
                </a:xfrm>
                <a:custGeom>
                  <a:rect b="b" l="l" r="r" t="t"/>
                  <a:pathLst>
                    <a:path extrusionOk="0" h="373" w="397">
                      <a:moveTo>
                        <a:pt x="200" y="1"/>
                      </a:moveTo>
                      <a:cubicBezTo>
                        <a:pt x="174" y="1"/>
                        <a:pt x="147" y="9"/>
                        <a:pt x="123" y="25"/>
                      </a:cubicBezTo>
                      <a:cubicBezTo>
                        <a:pt x="31" y="86"/>
                        <a:pt x="1" y="146"/>
                        <a:pt x="1" y="238"/>
                      </a:cubicBezTo>
                      <a:cubicBezTo>
                        <a:pt x="41" y="319"/>
                        <a:pt x="95" y="373"/>
                        <a:pt x="172" y="373"/>
                      </a:cubicBezTo>
                      <a:cubicBezTo>
                        <a:pt x="210" y="373"/>
                        <a:pt x="254" y="359"/>
                        <a:pt x="305" y="329"/>
                      </a:cubicBezTo>
                      <a:cubicBezTo>
                        <a:pt x="335" y="298"/>
                        <a:pt x="396" y="207"/>
                        <a:pt x="366" y="146"/>
                      </a:cubicBezTo>
                      <a:cubicBezTo>
                        <a:pt x="343" y="57"/>
                        <a:pt x="272" y="1"/>
                        <a:pt x="2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3"/>
                <p:cNvSpPr/>
                <p:nvPr/>
              </p:nvSpPr>
              <p:spPr>
                <a:xfrm>
                  <a:off x="675980" y="794475"/>
                  <a:ext cx="12910" cy="10565"/>
                </a:xfrm>
                <a:custGeom>
                  <a:rect b="b" l="l" r="r" t="t"/>
                  <a:pathLst>
                    <a:path extrusionOk="0" h="374" w="457">
                      <a:moveTo>
                        <a:pt x="217" y="0"/>
                      </a:moveTo>
                      <a:cubicBezTo>
                        <a:pt x="187" y="0"/>
                        <a:pt x="156" y="8"/>
                        <a:pt x="122" y="25"/>
                      </a:cubicBezTo>
                      <a:cubicBezTo>
                        <a:pt x="31" y="86"/>
                        <a:pt x="0" y="177"/>
                        <a:pt x="61" y="268"/>
                      </a:cubicBezTo>
                      <a:cubicBezTo>
                        <a:pt x="101" y="327"/>
                        <a:pt x="153" y="374"/>
                        <a:pt x="219" y="374"/>
                      </a:cubicBezTo>
                      <a:cubicBezTo>
                        <a:pt x="254" y="374"/>
                        <a:pt x="292" y="361"/>
                        <a:pt x="335" y="329"/>
                      </a:cubicBezTo>
                      <a:cubicBezTo>
                        <a:pt x="426" y="268"/>
                        <a:pt x="456" y="207"/>
                        <a:pt x="396" y="116"/>
                      </a:cubicBezTo>
                      <a:cubicBezTo>
                        <a:pt x="352" y="50"/>
                        <a:pt x="292"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3"/>
                <p:cNvSpPr/>
                <p:nvPr/>
              </p:nvSpPr>
              <p:spPr>
                <a:xfrm>
                  <a:off x="450152" y="910892"/>
                  <a:ext cx="12035" cy="10537"/>
                </a:xfrm>
                <a:custGeom>
                  <a:rect b="b" l="l" r="r" t="t"/>
                  <a:pathLst>
                    <a:path extrusionOk="0" h="373" w="426">
                      <a:moveTo>
                        <a:pt x="194" y="0"/>
                      </a:moveTo>
                      <a:cubicBezTo>
                        <a:pt x="153" y="0"/>
                        <a:pt x="110" y="19"/>
                        <a:pt x="61" y="68"/>
                      </a:cubicBezTo>
                      <a:cubicBezTo>
                        <a:pt x="31" y="129"/>
                        <a:pt x="0" y="190"/>
                        <a:pt x="31" y="281"/>
                      </a:cubicBezTo>
                      <a:cubicBezTo>
                        <a:pt x="91" y="342"/>
                        <a:pt x="152" y="372"/>
                        <a:pt x="243" y="372"/>
                      </a:cubicBezTo>
                      <a:cubicBezTo>
                        <a:pt x="365" y="342"/>
                        <a:pt x="426" y="220"/>
                        <a:pt x="365" y="99"/>
                      </a:cubicBezTo>
                      <a:cubicBezTo>
                        <a:pt x="310" y="44"/>
                        <a:pt x="256" y="0"/>
                        <a:pt x="19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3"/>
                <p:cNvSpPr/>
                <p:nvPr/>
              </p:nvSpPr>
              <p:spPr>
                <a:xfrm>
                  <a:off x="779006" y="646503"/>
                  <a:ext cx="12063" cy="10565"/>
                </a:xfrm>
                <a:custGeom>
                  <a:rect b="b" l="l" r="r" t="t"/>
                  <a:pathLst>
                    <a:path extrusionOk="0" h="374" w="427">
                      <a:moveTo>
                        <a:pt x="215" y="0"/>
                      </a:moveTo>
                      <a:cubicBezTo>
                        <a:pt x="153" y="0"/>
                        <a:pt x="94" y="31"/>
                        <a:pt x="62" y="96"/>
                      </a:cubicBezTo>
                      <a:cubicBezTo>
                        <a:pt x="1" y="156"/>
                        <a:pt x="1" y="248"/>
                        <a:pt x="62" y="308"/>
                      </a:cubicBezTo>
                      <a:cubicBezTo>
                        <a:pt x="104" y="351"/>
                        <a:pt x="159" y="373"/>
                        <a:pt x="213" y="373"/>
                      </a:cubicBezTo>
                      <a:cubicBezTo>
                        <a:pt x="274" y="373"/>
                        <a:pt x="333" y="343"/>
                        <a:pt x="366" y="278"/>
                      </a:cubicBezTo>
                      <a:cubicBezTo>
                        <a:pt x="426" y="217"/>
                        <a:pt x="426" y="126"/>
                        <a:pt x="366" y="65"/>
                      </a:cubicBezTo>
                      <a:cubicBezTo>
                        <a:pt x="323" y="23"/>
                        <a:pt x="268" y="0"/>
                        <a:pt x="21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3"/>
                <p:cNvSpPr/>
                <p:nvPr/>
              </p:nvSpPr>
              <p:spPr>
                <a:xfrm>
                  <a:off x="680274" y="370561"/>
                  <a:ext cx="10340" cy="9746"/>
                </a:xfrm>
                <a:custGeom>
                  <a:rect b="b" l="l" r="r" t="t"/>
                  <a:pathLst>
                    <a:path extrusionOk="0" h="345" w="366">
                      <a:moveTo>
                        <a:pt x="183" y="0"/>
                      </a:moveTo>
                      <a:cubicBezTo>
                        <a:pt x="137" y="0"/>
                        <a:pt x="92" y="16"/>
                        <a:pt x="61" y="46"/>
                      </a:cubicBezTo>
                      <a:cubicBezTo>
                        <a:pt x="0" y="107"/>
                        <a:pt x="0" y="198"/>
                        <a:pt x="31" y="259"/>
                      </a:cubicBezTo>
                      <a:cubicBezTo>
                        <a:pt x="66" y="312"/>
                        <a:pt x="132" y="344"/>
                        <a:pt x="193" y="344"/>
                      </a:cubicBezTo>
                      <a:cubicBezTo>
                        <a:pt x="237" y="344"/>
                        <a:pt x="279" y="327"/>
                        <a:pt x="304" y="289"/>
                      </a:cubicBezTo>
                      <a:cubicBezTo>
                        <a:pt x="365" y="198"/>
                        <a:pt x="365" y="107"/>
                        <a:pt x="304" y="46"/>
                      </a:cubicBezTo>
                      <a:cubicBezTo>
                        <a:pt x="274" y="16"/>
                        <a:pt x="228"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3"/>
                <p:cNvSpPr/>
                <p:nvPr/>
              </p:nvSpPr>
              <p:spPr>
                <a:xfrm>
                  <a:off x="392607" y="567291"/>
                  <a:ext cx="11187" cy="10227"/>
                </a:xfrm>
                <a:custGeom>
                  <a:rect b="b" l="l" r="r" t="t"/>
                  <a:pathLst>
                    <a:path extrusionOk="0" h="362" w="396">
                      <a:moveTo>
                        <a:pt x="217" y="0"/>
                      </a:moveTo>
                      <a:cubicBezTo>
                        <a:pt x="183" y="0"/>
                        <a:pt x="150" y="15"/>
                        <a:pt x="122" y="42"/>
                      </a:cubicBezTo>
                      <a:cubicBezTo>
                        <a:pt x="1" y="103"/>
                        <a:pt x="1" y="255"/>
                        <a:pt x="122" y="316"/>
                      </a:cubicBezTo>
                      <a:cubicBezTo>
                        <a:pt x="153" y="346"/>
                        <a:pt x="191" y="362"/>
                        <a:pt x="229" y="362"/>
                      </a:cubicBezTo>
                      <a:cubicBezTo>
                        <a:pt x="267" y="362"/>
                        <a:pt x="305" y="346"/>
                        <a:pt x="335" y="316"/>
                      </a:cubicBezTo>
                      <a:cubicBezTo>
                        <a:pt x="396" y="225"/>
                        <a:pt x="396" y="134"/>
                        <a:pt x="335" y="73"/>
                      </a:cubicBezTo>
                      <a:cubicBezTo>
                        <a:pt x="302" y="23"/>
                        <a:pt x="259"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3"/>
                <p:cNvSpPr/>
                <p:nvPr/>
              </p:nvSpPr>
              <p:spPr>
                <a:xfrm>
                  <a:off x="541172" y="336944"/>
                  <a:ext cx="12035" cy="9549"/>
                </a:xfrm>
                <a:custGeom>
                  <a:rect b="b" l="l" r="r" t="t"/>
                  <a:pathLst>
                    <a:path extrusionOk="0" h="338" w="426">
                      <a:moveTo>
                        <a:pt x="200" y="0"/>
                      </a:moveTo>
                      <a:cubicBezTo>
                        <a:pt x="172" y="0"/>
                        <a:pt x="147" y="7"/>
                        <a:pt x="122" y="20"/>
                      </a:cubicBezTo>
                      <a:cubicBezTo>
                        <a:pt x="0" y="81"/>
                        <a:pt x="0" y="233"/>
                        <a:pt x="122" y="324"/>
                      </a:cubicBezTo>
                      <a:cubicBezTo>
                        <a:pt x="132" y="334"/>
                        <a:pt x="149" y="338"/>
                        <a:pt x="170" y="338"/>
                      </a:cubicBezTo>
                      <a:cubicBezTo>
                        <a:pt x="213" y="338"/>
                        <a:pt x="274" y="324"/>
                        <a:pt x="335" y="324"/>
                      </a:cubicBezTo>
                      <a:cubicBezTo>
                        <a:pt x="365" y="202"/>
                        <a:pt x="426" y="142"/>
                        <a:pt x="335" y="50"/>
                      </a:cubicBezTo>
                      <a:cubicBezTo>
                        <a:pt x="281" y="15"/>
                        <a:pt x="238"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3"/>
                <p:cNvSpPr/>
                <p:nvPr/>
              </p:nvSpPr>
              <p:spPr>
                <a:xfrm>
                  <a:off x="523121" y="352961"/>
                  <a:ext cx="904" cy="28"/>
                </a:xfrm>
                <a:custGeom>
                  <a:rect b="b" l="l" r="r" t="t"/>
                  <a:pathLst>
                    <a:path extrusionOk="0" h="1" w="32">
                      <a:moveTo>
                        <a:pt x="1" y="0"/>
                      </a:moveTo>
                      <a:lnTo>
                        <a:pt x="31" y="0"/>
                      </a:lnTo>
                      <a:lnTo>
                        <a:pt x="31" y="0"/>
                      </a:lnTo>
                      <a:lnTo>
                        <a:pt x="31" y="0"/>
                      </a:lnTo>
                      <a:lnTo>
                        <a:pt x="31"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3"/>
                <p:cNvSpPr/>
                <p:nvPr/>
              </p:nvSpPr>
              <p:spPr>
                <a:xfrm>
                  <a:off x="514533" y="352961"/>
                  <a:ext cx="14634" cy="12063"/>
                </a:xfrm>
                <a:custGeom>
                  <a:rect b="b" l="l" r="r" t="t"/>
                  <a:pathLst>
                    <a:path extrusionOk="0" h="427" w="518">
                      <a:moveTo>
                        <a:pt x="305" y="0"/>
                      </a:moveTo>
                      <a:cubicBezTo>
                        <a:pt x="153" y="61"/>
                        <a:pt x="1" y="122"/>
                        <a:pt x="92" y="335"/>
                      </a:cubicBezTo>
                      <a:cubicBezTo>
                        <a:pt x="112" y="393"/>
                        <a:pt x="157" y="427"/>
                        <a:pt x="211" y="427"/>
                      </a:cubicBezTo>
                      <a:cubicBezTo>
                        <a:pt x="240" y="427"/>
                        <a:pt x="273" y="417"/>
                        <a:pt x="305" y="395"/>
                      </a:cubicBezTo>
                      <a:cubicBezTo>
                        <a:pt x="518" y="274"/>
                        <a:pt x="366" y="122"/>
                        <a:pt x="30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3"/>
                <p:cNvSpPr/>
                <p:nvPr/>
              </p:nvSpPr>
              <p:spPr>
                <a:xfrm>
                  <a:off x="1314761" y="496695"/>
                  <a:ext cx="11243" cy="9012"/>
                </a:xfrm>
                <a:custGeom>
                  <a:rect b="b" l="l" r="r" t="t"/>
                  <a:pathLst>
                    <a:path extrusionOk="0" h="319" w="398">
                      <a:moveTo>
                        <a:pt x="231" y="0"/>
                      </a:moveTo>
                      <a:cubicBezTo>
                        <a:pt x="203" y="0"/>
                        <a:pt x="177" y="8"/>
                        <a:pt x="155" y="19"/>
                      </a:cubicBezTo>
                      <a:cubicBezTo>
                        <a:pt x="0" y="70"/>
                        <a:pt x="108" y="319"/>
                        <a:pt x="237" y="319"/>
                      </a:cubicBezTo>
                      <a:cubicBezTo>
                        <a:pt x="260" y="319"/>
                        <a:pt x="284" y="311"/>
                        <a:pt x="307" y="292"/>
                      </a:cubicBezTo>
                      <a:cubicBezTo>
                        <a:pt x="398" y="231"/>
                        <a:pt x="398" y="140"/>
                        <a:pt x="368" y="79"/>
                      </a:cubicBezTo>
                      <a:cubicBezTo>
                        <a:pt x="329" y="22"/>
                        <a:pt x="278" y="0"/>
                        <a:pt x="23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3"/>
                <p:cNvSpPr/>
                <p:nvPr/>
              </p:nvSpPr>
              <p:spPr>
                <a:xfrm>
                  <a:off x="712026" y="641108"/>
                  <a:ext cx="12910" cy="10735"/>
                </a:xfrm>
                <a:custGeom>
                  <a:rect b="b" l="l" r="r" t="t"/>
                  <a:pathLst>
                    <a:path extrusionOk="0" h="380" w="457">
                      <a:moveTo>
                        <a:pt x="314" y="1"/>
                      </a:moveTo>
                      <a:cubicBezTo>
                        <a:pt x="282" y="1"/>
                        <a:pt x="217" y="22"/>
                        <a:pt x="153" y="44"/>
                      </a:cubicBezTo>
                      <a:cubicBezTo>
                        <a:pt x="62" y="44"/>
                        <a:pt x="1" y="135"/>
                        <a:pt x="31" y="226"/>
                      </a:cubicBezTo>
                      <a:cubicBezTo>
                        <a:pt x="77" y="294"/>
                        <a:pt x="123" y="380"/>
                        <a:pt x="207" y="380"/>
                      </a:cubicBezTo>
                      <a:cubicBezTo>
                        <a:pt x="235" y="380"/>
                        <a:pt x="267" y="370"/>
                        <a:pt x="305" y="347"/>
                      </a:cubicBezTo>
                      <a:cubicBezTo>
                        <a:pt x="457" y="256"/>
                        <a:pt x="396" y="195"/>
                        <a:pt x="335" y="13"/>
                      </a:cubicBezTo>
                      <a:cubicBezTo>
                        <a:pt x="335" y="4"/>
                        <a:pt x="328" y="1"/>
                        <a:pt x="3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3"/>
                <p:cNvSpPr/>
                <p:nvPr/>
              </p:nvSpPr>
              <p:spPr>
                <a:xfrm>
                  <a:off x="399472" y="856850"/>
                  <a:ext cx="12063" cy="9775"/>
                </a:xfrm>
                <a:custGeom>
                  <a:rect b="b" l="l" r="r" t="t"/>
                  <a:pathLst>
                    <a:path extrusionOk="0" h="346" w="427">
                      <a:moveTo>
                        <a:pt x="237" y="1"/>
                      </a:moveTo>
                      <a:cubicBezTo>
                        <a:pt x="206" y="1"/>
                        <a:pt x="177" y="5"/>
                        <a:pt x="153" y="5"/>
                      </a:cubicBezTo>
                      <a:cubicBezTo>
                        <a:pt x="62" y="36"/>
                        <a:pt x="1" y="127"/>
                        <a:pt x="62" y="218"/>
                      </a:cubicBezTo>
                      <a:cubicBezTo>
                        <a:pt x="88" y="271"/>
                        <a:pt x="160" y="346"/>
                        <a:pt x="218" y="346"/>
                      </a:cubicBezTo>
                      <a:cubicBezTo>
                        <a:pt x="227" y="346"/>
                        <a:pt x="236" y="344"/>
                        <a:pt x="244" y="340"/>
                      </a:cubicBezTo>
                      <a:cubicBezTo>
                        <a:pt x="366" y="309"/>
                        <a:pt x="426" y="188"/>
                        <a:pt x="366" y="66"/>
                      </a:cubicBezTo>
                      <a:cubicBezTo>
                        <a:pt x="329" y="11"/>
                        <a:pt x="282" y="1"/>
                        <a:pt x="2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3"/>
                <p:cNvSpPr/>
                <p:nvPr/>
              </p:nvSpPr>
              <p:spPr>
                <a:xfrm>
                  <a:off x="665669" y="557602"/>
                  <a:ext cx="12910" cy="10255"/>
                </a:xfrm>
                <a:custGeom>
                  <a:rect b="b" l="l" r="r" t="t"/>
                  <a:pathLst>
                    <a:path extrusionOk="0" h="363" w="457">
                      <a:moveTo>
                        <a:pt x="262" y="1"/>
                      </a:moveTo>
                      <a:cubicBezTo>
                        <a:pt x="228" y="1"/>
                        <a:pt x="190" y="8"/>
                        <a:pt x="153" y="21"/>
                      </a:cubicBezTo>
                      <a:cubicBezTo>
                        <a:pt x="1" y="112"/>
                        <a:pt x="61" y="234"/>
                        <a:pt x="122" y="294"/>
                      </a:cubicBezTo>
                      <a:cubicBezTo>
                        <a:pt x="153" y="340"/>
                        <a:pt x="198" y="363"/>
                        <a:pt x="244" y="363"/>
                      </a:cubicBezTo>
                      <a:cubicBezTo>
                        <a:pt x="289" y="363"/>
                        <a:pt x="335" y="340"/>
                        <a:pt x="365" y="294"/>
                      </a:cubicBezTo>
                      <a:cubicBezTo>
                        <a:pt x="457" y="234"/>
                        <a:pt x="457" y="112"/>
                        <a:pt x="365" y="51"/>
                      </a:cubicBezTo>
                      <a:cubicBezTo>
                        <a:pt x="348" y="16"/>
                        <a:pt x="309" y="1"/>
                        <a:pt x="26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01" name="Google Shape;1101;p23"/>
            <p:cNvGrpSpPr/>
            <p:nvPr/>
          </p:nvGrpSpPr>
          <p:grpSpPr>
            <a:xfrm flipH="1" rot="172485">
              <a:off x="6807546" y="-1621986"/>
              <a:ext cx="2286856" cy="2027269"/>
              <a:chOff x="125725" y="-1495675"/>
              <a:chExt cx="1617663" cy="2035175"/>
            </a:xfrm>
          </p:grpSpPr>
          <p:sp>
            <p:nvSpPr>
              <p:cNvPr id="1102" name="Google Shape;1102;p23"/>
              <p:cNvSpPr/>
              <p:nvPr/>
            </p:nvSpPr>
            <p:spPr>
              <a:xfrm rot="10800000">
                <a:off x="130488" y="333125"/>
                <a:ext cx="1612900" cy="206375"/>
              </a:xfrm>
              <a:custGeom>
                <a:rect b="b" l="l" r="r" t="t"/>
                <a:pathLst>
                  <a:path extrusionOk="0" h="55" w="430">
                    <a:moveTo>
                      <a:pt x="430" y="29"/>
                    </a:moveTo>
                    <a:cubicBezTo>
                      <a:pt x="429" y="29"/>
                      <a:pt x="427" y="27"/>
                      <a:pt x="426" y="27"/>
                    </a:cubicBezTo>
                    <a:cubicBezTo>
                      <a:pt x="425" y="26"/>
                      <a:pt x="424" y="26"/>
                      <a:pt x="423" y="26"/>
                    </a:cubicBezTo>
                    <a:cubicBezTo>
                      <a:pt x="422" y="26"/>
                      <a:pt x="421" y="25"/>
                      <a:pt x="421" y="25"/>
                    </a:cubicBezTo>
                    <a:cubicBezTo>
                      <a:pt x="420" y="24"/>
                      <a:pt x="420" y="23"/>
                      <a:pt x="419" y="22"/>
                    </a:cubicBezTo>
                    <a:cubicBezTo>
                      <a:pt x="419" y="22"/>
                      <a:pt x="418" y="22"/>
                      <a:pt x="417" y="22"/>
                    </a:cubicBezTo>
                    <a:cubicBezTo>
                      <a:pt x="415" y="21"/>
                      <a:pt x="413" y="22"/>
                      <a:pt x="410" y="21"/>
                    </a:cubicBezTo>
                    <a:cubicBezTo>
                      <a:pt x="408" y="19"/>
                      <a:pt x="405" y="19"/>
                      <a:pt x="402" y="19"/>
                    </a:cubicBezTo>
                    <a:cubicBezTo>
                      <a:pt x="401" y="19"/>
                      <a:pt x="399" y="19"/>
                      <a:pt x="398" y="19"/>
                    </a:cubicBezTo>
                    <a:cubicBezTo>
                      <a:pt x="397" y="19"/>
                      <a:pt x="396" y="20"/>
                      <a:pt x="395" y="20"/>
                    </a:cubicBezTo>
                    <a:cubicBezTo>
                      <a:pt x="394" y="20"/>
                      <a:pt x="394" y="18"/>
                      <a:pt x="393" y="18"/>
                    </a:cubicBezTo>
                    <a:cubicBezTo>
                      <a:pt x="391" y="17"/>
                      <a:pt x="390" y="18"/>
                      <a:pt x="388" y="18"/>
                    </a:cubicBezTo>
                    <a:cubicBezTo>
                      <a:pt x="386" y="18"/>
                      <a:pt x="385" y="17"/>
                      <a:pt x="384" y="16"/>
                    </a:cubicBezTo>
                    <a:cubicBezTo>
                      <a:pt x="383" y="16"/>
                      <a:pt x="381" y="17"/>
                      <a:pt x="380" y="16"/>
                    </a:cubicBezTo>
                    <a:cubicBezTo>
                      <a:pt x="380" y="16"/>
                      <a:pt x="379" y="15"/>
                      <a:pt x="379" y="14"/>
                    </a:cubicBezTo>
                    <a:cubicBezTo>
                      <a:pt x="376" y="13"/>
                      <a:pt x="373" y="13"/>
                      <a:pt x="370" y="13"/>
                    </a:cubicBezTo>
                    <a:cubicBezTo>
                      <a:pt x="368" y="13"/>
                      <a:pt x="367" y="14"/>
                      <a:pt x="365" y="14"/>
                    </a:cubicBezTo>
                    <a:cubicBezTo>
                      <a:pt x="363" y="15"/>
                      <a:pt x="362" y="12"/>
                      <a:pt x="360" y="11"/>
                    </a:cubicBezTo>
                    <a:cubicBezTo>
                      <a:pt x="356" y="9"/>
                      <a:pt x="351" y="9"/>
                      <a:pt x="348" y="10"/>
                    </a:cubicBezTo>
                    <a:cubicBezTo>
                      <a:pt x="346" y="11"/>
                      <a:pt x="345" y="12"/>
                      <a:pt x="343" y="12"/>
                    </a:cubicBezTo>
                    <a:cubicBezTo>
                      <a:pt x="340" y="11"/>
                      <a:pt x="340" y="10"/>
                      <a:pt x="338" y="10"/>
                    </a:cubicBezTo>
                    <a:cubicBezTo>
                      <a:pt x="336" y="10"/>
                      <a:pt x="334" y="11"/>
                      <a:pt x="332" y="10"/>
                    </a:cubicBezTo>
                    <a:cubicBezTo>
                      <a:pt x="331" y="10"/>
                      <a:pt x="331" y="10"/>
                      <a:pt x="330" y="10"/>
                    </a:cubicBezTo>
                    <a:cubicBezTo>
                      <a:pt x="328" y="10"/>
                      <a:pt x="327" y="11"/>
                      <a:pt x="325" y="11"/>
                    </a:cubicBezTo>
                    <a:cubicBezTo>
                      <a:pt x="325" y="11"/>
                      <a:pt x="325" y="11"/>
                      <a:pt x="324" y="11"/>
                    </a:cubicBezTo>
                    <a:cubicBezTo>
                      <a:pt x="323" y="10"/>
                      <a:pt x="322" y="11"/>
                      <a:pt x="321" y="11"/>
                    </a:cubicBezTo>
                    <a:cubicBezTo>
                      <a:pt x="319" y="12"/>
                      <a:pt x="318" y="12"/>
                      <a:pt x="316" y="13"/>
                    </a:cubicBezTo>
                    <a:cubicBezTo>
                      <a:pt x="314" y="13"/>
                      <a:pt x="313" y="14"/>
                      <a:pt x="311" y="13"/>
                    </a:cubicBezTo>
                    <a:cubicBezTo>
                      <a:pt x="311" y="13"/>
                      <a:pt x="310" y="13"/>
                      <a:pt x="310" y="13"/>
                    </a:cubicBezTo>
                    <a:cubicBezTo>
                      <a:pt x="308" y="12"/>
                      <a:pt x="307" y="14"/>
                      <a:pt x="305" y="14"/>
                    </a:cubicBezTo>
                    <a:cubicBezTo>
                      <a:pt x="303" y="14"/>
                      <a:pt x="302" y="14"/>
                      <a:pt x="300" y="15"/>
                    </a:cubicBezTo>
                    <a:cubicBezTo>
                      <a:pt x="297" y="18"/>
                      <a:pt x="297" y="15"/>
                      <a:pt x="295" y="14"/>
                    </a:cubicBezTo>
                    <a:cubicBezTo>
                      <a:pt x="293" y="13"/>
                      <a:pt x="292" y="14"/>
                      <a:pt x="290" y="13"/>
                    </a:cubicBezTo>
                    <a:cubicBezTo>
                      <a:pt x="289" y="12"/>
                      <a:pt x="289" y="11"/>
                      <a:pt x="288" y="11"/>
                    </a:cubicBezTo>
                    <a:cubicBezTo>
                      <a:pt x="287" y="11"/>
                      <a:pt x="286" y="12"/>
                      <a:pt x="285" y="13"/>
                    </a:cubicBezTo>
                    <a:cubicBezTo>
                      <a:pt x="284" y="13"/>
                      <a:pt x="282" y="10"/>
                      <a:pt x="280" y="11"/>
                    </a:cubicBezTo>
                    <a:cubicBezTo>
                      <a:pt x="279" y="11"/>
                      <a:pt x="278" y="12"/>
                      <a:pt x="277" y="11"/>
                    </a:cubicBezTo>
                    <a:cubicBezTo>
                      <a:pt x="275" y="11"/>
                      <a:pt x="274" y="9"/>
                      <a:pt x="273" y="8"/>
                    </a:cubicBezTo>
                    <a:cubicBezTo>
                      <a:pt x="271" y="7"/>
                      <a:pt x="267" y="9"/>
                      <a:pt x="265" y="9"/>
                    </a:cubicBezTo>
                    <a:cubicBezTo>
                      <a:pt x="261" y="9"/>
                      <a:pt x="258" y="9"/>
                      <a:pt x="255" y="9"/>
                    </a:cubicBezTo>
                    <a:cubicBezTo>
                      <a:pt x="252" y="9"/>
                      <a:pt x="250" y="8"/>
                      <a:pt x="247" y="8"/>
                    </a:cubicBezTo>
                    <a:cubicBezTo>
                      <a:pt x="245" y="8"/>
                      <a:pt x="245" y="7"/>
                      <a:pt x="243" y="7"/>
                    </a:cubicBezTo>
                    <a:cubicBezTo>
                      <a:pt x="241" y="6"/>
                      <a:pt x="241" y="6"/>
                      <a:pt x="240" y="7"/>
                    </a:cubicBezTo>
                    <a:cubicBezTo>
                      <a:pt x="238" y="10"/>
                      <a:pt x="237" y="8"/>
                      <a:pt x="234" y="8"/>
                    </a:cubicBezTo>
                    <a:cubicBezTo>
                      <a:pt x="234" y="8"/>
                      <a:pt x="233" y="9"/>
                      <a:pt x="232" y="9"/>
                    </a:cubicBezTo>
                    <a:cubicBezTo>
                      <a:pt x="229" y="8"/>
                      <a:pt x="228" y="2"/>
                      <a:pt x="225" y="0"/>
                    </a:cubicBezTo>
                    <a:cubicBezTo>
                      <a:pt x="224" y="1"/>
                      <a:pt x="224" y="2"/>
                      <a:pt x="223" y="3"/>
                    </a:cubicBezTo>
                    <a:cubicBezTo>
                      <a:pt x="222" y="3"/>
                      <a:pt x="222" y="4"/>
                      <a:pt x="221" y="4"/>
                    </a:cubicBezTo>
                    <a:cubicBezTo>
                      <a:pt x="220" y="5"/>
                      <a:pt x="219" y="5"/>
                      <a:pt x="218" y="6"/>
                    </a:cubicBezTo>
                    <a:cubicBezTo>
                      <a:pt x="217" y="7"/>
                      <a:pt x="217" y="8"/>
                      <a:pt x="215" y="8"/>
                    </a:cubicBezTo>
                    <a:cubicBezTo>
                      <a:pt x="211" y="9"/>
                      <a:pt x="208" y="6"/>
                      <a:pt x="205" y="7"/>
                    </a:cubicBezTo>
                    <a:cubicBezTo>
                      <a:pt x="202" y="7"/>
                      <a:pt x="199" y="7"/>
                      <a:pt x="196" y="7"/>
                    </a:cubicBezTo>
                    <a:cubicBezTo>
                      <a:pt x="194" y="7"/>
                      <a:pt x="192" y="8"/>
                      <a:pt x="190" y="7"/>
                    </a:cubicBezTo>
                    <a:cubicBezTo>
                      <a:pt x="188" y="6"/>
                      <a:pt x="188" y="6"/>
                      <a:pt x="187" y="6"/>
                    </a:cubicBezTo>
                    <a:cubicBezTo>
                      <a:pt x="186" y="7"/>
                      <a:pt x="185" y="8"/>
                      <a:pt x="184" y="8"/>
                    </a:cubicBezTo>
                    <a:cubicBezTo>
                      <a:pt x="183" y="8"/>
                      <a:pt x="182" y="7"/>
                      <a:pt x="180" y="6"/>
                    </a:cubicBezTo>
                    <a:cubicBezTo>
                      <a:pt x="179" y="6"/>
                      <a:pt x="179" y="7"/>
                      <a:pt x="178" y="7"/>
                    </a:cubicBezTo>
                    <a:cubicBezTo>
                      <a:pt x="176" y="10"/>
                      <a:pt x="175" y="8"/>
                      <a:pt x="173" y="6"/>
                    </a:cubicBezTo>
                    <a:cubicBezTo>
                      <a:pt x="171" y="6"/>
                      <a:pt x="170" y="8"/>
                      <a:pt x="168" y="9"/>
                    </a:cubicBezTo>
                    <a:cubicBezTo>
                      <a:pt x="165" y="11"/>
                      <a:pt x="165" y="6"/>
                      <a:pt x="162" y="5"/>
                    </a:cubicBezTo>
                    <a:cubicBezTo>
                      <a:pt x="160" y="4"/>
                      <a:pt x="158" y="7"/>
                      <a:pt x="156" y="7"/>
                    </a:cubicBezTo>
                    <a:cubicBezTo>
                      <a:pt x="154" y="7"/>
                      <a:pt x="152" y="6"/>
                      <a:pt x="150" y="5"/>
                    </a:cubicBezTo>
                    <a:cubicBezTo>
                      <a:pt x="148" y="5"/>
                      <a:pt x="147" y="6"/>
                      <a:pt x="145" y="7"/>
                    </a:cubicBezTo>
                    <a:cubicBezTo>
                      <a:pt x="142" y="7"/>
                      <a:pt x="140" y="5"/>
                      <a:pt x="137" y="5"/>
                    </a:cubicBezTo>
                    <a:cubicBezTo>
                      <a:pt x="134" y="5"/>
                      <a:pt x="134" y="8"/>
                      <a:pt x="131" y="9"/>
                    </a:cubicBezTo>
                    <a:cubicBezTo>
                      <a:pt x="130" y="10"/>
                      <a:pt x="127" y="8"/>
                      <a:pt x="126" y="9"/>
                    </a:cubicBezTo>
                    <a:cubicBezTo>
                      <a:pt x="125" y="9"/>
                      <a:pt x="124" y="10"/>
                      <a:pt x="124" y="10"/>
                    </a:cubicBezTo>
                    <a:cubicBezTo>
                      <a:pt x="123" y="9"/>
                      <a:pt x="123" y="8"/>
                      <a:pt x="122" y="8"/>
                    </a:cubicBezTo>
                    <a:cubicBezTo>
                      <a:pt x="120" y="11"/>
                      <a:pt x="124" y="15"/>
                      <a:pt x="120" y="16"/>
                    </a:cubicBezTo>
                    <a:cubicBezTo>
                      <a:pt x="117" y="16"/>
                      <a:pt x="115" y="16"/>
                      <a:pt x="112" y="16"/>
                    </a:cubicBezTo>
                    <a:cubicBezTo>
                      <a:pt x="111" y="16"/>
                      <a:pt x="109" y="17"/>
                      <a:pt x="107" y="17"/>
                    </a:cubicBezTo>
                    <a:cubicBezTo>
                      <a:pt x="106" y="17"/>
                      <a:pt x="105" y="17"/>
                      <a:pt x="104" y="17"/>
                    </a:cubicBezTo>
                    <a:cubicBezTo>
                      <a:pt x="102" y="18"/>
                      <a:pt x="102" y="19"/>
                      <a:pt x="99" y="18"/>
                    </a:cubicBezTo>
                    <a:cubicBezTo>
                      <a:pt x="98" y="18"/>
                      <a:pt x="97" y="17"/>
                      <a:pt x="95" y="17"/>
                    </a:cubicBezTo>
                    <a:cubicBezTo>
                      <a:pt x="94" y="18"/>
                      <a:pt x="94" y="18"/>
                      <a:pt x="93" y="19"/>
                    </a:cubicBezTo>
                    <a:cubicBezTo>
                      <a:pt x="92" y="19"/>
                      <a:pt x="91" y="19"/>
                      <a:pt x="89" y="19"/>
                    </a:cubicBezTo>
                    <a:cubicBezTo>
                      <a:pt x="88" y="19"/>
                      <a:pt x="88" y="19"/>
                      <a:pt x="87" y="19"/>
                    </a:cubicBezTo>
                    <a:cubicBezTo>
                      <a:pt x="85" y="19"/>
                      <a:pt x="85" y="21"/>
                      <a:pt x="83" y="20"/>
                    </a:cubicBezTo>
                    <a:cubicBezTo>
                      <a:pt x="81" y="20"/>
                      <a:pt x="81" y="19"/>
                      <a:pt x="79" y="20"/>
                    </a:cubicBezTo>
                    <a:cubicBezTo>
                      <a:pt x="77" y="21"/>
                      <a:pt x="79" y="22"/>
                      <a:pt x="76" y="22"/>
                    </a:cubicBezTo>
                    <a:cubicBezTo>
                      <a:pt x="76" y="22"/>
                      <a:pt x="75" y="22"/>
                      <a:pt x="74" y="22"/>
                    </a:cubicBezTo>
                    <a:cubicBezTo>
                      <a:pt x="73" y="23"/>
                      <a:pt x="73" y="23"/>
                      <a:pt x="72" y="24"/>
                    </a:cubicBezTo>
                    <a:cubicBezTo>
                      <a:pt x="71" y="26"/>
                      <a:pt x="71" y="24"/>
                      <a:pt x="69" y="24"/>
                    </a:cubicBezTo>
                    <a:cubicBezTo>
                      <a:pt x="67" y="23"/>
                      <a:pt x="66" y="24"/>
                      <a:pt x="65" y="24"/>
                    </a:cubicBezTo>
                    <a:cubicBezTo>
                      <a:pt x="64" y="25"/>
                      <a:pt x="62" y="24"/>
                      <a:pt x="61" y="25"/>
                    </a:cubicBezTo>
                    <a:cubicBezTo>
                      <a:pt x="59" y="25"/>
                      <a:pt x="59" y="26"/>
                      <a:pt x="57" y="27"/>
                    </a:cubicBezTo>
                    <a:cubicBezTo>
                      <a:pt x="55" y="27"/>
                      <a:pt x="54" y="26"/>
                      <a:pt x="52" y="26"/>
                    </a:cubicBezTo>
                    <a:cubicBezTo>
                      <a:pt x="49" y="26"/>
                      <a:pt x="47" y="28"/>
                      <a:pt x="44" y="28"/>
                    </a:cubicBezTo>
                    <a:cubicBezTo>
                      <a:pt x="42" y="29"/>
                      <a:pt x="40" y="30"/>
                      <a:pt x="38" y="30"/>
                    </a:cubicBezTo>
                    <a:cubicBezTo>
                      <a:pt x="34" y="32"/>
                      <a:pt x="28" y="31"/>
                      <a:pt x="23" y="31"/>
                    </a:cubicBezTo>
                    <a:cubicBezTo>
                      <a:pt x="21" y="31"/>
                      <a:pt x="19" y="32"/>
                      <a:pt x="18" y="33"/>
                    </a:cubicBezTo>
                    <a:cubicBezTo>
                      <a:pt x="17" y="34"/>
                      <a:pt x="17" y="34"/>
                      <a:pt x="16" y="34"/>
                    </a:cubicBezTo>
                    <a:cubicBezTo>
                      <a:pt x="16" y="35"/>
                      <a:pt x="15" y="35"/>
                      <a:pt x="14" y="35"/>
                    </a:cubicBezTo>
                    <a:cubicBezTo>
                      <a:pt x="13" y="35"/>
                      <a:pt x="12" y="36"/>
                      <a:pt x="11" y="36"/>
                    </a:cubicBezTo>
                    <a:cubicBezTo>
                      <a:pt x="10" y="36"/>
                      <a:pt x="10" y="36"/>
                      <a:pt x="9" y="36"/>
                    </a:cubicBezTo>
                    <a:cubicBezTo>
                      <a:pt x="8" y="37"/>
                      <a:pt x="7" y="38"/>
                      <a:pt x="6" y="39"/>
                    </a:cubicBezTo>
                    <a:cubicBezTo>
                      <a:pt x="6" y="40"/>
                      <a:pt x="7" y="40"/>
                      <a:pt x="6" y="42"/>
                    </a:cubicBezTo>
                    <a:cubicBezTo>
                      <a:pt x="6" y="43"/>
                      <a:pt x="3" y="42"/>
                      <a:pt x="2" y="43"/>
                    </a:cubicBezTo>
                    <a:cubicBezTo>
                      <a:pt x="1" y="43"/>
                      <a:pt x="0" y="45"/>
                      <a:pt x="1" y="46"/>
                    </a:cubicBezTo>
                    <a:cubicBezTo>
                      <a:pt x="2" y="45"/>
                      <a:pt x="2" y="44"/>
                      <a:pt x="2" y="44"/>
                    </a:cubicBezTo>
                    <a:cubicBezTo>
                      <a:pt x="3" y="44"/>
                      <a:pt x="4" y="47"/>
                      <a:pt x="5" y="48"/>
                    </a:cubicBezTo>
                    <a:cubicBezTo>
                      <a:pt x="6" y="49"/>
                      <a:pt x="7" y="51"/>
                      <a:pt x="7" y="52"/>
                    </a:cubicBezTo>
                    <a:cubicBezTo>
                      <a:pt x="8" y="52"/>
                      <a:pt x="9" y="52"/>
                      <a:pt x="10" y="52"/>
                    </a:cubicBezTo>
                    <a:cubicBezTo>
                      <a:pt x="13" y="52"/>
                      <a:pt x="17" y="53"/>
                      <a:pt x="21" y="53"/>
                    </a:cubicBezTo>
                    <a:cubicBezTo>
                      <a:pt x="22" y="53"/>
                      <a:pt x="24" y="53"/>
                      <a:pt x="26" y="54"/>
                    </a:cubicBezTo>
                    <a:cubicBezTo>
                      <a:pt x="26" y="54"/>
                      <a:pt x="27" y="55"/>
                      <a:pt x="28" y="55"/>
                    </a:cubicBezTo>
                    <a:lnTo>
                      <a:pt x="430" y="29"/>
                    </a:lnTo>
                    <a:close/>
                  </a:path>
                </a:pathLst>
              </a:custGeom>
              <a:solidFill>
                <a:schemeClr val="dk2"/>
              </a:solidFill>
              <a:ln>
                <a:noFill/>
              </a:ln>
              <a:effectLst>
                <a:outerShdw blurRad="42863" rotWithShape="0" algn="bl" dir="6180000" dist="38100">
                  <a:srgbClr val="000000">
                    <a:alpha val="17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3" name="Google Shape;1103;p23"/>
              <p:cNvSpPr/>
              <p:nvPr/>
            </p:nvSpPr>
            <p:spPr>
              <a:xfrm rot="10800000">
                <a:off x="125726" y="-1495675"/>
                <a:ext cx="1617663" cy="1968500"/>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accent1"/>
              </a:solidFill>
              <a:ln>
                <a:noFill/>
              </a:ln>
              <a:effectLst>
                <a:outerShdw blurRad="57150" rotWithShape="0" algn="bl">
                  <a:srgbClr val="000000">
                    <a:alpha val="25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04" name="Google Shape;1104;p23"/>
            <p:cNvSpPr/>
            <p:nvPr/>
          </p:nvSpPr>
          <p:spPr>
            <a:xfrm flipH="1" rot="-121861">
              <a:off x="8641219" y="4192266"/>
              <a:ext cx="442654" cy="488202"/>
            </a:xfrm>
            <a:custGeom>
              <a:rect b="b" l="l" r="r" t="t"/>
              <a:pathLst>
                <a:path extrusionOk="0" h="6097" w="22654">
                  <a:moveTo>
                    <a:pt x="1043" y="0"/>
                  </a:moveTo>
                  <a:cubicBezTo>
                    <a:pt x="1156" y="177"/>
                    <a:pt x="1284" y="337"/>
                    <a:pt x="1300" y="530"/>
                  </a:cubicBezTo>
                  <a:cubicBezTo>
                    <a:pt x="1348" y="867"/>
                    <a:pt x="1027" y="883"/>
                    <a:pt x="819" y="1091"/>
                  </a:cubicBezTo>
                  <a:cubicBezTo>
                    <a:pt x="674" y="1204"/>
                    <a:pt x="642" y="1364"/>
                    <a:pt x="626" y="1573"/>
                  </a:cubicBezTo>
                  <a:cubicBezTo>
                    <a:pt x="594" y="1733"/>
                    <a:pt x="642" y="1893"/>
                    <a:pt x="626" y="2054"/>
                  </a:cubicBezTo>
                  <a:cubicBezTo>
                    <a:pt x="626" y="2262"/>
                    <a:pt x="546" y="2471"/>
                    <a:pt x="514" y="2696"/>
                  </a:cubicBezTo>
                  <a:cubicBezTo>
                    <a:pt x="498" y="2936"/>
                    <a:pt x="562" y="3097"/>
                    <a:pt x="594" y="3305"/>
                  </a:cubicBezTo>
                  <a:cubicBezTo>
                    <a:pt x="642" y="3610"/>
                    <a:pt x="482" y="3738"/>
                    <a:pt x="257" y="3915"/>
                  </a:cubicBezTo>
                  <a:cubicBezTo>
                    <a:pt x="0" y="4107"/>
                    <a:pt x="113" y="4380"/>
                    <a:pt x="209" y="4637"/>
                  </a:cubicBezTo>
                  <a:lnTo>
                    <a:pt x="578" y="5599"/>
                  </a:lnTo>
                  <a:cubicBezTo>
                    <a:pt x="642" y="5760"/>
                    <a:pt x="722" y="5920"/>
                    <a:pt x="803" y="6097"/>
                  </a:cubicBezTo>
                  <a:lnTo>
                    <a:pt x="22638" y="6097"/>
                  </a:lnTo>
                  <a:cubicBezTo>
                    <a:pt x="22638" y="5984"/>
                    <a:pt x="22638" y="5872"/>
                    <a:pt x="22574" y="5776"/>
                  </a:cubicBezTo>
                  <a:cubicBezTo>
                    <a:pt x="22541" y="5760"/>
                    <a:pt x="22493" y="5712"/>
                    <a:pt x="22461" y="5696"/>
                  </a:cubicBezTo>
                  <a:cubicBezTo>
                    <a:pt x="22413" y="5632"/>
                    <a:pt x="22381" y="5551"/>
                    <a:pt x="22381" y="5503"/>
                  </a:cubicBezTo>
                  <a:cubicBezTo>
                    <a:pt x="22365" y="5439"/>
                    <a:pt x="22317" y="5327"/>
                    <a:pt x="22301" y="5279"/>
                  </a:cubicBezTo>
                  <a:cubicBezTo>
                    <a:pt x="22285" y="5118"/>
                    <a:pt x="22365" y="4942"/>
                    <a:pt x="22381" y="4781"/>
                  </a:cubicBezTo>
                  <a:cubicBezTo>
                    <a:pt x="22397" y="4492"/>
                    <a:pt x="22333" y="4348"/>
                    <a:pt x="22221" y="4139"/>
                  </a:cubicBezTo>
                  <a:cubicBezTo>
                    <a:pt x="22076" y="3899"/>
                    <a:pt x="22301" y="3819"/>
                    <a:pt x="22285" y="3594"/>
                  </a:cubicBezTo>
                  <a:cubicBezTo>
                    <a:pt x="22253" y="3450"/>
                    <a:pt x="21996" y="3257"/>
                    <a:pt x="21884" y="3193"/>
                  </a:cubicBezTo>
                  <a:cubicBezTo>
                    <a:pt x="22060" y="2904"/>
                    <a:pt x="22574" y="2936"/>
                    <a:pt x="22638" y="2487"/>
                  </a:cubicBezTo>
                  <a:cubicBezTo>
                    <a:pt x="22654" y="2375"/>
                    <a:pt x="22606" y="2214"/>
                    <a:pt x="22558" y="2086"/>
                  </a:cubicBezTo>
                  <a:cubicBezTo>
                    <a:pt x="22574" y="2006"/>
                    <a:pt x="22558" y="1926"/>
                    <a:pt x="22493" y="1861"/>
                  </a:cubicBezTo>
                  <a:cubicBezTo>
                    <a:pt x="22477" y="1781"/>
                    <a:pt x="22413" y="1749"/>
                    <a:pt x="22365" y="1701"/>
                  </a:cubicBezTo>
                  <a:cubicBezTo>
                    <a:pt x="22285" y="1444"/>
                    <a:pt x="22558" y="1252"/>
                    <a:pt x="22558" y="979"/>
                  </a:cubicBezTo>
                  <a:cubicBezTo>
                    <a:pt x="22558" y="883"/>
                    <a:pt x="22461" y="738"/>
                    <a:pt x="22461" y="642"/>
                  </a:cubicBezTo>
                  <a:cubicBezTo>
                    <a:pt x="22445" y="417"/>
                    <a:pt x="22445" y="225"/>
                    <a:pt x="22445"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5" name="Google Shape;1105;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1pPr>
            <a:lvl2pPr lvl="1"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2pPr>
            <a:lvl3pPr lvl="2"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3pPr>
            <a:lvl4pPr lvl="3"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4pPr>
            <a:lvl5pPr lvl="4"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5pPr>
            <a:lvl6pPr lvl="5"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6pPr>
            <a:lvl7pPr lvl="6"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7pPr>
            <a:lvl8pPr lvl="7"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8pPr>
            <a:lvl9pPr lvl="8" rtl="0" algn="ctr">
              <a:spcBef>
                <a:spcPts val="0"/>
              </a:spcBef>
              <a:spcAft>
                <a:spcPts val="0"/>
              </a:spcAft>
              <a:buClr>
                <a:schemeClr val="dk1"/>
              </a:buClr>
              <a:buSzPts val="3300"/>
              <a:buFont typeface="Aref Ruqaa"/>
              <a:buNone/>
              <a:defRPr b="1" sz="3300">
                <a:solidFill>
                  <a:schemeClr val="dk1"/>
                </a:solidFill>
                <a:latin typeface="Aref Ruqaa"/>
                <a:ea typeface="Aref Ruqaa"/>
                <a:cs typeface="Aref Ruqaa"/>
                <a:sym typeface="Aref Ruqaa"/>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1pPr>
            <a:lvl2pPr indent="-304800" lvl="1" marL="9144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2pPr>
            <a:lvl3pPr indent="-304800" lvl="2" marL="13716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3pPr>
            <a:lvl4pPr indent="-304800" lvl="3" marL="1828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4pPr>
            <a:lvl5pPr indent="-304800" lvl="4" marL="22860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5pPr>
            <a:lvl6pPr indent="-304800" lvl="5" marL="27432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6pPr>
            <a:lvl7pPr indent="-304800" lvl="6" marL="32004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7pPr>
            <a:lvl8pPr indent="-304800" lvl="7" marL="36576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8pPr>
            <a:lvl9pPr indent="-304800" lvl="8" marL="4114800">
              <a:lnSpc>
                <a:spcPct val="100000"/>
              </a:lnSpc>
              <a:spcBef>
                <a:spcPts val="0"/>
              </a:spcBef>
              <a:spcAft>
                <a:spcPts val="0"/>
              </a:spcAft>
              <a:buClr>
                <a:schemeClr val="dk1"/>
              </a:buClr>
              <a:buSzPts val="1200"/>
              <a:buFont typeface="Poppins"/>
              <a:buChar char="■"/>
              <a:defRPr sz="1200">
                <a:solidFill>
                  <a:schemeClr val="dk1"/>
                </a:solidFill>
                <a:latin typeface="Poppins"/>
                <a:ea typeface="Poppins"/>
                <a:cs typeface="Poppins"/>
                <a:sym typeface="Poppins"/>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Poppins"/>
                <a:ea typeface="Poppins"/>
                <a:cs typeface="Poppins"/>
                <a:sym typeface="Poppins"/>
              </a:defRPr>
            </a:lvl1pPr>
            <a:lvl2pPr lvl="1" algn="r">
              <a:buNone/>
              <a:defRPr sz="1300">
                <a:solidFill>
                  <a:schemeClr val="dk1"/>
                </a:solidFill>
                <a:latin typeface="Poppins"/>
                <a:ea typeface="Poppins"/>
                <a:cs typeface="Poppins"/>
                <a:sym typeface="Poppins"/>
              </a:defRPr>
            </a:lvl2pPr>
            <a:lvl3pPr lvl="2" algn="r">
              <a:buNone/>
              <a:defRPr sz="1300">
                <a:solidFill>
                  <a:schemeClr val="dk1"/>
                </a:solidFill>
                <a:latin typeface="Poppins"/>
                <a:ea typeface="Poppins"/>
                <a:cs typeface="Poppins"/>
                <a:sym typeface="Poppins"/>
              </a:defRPr>
            </a:lvl3pPr>
            <a:lvl4pPr lvl="3" algn="r">
              <a:buNone/>
              <a:defRPr sz="1300">
                <a:solidFill>
                  <a:schemeClr val="dk1"/>
                </a:solidFill>
                <a:latin typeface="Poppins"/>
                <a:ea typeface="Poppins"/>
                <a:cs typeface="Poppins"/>
                <a:sym typeface="Poppins"/>
              </a:defRPr>
            </a:lvl4pPr>
            <a:lvl5pPr lvl="4" algn="r">
              <a:buNone/>
              <a:defRPr sz="1300">
                <a:solidFill>
                  <a:schemeClr val="dk1"/>
                </a:solidFill>
                <a:latin typeface="Poppins"/>
                <a:ea typeface="Poppins"/>
                <a:cs typeface="Poppins"/>
                <a:sym typeface="Poppins"/>
              </a:defRPr>
            </a:lvl5pPr>
            <a:lvl6pPr lvl="5" algn="r">
              <a:buNone/>
              <a:defRPr sz="1300">
                <a:solidFill>
                  <a:schemeClr val="dk1"/>
                </a:solidFill>
                <a:latin typeface="Poppins"/>
                <a:ea typeface="Poppins"/>
                <a:cs typeface="Poppins"/>
                <a:sym typeface="Poppins"/>
              </a:defRPr>
            </a:lvl6pPr>
            <a:lvl7pPr lvl="6" algn="r">
              <a:buNone/>
              <a:defRPr sz="1300">
                <a:solidFill>
                  <a:schemeClr val="dk1"/>
                </a:solidFill>
                <a:latin typeface="Poppins"/>
                <a:ea typeface="Poppins"/>
                <a:cs typeface="Poppins"/>
                <a:sym typeface="Poppins"/>
              </a:defRPr>
            </a:lvl7pPr>
            <a:lvl8pPr lvl="7" algn="r">
              <a:buNone/>
              <a:defRPr sz="1300">
                <a:solidFill>
                  <a:schemeClr val="dk1"/>
                </a:solidFill>
                <a:latin typeface="Poppins"/>
                <a:ea typeface="Poppins"/>
                <a:cs typeface="Poppins"/>
                <a:sym typeface="Poppins"/>
              </a:defRPr>
            </a:lvl8pPr>
            <a:lvl9pPr lvl="8" algn="r">
              <a:buNone/>
              <a:defRPr sz="1300">
                <a:solidFill>
                  <a:schemeClr val="dk1"/>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mc:AlternateContent>
    <mc:Choice Requires="p14">
      <p:transition spd="slow" p14:dur="1000">
        <p:push/>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23.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9.png"/><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3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4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9.xml"/><Relationship Id="rId3" Type="http://schemas.openxmlformats.org/officeDocument/2006/relationships/image" Target="../media/image40.jpg"/><Relationship Id="rId4" Type="http://schemas.openxmlformats.org/officeDocument/2006/relationships/image" Target="../media/image4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 Id="rId3" Type="http://schemas.openxmlformats.org/officeDocument/2006/relationships/image" Target="../media/image50.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1.xml"/><Relationship Id="rId3" Type="http://schemas.openxmlformats.org/officeDocument/2006/relationships/image" Target="../media/image52.png"/><Relationship Id="rId4" Type="http://schemas.openxmlformats.org/officeDocument/2006/relationships/image" Target="../media/image39.png"/><Relationship Id="rId5" Type="http://schemas.openxmlformats.org/officeDocument/2006/relationships/image" Target="../media/image4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2.xml"/><Relationship Id="rId3" Type="http://schemas.openxmlformats.org/officeDocument/2006/relationships/image" Target="../media/image5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 Id="rId3"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7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64.png"/><Relationship Id="rId4" Type="http://schemas.openxmlformats.org/officeDocument/2006/relationships/image" Target="../media/image47.png"/><Relationship Id="rId5" Type="http://schemas.openxmlformats.org/officeDocument/2006/relationships/image" Target="../media/image4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7.xml"/><Relationship Id="rId3" Type="http://schemas.openxmlformats.org/officeDocument/2006/relationships/image" Target="../media/image57.png"/><Relationship Id="rId4" Type="http://schemas.openxmlformats.org/officeDocument/2006/relationships/image" Target="../media/image55.png"/><Relationship Id="rId5" Type="http://schemas.openxmlformats.org/officeDocument/2006/relationships/image" Target="../media/image68.png"/><Relationship Id="rId6" Type="http://schemas.openxmlformats.org/officeDocument/2006/relationships/image" Target="../media/image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51.png"/><Relationship Id="rId4" Type="http://schemas.openxmlformats.org/officeDocument/2006/relationships/image" Target="../media/image63.png"/><Relationship Id="rId5" Type="http://schemas.openxmlformats.org/officeDocument/2006/relationships/image" Target="../media/image61.png"/><Relationship Id="rId6" Type="http://schemas.openxmlformats.org/officeDocument/2006/relationships/image" Target="../media/image5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58.png"/><Relationship Id="rId4" Type="http://schemas.openxmlformats.org/officeDocument/2006/relationships/image" Target="../media/image76.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59.png"/><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62.png"/><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72.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69.png"/><Relationship Id="rId4" Type="http://schemas.openxmlformats.org/officeDocument/2006/relationships/image" Target="../media/image8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70.png"/><Relationship Id="rId4" Type="http://schemas.openxmlformats.org/officeDocument/2006/relationships/image" Target="../media/image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67.png"/><Relationship Id="rId4"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71.gi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74.png"/><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8.xml"/><Relationship Id="rId3" Type="http://schemas.openxmlformats.org/officeDocument/2006/relationships/image" Target="../media/image79.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 Id="rId3" Type="http://schemas.openxmlformats.org/officeDocument/2006/relationships/image" Target="../media/image80.png"/><Relationship Id="rId4" Type="http://schemas.openxmlformats.org/officeDocument/2006/relationships/image" Target="../media/image7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84.png"/><Relationship Id="rId4" Type="http://schemas.openxmlformats.org/officeDocument/2006/relationships/hyperlink" Target="https://webaim.org/resources/contrastchecker/" TargetMode="External"/><Relationship Id="rId5" Type="http://schemas.openxmlformats.org/officeDocument/2006/relationships/hyperlink" Target="https://webaim.org/resources/contrastchecker/" TargetMode="External"/><Relationship Id="rId6" Type="http://schemas.openxmlformats.org/officeDocument/2006/relationships/image" Target="../media/image6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75.png"/><Relationship Id="rId4" Type="http://schemas.openxmlformats.org/officeDocument/2006/relationships/image" Target="../media/image8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8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3.xml"/><Relationship Id="rId3" Type="http://schemas.openxmlformats.org/officeDocument/2006/relationships/image" Target="../media/image9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8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8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9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8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89.png"/><Relationship Id="rId4" Type="http://schemas.openxmlformats.org/officeDocument/2006/relationships/hyperlink" Target="https://www.npmjs.com/package/node-cron" TargetMode="External"/><Relationship Id="rId5" Type="http://schemas.openxmlformats.org/officeDocument/2006/relationships/hyperlink" Target="https://cron-job.org/"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2.xml"/><Relationship Id="rId3" Type="http://schemas.openxmlformats.org/officeDocument/2006/relationships/hyperlink" Target="https://deadlinedrive-p8op.onrender.com/" TargetMode="Externa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24"/>
          <p:cNvSpPr txBox="1"/>
          <p:nvPr>
            <p:ph type="ctrTitle"/>
          </p:nvPr>
        </p:nvSpPr>
        <p:spPr>
          <a:xfrm>
            <a:off x="1510738" y="1412063"/>
            <a:ext cx="6122700" cy="1788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300"/>
              <a:t>Deadline Drive</a:t>
            </a:r>
            <a:r>
              <a:rPr b="0" lang="en" sz="5300"/>
              <a:t> </a:t>
            </a:r>
            <a:r>
              <a:rPr b="0" lang="en" sz="4500"/>
              <a:t>Présentation du projet</a:t>
            </a:r>
            <a:endParaRPr b="0" sz="4500"/>
          </a:p>
        </p:txBody>
      </p:sp>
      <p:sp>
        <p:nvSpPr>
          <p:cNvPr id="1111" name="Google Shape;1111;p24"/>
          <p:cNvSpPr txBox="1"/>
          <p:nvPr>
            <p:ph idx="1" type="subTitle"/>
          </p:nvPr>
        </p:nvSpPr>
        <p:spPr>
          <a:xfrm>
            <a:off x="2272475" y="3355900"/>
            <a:ext cx="4759200" cy="46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t>Présenté par Amir NINACH</a:t>
            </a:r>
            <a:endParaRPr b="1"/>
          </a:p>
        </p:txBody>
      </p:sp>
      <p:sp>
        <p:nvSpPr>
          <p:cNvPr id="1112" name="Google Shape;1112;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113" name="Google Shape;1113;p24"/>
          <p:cNvPicPr preferRelativeResize="0"/>
          <p:nvPr/>
        </p:nvPicPr>
        <p:blipFill>
          <a:blip r:embed="rId3">
            <a:alphaModFix/>
          </a:blip>
          <a:stretch>
            <a:fillRect/>
          </a:stretch>
        </p:blipFill>
        <p:spPr>
          <a:xfrm rot="13">
            <a:off x="7031675" y="874027"/>
            <a:ext cx="1353151" cy="165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1000"/>
                                        <p:tgtEl>
                                          <p:spTgt spid="1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119" name="Google Shape;1119;p25"/>
          <p:cNvSpPr txBox="1"/>
          <p:nvPr>
            <p:ph idx="4294967295" type="title"/>
          </p:nvPr>
        </p:nvSpPr>
        <p:spPr>
          <a:xfrm>
            <a:off x="2424600" y="0"/>
            <a:ext cx="4294800" cy="57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Présentation</a:t>
            </a:r>
            <a:endParaRPr/>
          </a:p>
        </p:txBody>
      </p:sp>
      <p:pic>
        <p:nvPicPr>
          <p:cNvPr id="1120" name="Google Shape;1120;p25"/>
          <p:cNvPicPr preferRelativeResize="0"/>
          <p:nvPr/>
        </p:nvPicPr>
        <p:blipFill rotWithShape="1">
          <a:blip r:embed="rId3">
            <a:alphaModFix/>
          </a:blip>
          <a:srcRect b="20282" l="0" r="0" t="11448"/>
          <a:stretch/>
        </p:blipFill>
        <p:spPr>
          <a:xfrm>
            <a:off x="2707075" y="658850"/>
            <a:ext cx="3729850" cy="2600175"/>
          </a:xfrm>
          <a:prstGeom prst="rect">
            <a:avLst/>
          </a:prstGeom>
          <a:noFill/>
          <a:ln cap="flat" cmpd="sng" w="28575">
            <a:solidFill>
              <a:schemeClr val="dk1"/>
            </a:solidFill>
            <a:prstDash val="solid"/>
            <a:round/>
            <a:headEnd len="sm" w="sm" type="none"/>
            <a:tailEnd len="sm" w="sm" type="none"/>
          </a:ln>
        </p:spPr>
      </p:pic>
      <p:pic>
        <p:nvPicPr>
          <p:cNvPr id="1121" name="Google Shape;1121;p25"/>
          <p:cNvPicPr preferRelativeResize="0"/>
          <p:nvPr/>
        </p:nvPicPr>
        <p:blipFill>
          <a:blip r:embed="rId4">
            <a:alphaModFix/>
          </a:blip>
          <a:stretch>
            <a:fillRect/>
          </a:stretch>
        </p:blipFill>
        <p:spPr>
          <a:xfrm>
            <a:off x="4084500" y="3682975"/>
            <a:ext cx="1042001" cy="1042001"/>
          </a:xfrm>
          <a:prstGeom prst="rect">
            <a:avLst/>
          </a:prstGeom>
          <a:noFill/>
          <a:ln>
            <a:noFill/>
          </a:ln>
        </p:spPr>
      </p:pic>
      <p:pic>
        <p:nvPicPr>
          <p:cNvPr id="1122" name="Google Shape;1122;p25"/>
          <p:cNvPicPr preferRelativeResize="0"/>
          <p:nvPr/>
        </p:nvPicPr>
        <p:blipFill>
          <a:blip r:embed="rId5">
            <a:alphaModFix/>
          </a:blip>
          <a:stretch>
            <a:fillRect/>
          </a:stretch>
        </p:blipFill>
        <p:spPr>
          <a:xfrm>
            <a:off x="5919725" y="3717475"/>
            <a:ext cx="975000" cy="973000"/>
          </a:xfrm>
          <a:prstGeom prst="rect">
            <a:avLst/>
          </a:prstGeom>
          <a:noFill/>
          <a:ln>
            <a:noFill/>
          </a:ln>
        </p:spPr>
      </p:pic>
      <p:pic>
        <p:nvPicPr>
          <p:cNvPr id="1123" name="Google Shape;1123;p25"/>
          <p:cNvPicPr preferRelativeResize="0"/>
          <p:nvPr/>
        </p:nvPicPr>
        <p:blipFill>
          <a:blip r:embed="rId6">
            <a:alphaModFix/>
          </a:blip>
          <a:stretch>
            <a:fillRect/>
          </a:stretch>
        </p:blipFill>
        <p:spPr>
          <a:xfrm>
            <a:off x="2249275" y="3682976"/>
            <a:ext cx="1042001" cy="1042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26"/>
          <p:cNvSpPr txBox="1"/>
          <p:nvPr>
            <p:ph type="title"/>
          </p:nvPr>
        </p:nvSpPr>
        <p:spPr>
          <a:xfrm>
            <a:off x="719988" y="1130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129" name="Google Shape;1129;p26"/>
          <p:cNvSpPr txBox="1"/>
          <p:nvPr>
            <p:ph idx="1" type="body"/>
          </p:nvPr>
        </p:nvSpPr>
        <p:spPr>
          <a:xfrm>
            <a:off x="719988" y="644300"/>
            <a:ext cx="7704000" cy="35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Découvrez </a:t>
            </a:r>
            <a:r>
              <a:rPr b="1" lang="en" sz="1300"/>
              <a:t>Deadline Drive</a:t>
            </a:r>
            <a:r>
              <a:rPr lang="en" sz="1300"/>
              <a:t>, mon projet de formation Simplon</a:t>
            </a:r>
            <a:endParaRPr sz="1300"/>
          </a:p>
        </p:txBody>
      </p:sp>
      <p:graphicFrame>
        <p:nvGraphicFramePr>
          <p:cNvPr id="1130" name="Google Shape;1130;p26"/>
          <p:cNvGraphicFramePr/>
          <p:nvPr/>
        </p:nvGraphicFramePr>
        <p:xfrm>
          <a:off x="506588" y="999800"/>
          <a:ext cx="3000000" cy="3000000"/>
        </p:xfrm>
        <a:graphic>
          <a:graphicData uri="http://schemas.openxmlformats.org/drawingml/2006/table">
            <a:tbl>
              <a:tblPr>
                <a:noFill/>
                <a:tableStyleId>{1EFA8229-D43F-449B-B948-48CD0B558B5B}</a:tableStyleId>
              </a:tblPr>
              <a:tblGrid>
                <a:gridCol w="2888475"/>
                <a:gridCol w="5242350"/>
              </a:tblGrid>
              <a:tr h="54630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Personnalisation des citations</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Ajoutez ou consultez les citations qui vous inspirent le plus.</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r h="45075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Gestion de votre emploi du temps</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marR="0" rtl="0" algn="just">
                        <a:lnSpc>
                          <a:spcPct val="100000"/>
                        </a:lnSpc>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Créez et gérez vos deadlines et vos tâches en toute simplicité.</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r h="38190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Calendrier interactif</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Visualisez vos deadlines et planifiez vos actions efficacement.</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r h="56340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Interaction communautaire</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Commentez et échangez avec d'autres utilisateurs, et marquez vos citations préférées.</a:t>
                      </a:r>
                      <a:endParaRPr sz="12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r h="56340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Citations tendances</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Découvrez les citations les plus appréciées et partagez-les avec la communauté.</a:t>
                      </a:r>
                      <a:endParaRPr sz="12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r h="56340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Votes sur les citations</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Votez pour vos citations préférées grâce à notre système de vote positif/négatif.</a:t>
                      </a:r>
                      <a:endParaRPr sz="1200">
                        <a:solidFill>
                          <a:schemeClr val="dk1"/>
                        </a:solidFill>
                        <a:latin typeface="Poppins"/>
                        <a:ea typeface="Poppins"/>
                        <a:cs typeface="Poppins"/>
                        <a:sym typeface="Poppins"/>
                      </a:endParaRPr>
                    </a:p>
                    <a:p>
                      <a:pPr indent="0" lvl="0" marL="457200" rtl="0" algn="just">
                        <a:spcBef>
                          <a:spcPts val="0"/>
                        </a:spcBef>
                        <a:spcAft>
                          <a:spcPts val="0"/>
                        </a:spcAft>
                        <a:buNone/>
                      </a:pPr>
                      <a:r>
                        <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r h="563400">
                <a:tc>
                  <a:txBody>
                    <a:bodyPr/>
                    <a:lstStyle/>
                    <a:p>
                      <a:pPr indent="0" lvl="0" marL="0" rtl="0" algn="l">
                        <a:spcBef>
                          <a:spcPts val="0"/>
                        </a:spcBef>
                        <a:spcAft>
                          <a:spcPts val="0"/>
                        </a:spcAft>
                        <a:buNone/>
                      </a:pPr>
                      <a:r>
                        <a:rPr b="1" lang="en" u="sng">
                          <a:solidFill>
                            <a:schemeClr val="dk1"/>
                          </a:solidFill>
                          <a:latin typeface="Aref Ruqaa"/>
                          <a:ea typeface="Aref Ruqaa"/>
                          <a:cs typeface="Aref Ruqaa"/>
                          <a:sym typeface="Aref Ruqaa"/>
                        </a:rPr>
                        <a:t>Système de notification</a:t>
                      </a:r>
                      <a:endParaRPr b="1" u="sng">
                        <a:solidFill>
                          <a:schemeClr val="dk1"/>
                        </a:solidFill>
                        <a:latin typeface="Aref Ruqaa"/>
                        <a:ea typeface="Aref Ruqaa"/>
                        <a:cs typeface="Aref Ruqaa"/>
                        <a:sym typeface="Aref Ruqaa"/>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accent2"/>
                    </a:solidFill>
                  </a:tcPr>
                </a:tc>
                <a:tc>
                  <a:txBody>
                    <a:bodyPr/>
                    <a:lstStyle/>
                    <a:p>
                      <a:pPr indent="-304800" lvl="0" marL="457200" rtl="0" algn="just">
                        <a:spcBef>
                          <a:spcPts val="0"/>
                        </a:spcBef>
                        <a:spcAft>
                          <a:spcPts val="0"/>
                        </a:spcAft>
                        <a:buClr>
                          <a:schemeClr val="dk1"/>
                        </a:buClr>
                        <a:buSzPts val="1200"/>
                        <a:buFont typeface="Poppins"/>
                        <a:buChar char="●"/>
                      </a:pPr>
                      <a:r>
                        <a:rPr lang="en" sz="1200">
                          <a:solidFill>
                            <a:schemeClr val="dk1"/>
                          </a:solidFill>
                          <a:latin typeface="Poppins"/>
                          <a:ea typeface="Poppins"/>
                          <a:cs typeface="Poppins"/>
                          <a:sym typeface="Poppins"/>
                        </a:rPr>
                        <a:t>Pour garder nos utilisateurs investis, chaque jour, ils reçoivent une notification d'une citation aléatoire pour rester motivés – c'est la citation du jour.</a:t>
                      </a:r>
                      <a:endParaRPr sz="1200">
                        <a:solidFill>
                          <a:schemeClr val="dk1"/>
                        </a:solidFill>
                        <a:latin typeface="Poppins"/>
                        <a:ea typeface="Poppins"/>
                        <a:cs typeface="Poppins"/>
                        <a:sym typeface="Poppins"/>
                      </a:endParaRPr>
                    </a:p>
                  </a:txBody>
                  <a:tcPr marT="0" marB="0" marR="91425" marL="91425" anchor="ctr">
                    <a:lnL cap="flat" cmpd="sng" w="19050">
                      <a:solidFill>
                        <a:srgbClr val="595959"/>
                      </a:solidFill>
                      <a:prstDash val="solid"/>
                      <a:round/>
                      <a:headEnd len="sm" w="sm" type="none"/>
                      <a:tailEnd len="sm" w="sm" type="none"/>
                    </a:lnL>
                    <a:lnR cap="flat" cmpd="sng" w="19050">
                      <a:solidFill>
                        <a:srgbClr val="595959"/>
                      </a:solidFill>
                      <a:prstDash val="solid"/>
                      <a:round/>
                      <a:headEnd len="sm" w="sm" type="none"/>
                      <a:tailEnd len="sm" w="sm" type="none"/>
                    </a:lnR>
                    <a:lnT cap="flat" cmpd="sng" w="19050">
                      <a:solidFill>
                        <a:srgbClr val="595959"/>
                      </a:solidFill>
                      <a:prstDash val="solid"/>
                      <a:round/>
                      <a:headEnd len="sm" w="sm" type="none"/>
                      <a:tailEnd len="sm" w="sm" type="none"/>
                    </a:lnT>
                    <a:lnB cap="flat" cmpd="sng" w="19050">
                      <a:solidFill>
                        <a:srgbClr val="595959"/>
                      </a:solidFill>
                      <a:prstDash val="solid"/>
                      <a:round/>
                      <a:headEnd len="sm" w="sm" type="none"/>
                      <a:tailEnd len="sm" w="sm" type="none"/>
                    </a:lnB>
                    <a:solidFill>
                      <a:schemeClr val="dk2"/>
                    </a:solidFill>
                  </a:tcPr>
                </a:tc>
              </a:tr>
            </a:tbl>
          </a:graphicData>
        </a:graphic>
      </p:graphicFrame>
      <p:sp>
        <p:nvSpPr>
          <p:cNvPr id="1131" name="Google Shape;1131;p26"/>
          <p:cNvSpPr txBox="1"/>
          <p:nvPr/>
        </p:nvSpPr>
        <p:spPr>
          <a:xfrm>
            <a:off x="452575" y="4634875"/>
            <a:ext cx="3427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Poppins"/>
                <a:ea typeface="Poppins"/>
                <a:cs typeface="Poppins"/>
                <a:sym typeface="Poppins"/>
              </a:rPr>
              <a:t>Visitez : https://deadlinedrive-p8op.onrender.com/</a:t>
            </a:r>
            <a:endParaRPr b="1" sz="1000">
              <a:solidFill>
                <a:schemeClr val="dk1"/>
              </a:solidFill>
              <a:latin typeface="Poppins"/>
              <a:ea typeface="Poppins"/>
              <a:cs typeface="Poppins"/>
              <a:sym typeface="Poppins"/>
            </a:endParaRPr>
          </a:p>
        </p:txBody>
      </p:sp>
      <p:sp>
        <p:nvSpPr>
          <p:cNvPr id="1132" name="Google Shape;1132;p26"/>
          <p:cNvSpPr/>
          <p:nvPr/>
        </p:nvSpPr>
        <p:spPr>
          <a:xfrm>
            <a:off x="7347550" y="5938801"/>
            <a:ext cx="52388" cy="7938"/>
          </a:xfrm>
          <a:custGeom>
            <a:rect b="b" l="l" r="r" t="t"/>
            <a:pathLst>
              <a:path extrusionOk="0" h="2" w="14">
                <a:moveTo>
                  <a:pt x="2" y="1"/>
                </a:moveTo>
                <a:cubicBezTo>
                  <a:pt x="2" y="1"/>
                  <a:pt x="3" y="2"/>
                  <a:pt x="3" y="2"/>
                </a:cubicBezTo>
                <a:cubicBezTo>
                  <a:pt x="3" y="2"/>
                  <a:pt x="3" y="2"/>
                  <a:pt x="3" y="2"/>
                </a:cubicBezTo>
                <a:cubicBezTo>
                  <a:pt x="4" y="2"/>
                  <a:pt x="4" y="2"/>
                  <a:pt x="5" y="2"/>
                </a:cubicBezTo>
                <a:cubicBezTo>
                  <a:pt x="6" y="2"/>
                  <a:pt x="7" y="2"/>
                  <a:pt x="8" y="2"/>
                </a:cubicBezTo>
                <a:cubicBezTo>
                  <a:pt x="8" y="2"/>
                  <a:pt x="8" y="2"/>
                  <a:pt x="9" y="2"/>
                </a:cubicBezTo>
                <a:cubicBezTo>
                  <a:pt x="9" y="1"/>
                  <a:pt x="10" y="1"/>
                  <a:pt x="11" y="1"/>
                </a:cubicBezTo>
                <a:cubicBezTo>
                  <a:pt x="14" y="0"/>
                  <a:pt x="14" y="0"/>
                  <a:pt x="14" y="0"/>
                </a:cubicBezTo>
                <a:cubicBezTo>
                  <a:pt x="0" y="0"/>
                  <a:pt x="0" y="0"/>
                  <a:pt x="0" y="0"/>
                </a:cubicBezTo>
                <a:lnTo>
                  <a:pt x="2" y="1"/>
                </a:lnTo>
                <a:close/>
              </a:path>
            </a:pathLst>
          </a:cu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3" name="Google Shape;1133;p26"/>
          <p:cNvSpPr/>
          <p:nvPr/>
        </p:nvSpPr>
        <p:spPr>
          <a:xfrm>
            <a:off x="7769825" y="4822788"/>
            <a:ext cx="4763" cy="4763"/>
          </a:xfrm>
          <a:custGeom>
            <a:rect b="b" l="l" r="r" t="t"/>
            <a:pathLst>
              <a:path extrusionOk="0" h="1" w="1">
                <a:moveTo>
                  <a:pt x="1" y="1"/>
                </a:moveTo>
                <a:cubicBezTo>
                  <a:pt x="1" y="0"/>
                  <a:pt x="1" y="0"/>
                  <a:pt x="1" y="0"/>
                </a:cubicBezTo>
                <a:cubicBezTo>
                  <a:pt x="1" y="0"/>
                  <a:pt x="1" y="0"/>
                  <a:pt x="1" y="0"/>
                </a:cubicBezTo>
                <a:cubicBezTo>
                  <a:pt x="1" y="0"/>
                  <a:pt x="1" y="0"/>
                  <a:pt x="1" y="0"/>
                </a:cubicBezTo>
                <a:cubicBezTo>
                  <a:pt x="0" y="0"/>
                  <a:pt x="0" y="0"/>
                  <a:pt x="0" y="0"/>
                </a:cubicBezTo>
                <a:cubicBezTo>
                  <a:pt x="0" y="1"/>
                  <a:pt x="0" y="1"/>
                  <a:pt x="0" y="1"/>
                </a:cubicBezTo>
                <a:lnTo>
                  <a:pt x="1" y="1"/>
                </a:lnTo>
                <a:close/>
              </a:path>
            </a:pathLst>
          </a:cu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4" name="Google Shape;1134;p26"/>
          <p:cNvSpPr/>
          <p:nvPr/>
        </p:nvSpPr>
        <p:spPr>
          <a:xfrm>
            <a:off x="7306275" y="5938801"/>
            <a:ext cx="30163" cy="7938"/>
          </a:xfrm>
          <a:custGeom>
            <a:rect b="b" l="l" r="r" t="t"/>
            <a:pathLst>
              <a:path extrusionOk="0" h="2" w="8">
                <a:moveTo>
                  <a:pt x="1" y="1"/>
                </a:moveTo>
                <a:cubicBezTo>
                  <a:pt x="1" y="1"/>
                  <a:pt x="1" y="1"/>
                  <a:pt x="2" y="1"/>
                </a:cubicBezTo>
                <a:cubicBezTo>
                  <a:pt x="2" y="2"/>
                  <a:pt x="2" y="2"/>
                  <a:pt x="2" y="2"/>
                </a:cubicBezTo>
                <a:cubicBezTo>
                  <a:pt x="2" y="2"/>
                  <a:pt x="2" y="2"/>
                  <a:pt x="2" y="2"/>
                </a:cubicBezTo>
                <a:cubicBezTo>
                  <a:pt x="6" y="2"/>
                  <a:pt x="6" y="2"/>
                  <a:pt x="6" y="2"/>
                </a:cubicBezTo>
                <a:cubicBezTo>
                  <a:pt x="6" y="2"/>
                  <a:pt x="6" y="2"/>
                  <a:pt x="6" y="2"/>
                </a:cubicBezTo>
                <a:cubicBezTo>
                  <a:pt x="6" y="2"/>
                  <a:pt x="7" y="1"/>
                  <a:pt x="7" y="1"/>
                </a:cubicBezTo>
                <a:cubicBezTo>
                  <a:pt x="8" y="0"/>
                  <a:pt x="8" y="0"/>
                  <a:pt x="8" y="0"/>
                </a:cubicBezTo>
                <a:cubicBezTo>
                  <a:pt x="0" y="0"/>
                  <a:pt x="0" y="0"/>
                  <a:pt x="0" y="0"/>
                </a:cubicBezTo>
                <a:lnTo>
                  <a:pt x="1" y="1"/>
                </a:lnTo>
                <a:close/>
              </a:path>
            </a:pathLst>
          </a:cu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5" name="Google Shape;1135;p26"/>
          <p:cNvSpPr/>
          <p:nvPr/>
        </p:nvSpPr>
        <p:spPr>
          <a:xfrm>
            <a:off x="8895363" y="5938801"/>
            <a:ext cx="71438" cy="7938"/>
          </a:xfrm>
          <a:custGeom>
            <a:rect b="b" l="l" r="r" t="t"/>
            <a:pathLst>
              <a:path extrusionOk="0" h="2" w="19">
                <a:moveTo>
                  <a:pt x="4" y="1"/>
                </a:moveTo>
                <a:cubicBezTo>
                  <a:pt x="7" y="2"/>
                  <a:pt x="9" y="2"/>
                  <a:pt x="12" y="2"/>
                </a:cubicBezTo>
                <a:cubicBezTo>
                  <a:pt x="14" y="2"/>
                  <a:pt x="15" y="2"/>
                  <a:pt x="16" y="2"/>
                </a:cubicBezTo>
                <a:cubicBezTo>
                  <a:pt x="17" y="1"/>
                  <a:pt x="17" y="1"/>
                  <a:pt x="18" y="1"/>
                </a:cubicBezTo>
                <a:cubicBezTo>
                  <a:pt x="19" y="0"/>
                  <a:pt x="19" y="0"/>
                  <a:pt x="19" y="0"/>
                </a:cubicBezTo>
                <a:cubicBezTo>
                  <a:pt x="0" y="0"/>
                  <a:pt x="0" y="0"/>
                  <a:pt x="0" y="0"/>
                </a:cubicBezTo>
                <a:lnTo>
                  <a:pt x="4" y="1"/>
                </a:lnTo>
                <a:close/>
              </a:path>
            </a:pathLst>
          </a:custGeom>
          <a:solidFill>
            <a:srgbClr val="C6C6C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6" name="Google Shape;1136;p26"/>
          <p:cNvSpPr/>
          <p:nvPr/>
        </p:nvSpPr>
        <p:spPr>
          <a:xfrm rot="-4584584">
            <a:off x="8500743" y="113117"/>
            <a:ext cx="860685" cy="881568"/>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27"/>
          <p:cNvSpPr txBox="1"/>
          <p:nvPr>
            <p:ph type="title"/>
          </p:nvPr>
        </p:nvSpPr>
        <p:spPr>
          <a:xfrm>
            <a:off x="720000" y="243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Préproduction</a:t>
            </a:r>
            <a:endParaRPr/>
          </a:p>
        </p:txBody>
      </p:sp>
      <p:sp>
        <p:nvSpPr>
          <p:cNvPr id="1143" name="Google Shape;1143;p27"/>
          <p:cNvSpPr txBox="1"/>
          <p:nvPr>
            <p:ph idx="1" type="body"/>
          </p:nvPr>
        </p:nvSpPr>
        <p:spPr>
          <a:xfrm>
            <a:off x="2139750" y="1899775"/>
            <a:ext cx="4864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300">
                <a:latin typeface="Aref Ruqaa"/>
                <a:ea typeface="Aref Ruqaa"/>
                <a:cs typeface="Aref Ruqaa"/>
                <a:sym typeface="Aref Ruqaa"/>
              </a:rPr>
              <a:t>UX Persona</a:t>
            </a:r>
            <a:endParaRPr b="1" sz="3300">
              <a:latin typeface="Aref Ruqaa"/>
              <a:ea typeface="Aref Ruqaa"/>
              <a:cs typeface="Aref Ruqaa"/>
              <a:sym typeface="Aref Ruqaa"/>
            </a:endParaRPr>
          </a:p>
        </p:txBody>
      </p:sp>
      <p:sp>
        <p:nvSpPr>
          <p:cNvPr id="1144" name="Google Shape;1144;p27"/>
          <p:cNvSpPr txBox="1"/>
          <p:nvPr>
            <p:ph idx="12" type="sldNum"/>
          </p:nvPr>
        </p:nvSpPr>
        <p:spPr>
          <a:xfrm>
            <a:off x="8520324" y="4749850"/>
            <a:ext cx="585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145" name="Google Shape;1145;p27"/>
          <p:cNvSpPr txBox="1"/>
          <p:nvPr/>
        </p:nvSpPr>
        <p:spPr>
          <a:xfrm>
            <a:off x="303025" y="960700"/>
            <a:ext cx="86010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 sz="1200">
                <a:solidFill>
                  <a:schemeClr val="dk1"/>
                </a:solidFill>
                <a:latin typeface="Poppins"/>
                <a:ea typeface="Poppins"/>
                <a:cs typeface="Poppins"/>
                <a:sym typeface="Poppins"/>
              </a:rPr>
              <a:t>Deadline Drive</a:t>
            </a:r>
            <a:r>
              <a:rPr lang="en" sz="1200">
                <a:solidFill>
                  <a:schemeClr val="dk1"/>
                </a:solidFill>
                <a:latin typeface="Poppins"/>
                <a:ea typeface="Poppins"/>
                <a:cs typeface="Poppins"/>
                <a:sym typeface="Poppins"/>
              </a:rPr>
              <a:t> optimise la gestion du temps grâce à un calendrier interactif et des notifications de deadlines. Les utilisateurs peuvent planifier leurs tâches et recevoir des alertes à l'approche des échéances. Des citations inspirantes, personnalisables et créables sont également proposées pour stimuler leur motivation.</a:t>
            </a:r>
            <a:endParaRPr sz="1200">
              <a:solidFill>
                <a:schemeClr val="dk1"/>
              </a:solidFill>
              <a:latin typeface="Poppins"/>
              <a:ea typeface="Poppins"/>
              <a:cs typeface="Poppins"/>
              <a:sym typeface="Poppins"/>
            </a:endParaRPr>
          </a:p>
        </p:txBody>
      </p:sp>
      <p:pic>
        <p:nvPicPr>
          <p:cNvPr id="1146" name="Google Shape;1146;p27"/>
          <p:cNvPicPr preferRelativeResize="0"/>
          <p:nvPr/>
        </p:nvPicPr>
        <p:blipFill rotWithShape="1">
          <a:blip r:embed="rId3">
            <a:alphaModFix/>
          </a:blip>
          <a:srcRect b="-3100" l="-1604" r="-3250" t="3100"/>
          <a:stretch/>
        </p:blipFill>
        <p:spPr>
          <a:xfrm>
            <a:off x="1452925" y="2678050"/>
            <a:ext cx="6402175" cy="1952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28"/>
          <p:cNvSpPr txBox="1"/>
          <p:nvPr>
            <p:ph type="title"/>
          </p:nvPr>
        </p:nvSpPr>
        <p:spPr>
          <a:xfrm>
            <a:off x="720000" y="2422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ORGANISATION</a:t>
            </a:r>
            <a:endParaRPr/>
          </a:p>
        </p:txBody>
      </p:sp>
      <p:sp>
        <p:nvSpPr>
          <p:cNvPr id="1152" name="Google Shape;1152;p28"/>
          <p:cNvSpPr txBox="1"/>
          <p:nvPr>
            <p:ph idx="2" type="title"/>
          </p:nvPr>
        </p:nvSpPr>
        <p:spPr>
          <a:xfrm>
            <a:off x="1648825" y="132817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1153" name="Google Shape;1153;p28"/>
          <p:cNvSpPr txBox="1"/>
          <p:nvPr>
            <p:ph idx="4" type="title"/>
          </p:nvPr>
        </p:nvSpPr>
        <p:spPr>
          <a:xfrm>
            <a:off x="4041750" y="2600600"/>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1154" name="Google Shape;1154;p28"/>
          <p:cNvSpPr txBox="1"/>
          <p:nvPr>
            <p:ph idx="6" type="title"/>
          </p:nvPr>
        </p:nvSpPr>
        <p:spPr>
          <a:xfrm>
            <a:off x="6915150" y="132817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1155" name="Google Shape;1155;p28"/>
          <p:cNvSpPr txBox="1"/>
          <p:nvPr>
            <p:ph idx="1" type="subTitle"/>
          </p:nvPr>
        </p:nvSpPr>
        <p:spPr>
          <a:xfrm>
            <a:off x="720000" y="2027900"/>
            <a:ext cx="2561100" cy="572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400"/>
              <a:t>Méthode Scrum</a:t>
            </a:r>
            <a:endParaRPr sz="2400"/>
          </a:p>
        </p:txBody>
      </p:sp>
      <p:sp>
        <p:nvSpPr>
          <p:cNvPr id="1156" name="Google Shape;1156;p28"/>
          <p:cNvSpPr txBox="1"/>
          <p:nvPr>
            <p:ph idx="8" type="subTitle"/>
          </p:nvPr>
        </p:nvSpPr>
        <p:spPr>
          <a:xfrm>
            <a:off x="3122850" y="3300325"/>
            <a:ext cx="2898300" cy="1290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400"/>
              <a:t>Trello (UserStories &amp; Diagramme de cas d’utilisation)</a:t>
            </a:r>
            <a:endParaRPr sz="2400"/>
          </a:p>
        </p:txBody>
      </p:sp>
      <p:sp>
        <p:nvSpPr>
          <p:cNvPr id="1157" name="Google Shape;1157;p28"/>
          <p:cNvSpPr txBox="1"/>
          <p:nvPr>
            <p:ph idx="9" type="subTitle"/>
          </p:nvPr>
        </p:nvSpPr>
        <p:spPr>
          <a:xfrm>
            <a:off x="6343500" y="2027900"/>
            <a:ext cx="20805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Workflow Git/Github</a:t>
            </a:r>
            <a:endParaRPr/>
          </a:p>
        </p:txBody>
      </p:sp>
      <p:sp>
        <p:nvSpPr>
          <p:cNvPr id="1158" name="Google Shape;1158;p28"/>
          <p:cNvSpPr txBox="1"/>
          <p:nvPr>
            <p:ph idx="12" type="sldNum"/>
          </p:nvPr>
        </p:nvSpPr>
        <p:spPr>
          <a:xfrm>
            <a:off x="8479084" y="474990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29"/>
          <p:cNvSpPr txBox="1"/>
          <p:nvPr>
            <p:ph type="title"/>
          </p:nvPr>
        </p:nvSpPr>
        <p:spPr>
          <a:xfrm>
            <a:off x="4047175" y="2415775"/>
            <a:ext cx="4383600" cy="162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Méthode Scrum</a:t>
            </a:r>
            <a:endParaRPr/>
          </a:p>
        </p:txBody>
      </p:sp>
      <p:sp>
        <p:nvSpPr>
          <p:cNvPr id="1164" name="Google Shape;1164;p29"/>
          <p:cNvSpPr txBox="1"/>
          <p:nvPr>
            <p:ph idx="2" type="title"/>
          </p:nvPr>
        </p:nvSpPr>
        <p:spPr>
          <a:xfrm>
            <a:off x="5490775" y="1192625"/>
            <a:ext cx="1496400" cy="108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1165" name="Google Shape;1165;p29"/>
          <p:cNvPicPr preferRelativeResize="0"/>
          <p:nvPr>
            <p:ph idx="3" type="pic"/>
          </p:nvPr>
        </p:nvPicPr>
        <p:blipFill rotWithShape="1">
          <a:blip r:embed="rId3">
            <a:alphaModFix/>
          </a:blip>
          <a:srcRect b="0" l="23704" r="23699" t="0"/>
          <a:stretch/>
        </p:blipFill>
        <p:spPr>
          <a:xfrm>
            <a:off x="713225" y="539500"/>
            <a:ext cx="3207352" cy="4064499"/>
          </a:xfrm>
          <a:prstGeom prst="rect">
            <a:avLst/>
          </a:prstGeom>
        </p:spPr>
      </p:pic>
      <p:grpSp>
        <p:nvGrpSpPr>
          <p:cNvPr id="1166" name="Google Shape;1166;p29"/>
          <p:cNvGrpSpPr/>
          <p:nvPr/>
        </p:nvGrpSpPr>
        <p:grpSpPr>
          <a:xfrm rot="10800000">
            <a:off x="413688" y="3985188"/>
            <a:ext cx="3259139" cy="1028700"/>
            <a:chOff x="5662613" y="-252412"/>
            <a:chExt cx="3259139" cy="1028700"/>
          </a:xfrm>
        </p:grpSpPr>
        <p:sp>
          <p:nvSpPr>
            <p:cNvPr id="1167" name="Google Shape;1167;p29"/>
            <p:cNvSpPr/>
            <p:nvPr/>
          </p:nvSpPr>
          <p:spPr>
            <a:xfrm>
              <a:off x="5662613" y="-252412"/>
              <a:ext cx="3259139" cy="1028700"/>
            </a:xfrm>
            <a:custGeom>
              <a:rect b="b" l="l" r="r" t="t"/>
              <a:pathLst>
                <a:path extrusionOk="0" h="273" w="863">
                  <a:moveTo>
                    <a:pt x="863" y="0"/>
                  </a:moveTo>
                  <a:cubicBezTo>
                    <a:pt x="863" y="261"/>
                    <a:pt x="863" y="261"/>
                    <a:pt x="863" y="261"/>
                  </a:cubicBezTo>
                  <a:cubicBezTo>
                    <a:pt x="858" y="262"/>
                    <a:pt x="853" y="262"/>
                    <a:pt x="848" y="262"/>
                  </a:cubicBezTo>
                  <a:cubicBezTo>
                    <a:pt x="844" y="261"/>
                    <a:pt x="840" y="261"/>
                    <a:pt x="836" y="260"/>
                  </a:cubicBezTo>
                  <a:cubicBezTo>
                    <a:pt x="832" y="259"/>
                    <a:pt x="829" y="255"/>
                    <a:pt x="825" y="257"/>
                  </a:cubicBezTo>
                  <a:cubicBezTo>
                    <a:pt x="825" y="258"/>
                    <a:pt x="825" y="259"/>
                    <a:pt x="825" y="260"/>
                  </a:cubicBezTo>
                  <a:cubicBezTo>
                    <a:pt x="822" y="261"/>
                    <a:pt x="819" y="262"/>
                    <a:pt x="816" y="262"/>
                  </a:cubicBezTo>
                  <a:cubicBezTo>
                    <a:pt x="815" y="262"/>
                    <a:pt x="813" y="261"/>
                    <a:pt x="811" y="262"/>
                  </a:cubicBezTo>
                  <a:cubicBezTo>
                    <a:pt x="810" y="262"/>
                    <a:pt x="809" y="264"/>
                    <a:pt x="808" y="264"/>
                  </a:cubicBezTo>
                  <a:cubicBezTo>
                    <a:pt x="805" y="264"/>
                    <a:pt x="803" y="261"/>
                    <a:pt x="800" y="262"/>
                  </a:cubicBezTo>
                  <a:cubicBezTo>
                    <a:pt x="796" y="264"/>
                    <a:pt x="796" y="267"/>
                    <a:pt x="791" y="267"/>
                  </a:cubicBezTo>
                  <a:cubicBezTo>
                    <a:pt x="786" y="268"/>
                    <a:pt x="779" y="268"/>
                    <a:pt x="774" y="267"/>
                  </a:cubicBezTo>
                  <a:cubicBezTo>
                    <a:pt x="771" y="267"/>
                    <a:pt x="769" y="266"/>
                    <a:pt x="767" y="266"/>
                  </a:cubicBezTo>
                  <a:cubicBezTo>
                    <a:pt x="766" y="266"/>
                    <a:pt x="765" y="267"/>
                    <a:pt x="764" y="267"/>
                  </a:cubicBezTo>
                  <a:cubicBezTo>
                    <a:pt x="761" y="268"/>
                    <a:pt x="757" y="267"/>
                    <a:pt x="754" y="268"/>
                  </a:cubicBezTo>
                  <a:cubicBezTo>
                    <a:pt x="754" y="270"/>
                    <a:pt x="753" y="273"/>
                    <a:pt x="751" y="272"/>
                  </a:cubicBezTo>
                  <a:cubicBezTo>
                    <a:pt x="749" y="269"/>
                    <a:pt x="747" y="269"/>
                    <a:pt x="743" y="269"/>
                  </a:cubicBezTo>
                  <a:cubicBezTo>
                    <a:pt x="739" y="269"/>
                    <a:pt x="736" y="268"/>
                    <a:pt x="732" y="267"/>
                  </a:cubicBezTo>
                  <a:cubicBezTo>
                    <a:pt x="729" y="267"/>
                    <a:pt x="726" y="267"/>
                    <a:pt x="723" y="267"/>
                  </a:cubicBezTo>
                  <a:cubicBezTo>
                    <a:pt x="723" y="267"/>
                    <a:pt x="719" y="265"/>
                    <a:pt x="718" y="265"/>
                  </a:cubicBezTo>
                  <a:cubicBezTo>
                    <a:pt x="714" y="266"/>
                    <a:pt x="710" y="270"/>
                    <a:pt x="706" y="269"/>
                  </a:cubicBezTo>
                  <a:cubicBezTo>
                    <a:pt x="702" y="269"/>
                    <a:pt x="702" y="264"/>
                    <a:pt x="699" y="263"/>
                  </a:cubicBezTo>
                  <a:cubicBezTo>
                    <a:pt x="697" y="263"/>
                    <a:pt x="691" y="263"/>
                    <a:pt x="690" y="264"/>
                  </a:cubicBezTo>
                  <a:cubicBezTo>
                    <a:pt x="686" y="264"/>
                    <a:pt x="685" y="268"/>
                    <a:pt x="682" y="266"/>
                  </a:cubicBezTo>
                  <a:cubicBezTo>
                    <a:pt x="678" y="265"/>
                    <a:pt x="676" y="258"/>
                    <a:pt x="672" y="258"/>
                  </a:cubicBezTo>
                  <a:cubicBezTo>
                    <a:pt x="668" y="258"/>
                    <a:pt x="668" y="260"/>
                    <a:pt x="664" y="258"/>
                  </a:cubicBezTo>
                  <a:cubicBezTo>
                    <a:pt x="661" y="257"/>
                    <a:pt x="662" y="257"/>
                    <a:pt x="658" y="257"/>
                  </a:cubicBezTo>
                  <a:cubicBezTo>
                    <a:pt x="654" y="256"/>
                    <a:pt x="652" y="255"/>
                    <a:pt x="647" y="255"/>
                  </a:cubicBezTo>
                  <a:cubicBezTo>
                    <a:pt x="643" y="256"/>
                    <a:pt x="646" y="257"/>
                    <a:pt x="643" y="255"/>
                  </a:cubicBezTo>
                  <a:cubicBezTo>
                    <a:pt x="642" y="255"/>
                    <a:pt x="642" y="254"/>
                    <a:pt x="641" y="253"/>
                  </a:cubicBezTo>
                  <a:cubicBezTo>
                    <a:pt x="639" y="252"/>
                    <a:pt x="637" y="253"/>
                    <a:pt x="635" y="253"/>
                  </a:cubicBezTo>
                  <a:cubicBezTo>
                    <a:pt x="633" y="253"/>
                    <a:pt x="632" y="252"/>
                    <a:pt x="630" y="251"/>
                  </a:cubicBezTo>
                  <a:cubicBezTo>
                    <a:pt x="627" y="251"/>
                    <a:pt x="624" y="252"/>
                    <a:pt x="621" y="251"/>
                  </a:cubicBezTo>
                  <a:cubicBezTo>
                    <a:pt x="618" y="250"/>
                    <a:pt x="619" y="249"/>
                    <a:pt x="615" y="250"/>
                  </a:cubicBezTo>
                  <a:cubicBezTo>
                    <a:pt x="612" y="251"/>
                    <a:pt x="610" y="251"/>
                    <a:pt x="608" y="251"/>
                  </a:cubicBezTo>
                  <a:cubicBezTo>
                    <a:pt x="601" y="252"/>
                    <a:pt x="598" y="255"/>
                    <a:pt x="592" y="256"/>
                  </a:cubicBezTo>
                  <a:cubicBezTo>
                    <a:pt x="591" y="257"/>
                    <a:pt x="589" y="256"/>
                    <a:pt x="588" y="257"/>
                  </a:cubicBezTo>
                  <a:cubicBezTo>
                    <a:pt x="587" y="257"/>
                    <a:pt x="586" y="260"/>
                    <a:pt x="584" y="260"/>
                  </a:cubicBezTo>
                  <a:cubicBezTo>
                    <a:pt x="582" y="260"/>
                    <a:pt x="579" y="258"/>
                    <a:pt x="577" y="258"/>
                  </a:cubicBezTo>
                  <a:cubicBezTo>
                    <a:pt x="572" y="258"/>
                    <a:pt x="566" y="258"/>
                    <a:pt x="562" y="259"/>
                  </a:cubicBezTo>
                  <a:cubicBezTo>
                    <a:pt x="561" y="259"/>
                    <a:pt x="560" y="260"/>
                    <a:pt x="559" y="260"/>
                  </a:cubicBezTo>
                  <a:cubicBezTo>
                    <a:pt x="557" y="260"/>
                    <a:pt x="556" y="259"/>
                    <a:pt x="554" y="258"/>
                  </a:cubicBezTo>
                  <a:cubicBezTo>
                    <a:pt x="550" y="258"/>
                    <a:pt x="550" y="260"/>
                    <a:pt x="547" y="262"/>
                  </a:cubicBezTo>
                  <a:cubicBezTo>
                    <a:pt x="545" y="263"/>
                    <a:pt x="542" y="262"/>
                    <a:pt x="540" y="262"/>
                  </a:cubicBezTo>
                  <a:cubicBezTo>
                    <a:pt x="537" y="262"/>
                    <a:pt x="535" y="264"/>
                    <a:pt x="533" y="264"/>
                  </a:cubicBezTo>
                  <a:cubicBezTo>
                    <a:pt x="530" y="264"/>
                    <a:pt x="528" y="262"/>
                    <a:pt x="525" y="262"/>
                  </a:cubicBezTo>
                  <a:cubicBezTo>
                    <a:pt x="521" y="262"/>
                    <a:pt x="519" y="265"/>
                    <a:pt x="514" y="264"/>
                  </a:cubicBezTo>
                  <a:cubicBezTo>
                    <a:pt x="510" y="263"/>
                    <a:pt x="509" y="262"/>
                    <a:pt x="504" y="263"/>
                  </a:cubicBezTo>
                  <a:cubicBezTo>
                    <a:pt x="498" y="264"/>
                    <a:pt x="497" y="261"/>
                    <a:pt x="492" y="260"/>
                  </a:cubicBezTo>
                  <a:cubicBezTo>
                    <a:pt x="487" y="260"/>
                    <a:pt x="485" y="263"/>
                    <a:pt x="481" y="264"/>
                  </a:cubicBezTo>
                  <a:cubicBezTo>
                    <a:pt x="479" y="264"/>
                    <a:pt x="476" y="263"/>
                    <a:pt x="474" y="264"/>
                  </a:cubicBezTo>
                  <a:cubicBezTo>
                    <a:pt x="471" y="264"/>
                    <a:pt x="471" y="267"/>
                    <a:pt x="469" y="268"/>
                  </a:cubicBezTo>
                  <a:cubicBezTo>
                    <a:pt x="465" y="268"/>
                    <a:pt x="464" y="264"/>
                    <a:pt x="461" y="266"/>
                  </a:cubicBezTo>
                  <a:cubicBezTo>
                    <a:pt x="457" y="268"/>
                    <a:pt x="457" y="271"/>
                    <a:pt x="452" y="271"/>
                  </a:cubicBezTo>
                  <a:cubicBezTo>
                    <a:pt x="450" y="271"/>
                    <a:pt x="448" y="271"/>
                    <a:pt x="445" y="271"/>
                  </a:cubicBezTo>
                  <a:cubicBezTo>
                    <a:pt x="440" y="270"/>
                    <a:pt x="432" y="263"/>
                    <a:pt x="429" y="271"/>
                  </a:cubicBezTo>
                  <a:cubicBezTo>
                    <a:pt x="426" y="271"/>
                    <a:pt x="424" y="269"/>
                    <a:pt x="422" y="269"/>
                  </a:cubicBezTo>
                  <a:cubicBezTo>
                    <a:pt x="420" y="269"/>
                    <a:pt x="419" y="270"/>
                    <a:pt x="418" y="270"/>
                  </a:cubicBezTo>
                  <a:cubicBezTo>
                    <a:pt x="413" y="270"/>
                    <a:pt x="412" y="266"/>
                    <a:pt x="408" y="265"/>
                  </a:cubicBezTo>
                  <a:cubicBezTo>
                    <a:pt x="406" y="265"/>
                    <a:pt x="404" y="266"/>
                    <a:pt x="402" y="265"/>
                  </a:cubicBezTo>
                  <a:cubicBezTo>
                    <a:pt x="400" y="265"/>
                    <a:pt x="398" y="264"/>
                    <a:pt x="395" y="263"/>
                  </a:cubicBezTo>
                  <a:cubicBezTo>
                    <a:pt x="390" y="262"/>
                    <a:pt x="385" y="263"/>
                    <a:pt x="379" y="260"/>
                  </a:cubicBezTo>
                  <a:cubicBezTo>
                    <a:pt x="376" y="259"/>
                    <a:pt x="373" y="256"/>
                    <a:pt x="368" y="256"/>
                  </a:cubicBezTo>
                  <a:cubicBezTo>
                    <a:pt x="366" y="256"/>
                    <a:pt x="365" y="258"/>
                    <a:pt x="362" y="259"/>
                  </a:cubicBezTo>
                  <a:cubicBezTo>
                    <a:pt x="357" y="261"/>
                    <a:pt x="356" y="255"/>
                    <a:pt x="352" y="255"/>
                  </a:cubicBezTo>
                  <a:cubicBezTo>
                    <a:pt x="349" y="255"/>
                    <a:pt x="349" y="258"/>
                    <a:pt x="347" y="258"/>
                  </a:cubicBezTo>
                  <a:cubicBezTo>
                    <a:pt x="344" y="259"/>
                    <a:pt x="345" y="257"/>
                    <a:pt x="342" y="257"/>
                  </a:cubicBezTo>
                  <a:cubicBezTo>
                    <a:pt x="338" y="257"/>
                    <a:pt x="336" y="260"/>
                    <a:pt x="333" y="261"/>
                  </a:cubicBezTo>
                  <a:cubicBezTo>
                    <a:pt x="330" y="260"/>
                    <a:pt x="328" y="257"/>
                    <a:pt x="324" y="258"/>
                  </a:cubicBezTo>
                  <a:cubicBezTo>
                    <a:pt x="321" y="259"/>
                    <a:pt x="320" y="260"/>
                    <a:pt x="317" y="260"/>
                  </a:cubicBezTo>
                  <a:cubicBezTo>
                    <a:pt x="317" y="259"/>
                    <a:pt x="316" y="258"/>
                    <a:pt x="315" y="258"/>
                  </a:cubicBezTo>
                  <a:cubicBezTo>
                    <a:pt x="314" y="258"/>
                    <a:pt x="313" y="259"/>
                    <a:pt x="312" y="260"/>
                  </a:cubicBezTo>
                  <a:cubicBezTo>
                    <a:pt x="309" y="263"/>
                    <a:pt x="311" y="263"/>
                    <a:pt x="306" y="261"/>
                  </a:cubicBezTo>
                  <a:cubicBezTo>
                    <a:pt x="303" y="260"/>
                    <a:pt x="303" y="261"/>
                    <a:pt x="299" y="262"/>
                  </a:cubicBezTo>
                  <a:cubicBezTo>
                    <a:pt x="296" y="263"/>
                    <a:pt x="293" y="262"/>
                    <a:pt x="290" y="262"/>
                  </a:cubicBezTo>
                  <a:cubicBezTo>
                    <a:pt x="287" y="263"/>
                    <a:pt x="284" y="263"/>
                    <a:pt x="281" y="264"/>
                  </a:cubicBezTo>
                  <a:cubicBezTo>
                    <a:pt x="277" y="264"/>
                    <a:pt x="277" y="266"/>
                    <a:pt x="275" y="271"/>
                  </a:cubicBezTo>
                  <a:cubicBezTo>
                    <a:pt x="273" y="270"/>
                    <a:pt x="273" y="268"/>
                    <a:pt x="272" y="268"/>
                  </a:cubicBezTo>
                  <a:cubicBezTo>
                    <a:pt x="270" y="267"/>
                    <a:pt x="267" y="267"/>
                    <a:pt x="265" y="267"/>
                  </a:cubicBezTo>
                  <a:cubicBezTo>
                    <a:pt x="263" y="267"/>
                    <a:pt x="259" y="268"/>
                    <a:pt x="257" y="267"/>
                  </a:cubicBezTo>
                  <a:cubicBezTo>
                    <a:pt x="252" y="266"/>
                    <a:pt x="251" y="261"/>
                    <a:pt x="246" y="260"/>
                  </a:cubicBezTo>
                  <a:cubicBezTo>
                    <a:pt x="240" y="259"/>
                    <a:pt x="240" y="264"/>
                    <a:pt x="236" y="265"/>
                  </a:cubicBezTo>
                  <a:cubicBezTo>
                    <a:pt x="232" y="266"/>
                    <a:pt x="229" y="262"/>
                    <a:pt x="225" y="262"/>
                  </a:cubicBezTo>
                  <a:cubicBezTo>
                    <a:pt x="222" y="262"/>
                    <a:pt x="221" y="264"/>
                    <a:pt x="219" y="263"/>
                  </a:cubicBezTo>
                  <a:cubicBezTo>
                    <a:pt x="216" y="263"/>
                    <a:pt x="212" y="261"/>
                    <a:pt x="208" y="260"/>
                  </a:cubicBezTo>
                  <a:cubicBezTo>
                    <a:pt x="202" y="259"/>
                    <a:pt x="200" y="258"/>
                    <a:pt x="194" y="260"/>
                  </a:cubicBezTo>
                  <a:cubicBezTo>
                    <a:pt x="190" y="261"/>
                    <a:pt x="188" y="259"/>
                    <a:pt x="184" y="259"/>
                  </a:cubicBezTo>
                  <a:cubicBezTo>
                    <a:pt x="180" y="258"/>
                    <a:pt x="175" y="259"/>
                    <a:pt x="171" y="258"/>
                  </a:cubicBezTo>
                  <a:cubicBezTo>
                    <a:pt x="167" y="258"/>
                    <a:pt x="162" y="255"/>
                    <a:pt x="158" y="257"/>
                  </a:cubicBezTo>
                  <a:cubicBezTo>
                    <a:pt x="155" y="258"/>
                    <a:pt x="154" y="261"/>
                    <a:pt x="151" y="262"/>
                  </a:cubicBezTo>
                  <a:cubicBezTo>
                    <a:pt x="148" y="263"/>
                    <a:pt x="146" y="263"/>
                    <a:pt x="144" y="263"/>
                  </a:cubicBezTo>
                  <a:cubicBezTo>
                    <a:pt x="141" y="264"/>
                    <a:pt x="139" y="264"/>
                    <a:pt x="137" y="263"/>
                  </a:cubicBezTo>
                  <a:cubicBezTo>
                    <a:pt x="132" y="261"/>
                    <a:pt x="130" y="261"/>
                    <a:pt x="126" y="261"/>
                  </a:cubicBezTo>
                  <a:cubicBezTo>
                    <a:pt x="123" y="262"/>
                    <a:pt x="120" y="262"/>
                    <a:pt x="117" y="262"/>
                  </a:cubicBezTo>
                  <a:cubicBezTo>
                    <a:pt x="111" y="262"/>
                    <a:pt x="104" y="263"/>
                    <a:pt x="97" y="262"/>
                  </a:cubicBezTo>
                  <a:cubicBezTo>
                    <a:pt x="94" y="262"/>
                    <a:pt x="91" y="260"/>
                    <a:pt x="88" y="260"/>
                  </a:cubicBezTo>
                  <a:cubicBezTo>
                    <a:pt x="84" y="260"/>
                    <a:pt x="81" y="262"/>
                    <a:pt x="76" y="262"/>
                  </a:cubicBezTo>
                  <a:cubicBezTo>
                    <a:pt x="74" y="262"/>
                    <a:pt x="72" y="262"/>
                    <a:pt x="69" y="262"/>
                  </a:cubicBezTo>
                  <a:cubicBezTo>
                    <a:pt x="66" y="263"/>
                    <a:pt x="64" y="265"/>
                    <a:pt x="60" y="266"/>
                  </a:cubicBezTo>
                  <a:cubicBezTo>
                    <a:pt x="54" y="266"/>
                    <a:pt x="51" y="263"/>
                    <a:pt x="46" y="260"/>
                  </a:cubicBezTo>
                  <a:cubicBezTo>
                    <a:pt x="44" y="259"/>
                    <a:pt x="41" y="257"/>
                    <a:pt x="37" y="258"/>
                  </a:cubicBezTo>
                  <a:cubicBezTo>
                    <a:pt x="34" y="259"/>
                    <a:pt x="34" y="261"/>
                    <a:pt x="30" y="262"/>
                  </a:cubicBezTo>
                  <a:cubicBezTo>
                    <a:pt x="27" y="263"/>
                    <a:pt x="23" y="261"/>
                    <a:pt x="20" y="262"/>
                  </a:cubicBezTo>
                  <a:cubicBezTo>
                    <a:pt x="18" y="263"/>
                    <a:pt x="17" y="265"/>
                    <a:pt x="15" y="266"/>
                  </a:cubicBezTo>
                  <a:cubicBezTo>
                    <a:pt x="15" y="266"/>
                    <a:pt x="11" y="267"/>
                    <a:pt x="10" y="267"/>
                  </a:cubicBezTo>
                  <a:cubicBezTo>
                    <a:pt x="6" y="268"/>
                    <a:pt x="3" y="267"/>
                    <a:pt x="0" y="266"/>
                  </a:cubicBezTo>
                  <a:cubicBezTo>
                    <a:pt x="0" y="0"/>
                    <a:pt x="0" y="0"/>
                    <a:pt x="0" y="0"/>
                  </a:cubicBezTo>
                  <a:cubicBezTo>
                    <a:pt x="33" y="0"/>
                    <a:pt x="33" y="0"/>
                    <a:pt x="33" y="0"/>
                  </a:cubicBezTo>
                  <a:cubicBezTo>
                    <a:pt x="30" y="8"/>
                    <a:pt x="27" y="16"/>
                    <a:pt x="28" y="24"/>
                  </a:cubicBezTo>
                  <a:cubicBezTo>
                    <a:pt x="25" y="26"/>
                    <a:pt x="22" y="29"/>
                    <a:pt x="22" y="34"/>
                  </a:cubicBezTo>
                  <a:cubicBezTo>
                    <a:pt x="22" y="39"/>
                    <a:pt x="27" y="44"/>
                    <a:pt x="33" y="44"/>
                  </a:cubicBezTo>
                  <a:cubicBezTo>
                    <a:pt x="39" y="44"/>
                    <a:pt x="44" y="39"/>
                    <a:pt x="44" y="34"/>
                  </a:cubicBezTo>
                  <a:cubicBezTo>
                    <a:pt x="44" y="29"/>
                    <a:pt x="40" y="25"/>
                    <a:pt x="36" y="23"/>
                  </a:cubicBezTo>
                  <a:cubicBezTo>
                    <a:pt x="34" y="15"/>
                    <a:pt x="38" y="7"/>
                    <a:pt x="41" y="0"/>
                  </a:cubicBezTo>
                  <a:cubicBezTo>
                    <a:pt x="97" y="0"/>
                    <a:pt x="97" y="0"/>
                    <a:pt x="97" y="0"/>
                  </a:cubicBezTo>
                  <a:cubicBezTo>
                    <a:pt x="93" y="2"/>
                    <a:pt x="90" y="5"/>
                    <a:pt x="88" y="8"/>
                  </a:cubicBezTo>
                  <a:cubicBezTo>
                    <a:pt x="84" y="13"/>
                    <a:pt x="84" y="19"/>
                    <a:pt x="85" y="24"/>
                  </a:cubicBezTo>
                  <a:cubicBezTo>
                    <a:pt x="81" y="26"/>
                    <a:pt x="79" y="29"/>
                    <a:pt x="79" y="34"/>
                  </a:cubicBezTo>
                  <a:cubicBezTo>
                    <a:pt x="79" y="39"/>
                    <a:pt x="84" y="44"/>
                    <a:pt x="90" y="44"/>
                  </a:cubicBezTo>
                  <a:cubicBezTo>
                    <a:pt x="96" y="44"/>
                    <a:pt x="101" y="39"/>
                    <a:pt x="101" y="34"/>
                  </a:cubicBezTo>
                  <a:cubicBezTo>
                    <a:pt x="101" y="28"/>
                    <a:pt x="97" y="24"/>
                    <a:pt x="92" y="23"/>
                  </a:cubicBezTo>
                  <a:cubicBezTo>
                    <a:pt x="92" y="21"/>
                    <a:pt x="92" y="20"/>
                    <a:pt x="92" y="18"/>
                  </a:cubicBezTo>
                  <a:cubicBezTo>
                    <a:pt x="92" y="18"/>
                    <a:pt x="92" y="18"/>
                    <a:pt x="92" y="18"/>
                  </a:cubicBezTo>
                  <a:cubicBezTo>
                    <a:pt x="92" y="18"/>
                    <a:pt x="92" y="18"/>
                    <a:pt x="92" y="18"/>
                  </a:cubicBezTo>
                  <a:cubicBezTo>
                    <a:pt x="92" y="17"/>
                    <a:pt x="92" y="17"/>
                    <a:pt x="92" y="17"/>
                  </a:cubicBezTo>
                  <a:cubicBezTo>
                    <a:pt x="92" y="16"/>
                    <a:pt x="93" y="15"/>
                    <a:pt x="93" y="15"/>
                  </a:cubicBezTo>
                  <a:cubicBezTo>
                    <a:pt x="93" y="15"/>
                    <a:pt x="93" y="15"/>
                    <a:pt x="93" y="15"/>
                  </a:cubicBezTo>
                  <a:cubicBezTo>
                    <a:pt x="93" y="14"/>
                    <a:pt x="93" y="14"/>
                    <a:pt x="94" y="14"/>
                  </a:cubicBezTo>
                  <a:cubicBezTo>
                    <a:pt x="94" y="13"/>
                    <a:pt x="94" y="12"/>
                    <a:pt x="95" y="12"/>
                  </a:cubicBezTo>
                  <a:cubicBezTo>
                    <a:pt x="95" y="12"/>
                    <a:pt x="95" y="12"/>
                    <a:pt x="95" y="12"/>
                  </a:cubicBezTo>
                  <a:cubicBezTo>
                    <a:pt x="95" y="12"/>
                    <a:pt x="95" y="12"/>
                    <a:pt x="95" y="12"/>
                  </a:cubicBezTo>
                  <a:cubicBezTo>
                    <a:pt x="95" y="11"/>
                    <a:pt x="95" y="11"/>
                    <a:pt x="95" y="11"/>
                  </a:cubicBezTo>
                  <a:cubicBezTo>
                    <a:pt x="96" y="10"/>
                    <a:pt x="96" y="10"/>
                    <a:pt x="97" y="10"/>
                  </a:cubicBezTo>
                  <a:cubicBezTo>
                    <a:pt x="97" y="9"/>
                    <a:pt x="98" y="9"/>
                    <a:pt x="98" y="8"/>
                  </a:cubicBezTo>
                  <a:cubicBezTo>
                    <a:pt x="99" y="8"/>
                    <a:pt x="99" y="8"/>
                    <a:pt x="99" y="8"/>
                  </a:cubicBezTo>
                  <a:cubicBezTo>
                    <a:pt x="99" y="7"/>
                    <a:pt x="100" y="7"/>
                    <a:pt x="100" y="7"/>
                  </a:cubicBezTo>
                  <a:cubicBezTo>
                    <a:pt x="103" y="5"/>
                    <a:pt x="105" y="3"/>
                    <a:pt x="108" y="2"/>
                  </a:cubicBezTo>
                  <a:cubicBezTo>
                    <a:pt x="109" y="1"/>
                    <a:pt x="110" y="1"/>
                    <a:pt x="110" y="0"/>
                  </a:cubicBezTo>
                  <a:cubicBezTo>
                    <a:pt x="144" y="0"/>
                    <a:pt x="144" y="0"/>
                    <a:pt x="144" y="0"/>
                  </a:cubicBezTo>
                  <a:cubicBezTo>
                    <a:pt x="143" y="2"/>
                    <a:pt x="143" y="5"/>
                    <a:pt x="142" y="8"/>
                  </a:cubicBezTo>
                  <a:cubicBezTo>
                    <a:pt x="141" y="13"/>
                    <a:pt x="142" y="18"/>
                    <a:pt x="142" y="24"/>
                  </a:cubicBezTo>
                  <a:cubicBezTo>
                    <a:pt x="139" y="26"/>
                    <a:pt x="136" y="29"/>
                    <a:pt x="136" y="34"/>
                  </a:cubicBezTo>
                  <a:cubicBezTo>
                    <a:pt x="136" y="39"/>
                    <a:pt x="141" y="44"/>
                    <a:pt x="147" y="44"/>
                  </a:cubicBezTo>
                  <a:cubicBezTo>
                    <a:pt x="153" y="44"/>
                    <a:pt x="158" y="39"/>
                    <a:pt x="158" y="34"/>
                  </a:cubicBezTo>
                  <a:cubicBezTo>
                    <a:pt x="158" y="29"/>
                    <a:pt x="154" y="25"/>
                    <a:pt x="150" y="23"/>
                  </a:cubicBezTo>
                  <a:cubicBezTo>
                    <a:pt x="149" y="15"/>
                    <a:pt x="149" y="7"/>
                    <a:pt x="153" y="0"/>
                  </a:cubicBezTo>
                  <a:cubicBezTo>
                    <a:pt x="204" y="0"/>
                    <a:pt x="204" y="0"/>
                    <a:pt x="204" y="0"/>
                  </a:cubicBezTo>
                  <a:cubicBezTo>
                    <a:pt x="202" y="3"/>
                    <a:pt x="201" y="7"/>
                    <a:pt x="200" y="12"/>
                  </a:cubicBezTo>
                  <a:cubicBezTo>
                    <a:pt x="199" y="16"/>
                    <a:pt x="199" y="20"/>
                    <a:pt x="199" y="24"/>
                  </a:cubicBezTo>
                  <a:cubicBezTo>
                    <a:pt x="195" y="26"/>
                    <a:pt x="193" y="29"/>
                    <a:pt x="193" y="34"/>
                  </a:cubicBezTo>
                  <a:cubicBezTo>
                    <a:pt x="193" y="39"/>
                    <a:pt x="198" y="44"/>
                    <a:pt x="204" y="44"/>
                  </a:cubicBezTo>
                  <a:cubicBezTo>
                    <a:pt x="210" y="44"/>
                    <a:pt x="215" y="39"/>
                    <a:pt x="215" y="34"/>
                  </a:cubicBezTo>
                  <a:cubicBezTo>
                    <a:pt x="215" y="29"/>
                    <a:pt x="211" y="24"/>
                    <a:pt x="207" y="23"/>
                  </a:cubicBezTo>
                  <a:cubicBezTo>
                    <a:pt x="207" y="22"/>
                    <a:pt x="207" y="21"/>
                    <a:pt x="207" y="20"/>
                  </a:cubicBezTo>
                  <a:cubicBezTo>
                    <a:pt x="207" y="19"/>
                    <a:pt x="207" y="18"/>
                    <a:pt x="207" y="16"/>
                  </a:cubicBezTo>
                  <a:cubicBezTo>
                    <a:pt x="207" y="16"/>
                    <a:pt x="207" y="16"/>
                    <a:pt x="207" y="16"/>
                  </a:cubicBezTo>
                  <a:cubicBezTo>
                    <a:pt x="207" y="16"/>
                    <a:pt x="207" y="16"/>
                    <a:pt x="207" y="16"/>
                  </a:cubicBezTo>
                  <a:cubicBezTo>
                    <a:pt x="207" y="16"/>
                    <a:pt x="207" y="16"/>
                    <a:pt x="207" y="15"/>
                  </a:cubicBezTo>
                  <a:cubicBezTo>
                    <a:pt x="207" y="15"/>
                    <a:pt x="207" y="14"/>
                    <a:pt x="207" y="14"/>
                  </a:cubicBezTo>
                  <a:cubicBezTo>
                    <a:pt x="208" y="8"/>
                    <a:pt x="210" y="5"/>
                    <a:pt x="213" y="0"/>
                  </a:cubicBezTo>
                  <a:cubicBezTo>
                    <a:pt x="214" y="0"/>
                    <a:pt x="214" y="0"/>
                    <a:pt x="214" y="0"/>
                  </a:cubicBezTo>
                  <a:cubicBezTo>
                    <a:pt x="257" y="0"/>
                    <a:pt x="257" y="0"/>
                    <a:pt x="257" y="0"/>
                  </a:cubicBezTo>
                  <a:cubicBezTo>
                    <a:pt x="256" y="2"/>
                    <a:pt x="256" y="4"/>
                    <a:pt x="255" y="7"/>
                  </a:cubicBezTo>
                  <a:cubicBezTo>
                    <a:pt x="254" y="12"/>
                    <a:pt x="255" y="18"/>
                    <a:pt x="256" y="24"/>
                  </a:cubicBezTo>
                  <a:cubicBezTo>
                    <a:pt x="252" y="26"/>
                    <a:pt x="250" y="29"/>
                    <a:pt x="250" y="34"/>
                  </a:cubicBezTo>
                  <a:cubicBezTo>
                    <a:pt x="250" y="39"/>
                    <a:pt x="255" y="44"/>
                    <a:pt x="261" y="44"/>
                  </a:cubicBezTo>
                  <a:cubicBezTo>
                    <a:pt x="267" y="44"/>
                    <a:pt x="271" y="39"/>
                    <a:pt x="271" y="34"/>
                  </a:cubicBezTo>
                  <a:cubicBezTo>
                    <a:pt x="271" y="29"/>
                    <a:pt x="268" y="24"/>
                    <a:pt x="264" y="23"/>
                  </a:cubicBezTo>
                  <a:cubicBezTo>
                    <a:pt x="263" y="18"/>
                    <a:pt x="262" y="13"/>
                    <a:pt x="263" y="8"/>
                  </a:cubicBezTo>
                  <a:cubicBezTo>
                    <a:pt x="264" y="5"/>
                    <a:pt x="264" y="2"/>
                    <a:pt x="265" y="0"/>
                  </a:cubicBezTo>
                  <a:cubicBezTo>
                    <a:pt x="313" y="0"/>
                    <a:pt x="313" y="0"/>
                    <a:pt x="313" y="0"/>
                  </a:cubicBezTo>
                  <a:cubicBezTo>
                    <a:pt x="313" y="3"/>
                    <a:pt x="314" y="6"/>
                    <a:pt x="314" y="9"/>
                  </a:cubicBezTo>
                  <a:cubicBezTo>
                    <a:pt x="314" y="14"/>
                    <a:pt x="314" y="19"/>
                    <a:pt x="313" y="24"/>
                  </a:cubicBezTo>
                  <a:cubicBezTo>
                    <a:pt x="310" y="25"/>
                    <a:pt x="307" y="29"/>
                    <a:pt x="307" y="34"/>
                  </a:cubicBezTo>
                  <a:cubicBezTo>
                    <a:pt x="307" y="39"/>
                    <a:pt x="312" y="44"/>
                    <a:pt x="318" y="44"/>
                  </a:cubicBezTo>
                  <a:cubicBezTo>
                    <a:pt x="324" y="44"/>
                    <a:pt x="328" y="39"/>
                    <a:pt x="328" y="34"/>
                  </a:cubicBezTo>
                  <a:cubicBezTo>
                    <a:pt x="328" y="29"/>
                    <a:pt x="325" y="25"/>
                    <a:pt x="321" y="23"/>
                  </a:cubicBezTo>
                  <a:cubicBezTo>
                    <a:pt x="321" y="18"/>
                    <a:pt x="322" y="13"/>
                    <a:pt x="321" y="8"/>
                  </a:cubicBezTo>
                  <a:cubicBezTo>
                    <a:pt x="321" y="5"/>
                    <a:pt x="321" y="2"/>
                    <a:pt x="321" y="0"/>
                  </a:cubicBezTo>
                  <a:cubicBezTo>
                    <a:pt x="371" y="0"/>
                    <a:pt x="371" y="0"/>
                    <a:pt x="371" y="0"/>
                  </a:cubicBezTo>
                  <a:cubicBezTo>
                    <a:pt x="369" y="7"/>
                    <a:pt x="371" y="15"/>
                    <a:pt x="372" y="23"/>
                  </a:cubicBezTo>
                  <a:cubicBezTo>
                    <a:pt x="367" y="24"/>
                    <a:pt x="364" y="28"/>
                    <a:pt x="364" y="34"/>
                  </a:cubicBezTo>
                  <a:cubicBezTo>
                    <a:pt x="364" y="39"/>
                    <a:pt x="369" y="44"/>
                    <a:pt x="375" y="44"/>
                  </a:cubicBezTo>
                  <a:cubicBezTo>
                    <a:pt x="381" y="44"/>
                    <a:pt x="385" y="39"/>
                    <a:pt x="385" y="34"/>
                  </a:cubicBezTo>
                  <a:cubicBezTo>
                    <a:pt x="385" y="30"/>
                    <a:pt x="383" y="26"/>
                    <a:pt x="381" y="25"/>
                  </a:cubicBezTo>
                  <a:cubicBezTo>
                    <a:pt x="380" y="23"/>
                    <a:pt x="380" y="22"/>
                    <a:pt x="380" y="20"/>
                  </a:cubicBezTo>
                  <a:cubicBezTo>
                    <a:pt x="379" y="17"/>
                    <a:pt x="378" y="13"/>
                    <a:pt x="378" y="11"/>
                  </a:cubicBezTo>
                  <a:cubicBezTo>
                    <a:pt x="378" y="7"/>
                    <a:pt x="378" y="5"/>
                    <a:pt x="379" y="2"/>
                  </a:cubicBezTo>
                  <a:cubicBezTo>
                    <a:pt x="379" y="2"/>
                    <a:pt x="379" y="2"/>
                    <a:pt x="379" y="2"/>
                  </a:cubicBezTo>
                  <a:cubicBezTo>
                    <a:pt x="379" y="2"/>
                    <a:pt x="379" y="2"/>
                    <a:pt x="379" y="1"/>
                  </a:cubicBezTo>
                  <a:cubicBezTo>
                    <a:pt x="379" y="1"/>
                    <a:pt x="379" y="1"/>
                    <a:pt x="379" y="0"/>
                  </a:cubicBezTo>
                  <a:cubicBezTo>
                    <a:pt x="380" y="0"/>
                    <a:pt x="380" y="0"/>
                    <a:pt x="380" y="0"/>
                  </a:cubicBezTo>
                  <a:cubicBezTo>
                    <a:pt x="425" y="0"/>
                    <a:pt x="425" y="0"/>
                    <a:pt x="425" y="0"/>
                  </a:cubicBezTo>
                  <a:cubicBezTo>
                    <a:pt x="424" y="8"/>
                    <a:pt x="424" y="16"/>
                    <a:pt x="426" y="24"/>
                  </a:cubicBezTo>
                  <a:cubicBezTo>
                    <a:pt x="423" y="26"/>
                    <a:pt x="421" y="29"/>
                    <a:pt x="421" y="34"/>
                  </a:cubicBezTo>
                  <a:cubicBezTo>
                    <a:pt x="421" y="39"/>
                    <a:pt x="426" y="44"/>
                    <a:pt x="431" y="44"/>
                  </a:cubicBezTo>
                  <a:cubicBezTo>
                    <a:pt x="437" y="44"/>
                    <a:pt x="442" y="39"/>
                    <a:pt x="442" y="34"/>
                  </a:cubicBezTo>
                  <a:cubicBezTo>
                    <a:pt x="442" y="28"/>
                    <a:pt x="439" y="24"/>
                    <a:pt x="434" y="23"/>
                  </a:cubicBezTo>
                  <a:cubicBezTo>
                    <a:pt x="431" y="15"/>
                    <a:pt x="431" y="8"/>
                    <a:pt x="433" y="0"/>
                  </a:cubicBezTo>
                  <a:cubicBezTo>
                    <a:pt x="487" y="0"/>
                    <a:pt x="487" y="0"/>
                    <a:pt x="487" y="0"/>
                  </a:cubicBezTo>
                  <a:cubicBezTo>
                    <a:pt x="484" y="6"/>
                    <a:pt x="482" y="12"/>
                    <a:pt x="485" y="18"/>
                  </a:cubicBezTo>
                  <a:cubicBezTo>
                    <a:pt x="485" y="20"/>
                    <a:pt x="484" y="22"/>
                    <a:pt x="483" y="24"/>
                  </a:cubicBezTo>
                  <a:cubicBezTo>
                    <a:pt x="481" y="26"/>
                    <a:pt x="479" y="27"/>
                    <a:pt x="478" y="29"/>
                  </a:cubicBezTo>
                  <a:cubicBezTo>
                    <a:pt x="478" y="30"/>
                    <a:pt x="477" y="31"/>
                    <a:pt x="478" y="33"/>
                  </a:cubicBezTo>
                  <a:cubicBezTo>
                    <a:pt x="478" y="33"/>
                    <a:pt x="478" y="33"/>
                    <a:pt x="478" y="34"/>
                  </a:cubicBezTo>
                  <a:cubicBezTo>
                    <a:pt x="478" y="39"/>
                    <a:pt x="482" y="44"/>
                    <a:pt x="488" y="44"/>
                  </a:cubicBezTo>
                  <a:cubicBezTo>
                    <a:pt x="494" y="44"/>
                    <a:pt x="499" y="39"/>
                    <a:pt x="499" y="34"/>
                  </a:cubicBezTo>
                  <a:cubicBezTo>
                    <a:pt x="499" y="29"/>
                    <a:pt x="496" y="25"/>
                    <a:pt x="492" y="23"/>
                  </a:cubicBezTo>
                  <a:cubicBezTo>
                    <a:pt x="492" y="22"/>
                    <a:pt x="493" y="20"/>
                    <a:pt x="494" y="18"/>
                  </a:cubicBezTo>
                  <a:cubicBezTo>
                    <a:pt x="494" y="17"/>
                    <a:pt x="493" y="16"/>
                    <a:pt x="493" y="15"/>
                  </a:cubicBezTo>
                  <a:cubicBezTo>
                    <a:pt x="490" y="11"/>
                    <a:pt x="492" y="7"/>
                    <a:pt x="494" y="3"/>
                  </a:cubicBezTo>
                  <a:cubicBezTo>
                    <a:pt x="494" y="2"/>
                    <a:pt x="495" y="1"/>
                    <a:pt x="496" y="0"/>
                  </a:cubicBezTo>
                  <a:cubicBezTo>
                    <a:pt x="540" y="0"/>
                    <a:pt x="540" y="0"/>
                    <a:pt x="540" y="0"/>
                  </a:cubicBezTo>
                  <a:cubicBezTo>
                    <a:pt x="540" y="4"/>
                    <a:pt x="540" y="9"/>
                    <a:pt x="541" y="14"/>
                  </a:cubicBezTo>
                  <a:cubicBezTo>
                    <a:pt x="541" y="17"/>
                    <a:pt x="542" y="20"/>
                    <a:pt x="544" y="23"/>
                  </a:cubicBezTo>
                  <a:cubicBezTo>
                    <a:pt x="539" y="24"/>
                    <a:pt x="535" y="28"/>
                    <a:pt x="535" y="34"/>
                  </a:cubicBezTo>
                  <a:cubicBezTo>
                    <a:pt x="535" y="39"/>
                    <a:pt x="539" y="44"/>
                    <a:pt x="545" y="44"/>
                  </a:cubicBezTo>
                  <a:cubicBezTo>
                    <a:pt x="551" y="44"/>
                    <a:pt x="556" y="39"/>
                    <a:pt x="556" y="34"/>
                  </a:cubicBezTo>
                  <a:cubicBezTo>
                    <a:pt x="556" y="31"/>
                    <a:pt x="555" y="29"/>
                    <a:pt x="554" y="27"/>
                  </a:cubicBezTo>
                  <a:cubicBezTo>
                    <a:pt x="554" y="26"/>
                    <a:pt x="554" y="24"/>
                    <a:pt x="553" y="23"/>
                  </a:cubicBezTo>
                  <a:cubicBezTo>
                    <a:pt x="553" y="21"/>
                    <a:pt x="552" y="20"/>
                    <a:pt x="551" y="19"/>
                  </a:cubicBezTo>
                  <a:cubicBezTo>
                    <a:pt x="550" y="19"/>
                    <a:pt x="550" y="19"/>
                    <a:pt x="550" y="18"/>
                  </a:cubicBezTo>
                  <a:cubicBezTo>
                    <a:pt x="550" y="18"/>
                    <a:pt x="549" y="16"/>
                    <a:pt x="549" y="15"/>
                  </a:cubicBezTo>
                  <a:cubicBezTo>
                    <a:pt x="548" y="10"/>
                    <a:pt x="548" y="5"/>
                    <a:pt x="548" y="0"/>
                  </a:cubicBezTo>
                  <a:cubicBezTo>
                    <a:pt x="600" y="0"/>
                    <a:pt x="600" y="0"/>
                    <a:pt x="600" y="0"/>
                  </a:cubicBezTo>
                  <a:cubicBezTo>
                    <a:pt x="597" y="8"/>
                    <a:pt x="595" y="17"/>
                    <a:pt x="596" y="25"/>
                  </a:cubicBezTo>
                  <a:cubicBezTo>
                    <a:pt x="593" y="27"/>
                    <a:pt x="591" y="30"/>
                    <a:pt x="591" y="34"/>
                  </a:cubicBezTo>
                  <a:cubicBezTo>
                    <a:pt x="591" y="39"/>
                    <a:pt x="596" y="44"/>
                    <a:pt x="602" y="44"/>
                  </a:cubicBezTo>
                  <a:cubicBezTo>
                    <a:pt x="608" y="44"/>
                    <a:pt x="613" y="39"/>
                    <a:pt x="613" y="34"/>
                  </a:cubicBezTo>
                  <a:cubicBezTo>
                    <a:pt x="613" y="28"/>
                    <a:pt x="609" y="23"/>
                    <a:pt x="603" y="23"/>
                  </a:cubicBezTo>
                  <a:cubicBezTo>
                    <a:pt x="602" y="15"/>
                    <a:pt x="606" y="7"/>
                    <a:pt x="609" y="0"/>
                  </a:cubicBezTo>
                  <a:cubicBezTo>
                    <a:pt x="658" y="0"/>
                    <a:pt x="658" y="0"/>
                    <a:pt x="658" y="0"/>
                  </a:cubicBezTo>
                  <a:cubicBezTo>
                    <a:pt x="658" y="5"/>
                    <a:pt x="655" y="10"/>
                    <a:pt x="652" y="14"/>
                  </a:cubicBezTo>
                  <a:cubicBezTo>
                    <a:pt x="650" y="16"/>
                    <a:pt x="656" y="22"/>
                    <a:pt x="656" y="23"/>
                  </a:cubicBezTo>
                  <a:cubicBezTo>
                    <a:pt x="652" y="25"/>
                    <a:pt x="648" y="29"/>
                    <a:pt x="648" y="34"/>
                  </a:cubicBezTo>
                  <a:cubicBezTo>
                    <a:pt x="648" y="39"/>
                    <a:pt x="653" y="44"/>
                    <a:pt x="659" y="44"/>
                  </a:cubicBezTo>
                  <a:cubicBezTo>
                    <a:pt x="665" y="44"/>
                    <a:pt x="670" y="39"/>
                    <a:pt x="670" y="34"/>
                  </a:cubicBezTo>
                  <a:cubicBezTo>
                    <a:pt x="670" y="29"/>
                    <a:pt x="668" y="26"/>
                    <a:pt x="664" y="24"/>
                  </a:cubicBezTo>
                  <a:cubicBezTo>
                    <a:pt x="664" y="21"/>
                    <a:pt x="666" y="5"/>
                    <a:pt x="666" y="0"/>
                  </a:cubicBezTo>
                  <a:cubicBezTo>
                    <a:pt x="706" y="0"/>
                    <a:pt x="706" y="0"/>
                    <a:pt x="706" y="0"/>
                  </a:cubicBezTo>
                  <a:cubicBezTo>
                    <a:pt x="705" y="4"/>
                    <a:pt x="705" y="9"/>
                    <a:pt x="706" y="13"/>
                  </a:cubicBezTo>
                  <a:cubicBezTo>
                    <a:pt x="707" y="17"/>
                    <a:pt x="708" y="21"/>
                    <a:pt x="710" y="24"/>
                  </a:cubicBezTo>
                  <a:cubicBezTo>
                    <a:pt x="707" y="26"/>
                    <a:pt x="705" y="30"/>
                    <a:pt x="705" y="34"/>
                  </a:cubicBezTo>
                  <a:cubicBezTo>
                    <a:pt x="705" y="39"/>
                    <a:pt x="710" y="44"/>
                    <a:pt x="716" y="44"/>
                  </a:cubicBezTo>
                  <a:cubicBezTo>
                    <a:pt x="722" y="44"/>
                    <a:pt x="727" y="39"/>
                    <a:pt x="727" y="34"/>
                  </a:cubicBezTo>
                  <a:cubicBezTo>
                    <a:pt x="727" y="28"/>
                    <a:pt x="723" y="24"/>
                    <a:pt x="719" y="23"/>
                  </a:cubicBezTo>
                  <a:cubicBezTo>
                    <a:pt x="719" y="15"/>
                    <a:pt x="718" y="7"/>
                    <a:pt x="716" y="0"/>
                  </a:cubicBezTo>
                  <a:cubicBezTo>
                    <a:pt x="761" y="0"/>
                    <a:pt x="761" y="0"/>
                    <a:pt x="761" y="0"/>
                  </a:cubicBezTo>
                  <a:cubicBezTo>
                    <a:pt x="761" y="5"/>
                    <a:pt x="762" y="10"/>
                    <a:pt x="763" y="15"/>
                  </a:cubicBezTo>
                  <a:cubicBezTo>
                    <a:pt x="764" y="18"/>
                    <a:pt x="766" y="21"/>
                    <a:pt x="767" y="25"/>
                  </a:cubicBezTo>
                  <a:cubicBezTo>
                    <a:pt x="764" y="27"/>
                    <a:pt x="762" y="30"/>
                    <a:pt x="762" y="34"/>
                  </a:cubicBezTo>
                  <a:cubicBezTo>
                    <a:pt x="762" y="39"/>
                    <a:pt x="767" y="44"/>
                    <a:pt x="773" y="44"/>
                  </a:cubicBezTo>
                  <a:cubicBezTo>
                    <a:pt x="779" y="44"/>
                    <a:pt x="784" y="39"/>
                    <a:pt x="784" y="34"/>
                  </a:cubicBezTo>
                  <a:cubicBezTo>
                    <a:pt x="784" y="30"/>
                    <a:pt x="782" y="27"/>
                    <a:pt x="780" y="25"/>
                  </a:cubicBezTo>
                  <a:cubicBezTo>
                    <a:pt x="781" y="20"/>
                    <a:pt x="781" y="15"/>
                    <a:pt x="781" y="10"/>
                  </a:cubicBezTo>
                  <a:cubicBezTo>
                    <a:pt x="780" y="7"/>
                    <a:pt x="780" y="3"/>
                    <a:pt x="779" y="0"/>
                  </a:cubicBezTo>
                  <a:cubicBezTo>
                    <a:pt x="830" y="0"/>
                    <a:pt x="830" y="0"/>
                    <a:pt x="830" y="0"/>
                  </a:cubicBezTo>
                  <a:cubicBezTo>
                    <a:pt x="830" y="0"/>
                    <a:pt x="830" y="1"/>
                    <a:pt x="829" y="2"/>
                  </a:cubicBezTo>
                  <a:cubicBezTo>
                    <a:pt x="826" y="9"/>
                    <a:pt x="825" y="17"/>
                    <a:pt x="824" y="25"/>
                  </a:cubicBezTo>
                  <a:cubicBezTo>
                    <a:pt x="821" y="26"/>
                    <a:pt x="819" y="30"/>
                    <a:pt x="819" y="34"/>
                  </a:cubicBezTo>
                  <a:cubicBezTo>
                    <a:pt x="819" y="39"/>
                    <a:pt x="824" y="44"/>
                    <a:pt x="830" y="44"/>
                  </a:cubicBezTo>
                  <a:cubicBezTo>
                    <a:pt x="836" y="44"/>
                    <a:pt x="841" y="39"/>
                    <a:pt x="841" y="34"/>
                  </a:cubicBezTo>
                  <a:cubicBezTo>
                    <a:pt x="841" y="28"/>
                    <a:pt x="837" y="24"/>
                    <a:pt x="832" y="23"/>
                  </a:cubicBezTo>
                  <a:cubicBezTo>
                    <a:pt x="833" y="16"/>
                    <a:pt x="834" y="10"/>
                    <a:pt x="837" y="4"/>
                  </a:cubicBezTo>
                  <a:cubicBezTo>
                    <a:pt x="837" y="2"/>
                    <a:pt x="838" y="1"/>
                    <a:pt x="839" y="0"/>
                  </a:cubicBezTo>
                  <a:lnTo>
                    <a:pt x="863" y="0"/>
                  </a:lnTo>
                  <a:close/>
                </a:path>
              </a:pathLst>
            </a:custGeom>
            <a:solidFill>
              <a:schemeClr val="dk2"/>
            </a:solidFill>
            <a:ln>
              <a:noFill/>
            </a:ln>
            <a:effectLst>
              <a:outerShdw blurRad="57150" rotWithShape="0" algn="bl" dir="8940000" dist="19050">
                <a:srgbClr val="000000">
                  <a:alpha val="29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8" name="Google Shape;1168;p29"/>
            <p:cNvSpPr/>
            <p:nvPr/>
          </p:nvSpPr>
          <p:spPr>
            <a:xfrm>
              <a:off x="5662613" y="244476"/>
              <a:ext cx="3259139" cy="523875"/>
            </a:xfrm>
            <a:custGeom>
              <a:rect b="b" l="l" r="r" t="t"/>
              <a:pathLst>
                <a:path extrusionOk="0" h="139" w="863">
                  <a:moveTo>
                    <a:pt x="824" y="128"/>
                  </a:moveTo>
                  <a:cubicBezTo>
                    <a:pt x="824" y="112"/>
                    <a:pt x="824" y="112"/>
                    <a:pt x="824" y="112"/>
                  </a:cubicBezTo>
                  <a:cubicBezTo>
                    <a:pt x="862" y="112"/>
                    <a:pt x="862" y="112"/>
                    <a:pt x="862" y="112"/>
                  </a:cubicBezTo>
                  <a:cubicBezTo>
                    <a:pt x="862" y="112"/>
                    <a:pt x="862" y="112"/>
                    <a:pt x="863" y="112"/>
                  </a:cubicBezTo>
                  <a:cubicBezTo>
                    <a:pt x="863" y="111"/>
                    <a:pt x="863" y="111"/>
                    <a:pt x="863" y="111"/>
                  </a:cubicBezTo>
                  <a:cubicBezTo>
                    <a:pt x="862" y="110"/>
                    <a:pt x="862" y="110"/>
                    <a:pt x="862" y="110"/>
                  </a:cubicBezTo>
                  <a:cubicBezTo>
                    <a:pt x="824" y="110"/>
                    <a:pt x="824" y="110"/>
                    <a:pt x="824" y="110"/>
                  </a:cubicBezTo>
                  <a:cubicBezTo>
                    <a:pt x="824" y="75"/>
                    <a:pt x="824" y="75"/>
                    <a:pt x="824" y="75"/>
                  </a:cubicBezTo>
                  <a:cubicBezTo>
                    <a:pt x="862" y="75"/>
                    <a:pt x="862" y="75"/>
                    <a:pt x="862" y="75"/>
                  </a:cubicBezTo>
                  <a:cubicBezTo>
                    <a:pt x="862" y="75"/>
                    <a:pt x="862" y="75"/>
                    <a:pt x="863" y="75"/>
                  </a:cubicBezTo>
                  <a:cubicBezTo>
                    <a:pt x="863" y="74"/>
                    <a:pt x="863" y="74"/>
                    <a:pt x="863" y="74"/>
                  </a:cubicBezTo>
                  <a:cubicBezTo>
                    <a:pt x="862" y="74"/>
                    <a:pt x="862" y="73"/>
                    <a:pt x="862" y="73"/>
                  </a:cubicBezTo>
                  <a:cubicBezTo>
                    <a:pt x="824" y="73"/>
                    <a:pt x="824" y="73"/>
                    <a:pt x="824" y="73"/>
                  </a:cubicBezTo>
                  <a:cubicBezTo>
                    <a:pt x="824" y="39"/>
                    <a:pt x="824" y="39"/>
                    <a:pt x="824" y="39"/>
                  </a:cubicBezTo>
                  <a:cubicBezTo>
                    <a:pt x="862" y="39"/>
                    <a:pt x="862" y="39"/>
                    <a:pt x="862" y="39"/>
                  </a:cubicBezTo>
                  <a:cubicBezTo>
                    <a:pt x="862" y="39"/>
                    <a:pt x="862" y="38"/>
                    <a:pt x="863" y="38"/>
                  </a:cubicBezTo>
                  <a:cubicBezTo>
                    <a:pt x="863" y="37"/>
                    <a:pt x="863" y="37"/>
                    <a:pt x="863" y="37"/>
                  </a:cubicBezTo>
                  <a:cubicBezTo>
                    <a:pt x="862" y="37"/>
                    <a:pt x="862" y="37"/>
                    <a:pt x="862" y="37"/>
                  </a:cubicBezTo>
                  <a:cubicBezTo>
                    <a:pt x="824" y="37"/>
                    <a:pt x="824" y="37"/>
                    <a:pt x="824" y="37"/>
                  </a:cubicBezTo>
                  <a:cubicBezTo>
                    <a:pt x="824" y="2"/>
                    <a:pt x="824" y="2"/>
                    <a:pt x="824" y="2"/>
                  </a:cubicBezTo>
                  <a:cubicBezTo>
                    <a:pt x="862" y="2"/>
                    <a:pt x="862" y="2"/>
                    <a:pt x="862" y="2"/>
                  </a:cubicBezTo>
                  <a:cubicBezTo>
                    <a:pt x="862" y="2"/>
                    <a:pt x="862" y="2"/>
                    <a:pt x="863" y="1"/>
                  </a:cubicBezTo>
                  <a:cubicBezTo>
                    <a:pt x="863" y="0"/>
                    <a:pt x="863" y="0"/>
                    <a:pt x="863" y="0"/>
                  </a:cubicBezTo>
                  <a:cubicBezTo>
                    <a:pt x="862" y="0"/>
                    <a:pt x="862" y="0"/>
                    <a:pt x="862" y="0"/>
                  </a:cubicBezTo>
                  <a:cubicBezTo>
                    <a:pt x="1" y="0"/>
                    <a:pt x="1" y="0"/>
                    <a:pt x="1" y="0"/>
                  </a:cubicBezTo>
                  <a:cubicBezTo>
                    <a:pt x="1" y="0"/>
                    <a:pt x="0" y="0"/>
                    <a:pt x="0" y="0"/>
                  </a:cubicBezTo>
                  <a:cubicBezTo>
                    <a:pt x="0" y="1"/>
                    <a:pt x="0" y="1"/>
                    <a:pt x="0" y="1"/>
                  </a:cubicBezTo>
                  <a:cubicBezTo>
                    <a:pt x="0" y="2"/>
                    <a:pt x="1" y="2"/>
                    <a:pt x="1" y="2"/>
                  </a:cubicBezTo>
                  <a:cubicBezTo>
                    <a:pt x="40" y="2"/>
                    <a:pt x="40" y="2"/>
                    <a:pt x="40" y="2"/>
                  </a:cubicBezTo>
                  <a:cubicBezTo>
                    <a:pt x="40" y="37"/>
                    <a:pt x="40" y="37"/>
                    <a:pt x="40" y="37"/>
                  </a:cubicBezTo>
                  <a:cubicBezTo>
                    <a:pt x="1" y="37"/>
                    <a:pt x="1" y="37"/>
                    <a:pt x="1" y="37"/>
                  </a:cubicBezTo>
                  <a:cubicBezTo>
                    <a:pt x="1" y="37"/>
                    <a:pt x="0" y="37"/>
                    <a:pt x="0" y="37"/>
                  </a:cubicBezTo>
                  <a:cubicBezTo>
                    <a:pt x="0" y="38"/>
                    <a:pt x="0" y="38"/>
                    <a:pt x="0" y="38"/>
                  </a:cubicBezTo>
                  <a:cubicBezTo>
                    <a:pt x="0" y="38"/>
                    <a:pt x="1" y="39"/>
                    <a:pt x="1" y="39"/>
                  </a:cubicBezTo>
                  <a:cubicBezTo>
                    <a:pt x="40" y="39"/>
                    <a:pt x="40" y="39"/>
                    <a:pt x="40" y="39"/>
                  </a:cubicBezTo>
                  <a:cubicBezTo>
                    <a:pt x="40" y="73"/>
                    <a:pt x="40" y="73"/>
                    <a:pt x="40" y="73"/>
                  </a:cubicBezTo>
                  <a:cubicBezTo>
                    <a:pt x="1" y="73"/>
                    <a:pt x="1" y="73"/>
                    <a:pt x="1" y="73"/>
                  </a:cubicBezTo>
                  <a:cubicBezTo>
                    <a:pt x="1" y="73"/>
                    <a:pt x="0" y="74"/>
                    <a:pt x="0" y="74"/>
                  </a:cubicBezTo>
                  <a:cubicBezTo>
                    <a:pt x="0" y="75"/>
                    <a:pt x="0" y="75"/>
                    <a:pt x="0" y="75"/>
                  </a:cubicBezTo>
                  <a:cubicBezTo>
                    <a:pt x="0" y="75"/>
                    <a:pt x="1" y="75"/>
                    <a:pt x="1" y="75"/>
                  </a:cubicBezTo>
                  <a:cubicBezTo>
                    <a:pt x="40" y="75"/>
                    <a:pt x="40" y="75"/>
                    <a:pt x="40" y="75"/>
                  </a:cubicBezTo>
                  <a:cubicBezTo>
                    <a:pt x="40" y="110"/>
                    <a:pt x="40" y="110"/>
                    <a:pt x="40" y="110"/>
                  </a:cubicBezTo>
                  <a:cubicBezTo>
                    <a:pt x="1" y="110"/>
                    <a:pt x="1" y="110"/>
                    <a:pt x="1" y="110"/>
                  </a:cubicBezTo>
                  <a:cubicBezTo>
                    <a:pt x="1" y="110"/>
                    <a:pt x="0" y="110"/>
                    <a:pt x="0" y="111"/>
                  </a:cubicBezTo>
                  <a:cubicBezTo>
                    <a:pt x="0" y="112"/>
                    <a:pt x="0" y="112"/>
                    <a:pt x="0" y="112"/>
                  </a:cubicBezTo>
                  <a:cubicBezTo>
                    <a:pt x="0" y="112"/>
                    <a:pt x="1" y="112"/>
                    <a:pt x="1" y="112"/>
                  </a:cubicBezTo>
                  <a:cubicBezTo>
                    <a:pt x="40" y="112"/>
                    <a:pt x="40" y="112"/>
                    <a:pt x="40" y="112"/>
                  </a:cubicBezTo>
                  <a:cubicBezTo>
                    <a:pt x="40" y="126"/>
                    <a:pt x="40" y="126"/>
                    <a:pt x="40" y="126"/>
                  </a:cubicBezTo>
                  <a:cubicBezTo>
                    <a:pt x="40" y="126"/>
                    <a:pt x="41" y="126"/>
                    <a:pt x="42" y="126"/>
                  </a:cubicBezTo>
                  <a:cubicBezTo>
                    <a:pt x="42" y="112"/>
                    <a:pt x="42" y="112"/>
                    <a:pt x="42" y="112"/>
                  </a:cubicBezTo>
                  <a:cubicBezTo>
                    <a:pt x="79" y="112"/>
                    <a:pt x="79" y="112"/>
                    <a:pt x="79" y="112"/>
                  </a:cubicBezTo>
                  <a:cubicBezTo>
                    <a:pt x="79" y="130"/>
                    <a:pt x="79" y="130"/>
                    <a:pt x="79" y="130"/>
                  </a:cubicBezTo>
                  <a:cubicBezTo>
                    <a:pt x="80" y="130"/>
                    <a:pt x="80" y="129"/>
                    <a:pt x="81" y="129"/>
                  </a:cubicBezTo>
                  <a:cubicBezTo>
                    <a:pt x="81" y="112"/>
                    <a:pt x="81" y="112"/>
                    <a:pt x="81" y="112"/>
                  </a:cubicBezTo>
                  <a:cubicBezTo>
                    <a:pt x="118" y="112"/>
                    <a:pt x="118" y="112"/>
                    <a:pt x="118" y="112"/>
                  </a:cubicBezTo>
                  <a:cubicBezTo>
                    <a:pt x="118" y="130"/>
                    <a:pt x="118" y="130"/>
                    <a:pt x="118" y="130"/>
                  </a:cubicBezTo>
                  <a:cubicBezTo>
                    <a:pt x="119" y="130"/>
                    <a:pt x="119" y="130"/>
                    <a:pt x="120" y="130"/>
                  </a:cubicBezTo>
                  <a:cubicBezTo>
                    <a:pt x="120" y="112"/>
                    <a:pt x="120" y="112"/>
                    <a:pt x="120" y="112"/>
                  </a:cubicBezTo>
                  <a:cubicBezTo>
                    <a:pt x="155" y="112"/>
                    <a:pt x="155" y="112"/>
                    <a:pt x="155" y="112"/>
                  </a:cubicBezTo>
                  <a:cubicBezTo>
                    <a:pt x="155" y="127"/>
                    <a:pt x="155" y="127"/>
                    <a:pt x="155" y="127"/>
                  </a:cubicBezTo>
                  <a:cubicBezTo>
                    <a:pt x="156" y="127"/>
                    <a:pt x="156" y="126"/>
                    <a:pt x="157" y="126"/>
                  </a:cubicBezTo>
                  <a:cubicBezTo>
                    <a:pt x="157" y="112"/>
                    <a:pt x="157" y="112"/>
                    <a:pt x="157" y="112"/>
                  </a:cubicBezTo>
                  <a:cubicBezTo>
                    <a:pt x="192" y="112"/>
                    <a:pt x="192" y="112"/>
                    <a:pt x="192" y="112"/>
                  </a:cubicBezTo>
                  <a:cubicBezTo>
                    <a:pt x="192" y="128"/>
                    <a:pt x="192" y="128"/>
                    <a:pt x="192" y="128"/>
                  </a:cubicBezTo>
                  <a:cubicBezTo>
                    <a:pt x="192" y="128"/>
                    <a:pt x="193" y="128"/>
                    <a:pt x="194" y="128"/>
                  </a:cubicBezTo>
                  <a:cubicBezTo>
                    <a:pt x="194" y="128"/>
                    <a:pt x="194" y="128"/>
                    <a:pt x="194" y="128"/>
                  </a:cubicBezTo>
                  <a:cubicBezTo>
                    <a:pt x="194" y="112"/>
                    <a:pt x="194" y="112"/>
                    <a:pt x="194" y="112"/>
                  </a:cubicBezTo>
                  <a:cubicBezTo>
                    <a:pt x="229" y="112"/>
                    <a:pt x="229" y="112"/>
                    <a:pt x="229" y="112"/>
                  </a:cubicBezTo>
                  <a:cubicBezTo>
                    <a:pt x="229" y="131"/>
                    <a:pt x="229" y="131"/>
                    <a:pt x="229" y="131"/>
                  </a:cubicBezTo>
                  <a:cubicBezTo>
                    <a:pt x="229" y="131"/>
                    <a:pt x="230" y="132"/>
                    <a:pt x="231" y="132"/>
                  </a:cubicBezTo>
                  <a:cubicBezTo>
                    <a:pt x="231" y="112"/>
                    <a:pt x="231" y="112"/>
                    <a:pt x="231" y="112"/>
                  </a:cubicBezTo>
                  <a:cubicBezTo>
                    <a:pt x="266" y="112"/>
                    <a:pt x="266" y="112"/>
                    <a:pt x="266" y="112"/>
                  </a:cubicBezTo>
                  <a:cubicBezTo>
                    <a:pt x="266" y="135"/>
                    <a:pt x="266" y="135"/>
                    <a:pt x="266" y="135"/>
                  </a:cubicBezTo>
                  <a:cubicBezTo>
                    <a:pt x="266" y="135"/>
                    <a:pt x="267" y="135"/>
                    <a:pt x="268" y="135"/>
                  </a:cubicBezTo>
                  <a:cubicBezTo>
                    <a:pt x="268" y="112"/>
                    <a:pt x="268" y="112"/>
                    <a:pt x="268" y="112"/>
                  </a:cubicBezTo>
                  <a:cubicBezTo>
                    <a:pt x="303" y="112"/>
                    <a:pt x="303" y="112"/>
                    <a:pt x="303" y="112"/>
                  </a:cubicBezTo>
                  <a:cubicBezTo>
                    <a:pt x="303" y="129"/>
                    <a:pt x="303" y="129"/>
                    <a:pt x="303" y="129"/>
                  </a:cubicBezTo>
                  <a:cubicBezTo>
                    <a:pt x="303" y="129"/>
                    <a:pt x="304" y="129"/>
                    <a:pt x="305" y="129"/>
                  </a:cubicBezTo>
                  <a:cubicBezTo>
                    <a:pt x="305" y="112"/>
                    <a:pt x="305" y="112"/>
                    <a:pt x="305" y="112"/>
                  </a:cubicBezTo>
                  <a:cubicBezTo>
                    <a:pt x="340" y="112"/>
                    <a:pt x="340" y="112"/>
                    <a:pt x="340" y="112"/>
                  </a:cubicBezTo>
                  <a:cubicBezTo>
                    <a:pt x="340" y="125"/>
                    <a:pt x="340" y="125"/>
                    <a:pt x="340" y="125"/>
                  </a:cubicBezTo>
                  <a:cubicBezTo>
                    <a:pt x="340" y="125"/>
                    <a:pt x="341" y="125"/>
                    <a:pt x="342" y="125"/>
                  </a:cubicBezTo>
                  <a:cubicBezTo>
                    <a:pt x="342" y="112"/>
                    <a:pt x="342" y="112"/>
                    <a:pt x="342" y="112"/>
                  </a:cubicBezTo>
                  <a:cubicBezTo>
                    <a:pt x="376" y="112"/>
                    <a:pt x="376" y="112"/>
                    <a:pt x="376" y="112"/>
                  </a:cubicBezTo>
                  <a:cubicBezTo>
                    <a:pt x="376" y="127"/>
                    <a:pt x="376" y="127"/>
                    <a:pt x="376" y="127"/>
                  </a:cubicBezTo>
                  <a:cubicBezTo>
                    <a:pt x="377" y="127"/>
                    <a:pt x="378" y="127"/>
                    <a:pt x="378" y="128"/>
                  </a:cubicBezTo>
                  <a:cubicBezTo>
                    <a:pt x="378" y="112"/>
                    <a:pt x="378" y="112"/>
                    <a:pt x="378" y="112"/>
                  </a:cubicBezTo>
                  <a:cubicBezTo>
                    <a:pt x="413" y="112"/>
                    <a:pt x="413" y="112"/>
                    <a:pt x="413" y="112"/>
                  </a:cubicBezTo>
                  <a:cubicBezTo>
                    <a:pt x="413" y="136"/>
                    <a:pt x="413" y="136"/>
                    <a:pt x="413" y="136"/>
                  </a:cubicBezTo>
                  <a:cubicBezTo>
                    <a:pt x="414" y="137"/>
                    <a:pt x="415" y="137"/>
                    <a:pt x="415" y="137"/>
                  </a:cubicBezTo>
                  <a:cubicBezTo>
                    <a:pt x="415" y="112"/>
                    <a:pt x="415" y="112"/>
                    <a:pt x="415" y="112"/>
                  </a:cubicBezTo>
                  <a:cubicBezTo>
                    <a:pt x="450" y="112"/>
                    <a:pt x="450" y="112"/>
                    <a:pt x="450" y="112"/>
                  </a:cubicBezTo>
                  <a:cubicBezTo>
                    <a:pt x="450" y="139"/>
                    <a:pt x="450" y="139"/>
                    <a:pt x="450" y="139"/>
                  </a:cubicBezTo>
                  <a:cubicBezTo>
                    <a:pt x="451" y="139"/>
                    <a:pt x="452" y="139"/>
                    <a:pt x="452" y="139"/>
                  </a:cubicBezTo>
                  <a:cubicBezTo>
                    <a:pt x="452" y="112"/>
                    <a:pt x="452" y="112"/>
                    <a:pt x="452" y="112"/>
                  </a:cubicBezTo>
                  <a:cubicBezTo>
                    <a:pt x="487" y="112"/>
                    <a:pt x="487" y="112"/>
                    <a:pt x="487" y="112"/>
                  </a:cubicBezTo>
                  <a:cubicBezTo>
                    <a:pt x="487" y="129"/>
                    <a:pt x="487" y="129"/>
                    <a:pt x="487" y="129"/>
                  </a:cubicBezTo>
                  <a:cubicBezTo>
                    <a:pt x="488" y="129"/>
                    <a:pt x="488" y="129"/>
                    <a:pt x="489" y="128"/>
                  </a:cubicBezTo>
                  <a:cubicBezTo>
                    <a:pt x="489" y="112"/>
                    <a:pt x="489" y="112"/>
                    <a:pt x="489" y="112"/>
                  </a:cubicBezTo>
                  <a:cubicBezTo>
                    <a:pt x="524" y="112"/>
                    <a:pt x="524" y="112"/>
                    <a:pt x="524" y="112"/>
                  </a:cubicBezTo>
                  <a:cubicBezTo>
                    <a:pt x="524" y="130"/>
                    <a:pt x="524" y="130"/>
                    <a:pt x="524" y="130"/>
                  </a:cubicBezTo>
                  <a:cubicBezTo>
                    <a:pt x="524" y="130"/>
                    <a:pt x="524" y="130"/>
                    <a:pt x="525" y="130"/>
                  </a:cubicBezTo>
                  <a:cubicBezTo>
                    <a:pt x="525" y="130"/>
                    <a:pt x="526" y="130"/>
                    <a:pt x="526" y="130"/>
                  </a:cubicBezTo>
                  <a:cubicBezTo>
                    <a:pt x="526" y="112"/>
                    <a:pt x="526" y="112"/>
                    <a:pt x="526" y="112"/>
                  </a:cubicBezTo>
                  <a:cubicBezTo>
                    <a:pt x="563" y="112"/>
                    <a:pt x="563" y="112"/>
                    <a:pt x="563" y="112"/>
                  </a:cubicBezTo>
                  <a:cubicBezTo>
                    <a:pt x="563" y="126"/>
                    <a:pt x="563" y="126"/>
                    <a:pt x="563" y="126"/>
                  </a:cubicBezTo>
                  <a:cubicBezTo>
                    <a:pt x="564" y="126"/>
                    <a:pt x="564" y="126"/>
                    <a:pt x="565" y="126"/>
                  </a:cubicBezTo>
                  <a:cubicBezTo>
                    <a:pt x="565" y="112"/>
                    <a:pt x="565" y="112"/>
                    <a:pt x="565" y="112"/>
                  </a:cubicBezTo>
                  <a:cubicBezTo>
                    <a:pt x="600" y="112"/>
                    <a:pt x="600" y="112"/>
                    <a:pt x="600" y="112"/>
                  </a:cubicBezTo>
                  <a:cubicBezTo>
                    <a:pt x="600" y="121"/>
                    <a:pt x="600" y="121"/>
                    <a:pt x="600" y="121"/>
                  </a:cubicBezTo>
                  <a:cubicBezTo>
                    <a:pt x="601" y="121"/>
                    <a:pt x="601" y="121"/>
                    <a:pt x="602" y="120"/>
                  </a:cubicBezTo>
                  <a:cubicBezTo>
                    <a:pt x="602" y="112"/>
                    <a:pt x="602" y="112"/>
                    <a:pt x="602" y="112"/>
                  </a:cubicBezTo>
                  <a:cubicBezTo>
                    <a:pt x="637" y="112"/>
                    <a:pt x="637" y="112"/>
                    <a:pt x="637" y="112"/>
                  </a:cubicBezTo>
                  <a:cubicBezTo>
                    <a:pt x="637" y="121"/>
                    <a:pt x="637" y="121"/>
                    <a:pt x="637" y="121"/>
                  </a:cubicBezTo>
                  <a:cubicBezTo>
                    <a:pt x="638" y="121"/>
                    <a:pt x="638" y="121"/>
                    <a:pt x="639" y="121"/>
                  </a:cubicBezTo>
                  <a:cubicBezTo>
                    <a:pt x="639" y="112"/>
                    <a:pt x="639" y="112"/>
                    <a:pt x="639" y="112"/>
                  </a:cubicBezTo>
                  <a:cubicBezTo>
                    <a:pt x="674" y="112"/>
                    <a:pt x="674" y="112"/>
                    <a:pt x="674" y="112"/>
                  </a:cubicBezTo>
                  <a:cubicBezTo>
                    <a:pt x="674" y="127"/>
                    <a:pt x="674" y="127"/>
                    <a:pt x="674" y="127"/>
                  </a:cubicBezTo>
                  <a:cubicBezTo>
                    <a:pt x="675" y="127"/>
                    <a:pt x="675" y="128"/>
                    <a:pt x="676" y="128"/>
                  </a:cubicBezTo>
                  <a:cubicBezTo>
                    <a:pt x="676" y="112"/>
                    <a:pt x="676" y="112"/>
                    <a:pt x="676" y="112"/>
                  </a:cubicBezTo>
                  <a:cubicBezTo>
                    <a:pt x="711" y="112"/>
                    <a:pt x="711" y="112"/>
                    <a:pt x="711" y="112"/>
                  </a:cubicBezTo>
                  <a:cubicBezTo>
                    <a:pt x="711" y="136"/>
                    <a:pt x="711" y="136"/>
                    <a:pt x="711" y="136"/>
                  </a:cubicBezTo>
                  <a:cubicBezTo>
                    <a:pt x="711" y="136"/>
                    <a:pt x="712" y="136"/>
                    <a:pt x="713" y="135"/>
                  </a:cubicBezTo>
                  <a:cubicBezTo>
                    <a:pt x="713" y="112"/>
                    <a:pt x="713" y="112"/>
                    <a:pt x="713" y="112"/>
                  </a:cubicBezTo>
                  <a:cubicBezTo>
                    <a:pt x="748" y="112"/>
                    <a:pt x="748" y="112"/>
                    <a:pt x="748" y="112"/>
                  </a:cubicBezTo>
                  <a:cubicBezTo>
                    <a:pt x="748" y="137"/>
                    <a:pt x="748" y="137"/>
                    <a:pt x="748" y="137"/>
                  </a:cubicBezTo>
                  <a:cubicBezTo>
                    <a:pt x="748" y="137"/>
                    <a:pt x="749" y="138"/>
                    <a:pt x="750" y="139"/>
                  </a:cubicBezTo>
                  <a:cubicBezTo>
                    <a:pt x="750" y="112"/>
                    <a:pt x="750" y="112"/>
                    <a:pt x="750" y="112"/>
                  </a:cubicBezTo>
                  <a:cubicBezTo>
                    <a:pt x="785" y="112"/>
                    <a:pt x="785" y="112"/>
                    <a:pt x="785" y="112"/>
                  </a:cubicBezTo>
                  <a:cubicBezTo>
                    <a:pt x="785" y="136"/>
                    <a:pt x="785" y="136"/>
                    <a:pt x="785" y="136"/>
                  </a:cubicBezTo>
                  <a:cubicBezTo>
                    <a:pt x="785" y="136"/>
                    <a:pt x="786" y="136"/>
                    <a:pt x="787" y="136"/>
                  </a:cubicBezTo>
                  <a:cubicBezTo>
                    <a:pt x="787" y="112"/>
                    <a:pt x="787" y="112"/>
                    <a:pt x="787" y="112"/>
                  </a:cubicBezTo>
                  <a:cubicBezTo>
                    <a:pt x="822" y="112"/>
                    <a:pt x="822" y="112"/>
                    <a:pt x="822" y="112"/>
                  </a:cubicBezTo>
                  <a:cubicBezTo>
                    <a:pt x="822" y="129"/>
                    <a:pt x="822" y="129"/>
                    <a:pt x="822" y="129"/>
                  </a:cubicBezTo>
                  <a:cubicBezTo>
                    <a:pt x="822" y="129"/>
                    <a:pt x="823" y="128"/>
                    <a:pt x="824" y="128"/>
                  </a:cubicBezTo>
                  <a:close/>
                  <a:moveTo>
                    <a:pt x="79" y="110"/>
                  </a:moveTo>
                  <a:cubicBezTo>
                    <a:pt x="42" y="110"/>
                    <a:pt x="42" y="110"/>
                    <a:pt x="42" y="110"/>
                  </a:cubicBezTo>
                  <a:cubicBezTo>
                    <a:pt x="42" y="75"/>
                    <a:pt x="42" y="75"/>
                    <a:pt x="42" y="75"/>
                  </a:cubicBezTo>
                  <a:cubicBezTo>
                    <a:pt x="79" y="75"/>
                    <a:pt x="79" y="75"/>
                    <a:pt x="79" y="75"/>
                  </a:cubicBezTo>
                  <a:lnTo>
                    <a:pt x="79" y="110"/>
                  </a:lnTo>
                  <a:close/>
                  <a:moveTo>
                    <a:pt x="79" y="73"/>
                  </a:moveTo>
                  <a:cubicBezTo>
                    <a:pt x="42" y="73"/>
                    <a:pt x="42" y="73"/>
                    <a:pt x="42" y="73"/>
                  </a:cubicBezTo>
                  <a:cubicBezTo>
                    <a:pt x="42" y="39"/>
                    <a:pt x="42" y="39"/>
                    <a:pt x="42" y="39"/>
                  </a:cubicBezTo>
                  <a:cubicBezTo>
                    <a:pt x="79" y="39"/>
                    <a:pt x="79" y="39"/>
                    <a:pt x="79" y="39"/>
                  </a:cubicBezTo>
                  <a:lnTo>
                    <a:pt x="79" y="73"/>
                  </a:lnTo>
                  <a:close/>
                  <a:moveTo>
                    <a:pt x="79" y="37"/>
                  </a:moveTo>
                  <a:cubicBezTo>
                    <a:pt x="42" y="37"/>
                    <a:pt x="42" y="37"/>
                    <a:pt x="42" y="37"/>
                  </a:cubicBezTo>
                  <a:cubicBezTo>
                    <a:pt x="42" y="2"/>
                    <a:pt x="42" y="2"/>
                    <a:pt x="42" y="2"/>
                  </a:cubicBezTo>
                  <a:cubicBezTo>
                    <a:pt x="79" y="2"/>
                    <a:pt x="79" y="2"/>
                    <a:pt x="79" y="2"/>
                  </a:cubicBezTo>
                  <a:lnTo>
                    <a:pt x="79" y="37"/>
                  </a:lnTo>
                  <a:close/>
                  <a:moveTo>
                    <a:pt x="118" y="110"/>
                  </a:moveTo>
                  <a:cubicBezTo>
                    <a:pt x="81" y="110"/>
                    <a:pt x="81" y="110"/>
                    <a:pt x="81" y="110"/>
                  </a:cubicBezTo>
                  <a:cubicBezTo>
                    <a:pt x="81" y="75"/>
                    <a:pt x="81" y="75"/>
                    <a:pt x="81" y="75"/>
                  </a:cubicBezTo>
                  <a:cubicBezTo>
                    <a:pt x="118" y="75"/>
                    <a:pt x="118" y="75"/>
                    <a:pt x="118" y="75"/>
                  </a:cubicBezTo>
                  <a:lnTo>
                    <a:pt x="118" y="110"/>
                  </a:lnTo>
                  <a:close/>
                  <a:moveTo>
                    <a:pt x="118" y="73"/>
                  </a:moveTo>
                  <a:cubicBezTo>
                    <a:pt x="81" y="73"/>
                    <a:pt x="81" y="73"/>
                    <a:pt x="81" y="73"/>
                  </a:cubicBezTo>
                  <a:cubicBezTo>
                    <a:pt x="81" y="39"/>
                    <a:pt x="81" y="39"/>
                    <a:pt x="81" y="39"/>
                  </a:cubicBezTo>
                  <a:cubicBezTo>
                    <a:pt x="118" y="39"/>
                    <a:pt x="118" y="39"/>
                    <a:pt x="118" y="39"/>
                  </a:cubicBezTo>
                  <a:lnTo>
                    <a:pt x="118" y="73"/>
                  </a:lnTo>
                  <a:close/>
                  <a:moveTo>
                    <a:pt x="118" y="37"/>
                  </a:moveTo>
                  <a:cubicBezTo>
                    <a:pt x="81" y="37"/>
                    <a:pt x="81" y="37"/>
                    <a:pt x="81" y="37"/>
                  </a:cubicBezTo>
                  <a:cubicBezTo>
                    <a:pt x="81" y="2"/>
                    <a:pt x="81" y="2"/>
                    <a:pt x="81" y="2"/>
                  </a:cubicBezTo>
                  <a:cubicBezTo>
                    <a:pt x="118" y="2"/>
                    <a:pt x="118" y="2"/>
                    <a:pt x="118" y="2"/>
                  </a:cubicBezTo>
                  <a:lnTo>
                    <a:pt x="118" y="37"/>
                  </a:lnTo>
                  <a:close/>
                  <a:moveTo>
                    <a:pt x="155" y="110"/>
                  </a:moveTo>
                  <a:cubicBezTo>
                    <a:pt x="120" y="110"/>
                    <a:pt x="120" y="110"/>
                    <a:pt x="120" y="110"/>
                  </a:cubicBezTo>
                  <a:cubicBezTo>
                    <a:pt x="120" y="75"/>
                    <a:pt x="120" y="75"/>
                    <a:pt x="120" y="75"/>
                  </a:cubicBezTo>
                  <a:cubicBezTo>
                    <a:pt x="155" y="75"/>
                    <a:pt x="155" y="75"/>
                    <a:pt x="155" y="75"/>
                  </a:cubicBezTo>
                  <a:lnTo>
                    <a:pt x="155" y="110"/>
                  </a:lnTo>
                  <a:close/>
                  <a:moveTo>
                    <a:pt x="155" y="73"/>
                  </a:moveTo>
                  <a:cubicBezTo>
                    <a:pt x="120" y="73"/>
                    <a:pt x="120" y="73"/>
                    <a:pt x="120" y="73"/>
                  </a:cubicBezTo>
                  <a:cubicBezTo>
                    <a:pt x="120" y="39"/>
                    <a:pt x="120" y="39"/>
                    <a:pt x="120" y="39"/>
                  </a:cubicBezTo>
                  <a:cubicBezTo>
                    <a:pt x="155" y="39"/>
                    <a:pt x="155" y="39"/>
                    <a:pt x="155" y="39"/>
                  </a:cubicBezTo>
                  <a:lnTo>
                    <a:pt x="155" y="73"/>
                  </a:lnTo>
                  <a:close/>
                  <a:moveTo>
                    <a:pt x="155" y="37"/>
                  </a:moveTo>
                  <a:cubicBezTo>
                    <a:pt x="120" y="37"/>
                    <a:pt x="120" y="37"/>
                    <a:pt x="120" y="37"/>
                  </a:cubicBezTo>
                  <a:cubicBezTo>
                    <a:pt x="120" y="2"/>
                    <a:pt x="120" y="2"/>
                    <a:pt x="120" y="2"/>
                  </a:cubicBezTo>
                  <a:cubicBezTo>
                    <a:pt x="155" y="2"/>
                    <a:pt x="155" y="2"/>
                    <a:pt x="155" y="2"/>
                  </a:cubicBezTo>
                  <a:lnTo>
                    <a:pt x="155" y="37"/>
                  </a:lnTo>
                  <a:close/>
                  <a:moveTo>
                    <a:pt x="192" y="110"/>
                  </a:moveTo>
                  <a:cubicBezTo>
                    <a:pt x="157" y="110"/>
                    <a:pt x="157" y="110"/>
                    <a:pt x="157" y="110"/>
                  </a:cubicBezTo>
                  <a:cubicBezTo>
                    <a:pt x="157" y="75"/>
                    <a:pt x="157" y="75"/>
                    <a:pt x="157" y="75"/>
                  </a:cubicBezTo>
                  <a:cubicBezTo>
                    <a:pt x="192" y="75"/>
                    <a:pt x="192" y="75"/>
                    <a:pt x="192" y="75"/>
                  </a:cubicBezTo>
                  <a:lnTo>
                    <a:pt x="192" y="110"/>
                  </a:lnTo>
                  <a:close/>
                  <a:moveTo>
                    <a:pt x="192" y="73"/>
                  </a:moveTo>
                  <a:cubicBezTo>
                    <a:pt x="157" y="73"/>
                    <a:pt x="157" y="73"/>
                    <a:pt x="157" y="73"/>
                  </a:cubicBezTo>
                  <a:cubicBezTo>
                    <a:pt x="157" y="39"/>
                    <a:pt x="157" y="39"/>
                    <a:pt x="157" y="39"/>
                  </a:cubicBezTo>
                  <a:cubicBezTo>
                    <a:pt x="192" y="39"/>
                    <a:pt x="192" y="39"/>
                    <a:pt x="192" y="39"/>
                  </a:cubicBezTo>
                  <a:lnTo>
                    <a:pt x="192" y="73"/>
                  </a:lnTo>
                  <a:close/>
                  <a:moveTo>
                    <a:pt x="192" y="37"/>
                  </a:moveTo>
                  <a:cubicBezTo>
                    <a:pt x="157" y="37"/>
                    <a:pt x="157" y="37"/>
                    <a:pt x="157" y="37"/>
                  </a:cubicBezTo>
                  <a:cubicBezTo>
                    <a:pt x="157" y="2"/>
                    <a:pt x="157" y="2"/>
                    <a:pt x="157" y="2"/>
                  </a:cubicBezTo>
                  <a:cubicBezTo>
                    <a:pt x="192" y="2"/>
                    <a:pt x="192" y="2"/>
                    <a:pt x="192" y="2"/>
                  </a:cubicBezTo>
                  <a:lnTo>
                    <a:pt x="192" y="37"/>
                  </a:lnTo>
                  <a:close/>
                  <a:moveTo>
                    <a:pt x="229" y="110"/>
                  </a:moveTo>
                  <a:cubicBezTo>
                    <a:pt x="194" y="110"/>
                    <a:pt x="194" y="110"/>
                    <a:pt x="194" y="110"/>
                  </a:cubicBezTo>
                  <a:cubicBezTo>
                    <a:pt x="194" y="75"/>
                    <a:pt x="194" y="75"/>
                    <a:pt x="194" y="75"/>
                  </a:cubicBezTo>
                  <a:cubicBezTo>
                    <a:pt x="229" y="75"/>
                    <a:pt x="229" y="75"/>
                    <a:pt x="229" y="75"/>
                  </a:cubicBezTo>
                  <a:lnTo>
                    <a:pt x="229" y="110"/>
                  </a:lnTo>
                  <a:close/>
                  <a:moveTo>
                    <a:pt x="229" y="73"/>
                  </a:moveTo>
                  <a:cubicBezTo>
                    <a:pt x="194" y="73"/>
                    <a:pt x="194" y="73"/>
                    <a:pt x="194" y="73"/>
                  </a:cubicBezTo>
                  <a:cubicBezTo>
                    <a:pt x="194" y="39"/>
                    <a:pt x="194" y="39"/>
                    <a:pt x="194" y="39"/>
                  </a:cubicBezTo>
                  <a:cubicBezTo>
                    <a:pt x="229" y="39"/>
                    <a:pt x="229" y="39"/>
                    <a:pt x="229" y="39"/>
                  </a:cubicBezTo>
                  <a:lnTo>
                    <a:pt x="229" y="73"/>
                  </a:lnTo>
                  <a:close/>
                  <a:moveTo>
                    <a:pt x="229" y="37"/>
                  </a:moveTo>
                  <a:cubicBezTo>
                    <a:pt x="194" y="37"/>
                    <a:pt x="194" y="37"/>
                    <a:pt x="194" y="37"/>
                  </a:cubicBezTo>
                  <a:cubicBezTo>
                    <a:pt x="194" y="2"/>
                    <a:pt x="194" y="2"/>
                    <a:pt x="194" y="2"/>
                  </a:cubicBezTo>
                  <a:cubicBezTo>
                    <a:pt x="229" y="2"/>
                    <a:pt x="229" y="2"/>
                    <a:pt x="229" y="2"/>
                  </a:cubicBezTo>
                  <a:lnTo>
                    <a:pt x="229" y="37"/>
                  </a:lnTo>
                  <a:close/>
                  <a:moveTo>
                    <a:pt x="266" y="110"/>
                  </a:moveTo>
                  <a:cubicBezTo>
                    <a:pt x="231" y="110"/>
                    <a:pt x="231" y="110"/>
                    <a:pt x="231" y="110"/>
                  </a:cubicBezTo>
                  <a:cubicBezTo>
                    <a:pt x="231" y="75"/>
                    <a:pt x="231" y="75"/>
                    <a:pt x="231" y="75"/>
                  </a:cubicBezTo>
                  <a:cubicBezTo>
                    <a:pt x="266" y="75"/>
                    <a:pt x="266" y="75"/>
                    <a:pt x="266" y="75"/>
                  </a:cubicBezTo>
                  <a:lnTo>
                    <a:pt x="266" y="110"/>
                  </a:lnTo>
                  <a:close/>
                  <a:moveTo>
                    <a:pt x="266" y="73"/>
                  </a:moveTo>
                  <a:cubicBezTo>
                    <a:pt x="231" y="73"/>
                    <a:pt x="231" y="73"/>
                    <a:pt x="231" y="73"/>
                  </a:cubicBezTo>
                  <a:cubicBezTo>
                    <a:pt x="231" y="39"/>
                    <a:pt x="231" y="39"/>
                    <a:pt x="231" y="39"/>
                  </a:cubicBezTo>
                  <a:cubicBezTo>
                    <a:pt x="266" y="39"/>
                    <a:pt x="266" y="39"/>
                    <a:pt x="266" y="39"/>
                  </a:cubicBezTo>
                  <a:lnTo>
                    <a:pt x="266" y="73"/>
                  </a:lnTo>
                  <a:close/>
                  <a:moveTo>
                    <a:pt x="266" y="37"/>
                  </a:moveTo>
                  <a:cubicBezTo>
                    <a:pt x="231" y="37"/>
                    <a:pt x="231" y="37"/>
                    <a:pt x="231" y="37"/>
                  </a:cubicBezTo>
                  <a:cubicBezTo>
                    <a:pt x="231" y="2"/>
                    <a:pt x="231" y="2"/>
                    <a:pt x="231" y="2"/>
                  </a:cubicBezTo>
                  <a:cubicBezTo>
                    <a:pt x="266" y="2"/>
                    <a:pt x="266" y="2"/>
                    <a:pt x="266" y="2"/>
                  </a:cubicBezTo>
                  <a:lnTo>
                    <a:pt x="266" y="37"/>
                  </a:lnTo>
                  <a:close/>
                  <a:moveTo>
                    <a:pt x="303" y="110"/>
                  </a:moveTo>
                  <a:cubicBezTo>
                    <a:pt x="268" y="110"/>
                    <a:pt x="268" y="110"/>
                    <a:pt x="268" y="110"/>
                  </a:cubicBezTo>
                  <a:cubicBezTo>
                    <a:pt x="268" y="75"/>
                    <a:pt x="268" y="75"/>
                    <a:pt x="268" y="75"/>
                  </a:cubicBezTo>
                  <a:cubicBezTo>
                    <a:pt x="303" y="75"/>
                    <a:pt x="303" y="75"/>
                    <a:pt x="303" y="75"/>
                  </a:cubicBezTo>
                  <a:lnTo>
                    <a:pt x="303" y="110"/>
                  </a:lnTo>
                  <a:close/>
                  <a:moveTo>
                    <a:pt x="303" y="73"/>
                  </a:moveTo>
                  <a:cubicBezTo>
                    <a:pt x="268" y="73"/>
                    <a:pt x="268" y="73"/>
                    <a:pt x="268" y="73"/>
                  </a:cubicBezTo>
                  <a:cubicBezTo>
                    <a:pt x="268" y="39"/>
                    <a:pt x="268" y="39"/>
                    <a:pt x="268" y="39"/>
                  </a:cubicBezTo>
                  <a:cubicBezTo>
                    <a:pt x="303" y="39"/>
                    <a:pt x="303" y="39"/>
                    <a:pt x="303" y="39"/>
                  </a:cubicBezTo>
                  <a:lnTo>
                    <a:pt x="303" y="73"/>
                  </a:lnTo>
                  <a:close/>
                  <a:moveTo>
                    <a:pt x="303" y="37"/>
                  </a:moveTo>
                  <a:cubicBezTo>
                    <a:pt x="268" y="37"/>
                    <a:pt x="268" y="37"/>
                    <a:pt x="268" y="37"/>
                  </a:cubicBezTo>
                  <a:cubicBezTo>
                    <a:pt x="268" y="2"/>
                    <a:pt x="268" y="2"/>
                    <a:pt x="268" y="2"/>
                  </a:cubicBezTo>
                  <a:cubicBezTo>
                    <a:pt x="303" y="2"/>
                    <a:pt x="303" y="2"/>
                    <a:pt x="303" y="2"/>
                  </a:cubicBezTo>
                  <a:lnTo>
                    <a:pt x="303" y="37"/>
                  </a:lnTo>
                  <a:close/>
                  <a:moveTo>
                    <a:pt x="340" y="110"/>
                  </a:moveTo>
                  <a:cubicBezTo>
                    <a:pt x="305" y="110"/>
                    <a:pt x="305" y="110"/>
                    <a:pt x="305" y="110"/>
                  </a:cubicBezTo>
                  <a:cubicBezTo>
                    <a:pt x="305" y="75"/>
                    <a:pt x="305" y="75"/>
                    <a:pt x="305" y="75"/>
                  </a:cubicBezTo>
                  <a:cubicBezTo>
                    <a:pt x="340" y="75"/>
                    <a:pt x="340" y="75"/>
                    <a:pt x="340" y="75"/>
                  </a:cubicBezTo>
                  <a:lnTo>
                    <a:pt x="340" y="110"/>
                  </a:lnTo>
                  <a:close/>
                  <a:moveTo>
                    <a:pt x="340" y="73"/>
                  </a:moveTo>
                  <a:cubicBezTo>
                    <a:pt x="305" y="73"/>
                    <a:pt x="305" y="73"/>
                    <a:pt x="305" y="73"/>
                  </a:cubicBezTo>
                  <a:cubicBezTo>
                    <a:pt x="305" y="39"/>
                    <a:pt x="305" y="39"/>
                    <a:pt x="305" y="39"/>
                  </a:cubicBezTo>
                  <a:cubicBezTo>
                    <a:pt x="340" y="39"/>
                    <a:pt x="340" y="39"/>
                    <a:pt x="340" y="39"/>
                  </a:cubicBezTo>
                  <a:lnTo>
                    <a:pt x="340" y="73"/>
                  </a:lnTo>
                  <a:close/>
                  <a:moveTo>
                    <a:pt x="340" y="37"/>
                  </a:moveTo>
                  <a:cubicBezTo>
                    <a:pt x="305" y="37"/>
                    <a:pt x="305" y="37"/>
                    <a:pt x="305" y="37"/>
                  </a:cubicBezTo>
                  <a:cubicBezTo>
                    <a:pt x="305" y="2"/>
                    <a:pt x="305" y="2"/>
                    <a:pt x="305" y="2"/>
                  </a:cubicBezTo>
                  <a:cubicBezTo>
                    <a:pt x="340" y="2"/>
                    <a:pt x="340" y="2"/>
                    <a:pt x="340" y="2"/>
                  </a:cubicBezTo>
                  <a:lnTo>
                    <a:pt x="340" y="37"/>
                  </a:lnTo>
                  <a:close/>
                  <a:moveTo>
                    <a:pt x="376" y="110"/>
                  </a:moveTo>
                  <a:cubicBezTo>
                    <a:pt x="342" y="110"/>
                    <a:pt x="342" y="110"/>
                    <a:pt x="342" y="110"/>
                  </a:cubicBezTo>
                  <a:cubicBezTo>
                    <a:pt x="342" y="75"/>
                    <a:pt x="342" y="75"/>
                    <a:pt x="342" y="75"/>
                  </a:cubicBezTo>
                  <a:cubicBezTo>
                    <a:pt x="376" y="75"/>
                    <a:pt x="376" y="75"/>
                    <a:pt x="376" y="75"/>
                  </a:cubicBezTo>
                  <a:lnTo>
                    <a:pt x="376" y="110"/>
                  </a:lnTo>
                  <a:close/>
                  <a:moveTo>
                    <a:pt x="376" y="73"/>
                  </a:moveTo>
                  <a:cubicBezTo>
                    <a:pt x="342" y="73"/>
                    <a:pt x="342" y="73"/>
                    <a:pt x="342" y="73"/>
                  </a:cubicBezTo>
                  <a:cubicBezTo>
                    <a:pt x="342" y="39"/>
                    <a:pt x="342" y="39"/>
                    <a:pt x="342" y="39"/>
                  </a:cubicBezTo>
                  <a:cubicBezTo>
                    <a:pt x="376" y="39"/>
                    <a:pt x="376" y="39"/>
                    <a:pt x="376" y="39"/>
                  </a:cubicBezTo>
                  <a:lnTo>
                    <a:pt x="376" y="73"/>
                  </a:lnTo>
                  <a:close/>
                  <a:moveTo>
                    <a:pt x="376" y="37"/>
                  </a:moveTo>
                  <a:cubicBezTo>
                    <a:pt x="342" y="37"/>
                    <a:pt x="342" y="37"/>
                    <a:pt x="342" y="37"/>
                  </a:cubicBezTo>
                  <a:cubicBezTo>
                    <a:pt x="342" y="2"/>
                    <a:pt x="342" y="2"/>
                    <a:pt x="342" y="2"/>
                  </a:cubicBezTo>
                  <a:cubicBezTo>
                    <a:pt x="376" y="2"/>
                    <a:pt x="376" y="2"/>
                    <a:pt x="376" y="2"/>
                  </a:cubicBezTo>
                  <a:lnTo>
                    <a:pt x="376" y="37"/>
                  </a:lnTo>
                  <a:close/>
                  <a:moveTo>
                    <a:pt x="413" y="110"/>
                  </a:moveTo>
                  <a:cubicBezTo>
                    <a:pt x="378" y="110"/>
                    <a:pt x="378" y="110"/>
                    <a:pt x="378" y="110"/>
                  </a:cubicBezTo>
                  <a:cubicBezTo>
                    <a:pt x="378" y="75"/>
                    <a:pt x="378" y="75"/>
                    <a:pt x="378" y="75"/>
                  </a:cubicBezTo>
                  <a:cubicBezTo>
                    <a:pt x="413" y="75"/>
                    <a:pt x="413" y="75"/>
                    <a:pt x="413" y="75"/>
                  </a:cubicBezTo>
                  <a:lnTo>
                    <a:pt x="413" y="110"/>
                  </a:lnTo>
                  <a:close/>
                  <a:moveTo>
                    <a:pt x="413" y="73"/>
                  </a:moveTo>
                  <a:cubicBezTo>
                    <a:pt x="378" y="73"/>
                    <a:pt x="378" y="73"/>
                    <a:pt x="378" y="73"/>
                  </a:cubicBezTo>
                  <a:cubicBezTo>
                    <a:pt x="378" y="39"/>
                    <a:pt x="378" y="39"/>
                    <a:pt x="378" y="39"/>
                  </a:cubicBezTo>
                  <a:cubicBezTo>
                    <a:pt x="413" y="39"/>
                    <a:pt x="413" y="39"/>
                    <a:pt x="413" y="39"/>
                  </a:cubicBezTo>
                  <a:lnTo>
                    <a:pt x="413" y="73"/>
                  </a:lnTo>
                  <a:close/>
                  <a:moveTo>
                    <a:pt x="413" y="37"/>
                  </a:moveTo>
                  <a:cubicBezTo>
                    <a:pt x="378" y="37"/>
                    <a:pt x="378" y="37"/>
                    <a:pt x="378" y="37"/>
                  </a:cubicBezTo>
                  <a:cubicBezTo>
                    <a:pt x="378" y="2"/>
                    <a:pt x="378" y="2"/>
                    <a:pt x="378" y="2"/>
                  </a:cubicBezTo>
                  <a:cubicBezTo>
                    <a:pt x="413" y="2"/>
                    <a:pt x="413" y="2"/>
                    <a:pt x="413" y="2"/>
                  </a:cubicBezTo>
                  <a:lnTo>
                    <a:pt x="413" y="37"/>
                  </a:lnTo>
                  <a:close/>
                  <a:moveTo>
                    <a:pt x="450" y="110"/>
                  </a:moveTo>
                  <a:cubicBezTo>
                    <a:pt x="415" y="110"/>
                    <a:pt x="415" y="110"/>
                    <a:pt x="415" y="110"/>
                  </a:cubicBezTo>
                  <a:cubicBezTo>
                    <a:pt x="415" y="75"/>
                    <a:pt x="415" y="75"/>
                    <a:pt x="415" y="75"/>
                  </a:cubicBezTo>
                  <a:cubicBezTo>
                    <a:pt x="450" y="75"/>
                    <a:pt x="450" y="75"/>
                    <a:pt x="450" y="75"/>
                  </a:cubicBezTo>
                  <a:lnTo>
                    <a:pt x="450" y="110"/>
                  </a:lnTo>
                  <a:close/>
                  <a:moveTo>
                    <a:pt x="450" y="73"/>
                  </a:moveTo>
                  <a:cubicBezTo>
                    <a:pt x="415" y="73"/>
                    <a:pt x="415" y="73"/>
                    <a:pt x="415" y="73"/>
                  </a:cubicBezTo>
                  <a:cubicBezTo>
                    <a:pt x="415" y="39"/>
                    <a:pt x="415" y="39"/>
                    <a:pt x="415" y="39"/>
                  </a:cubicBezTo>
                  <a:cubicBezTo>
                    <a:pt x="450" y="39"/>
                    <a:pt x="450" y="39"/>
                    <a:pt x="450" y="39"/>
                  </a:cubicBezTo>
                  <a:lnTo>
                    <a:pt x="450" y="73"/>
                  </a:lnTo>
                  <a:close/>
                  <a:moveTo>
                    <a:pt x="450" y="37"/>
                  </a:moveTo>
                  <a:cubicBezTo>
                    <a:pt x="415" y="37"/>
                    <a:pt x="415" y="37"/>
                    <a:pt x="415" y="37"/>
                  </a:cubicBezTo>
                  <a:cubicBezTo>
                    <a:pt x="415" y="2"/>
                    <a:pt x="415" y="2"/>
                    <a:pt x="415" y="2"/>
                  </a:cubicBezTo>
                  <a:cubicBezTo>
                    <a:pt x="450" y="2"/>
                    <a:pt x="450" y="2"/>
                    <a:pt x="450" y="2"/>
                  </a:cubicBezTo>
                  <a:lnTo>
                    <a:pt x="450" y="37"/>
                  </a:lnTo>
                  <a:close/>
                  <a:moveTo>
                    <a:pt x="487" y="110"/>
                  </a:moveTo>
                  <a:cubicBezTo>
                    <a:pt x="452" y="110"/>
                    <a:pt x="452" y="110"/>
                    <a:pt x="452" y="110"/>
                  </a:cubicBezTo>
                  <a:cubicBezTo>
                    <a:pt x="452" y="75"/>
                    <a:pt x="452" y="75"/>
                    <a:pt x="452" y="75"/>
                  </a:cubicBezTo>
                  <a:cubicBezTo>
                    <a:pt x="487" y="75"/>
                    <a:pt x="487" y="75"/>
                    <a:pt x="487" y="75"/>
                  </a:cubicBezTo>
                  <a:lnTo>
                    <a:pt x="487" y="110"/>
                  </a:lnTo>
                  <a:close/>
                  <a:moveTo>
                    <a:pt x="487" y="73"/>
                  </a:moveTo>
                  <a:cubicBezTo>
                    <a:pt x="452" y="73"/>
                    <a:pt x="452" y="73"/>
                    <a:pt x="452" y="73"/>
                  </a:cubicBezTo>
                  <a:cubicBezTo>
                    <a:pt x="452" y="39"/>
                    <a:pt x="452" y="39"/>
                    <a:pt x="452" y="39"/>
                  </a:cubicBezTo>
                  <a:cubicBezTo>
                    <a:pt x="487" y="39"/>
                    <a:pt x="487" y="39"/>
                    <a:pt x="487" y="39"/>
                  </a:cubicBezTo>
                  <a:lnTo>
                    <a:pt x="487" y="73"/>
                  </a:lnTo>
                  <a:close/>
                  <a:moveTo>
                    <a:pt x="487" y="37"/>
                  </a:moveTo>
                  <a:cubicBezTo>
                    <a:pt x="452" y="37"/>
                    <a:pt x="452" y="37"/>
                    <a:pt x="452" y="37"/>
                  </a:cubicBezTo>
                  <a:cubicBezTo>
                    <a:pt x="452" y="2"/>
                    <a:pt x="452" y="2"/>
                    <a:pt x="452" y="2"/>
                  </a:cubicBezTo>
                  <a:cubicBezTo>
                    <a:pt x="487" y="2"/>
                    <a:pt x="487" y="2"/>
                    <a:pt x="487" y="2"/>
                  </a:cubicBezTo>
                  <a:lnTo>
                    <a:pt x="487" y="37"/>
                  </a:lnTo>
                  <a:close/>
                  <a:moveTo>
                    <a:pt x="524" y="110"/>
                  </a:moveTo>
                  <a:cubicBezTo>
                    <a:pt x="489" y="110"/>
                    <a:pt x="489" y="110"/>
                    <a:pt x="489" y="110"/>
                  </a:cubicBezTo>
                  <a:cubicBezTo>
                    <a:pt x="489" y="75"/>
                    <a:pt x="489" y="75"/>
                    <a:pt x="489" y="75"/>
                  </a:cubicBezTo>
                  <a:cubicBezTo>
                    <a:pt x="524" y="75"/>
                    <a:pt x="524" y="75"/>
                    <a:pt x="524" y="75"/>
                  </a:cubicBezTo>
                  <a:lnTo>
                    <a:pt x="524" y="110"/>
                  </a:lnTo>
                  <a:close/>
                  <a:moveTo>
                    <a:pt x="524" y="73"/>
                  </a:moveTo>
                  <a:cubicBezTo>
                    <a:pt x="489" y="73"/>
                    <a:pt x="489" y="73"/>
                    <a:pt x="489" y="73"/>
                  </a:cubicBezTo>
                  <a:cubicBezTo>
                    <a:pt x="489" y="39"/>
                    <a:pt x="489" y="39"/>
                    <a:pt x="489" y="39"/>
                  </a:cubicBezTo>
                  <a:cubicBezTo>
                    <a:pt x="524" y="39"/>
                    <a:pt x="524" y="39"/>
                    <a:pt x="524" y="39"/>
                  </a:cubicBezTo>
                  <a:lnTo>
                    <a:pt x="524" y="73"/>
                  </a:lnTo>
                  <a:close/>
                  <a:moveTo>
                    <a:pt x="524" y="37"/>
                  </a:moveTo>
                  <a:cubicBezTo>
                    <a:pt x="489" y="37"/>
                    <a:pt x="489" y="37"/>
                    <a:pt x="489" y="37"/>
                  </a:cubicBezTo>
                  <a:cubicBezTo>
                    <a:pt x="489" y="2"/>
                    <a:pt x="489" y="2"/>
                    <a:pt x="489" y="2"/>
                  </a:cubicBezTo>
                  <a:cubicBezTo>
                    <a:pt x="524" y="2"/>
                    <a:pt x="524" y="2"/>
                    <a:pt x="524" y="2"/>
                  </a:cubicBezTo>
                  <a:lnTo>
                    <a:pt x="524" y="37"/>
                  </a:lnTo>
                  <a:close/>
                  <a:moveTo>
                    <a:pt x="563" y="110"/>
                  </a:moveTo>
                  <a:cubicBezTo>
                    <a:pt x="526" y="110"/>
                    <a:pt x="526" y="110"/>
                    <a:pt x="526" y="110"/>
                  </a:cubicBezTo>
                  <a:cubicBezTo>
                    <a:pt x="526" y="75"/>
                    <a:pt x="526" y="75"/>
                    <a:pt x="526" y="75"/>
                  </a:cubicBezTo>
                  <a:cubicBezTo>
                    <a:pt x="563" y="75"/>
                    <a:pt x="563" y="75"/>
                    <a:pt x="563" y="75"/>
                  </a:cubicBezTo>
                  <a:lnTo>
                    <a:pt x="563" y="110"/>
                  </a:lnTo>
                  <a:close/>
                  <a:moveTo>
                    <a:pt x="563" y="73"/>
                  </a:moveTo>
                  <a:cubicBezTo>
                    <a:pt x="526" y="73"/>
                    <a:pt x="526" y="73"/>
                    <a:pt x="526" y="73"/>
                  </a:cubicBezTo>
                  <a:cubicBezTo>
                    <a:pt x="526" y="39"/>
                    <a:pt x="526" y="39"/>
                    <a:pt x="526" y="39"/>
                  </a:cubicBezTo>
                  <a:cubicBezTo>
                    <a:pt x="563" y="39"/>
                    <a:pt x="563" y="39"/>
                    <a:pt x="563" y="39"/>
                  </a:cubicBezTo>
                  <a:lnTo>
                    <a:pt x="563" y="73"/>
                  </a:lnTo>
                  <a:close/>
                  <a:moveTo>
                    <a:pt x="563" y="37"/>
                  </a:moveTo>
                  <a:cubicBezTo>
                    <a:pt x="526" y="37"/>
                    <a:pt x="526" y="37"/>
                    <a:pt x="526" y="37"/>
                  </a:cubicBezTo>
                  <a:cubicBezTo>
                    <a:pt x="526" y="2"/>
                    <a:pt x="526" y="2"/>
                    <a:pt x="526" y="2"/>
                  </a:cubicBezTo>
                  <a:cubicBezTo>
                    <a:pt x="563" y="2"/>
                    <a:pt x="563" y="2"/>
                    <a:pt x="563" y="2"/>
                  </a:cubicBezTo>
                  <a:lnTo>
                    <a:pt x="563" y="37"/>
                  </a:lnTo>
                  <a:close/>
                  <a:moveTo>
                    <a:pt x="600" y="110"/>
                  </a:moveTo>
                  <a:cubicBezTo>
                    <a:pt x="565" y="110"/>
                    <a:pt x="565" y="110"/>
                    <a:pt x="565" y="110"/>
                  </a:cubicBezTo>
                  <a:cubicBezTo>
                    <a:pt x="565" y="75"/>
                    <a:pt x="565" y="75"/>
                    <a:pt x="565" y="75"/>
                  </a:cubicBezTo>
                  <a:cubicBezTo>
                    <a:pt x="600" y="75"/>
                    <a:pt x="600" y="75"/>
                    <a:pt x="600" y="75"/>
                  </a:cubicBezTo>
                  <a:lnTo>
                    <a:pt x="600" y="110"/>
                  </a:lnTo>
                  <a:close/>
                  <a:moveTo>
                    <a:pt x="600" y="73"/>
                  </a:moveTo>
                  <a:cubicBezTo>
                    <a:pt x="565" y="73"/>
                    <a:pt x="565" y="73"/>
                    <a:pt x="565" y="73"/>
                  </a:cubicBezTo>
                  <a:cubicBezTo>
                    <a:pt x="565" y="39"/>
                    <a:pt x="565" y="39"/>
                    <a:pt x="565" y="39"/>
                  </a:cubicBezTo>
                  <a:cubicBezTo>
                    <a:pt x="600" y="39"/>
                    <a:pt x="600" y="39"/>
                    <a:pt x="600" y="39"/>
                  </a:cubicBezTo>
                  <a:lnTo>
                    <a:pt x="600" y="73"/>
                  </a:lnTo>
                  <a:close/>
                  <a:moveTo>
                    <a:pt x="600" y="37"/>
                  </a:moveTo>
                  <a:cubicBezTo>
                    <a:pt x="565" y="37"/>
                    <a:pt x="565" y="37"/>
                    <a:pt x="565" y="37"/>
                  </a:cubicBezTo>
                  <a:cubicBezTo>
                    <a:pt x="565" y="2"/>
                    <a:pt x="565" y="2"/>
                    <a:pt x="565" y="2"/>
                  </a:cubicBezTo>
                  <a:cubicBezTo>
                    <a:pt x="600" y="2"/>
                    <a:pt x="600" y="2"/>
                    <a:pt x="600" y="2"/>
                  </a:cubicBezTo>
                  <a:lnTo>
                    <a:pt x="600" y="37"/>
                  </a:lnTo>
                  <a:close/>
                  <a:moveTo>
                    <a:pt x="637" y="110"/>
                  </a:moveTo>
                  <a:cubicBezTo>
                    <a:pt x="602" y="110"/>
                    <a:pt x="602" y="110"/>
                    <a:pt x="602" y="110"/>
                  </a:cubicBezTo>
                  <a:cubicBezTo>
                    <a:pt x="602" y="75"/>
                    <a:pt x="602" y="75"/>
                    <a:pt x="602" y="75"/>
                  </a:cubicBezTo>
                  <a:cubicBezTo>
                    <a:pt x="637" y="75"/>
                    <a:pt x="637" y="75"/>
                    <a:pt x="637" y="75"/>
                  </a:cubicBezTo>
                  <a:lnTo>
                    <a:pt x="637" y="110"/>
                  </a:lnTo>
                  <a:close/>
                  <a:moveTo>
                    <a:pt x="637" y="73"/>
                  </a:moveTo>
                  <a:cubicBezTo>
                    <a:pt x="602" y="73"/>
                    <a:pt x="602" y="73"/>
                    <a:pt x="602" y="73"/>
                  </a:cubicBezTo>
                  <a:cubicBezTo>
                    <a:pt x="602" y="39"/>
                    <a:pt x="602" y="39"/>
                    <a:pt x="602" y="39"/>
                  </a:cubicBezTo>
                  <a:cubicBezTo>
                    <a:pt x="637" y="39"/>
                    <a:pt x="637" y="39"/>
                    <a:pt x="637" y="39"/>
                  </a:cubicBezTo>
                  <a:lnTo>
                    <a:pt x="637" y="73"/>
                  </a:lnTo>
                  <a:close/>
                  <a:moveTo>
                    <a:pt x="637" y="37"/>
                  </a:moveTo>
                  <a:cubicBezTo>
                    <a:pt x="602" y="37"/>
                    <a:pt x="602" y="37"/>
                    <a:pt x="602" y="37"/>
                  </a:cubicBezTo>
                  <a:cubicBezTo>
                    <a:pt x="602" y="2"/>
                    <a:pt x="602" y="2"/>
                    <a:pt x="602" y="2"/>
                  </a:cubicBezTo>
                  <a:cubicBezTo>
                    <a:pt x="637" y="2"/>
                    <a:pt x="637" y="2"/>
                    <a:pt x="637" y="2"/>
                  </a:cubicBezTo>
                  <a:lnTo>
                    <a:pt x="637" y="37"/>
                  </a:lnTo>
                  <a:close/>
                  <a:moveTo>
                    <a:pt x="674" y="110"/>
                  </a:moveTo>
                  <a:cubicBezTo>
                    <a:pt x="639" y="110"/>
                    <a:pt x="639" y="110"/>
                    <a:pt x="639" y="110"/>
                  </a:cubicBezTo>
                  <a:cubicBezTo>
                    <a:pt x="639" y="75"/>
                    <a:pt x="639" y="75"/>
                    <a:pt x="639" y="75"/>
                  </a:cubicBezTo>
                  <a:cubicBezTo>
                    <a:pt x="674" y="75"/>
                    <a:pt x="674" y="75"/>
                    <a:pt x="674" y="75"/>
                  </a:cubicBezTo>
                  <a:lnTo>
                    <a:pt x="674" y="110"/>
                  </a:lnTo>
                  <a:close/>
                  <a:moveTo>
                    <a:pt x="674" y="73"/>
                  </a:moveTo>
                  <a:cubicBezTo>
                    <a:pt x="639" y="73"/>
                    <a:pt x="639" y="73"/>
                    <a:pt x="639" y="73"/>
                  </a:cubicBezTo>
                  <a:cubicBezTo>
                    <a:pt x="639" y="39"/>
                    <a:pt x="639" y="39"/>
                    <a:pt x="639" y="39"/>
                  </a:cubicBezTo>
                  <a:cubicBezTo>
                    <a:pt x="674" y="39"/>
                    <a:pt x="674" y="39"/>
                    <a:pt x="674" y="39"/>
                  </a:cubicBezTo>
                  <a:lnTo>
                    <a:pt x="674" y="73"/>
                  </a:lnTo>
                  <a:close/>
                  <a:moveTo>
                    <a:pt x="674" y="37"/>
                  </a:moveTo>
                  <a:cubicBezTo>
                    <a:pt x="639" y="37"/>
                    <a:pt x="639" y="37"/>
                    <a:pt x="639" y="37"/>
                  </a:cubicBezTo>
                  <a:cubicBezTo>
                    <a:pt x="639" y="2"/>
                    <a:pt x="639" y="2"/>
                    <a:pt x="639" y="2"/>
                  </a:cubicBezTo>
                  <a:cubicBezTo>
                    <a:pt x="674" y="2"/>
                    <a:pt x="674" y="2"/>
                    <a:pt x="674" y="2"/>
                  </a:cubicBezTo>
                  <a:lnTo>
                    <a:pt x="674" y="37"/>
                  </a:lnTo>
                  <a:close/>
                  <a:moveTo>
                    <a:pt x="711" y="110"/>
                  </a:moveTo>
                  <a:cubicBezTo>
                    <a:pt x="676" y="110"/>
                    <a:pt x="676" y="110"/>
                    <a:pt x="676" y="110"/>
                  </a:cubicBezTo>
                  <a:cubicBezTo>
                    <a:pt x="676" y="75"/>
                    <a:pt x="676" y="75"/>
                    <a:pt x="676" y="75"/>
                  </a:cubicBezTo>
                  <a:cubicBezTo>
                    <a:pt x="711" y="75"/>
                    <a:pt x="711" y="75"/>
                    <a:pt x="711" y="75"/>
                  </a:cubicBezTo>
                  <a:lnTo>
                    <a:pt x="711" y="110"/>
                  </a:lnTo>
                  <a:close/>
                  <a:moveTo>
                    <a:pt x="711" y="73"/>
                  </a:moveTo>
                  <a:cubicBezTo>
                    <a:pt x="676" y="73"/>
                    <a:pt x="676" y="73"/>
                    <a:pt x="676" y="73"/>
                  </a:cubicBezTo>
                  <a:cubicBezTo>
                    <a:pt x="676" y="39"/>
                    <a:pt x="676" y="39"/>
                    <a:pt x="676" y="39"/>
                  </a:cubicBezTo>
                  <a:cubicBezTo>
                    <a:pt x="711" y="39"/>
                    <a:pt x="711" y="39"/>
                    <a:pt x="711" y="39"/>
                  </a:cubicBezTo>
                  <a:lnTo>
                    <a:pt x="711" y="73"/>
                  </a:lnTo>
                  <a:close/>
                  <a:moveTo>
                    <a:pt x="711" y="37"/>
                  </a:moveTo>
                  <a:cubicBezTo>
                    <a:pt x="676" y="37"/>
                    <a:pt x="676" y="37"/>
                    <a:pt x="676" y="37"/>
                  </a:cubicBezTo>
                  <a:cubicBezTo>
                    <a:pt x="676" y="2"/>
                    <a:pt x="676" y="2"/>
                    <a:pt x="676" y="2"/>
                  </a:cubicBezTo>
                  <a:cubicBezTo>
                    <a:pt x="711" y="2"/>
                    <a:pt x="711" y="2"/>
                    <a:pt x="711" y="2"/>
                  </a:cubicBezTo>
                  <a:lnTo>
                    <a:pt x="711" y="37"/>
                  </a:lnTo>
                  <a:close/>
                  <a:moveTo>
                    <a:pt x="748" y="110"/>
                  </a:moveTo>
                  <a:cubicBezTo>
                    <a:pt x="713" y="110"/>
                    <a:pt x="713" y="110"/>
                    <a:pt x="713" y="110"/>
                  </a:cubicBezTo>
                  <a:cubicBezTo>
                    <a:pt x="713" y="75"/>
                    <a:pt x="713" y="75"/>
                    <a:pt x="713" y="75"/>
                  </a:cubicBezTo>
                  <a:cubicBezTo>
                    <a:pt x="748" y="75"/>
                    <a:pt x="748" y="75"/>
                    <a:pt x="748" y="75"/>
                  </a:cubicBezTo>
                  <a:lnTo>
                    <a:pt x="748" y="110"/>
                  </a:lnTo>
                  <a:close/>
                  <a:moveTo>
                    <a:pt x="748" y="73"/>
                  </a:moveTo>
                  <a:cubicBezTo>
                    <a:pt x="713" y="73"/>
                    <a:pt x="713" y="73"/>
                    <a:pt x="713" y="73"/>
                  </a:cubicBezTo>
                  <a:cubicBezTo>
                    <a:pt x="713" y="39"/>
                    <a:pt x="713" y="39"/>
                    <a:pt x="713" y="39"/>
                  </a:cubicBezTo>
                  <a:cubicBezTo>
                    <a:pt x="748" y="39"/>
                    <a:pt x="748" y="39"/>
                    <a:pt x="748" y="39"/>
                  </a:cubicBezTo>
                  <a:lnTo>
                    <a:pt x="748" y="73"/>
                  </a:lnTo>
                  <a:close/>
                  <a:moveTo>
                    <a:pt x="748" y="37"/>
                  </a:moveTo>
                  <a:cubicBezTo>
                    <a:pt x="713" y="37"/>
                    <a:pt x="713" y="37"/>
                    <a:pt x="713" y="37"/>
                  </a:cubicBezTo>
                  <a:cubicBezTo>
                    <a:pt x="713" y="2"/>
                    <a:pt x="713" y="2"/>
                    <a:pt x="713" y="2"/>
                  </a:cubicBezTo>
                  <a:cubicBezTo>
                    <a:pt x="748" y="2"/>
                    <a:pt x="748" y="2"/>
                    <a:pt x="748" y="2"/>
                  </a:cubicBezTo>
                  <a:lnTo>
                    <a:pt x="748" y="37"/>
                  </a:lnTo>
                  <a:close/>
                  <a:moveTo>
                    <a:pt x="785" y="110"/>
                  </a:moveTo>
                  <a:cubicBezTo>
                    <a:pt x="750" y="110"/>
                    <a:pt x="750" y="110"/>
                    <a:pt x="750" y="110"/>
                  </a:cubicBezTo>
                  <a:cubicBezTo>
                    <a:pt x="750" y="75"/>
                    <a:pt x="750" y="75"/>
                    <a:pt x="750" y="75"/>
                  </a:cubicBezTo>
                  <a:cubicBezTo>
                    <a:pt x="785" y="75"/>
                    <a:pt x="785" y="75"/>
                    <a:pt x="785" y="75"/>
                  </a:cubicBezTo>
                  <a:lnTo>
                    <a:pt x="785" y="110"/>
                  </a:lnTo>
                  <a:close/>
                  <a:moveTo>
                    <a:pt x="785" y="73"/>
                  </a:moveTo>
                  <a:cubicBezTo>
                    <a:pt x="750" y="73"/>
                    <a:pt x="750" y="73"/>
                    <a:pt x="750" y="73"/>
                  </a:cubicBezTo>
                  <a:cubicBezTo>
                    <a:pt x="750" y="39"/>
                    <a:pt x="750" y="39"/>
                    <a:pt x="750" y="39"/>
                  </a:cubicBezTo>
                  <a:cubicBezTo>
                    <a:pt x="785" y="39"/>
                    <a:pt x="785" y="39"/>
                    <a:pt x="785" y="39"/>
                  </a:cubicBezTo>
                  <a:lnTo>
                    <a:pt x="785" y="73"/>
                  </a:lnTo>
                  <a:close/>
                  <a:moveTo>
                    <a:pt x="785" y="37"/>
                  </a:moveTo>
                  <a:cubicBezTo>
                    <a:pt x="750" y="37"/>
                    <a:pt x="750" y="37"/>
                    <a:pt x="750" y="37"/>
                  </a:cubicBezTo>
                  <a:cubicBezTo>
                    <a:pt x="750" y="2"/>
                    <a:pt x="750" y="2"/>
                    <a:pt x="750" y="2"/>
                  </a:cubicBezTo>
                  <a:cubicBezTo>
                    <a:pt x="785" y="2"/>
                    <a:pt x="785" y="2"/>
                    <a:pt x="785" y="2"/>
                  </a:cubicBezTo>
                  <a:lnTo>
                    <a:pt x="785" y="37"/>
                  </a:lnTo>
                  <a:close/>
                  <a:moveTo>
                    <a:pt x="787" y="2"/>
                  </a:moveTo>
                  <a:cubicBezTo>
                    <a:pt x="822" y="2"/>
                    <a:pt x="822" y="2"/>
                    <a:pt x="822" y="2"/>
                  </a:cubicBezTo>
                  <a:cubicBezTo>
                    <a:pt x="822" y="37"/>
                    <a:pt x="822" y="37"/>
                    <a:pt x="822" y="37"/>
                  </a:cubicBezTo>
                  <a:cubicBezTo>
                    <a:pt x="787" y="37"/>
                    <a:pt x="787" y="37"/>
                    <a:pt x="787" y="37"/>
                  </a:cubicBezTo>
                  <a:lnTo>
                    <a:pt x="787" y="2"/>
                  </a:lnTo>
                  <a:close/>
                  <a:moveTo>
                    <a:pt x="787" y="39"/>
                  </a:moveTo>
                  <a:cubicBezTo>
                    <a:pt x="822" y="39"/>
                    <a:pt x="822" y="39"/>
                    <a:pt x="822" y="39"/>
                  </a:cubicBezTo>
                  <a:cubicBezTo>
                    <a:pt x="822" y="73"/>
                    <a:pt x="822" y="73"/>
                    <a:pt x="822" y="73"/>
                  </a:cubicBezTo>
                  <a:cubicBezTo>
                    <a:pt x="787" y="73"/>
                    <a:pt x="787" y="73"/>
                    <a:pt x="787" y="73"/>
                  </a:cubicBezTo>
                  <a:lnTo>
                    <a:pt x="787" y="39"/>
                  </a:lnTo>
                  <a:close/>
                  <a:moveTo>
                    <a:pt x="787" y="110"/>
                  </a:moveTo>
                  <a:cubicBezTo>
                    <a:pt x="787" y="75"/>
                    <a:pt x="787" y="75"/>
                    <a:pt x="787" y="75"/>
                  </a:cubicBezTo>
                  <a:cubicBezTo>
                    <a:pt x="822" y="75"/>
                    <a:pt x="822" y="75"/>
                    <a:pt x="822" y="75"/>
                  </a:cubicBezTo>
                  <a:cubicBezTo>
                    <a:pt x="822" y="110"/>
                    <a:pt x="822" y="110"/>
                    <a:pt x="822" y="110"/>
                  </a:cubicBezTo>
                  <a:lnTo>
                    <a:pt x="787" y="11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69" name="Google Shape;1169;p29"/>
          <p:cNvSpPr/>
          <p:nvPr/>
        </p:nvSpPr>
        <p:spPr>
          <a:xfrm rot="3339364">
            <a:off x="1289684" y="169067"/>
            <a:ext cx="860677" cy="881561"/>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67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9"/>
          <p:cNvSpPr/>
          <p:nvPr/>
        </p:nvSpPr>
        <p:spPr>
          <a:xfrm rot="10200">
            <a:off x="114299" y="4474195"/>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9"/>
          <p:cNvSpPr txBox="1"/>
          <p:nvPr>
            <p:ph idx="12" type="sldNum"/>
          </p:nvPr>
        </p:nvSpPr>
        <p:spPr>
          <a:xfrm>
            <a:off x="8595309" y="48235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30"/>
          <p:cNvSpPr txBox="1"/>
          <p:nvPr>
            <p:ph type="title"/>
          </p:nvPr>
        </p:nvSpPr>
        <p:spPr>
          <a:xfrm>
            <a:off x="854375" y="158900"/>
            <a:ext cx="4012500" cy="11157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1200"/>
              </a:spcAft>
              <a:buNone/>
            </a:pPr>
            <a:r>
              <a:rPr lang="en" sz="2800"/>
              <a:t>Gestion Agile : Projet Deadline Drive</a:t>
            </a:r>
            <a:endParaRPr sz="2800"/>
          </a:p>
        </p:txBody>
      </p:sp>
      <p:sp>
        <p:nvSpPr>
          <p:cNvPr id="1177" name="Google Shape;1177;p30"/>
          <p:cNvSpPr txBox="1"/>
          <p:nvPr>
            <p:ph idx="1" type="subTitle"/>
          </p:nvPr>
        </p:nvSpPr>
        <p:spPr>
          <a:xfrm>
            <a:off x="713225" y="1312450"/>
            <a:ext cx="4294800" cy="3220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AutoNum type="arabicPeriod"/>
            </a:pPr>
            <a:r>
              <a:rPr b="1" lang="en" sz="1300">
                <a:solidFill>
                  <a:srgbClr val="000000"/>
                </a:solidFill>
                <a:latin typeface="Imprima"/>
                <a:ea typeface="Imprima"/>
                <a:cs typeface="Imprima"/>
                <a:sym typeface="Imprima"/>
              </a:rPr>
              <a:t>Daily Quotidien</a:t>
            </a:r>
            <a:r>
              <a:rPr lang="en" sz="1300">
                <a:solidFill>
                  <a:srgbClr val="000000"/>
                </a:solidFill>
                <a:latin typeface="Imprima"/>
                <a:ea typeface="Imprima"/>
                <a:cs typeface="Imprima"/>
                <a:sym typeface="Imprima"/>
              </a:rPr>
              <a:t> : Organisation de réunions quotidiennes pour maintenir la synchronisation de l'équipe et le suivi des progrès.</a:t>
            </a:r>
            <a:endParaRPr sz="1300">
              <a:solidFill>
                <a:srgbClr val="000000"/>
              </a:solidFill>
              <a:latin typeface="Imprima"/>
              <a:ea typeface="Imprima"/>
              <a:cs typeface="Imprima"/>
              <a:sym typeface="Imprima"/>
            </a:endParaRPr>
          </a:p>
          <a:p>
            <a:pPr indent="-311150" lvl="0" marL="457200" rtl="0" algn="l">
              <a:spcBef>
                <a:spcPts val="0"/>
              </a:spcBef>
              <a:spcAft>
                <a:spcPts val="0"/>
              </a:spcAft>
              <a:buSzPts val="1300"/>
              <a:buAutoNum type="arabicPeriod"/>
            </a:pPr>
            <a:r>
              <a:rPr b="1" lang="en" sz="1300">
                <a:solidFill>
                  <a:srgbClr val="000000"/>
                </a:solidFill>
                <a:latin typeface="Imprima"/>
                <a:ea typeface="Imprima"/>
                <a:cs typeface="Imprima"/>
                <a:sym typeface="Imprima"/>
              </a:rPr>
              <a:t>Recueil des Besoins</a:t>
            </a:r>
            <a:r>
              <a:rPr lang="en" sz="1300">
                <a:solidFill>
                  <a:srgbClr val="000000"/>
                </a:solidFill>
                <a:latin typeface="Imprima"/>
                <a:ea typeface="Imprima"/>
                <a:cs typeface="Imprima"/>
                <a:sym typeface="Imprima"/>
              </a:rPr>
              <a:t> : Clarification et validation des besoins du client pour garantir une compréhension commune des objectifs du projet.</a:t>
            </a:r>
            <a:endParaRPr sz="1300">
              <a:solidFill>
                <a:srgbClr val="000000"/>
              </a:solidFill>
              <a:latin typeface="Imprima"/>
              <a:ea typeface="Imprima"/>
              <a:cs typeface="Imprima"/>
              <a:sym typeface="Imprima"/>
            </a:endParaRPr>
          </a:p>
          <a:p>
            <a:pPr indent="-311150" lvl="0" marL="457200" rtl="0" algn="l">
              <a:spcBef>
                <a:spcPts val="0"/>
              </a:spcBef>
              <a:spcAft>
                <a:spcPts val="0"/>
              </a:spcAft>
              <a:buSzPts val="1300"/>
              <a:buAutoNum type="arabicPeriod"/>
            </a:pPr>
            <a:r>
              <a:rPr b="1" lang="en" sz="1300">
                <a:solidFill>
                  <a:srgbClr val="000000"/>
                </a:solidFill>
                <a:latin typeface="Imprima"/>
                <a:ea typeface="Imprima"/>
                <a:cs typeface="Imprima"/>
                <a:sym typeface="Imprima"/>
              </a:rPr>
              <a:t>Planification de Sprint</a:t>
            </a:r>
            <a:r>
              <a:rPr lang="en" sz="1300">
                <a:solidFill>
                  <a:srgbClr val="000000"/>
                </a:solidFill>
                <a:latin typeface="Imprima"/>
                <a:ea typeface="Imprima"/>
                <a:cs typeface="Imprima"/>
                <a:sym typeface="Imprima"/>
              </a:rPr>
              <a:t> : Planification stratégique des sprints pour définir les tâches prioritaires et les objectifs à court terme.</a:t>
            </a:r>
            <a:endParaRPr sz="1300">
              <a:solidFill>
                <a:srgbClr val="000000"/>
              </a:solidFill>
              <a:latin typeface="Imprima"/>
              <a:ea typeface="Imprima"/>
              <a:cs typeface="Imprima"/>
              <a:sym typeface="Imprima"/>
            </a:endParaRPr>
          </a:p>
          <a:p>
            <a:pPr indent="-311150" lvl="0" marL="457200" rtl="0" algn="l">
              <a:spcBef>
                <a:spcPts val="0"/>
              </a:spcBef>
              <a:spcAft>
                <a:spcPts val="0"/>
              </a:spcAft>
              <a:buSzPts val="1300"/>
              <a:buAutoNum type="arabicPeriod"/>
            </a:pPr>
            <a:r>
              <a:rPr b="1" lang="en" sz="1300">
                <a:solidFill>
                  <a:srgbClr val="000000"/>
                </a:solidFill>
                <a:latin typeface="Imprima"/>
                <a:ea typeface="Imprima"/>
                <a:cs typeface="Imprima"/>
                <a:sym typeface="Imprima"/>
              </a:rPr>
              <a:t>Contrôle des Pull Requests sur Github</a:t>
            </a:r>
            <a:r>
              <a:rPr lang="en" sz="1300">
                <a:solidFill>
                  <a:srgbClr val="000000"/>
                </a:solidFill>
                <a:latin typeface="Imprima"/>
                <a:ea typeface="Imprima"/>
                <a:cs typeface="Imprima"/>
                <a:sym typeface="Imprima"/>
              </a:rPr>
              <a:t> : Supervision des pull requests pour assurer la qualité du code et son alignement avec les exigences du projet.</a:t>
            </a:r>
            <a:endParaRPr sz="1300">
              <a:solidFill>
                <a:srgbClr val="000000"/>
              </a:solidFill>
              <a:latin typeface="Imprima"/>
              <a:ea typeface="Imprima"/>
              <a:cs typeface="Imprima"/>
              <a:sym typeface="Imprima"/>
            </a:endParaRPr>
          </a:p>
          <a:p>
            <a:pPr indent="-311150" lvl="0" marL="457200" rtl="0" algn="l">
              <a:spcBef>
                <a:spcPts val="0"/>
              </a:spcBef>
              <a:spcAft>
                <a:spcPts val="0"/>
              </a:spcAft>
              <a:buSzPts val="1300"/>
              <a:buAutoNum type="arabicPeriod"/>
            </a:pPr>
            <a:r>
              <a:rPr b="1" lang="en" sz="1300">
                <a:solidFill>
                  <a:srgbClr val="000000"/>
                </a:solidFill>
                <a:latin typeface="Imprima"/>
                <a:ea typeface="Imprima"/>
                <a:cs typeface="Imprima"/>
                <a:sym typeface="Imprima"/>
              </a:rPr>
              <a:t>La Rétrospective en Fin de Semaine</a:t>
            </a:r>
            <a:r>
              <a:rPr lang="en" sz="1300">
                <a:solidFill>
                  <a:srgbClr val="000000"/>
                </a:solidFill>
                <a:latin typeface="Imprima"/>
                <a:ea typeface="Imprima"/>
                <a:cs typeface="Imprima"/>
                <a:sym typeface="Imprima"/>
              </a:rPr>
              <a:t> : Conduite de rétrospectives hebdomadaires pour évaluer les avancées et identifier les améliorations possibles pour les sprints suivants.</a:t>
            </a:r>
            <a:endParaRPr sz="1300">
              <a:solidFill>
                <a:srgbClr val="000000"/>
              </a:solidFill>
              <a:latin typeface="Imprima"/>
              <a:ea typeface="Imprima"/>
              <a:cs typeface="Imprima"/>
              <a:sym typeface="Imprima"/>
            </a:endParaRPr>
          </a:p>
        </p:txBody>
      </p:sp>
      <p:pic>
        <p:nvPicPr>
          <p:cNvPr id="1178" name="Google Shape;1178;p30"/>
          <p:cNvPicPr preferRelativeResize="0"/>
          <p:nvPr>
            <p:ph idx="2" type="pic"/>
          </p:nvPr>
        </p:nvPicPr>
        <p:blipFill rotWithShape="1">
          <a:blip r:embed="rId3">
            <a:alphaModFix/>
          </a:blip>
          <a:srcRect b="5954" l="2553" r="2153" t="7375"/>
          <a:stretch/>
        </p:blipFill>
        <p:spPr>
          <a:xfrm>
            <a:off x="5452200" y="539500"/>
            <a:ext cx="2978573" cy="4064502"/>
          </a:xfrm>
          <a:prstGeom prst="rect">
            <a:avLst/>
          </a:prstGeom>
        </p:spPr>
      </p:pic>
      <p:sp>
        <p:nvSpPr>
          <p:cNvPr id="1179" name="Google Shape;1179;p30"/>
          <p:cNvSpPr/>
          <p:nvPr/>
        </p:nvSpPr>
        <p:spPr>
          <a:xfrm rot="10200">
            <a:off x="5835924" y="341170"/>
            <a:ext cx="564549" cy="396679"/>
          </a:xfrm>
          <a:custGeom>
            <a:rect b="b" l="l" r="r" t="t"/>
            <a:pathLst>
              <a:path extrusionOk="0" h="6081" w="23104">
                <a:moveTo>
                  <a:pt x="241" y="0"/>
                </a:moveTo>
                <a:cubicBezTo>
                  <a:pt x="209" y="48"/>
                  <a:pt x="193" y="81"/>
                  <a:pt x="129" y="145"/>
                </a:cubicBezTo>
                <a:cubicBezTo>
                  <a:pt x="1" y="289"/>
                  <a:pt x="113" y="305"/>
                  <a:pt x="193" y="434"/>
                </a:cubicBezTo>
                <a:cubicBezTo>
                  <a:pt x="241" y="482"/>
                  <a:pt x="322" y="690"/>
                  <a:pt x="273" y="770"/>
                </a:cubicBezTo>
                <a:cubicBezTo>
                  <a:pt x="257" y="803"/>
                  <a:pt x="209" y="803"/>
                  <a:pt x="193" y="851"/>
                </a:cubicBezTo>
                <a:cubicBezTo>
                  <a:pt x="177" y="883"/>
                  <a:pt x="177" y="963"/>
                  <a:pt x="193" y="1011"/>
                </a:cubicBezTo>
                <a:cubicBezTo>
                  <a:pt x="209" y="1075"/>
                  <a:pt x="241" y="1075"/>
                  <a:pt x="241" y="1155"/>
                </a:cubicBezTo>
                <a:cubicBezTo>
                  <a:pt x="241" y="1188"/>
                  <a:pt x="209" y="1204"/>
                  <a:pt x="193" y="1252"/>
                </a:cubicBezTo>
                <a:cubicBezTo>
                  <a:pt x="177" y="1332"/>
                  <a:pt x="177" y="1412"/>
                  <a:pt x="177" y="1492"/>
                </a:cubicBezTo>
                <a:cubicBezTo>
                  <a:pt x="177" y="1589"/>
                  <a:pt x="193" y="1557"/>
                  <a:pt x="209" y="1605"/>
                </a:cubicBezTo>
                <a:cubicBezTo>
                  <a:pt x="241" y="1669"/>
                  <a:pt x="209" y="1749"/>
                  <a:pt x="209" y="1813"/>
                </a:cubicBezTo>
                <a:cubicBezTo>
                  <a:pt x="209" y="1861"/>
                  <a:pt x="257" y="1893"/>
                  <a:pt x="257" y="1926"/>
                </a:cubicBezTo>
                <a:cubicBezTo>
                  <a:pt x="273" y="2054"/>
                  <a:pt x="193" y="2134"/>
                  <a:pt x="209" y="2262"/>
                </a:cubicBezTo>
                <a:cubicBezTo>
                  <a:pt x="209" y="2375"/>
                  <a:pt x="273" y="2503"/>
                  <a:pt x="370" y="2583"/>
                </a:cubicBezTo>
                <a:cubicBezTo>
                  <a:pt x="498" y="2680"/>
                  <a:pt x="659" y="2712"/>
                  <a:pt x="755" y="2840"/>
                </a:cubicBezTo>
                <a:cubicBezTo>
                  <a:pt x="803" y="2872"/>
                  <a:pt x="819" y="2936"/>
                  <a:pt x="851" y="2984"/>
                </a:cubicBezTo>
                <a:cubicBezTo>
                  <a:pt x="899" y="3016"/>
                  <a:pt x="995" y="3065"/>
                  <a:pt x="1044" y="3097"/>
                </a:cubicBezTo>
                <a:cubicBezTo>
                  <a:pt x="1124" y="3193"/>
                  <a:pt x="1060" y="3241"/>
                  <a:pt x="1011" y="3337"/>
                </a:cubicBezTo>
                <a:cubicBezTo>
                  <a:pt x="995" y="3385"/>
                  <a:pt x="995" y="3482"/>
                  <a:pt x="979" y="3514"/>
                </a:cubicBezTo>
                <a:cubicBezTo>
                  <a:pt x="963" y="3546"/>
                  <a:pt x="835" y="3578"/>
                  <a:pt x="803" y="3578"/>
                </a:cubicBezTo>
                <a:cubicBezTo>
                  <a:pt x="739" y="3594"/>
                  <a:pt x="691" y="3594"/>
                  <a:pt x="610" y="3594"/>
                </a:cubicBezTo>
                <a:cubicBezTo>
                  <a:pt x="562" y="3626"/>
                  <a:pt x="530" y="3658"/>
                  <a:pt x="482" y="3674"/>
                </a:cubicBezTo>
                <a:cubicBezTo>
                  <a:pt x="450" y="3690"/>
                  <a:pt x="418" y="3690"/>
                  <a:pt x="386" y="3690"/>
                </a:cubicBezTo>
                <a:cubicBezTo>
                  <a:pt x="354" y="3690"/>
                  <a:pt x="322" y="3690"/>
                  <a:pt x="290" y="3706"/>
                </a:cubicBezTo>
                <a:cubicBezTo>
                  <a:pt x="241" y="3722"/>
                  <a:pt x="193" y="3738"/>
                  <a:pt x="113" y="3738"/>
                </a:cubicBezTo>
                <a:cubicBezTo>
                  <a:pt x="102" y="3824"/>
                  <a:pt x="184" y="3831"/>
                  <a:pt x="259" y="3831"/>
                </a:cubicBezTo>
                <a:cubicBezTo>
                  <a:pt x="274" y="3831"/>
                  <a:pt x="289" y="3831"/>
                  <a:pt x="302" y="3831"/>
                </a:cubicBezTo>
                <a:cubicBezTo>
                  <a:pt x="323" y="3831"/>
                  <a:pt x="341" y="3831"/>
                  <a:pt x="354" y="3835"/>
                </a:cubicBezTo>
                <a:cubicBezTo>
                  <a:pt x="482" y="3851"/>
                  <a:pt x="610" y="3883"/>
                  <a:pt x="723" y="3931"/>
                </a:cubicBezTo>
                <a:cubicBezTo>
                  <a:pt x="771" y="3979"/>
                  <a:pt x="803" y="3995"/>
                  <a:pt x="883" y="4027"/>
                </a:cubicBezTo>
                <a:cubicBezTo>
                  <a:pt x="963" y="4043"/>
                  <a:pt x="1044" y="4027"/>
                  <a:pt x="1060" y="4107"/>
                </a:cubicBezTo>
                <a:cubicBezTo>
                  <a:pt x="1092" y="4220"/>
                  <a:pt x="995" y="4428"/>
                  <a:pt x="979" y="4525"/>
                </a:cubicBezTo>
                <a:cubicBezTo>
                  <a:pt x="963" y="4589"/>
                  <a:pt x="963" y="4669"/>
                  <a:pt x="963" y="4733"/>
                </a:cubicBezTo>
                <a:cubicBezTo>
                  <a:pt x="963" y="4829"/>
                  <a:pt x="1011" y="4926"/>
                  <a:pt x="995" y="5006"/>
                </a:cubicBezTo>
                <a:cubicBezTo>
                  <a:pt x="953" y="5015"/>
                  <a:pt x="911" y="5018"/>
                  <a:pt x="870" y="5018"/>
                </a:cubicBezTo>
                <a:cubicBezTo>
                  <a:pt x="827" y="5018"/>
                  <a:pt x="784" y="5015"/>
                  <a:pt x="741" y="5015"/>
                </a:cubicBezTo>
                <a:cubicBezTo>
                  <a:pt x="688" y="5015"/>
                  <a:pt x="634" y="5019"/>
                  <a:pt x="578" y="5038"/>
                </a:cubicBezTo>
                <a:cubicBezTo>
                  <a:pt x="482" y="5102"/>
                  <a:pt x="514" y="5118"/>
                  <a:pt x="498" y="5230"/>
                </a:cubicBezTo>
                <a:cubicBezTo>
                  <a:pt x="450" y="5487"/>
                  <a:pt x="209" y="5327"/>
                  <a:pt x="81" y="5487"/>
                </a:cubicBezTo>
                <a:cubicBezTo>
                  <a:pt x="1" y="5567"/>
                  <a:pt x="97" y="5599"/>
                  <a:pt x="161" y="5648"/>
                </a:cubicBezTo>
                <a:cubicBezTo>
                  <a:pt x="257" y="5696"/>
                  <a:pt x="322" y="5760"/>
                  <a:pt x="418" y="5808"/>
                </a:cubicBezTo>
                <a:cubicBezTo>
                  <a:pt x="482" y="5824"/>
                  <a:pt x="594" y="5840"/>
                  <a:pt x="659" y="5888"/>
                </a:cubicBezTo>
                <a:cubicBezTo>
                  <a:pt x="723" y="5920"/>
                  <a:pt x="755" y="6001"/>
                  <a:pt x="803" y="6081"/>
                </a:cubicBezTo>
                <a:lnTo>
                  <a:pt x="21547" y="6081"/>
                </a:lnTo>
                <a:cubicBezTo>
                  <a:pt x="21531" y="6033"/>
                  <a:pt x="21467" y="5984"/>
                  <a:pt x="21435" y="5920"/>
                </a:cubicBezTo>
                <a:cubicBezTo>
                  <a:pt x="21451" y="5872"/>
                  <a:pt x="21515" y="5760"/>
                  <a:pt x="21483" y="5648"/>
                </a:cubicBezTo>
                <a:cubicBezTo>
                  <a:pt x="21451" y="5583"/>
                  <a:pt x="21419" y="5535"/>
                  <a:pt x="21451" y="5487"/>
                </a:cubicBezTo>
                <a:cubicBezTo>
                  <a:pt x="21499" y="5423"/>
                  <a:pt x="21659" y="5423"/>
                  <a:pt x="21691" y="5423"/>
                </a:cubicBezTo>
                <a:cubicBezTo>
                  <a:pt x="21804" y="5407"/>
                  <a:pt x="21964" y="5391"/>
                  <a:pt x="22044" y="5327"/>
                </a:cubicBezTo>
                <a:cubicBezTo>
                  <a:pt x="22077" y="5279"/>
                  <a:pt x="22060" y="5246"/>
                  <a:pt x="22125" y="5198"/>
                </a:cubicBezTo>
                <a:cubicBezTo>
                  <a:pt x="22149" y="5174"/>
                  <a:pt x="22181" y="5170"/>
                  <a:pt x="22217" y="5170"/>
                </a:cubicBezTo>
                <a:cubicBezTo>
                  <a:pt x="22235" y="5170"/>
                  <a:pt x="22254" y="5171"/>
                  <a:pt x="22274" y="5171"/>
                </a:cubicBezTo>
                <a:cubicBezTo>
                  <a:pt x="22293" y="5171"/>
                  <a:pt x="22313" y="5170"/>
                  <a:pt x="22333" y="5166"/>
                </a:cubicBezTo>
                <a:cubicBezTo>
                  <a:pt x="22333" y="5038"/>
                  <a:pt x="22397" y="4926"/>
                  <a:pt x="22381" y="4781"/>
                </a:cubicBezTo>
                <a:lnTo>
                  <a:pt x="22381" y="4460"/>
                </a:lnTo>
                <a:cubicBezTo>
                  <a:pt x="22381" y="4380"/>
                  <a:pt x="22317" y="4220"/>
                  <a:pt x="22237" y="4188"/>
                </a:cubicBezTo>
                <a:cubicBezTo>
                  <a:pt x="22176" y="4140"/>
                  <a:pt x="22104" y="4133"/>
                  <a:pt x="22029" y="4133"/>
                </a:cubicBezTo>
                <a:cubicBezTo>
                  <a:pt x="21994" y="4133"/>
                  <a:pt x="21958" y="4135"/>
                  <a:pt x="21923" y="4135"/>
                </a:cubicBezTo>
                <a:cubicBezTo>
                  <a:pt x="21854" y="4135"/>
                  <a:pt x="21785" y="4128"/>
                  <a:pt x="21724" y="4091"/>
                </a:cubicBezTo>
                <a:cubicBezTo>
                  <a:pt x="21996" y="4043"/>
                  <a:pt x="22285" y="3851"/>
                  <a:pt x="22574" y="3851"/>
                </a:cubicBezTo>
                <a:cubicBezTo>
                  <a:pt x="22606" y="3851"/>
                  <a:pt x="22654" y="3859"/>
                  <a:pt x="22700" y="3859"/>
                </a:cubicBezTo>
                <a:cubicBezTo>
                  <a:pt x="22746" y="3859"/>
                  <a:pt x="22790" y="3851"/>
                  <a:pt x="22815" y="3819"/>
                </a:cubicBezTo>
                <a:cubicBezTo>
                  <a:pt x="22879" y="3754"/>
                  <a:pt x="22847" y="3754"/>
                  <a:pt x="22863" y="3690"/>
                </a:cubicBezTo>
                <a:cubicBezTo>
                  <a:pt x="22879" y="3658"/>
                  <a:pt x="22895" y="3642"/>
                  <a:pt x="22895" y="3578"/>
                </a:cubicBezTo>
                <a:cubicBezTo>
                  <a:pt x="22895" y="3514"/>
                  <a:pt x="22863" y="3450"/>
                  <a:pt x="22863" y="3369"/>
                </a:cubicBezTo>
                <a:cubicBezTo>
                  <a:pt x="22863" y="3289"/>
                  <a:pt x="22927" y="3257"/>
                  <a:pt x="22895" y="3177"/>
                </a:cubicBezTo>
                <a:cubicBezTo>
                  <a:pt x="22879" y="3113"/>
                  <a:pt x="22863" y="3049"/>
                  <a:pt x="22863" y="2968"/>
                </a:cubicBezTo>
                <a:lnTo>
                  <a:pt x="22863" y="2760"/>
                </a:lnTo>
                <a:cubicBezTo>
                  <a:pt x="22847" y="2696"/>
                  <a:pt x="22798" y="2647"/>
                  <a:pt x="22782" y="2615"/>
                </a:cubicBezTo>
                <a:cubicBezTo>
                  <a:pt x="22766" y="2567"/>
                  <a:pt x="22766" y="2487"/>
                  <a:pt x="22782" y="2455"/>
                </a:cubicBezTo>
                <a:lnTo>
                  <a:pt x="22782" y="2375"/>
                </a:lnTo>
                <a:cubicBezTo>
                  <a:pt x="22798" y="2375"/>
                  <a:pt x="22815" y="2359"/>
                  <a:pt x="22847" y="2327"/>
                </a:cubicBezTo>
                <a:cubicBezTo>
                  <a:pt x="22863" y="2278"/>
                  <a:pt x="22798" y="2150"/>
                  <a:pt x="22782" y="2070"/>
                </a:cubicBezTo>
                <a:cubicBezTo>
                  <a:pt x="22734" y="1990"/>
                  <a:pt x="22686" y="1829"/>
                  <a:pt x="22686" y="1733"/>
                </a:cubicBezTo>
                <a:cubicBezTo>
                  <a:pt x="22702" y="1589"/>
                  <a:pt x="22895" y="1476"/>
                  <a:pt x="22975" y="1364"/>
                </a:cubicBezTo>
                <a:cubicBezTo>
                  <a:pt x="23055" y="1268"/>
                  <a:pt x="23103" y="1236"/>
                  <a:pt x="23055" y="1091"/>
                </a:cubicBezTo>
                <a:cubicBezTo>
                  <a:pt x="22975" y="883"/>
                  <a:pt x="22798" y="867"/>
                  <a:pt x="22686" y="690"/>
                </a:cubicBezTo>
                <a:cubicBezTo>
                  <a:pt x="22606" y="562"/>
                  <a:pt x="22638" y="385"/>
                  <a:pt x="22686" y="273"/>
                </a:cubicBezTo>
                <a:cubicBezTo>
                  <a:pt x="22702" y="209"/>
                  <a:pt x="22718" y="113"/>
                  <a:pt x="22734" y="0"/>
                </a:cubicBezTo>
                <a:close/>
              </a:path>
            </a:pathLst>
          </a:custGeom>
          <a:solidFill>
            <a:srgbClr val="AF9E96">
              <a:alpha val="685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0" name="Google Shape;1180;p30"/>
          <p:cNvGrpSpPr/>
          <p:nvPr/>
        </p:nvGrpSpPr>
        <p:grpSpPr>
          <a:xfrm>
            <a:off x="6938061" y="3098876"/>
            <a:ext cx="2285313" cy="2149360"/>
            <a:chOff x="6938061" y="3098876"/>
            <a:chExt cx="2285313" cy="2149360"/>
          </a:xfrm>
        </p:grpSpPr>
        <p:grpSp>
          <p:nvGrpSpPr>
            <p:cNvPr id="1181" name="Google Shape;1181;p30"/>
            <p:cNvGrpSpPr/>
            <p:nvPr/>
          </p:nvGrpSpPr>
          <p:grpSpPr>
            <a:xfrm>
              <a:off x="6938061" y="3098876"/>
              <a:ext cx="2285313" cy="2149360"/>
              <a:chOff x="7071322" y="3223960"/>
              <a:chExt cx="2152706" cy="2024642"/>
            </a:xfrm>
          </p:grpSpPr>
          <p:sp>
            <p:nvSpPr>
              <p:cNvPr id="1182" name="Google Shape;1182;p30"/>
              <p:cNvSpPr/>
              <p:nvPr/>
            </p:nvSpPr>
            <p:spPr>
              <a:xfrm rot="10800000">
                <a:off x="7071322" y="3223960"/>
                <a:ext cx="2152706" cy="2024642"/>
              </a:xfrm>
              <a:custGeom>
                <a:rect b="b" l="l" r="r" t="t"/>
                <a:pathLst>
                  <a:path extrusionOk="0" h="57785" w="64380">
                    <a:moveTo>
                      <a:pt x="6704" y="0"/>
                    </a:moveTo>
                    <a:cubicBezTo>
                      <a:pt x="3010" y="0"/>
                      <a:pt x="1" y="2976"/>
                      <a:pt x="1" y="6690"/>
                    </a:cubicBezTo>
                    <a:lnTo>
                      <a:pt x="1" y="57784"/>
                    </a:lnTo>
                    <a:cubicBezTo>
                      <a:pt x="335" y="57420"/>
                      <a:pt x="730" y="57085"/>
                      <a:pt x="1156" y="56842"/>
                    </a:cubicBezTo>
                    <a:lnTo>
                      <a:pt x="882" y="56690"/>
                    </a:lnTo>
                    <a:lnTo>
                      <a:pt x="1217" y="56234"/>
                    </a:lnTo>
                    <a:cubicBezTo>
                      <a:pt x="1217" y="56022"/>
                      <a:pt x="1308" y="55839"/>
                      <a:pt x="1490" y="55778"/>
                    </a:cubicBezTo>
                    <a:cubicBezTo>
                      <a:pt x="1521" y="55657"/>
                      <a:pt x="1582" y="55535"/>
                      <a:pt x="1612" y="55383"/>
                    </a:cubicBezTo>
                    <a:cubicBezTo>
                      <a:pt x="1612" y="55262"/>
                      <a:pt x="1703" y="55170"/>
                      <a:pt x="1794" y="55110"/>
                    </a:cubicBezTo>
                    <a:lnTo>
                      <a:pt x="1794" y="55140"/>
                    </a:lnTo>
                    <a:cubicBezTo>
                      <a:pt x="1864" y="55233"/>
                      <a:pt x="1969" y="55273"/>
                      <a:pt x="2123" y="55273"/>
                    </a:cubicBezTo>
                    <a:cubicBezTo>
                      <a:pt x="2171" y="55273"/>
                      <a:pt x="2223" y="55269"/>
                      <a:pt x="2281" y="55262"/>
                    </a:cubicBezTo>
                    <a:cubicBezTo>
                      <a:pt x="2341" y="55049"/>
                      <a:pt x="2433" y="54867"/>
                      <a:pt x="2524" y="54654"/>
                    </a:cubicBezTo>
                    <a:cubicBezTo>
                      <a:pt x="2493" y="54441"/>
                      <a:pt x="2493" y="54198"/>
                      <a:pt x="2554" y="53955"/>
                    </a:cubicBezTo>
                    <a:lnTo>
                      <a:pt x="2676" y="53955"/>
                    </a:lnTo>
                    <a:cubicBezTo>
                      <a:pt x="2767" y="53985"/>
                      <a:pt x="2858" y="54015"/>
                      <a:pt x="2949" y="54076"/>
                    </a:cubicBezTo>
                    <a:cubicBezTo>
                      <a:pt x="3436" y="53529"/>
                      <a:pt x="3952" y="53043"/>
                      <a:pt x="4500" y="52587"/>
                    </a:cubicBezTo>
                    <a:cubicBezTo>
                      <a:pt x="5168" y="51979"/>
                      <a:pt x="5715" y="51462"/>
                      <a:pt x="6323" y="50976"/>
                    </a:cubicBezTo>
                    <a:cubicBezTo>
                      <a:pt x="6414" y="50672"/>
                      <a:pt x="6627" y="50459"/>
                      <a:pt x="6931" y="50368"/>
                    </a:cubicBezTo>
                    <a:lnTo>
                      <a:pt x="7144" y="50368"/>
                    </a:lnTo>
                    <a:cubicBezTo>
                      <a:pt x="7661" y="50034"/>
                      <a:pt x="8208" y="49760"/>
                      <a:pt x="8755" y="49517"/>
                    </a:cubicBezTo>
                    <a:cubicBezTo>
                      <a:pt x="8877" y="49486"/>
                      <a:pt x="8998" y="49456"/>
                      <a:pt x="9150" y="49456"/>
                    </a:cubicBezTo>
                    <a:cubicBezTo>
                      <a:pt x="9150" y="49426"/>
                      <a:pt x="9180" y="49365"/>
                      <a:pt x="9211" y="49335"/>
                    </a:cubicBezTo>
                    <a:cubicBezTo>
                      <a:pt x="9484" y="48939"/>
                      <a:pt x="9728" y="48514"/>
                      <a:pt x="9971" y="48119"/>
                    </a:cubicBezTo>
                    <a:lnTo>
                      <a:pt x="10366" y="48028"/>
                    </a:lnTo>
                    <a:cubicBezTo>
                      <a:pt x="10683" y="47770"/>
                      <a:pt x="11077" y="47629"/>
                      <a:pt x="11473" y="47629"/>
                    </a:cubicBezTo>
                    <a:cubicBezTo>
                      <a:pt x="11685" y="47629"/>
                      <a:pt x="11897" y="47669"/>
                      <a:pt x="12098" y="47754"/>
                    </a:cubicBezTo>
                    <a:cubicBezTo>
                      <a:pt x="12919" y="47146"/>
                      <a:pt x="13649" y="46994"/>
                      <a:pt x="14804" y="46720"/>
                    </a:cubicBezTo>
                    <a:cubicBezTo>
                      <a:pt x="14956" y="46675"/>
                      <a:pt x="15108" y="46652"/>
                      <a:pt x="15256" y="46652"/>
                    </a:cubicBezTo>
                    <a:cubicBezTo>
                      <a:pt x="15404" y="46652"/>
                      <a:pt x="15548" y="46675"/>
                      <a:pt x="15685" y="46720"/>
                    </a:cubicBezTo>
                    <a:cubicBezTo>
                      <a:pt x="15868" y="46690"/>
                      <a:pt x="16020" y="46599"/>
                      <a:pt x="16141" y="46447"/>
                    </a:cubicBezTo>
                    <a:lnTo>
                      <a:pt x="16080" y="46295"/>
                    </a:lnTo>
                    <a:cubicBezTo>
                      <a:pt x="16171" y="46295"/>
                      <a:pt x="16293" y="46325"/>
                      <a:pt x="16384" y="46325"/>
                    </a:cubicBezTo>
                    <a:cubicBezTo>
                      <a:pt x="16536" y="46295"/>
                      <a:pt x="16688" y="46265"/>
                      <a:pt x="16840" y="46234"/>
                    </a:cubicBezTo>
                    <a:cubicBezTo>
                      <a:pt x="16962" y="46143"/>
                      <a:pt x="17053" y="46021"/>
                      <a:pt x="17144" y="45930"/>
                    </a:cubicBezTo>
                    <a:cubicBezTo>
                      <a:pt x="17203" y="45945"/>
                      <a:pt x="17257" y="45953"/>
                      <a:pt x="17305" y="45953"/>
                    </a:cubicBezTo>
                    <a:cubicBezTo>
                      <a:pt x="17454" y="45953"/>
                      <a:pt x="17547" y="45879"/>
                      <a:pt x="17570" y="45717"/>
                    </a:cubicBezTo>
                    <a:cubicBezTo>
                      <a:pt x="17600" y="45687"/>
                      <a:pt x="17630" y="45687"/>
                      <a:pt x="17691" y="45657"/>
                    </a:cubicBezTo>
                    <a:cubicBezTo>
                      <a:pt x="17934" y="45383"/>
                      <a:pt x="18117" y="45079"/>
                      <a:pt x="18330" y="44806"/>
                    </a:cubicBezTo>
                    <a:cubicBezTo>
                      <a:pt x="17965" y="44410"/>
                      <a:pt x="18603" y="44319"/>
                      <a:pt x="18725" y="44106"/>
                    </a:cubicBezTo>
                    <a:cubicBezTo>
                      <a:pt x="18968" y="44106"/>
                      <a:pt x="19150" y="44046"/>
                      <a:pt x="19211" y="43863"/>
                    </a:cubicBezTo>
                    <a:cubicBezTo>
                      <a:pt x="19363" y="43651"/>
                      <a:pt x="19424" y="43407"/>
                      <a:pt x="19393" y="43164"/>
                    </a:cubicBezTo>
                    <a:cubicBezTo>
                      <a:pt x="19029" y="42344"/>
                      <a:pt x="19029" y="42344"/>
                      <a:pt x="20153" y="42283"/>
                    </a:cubicBezTo>
                    <a:lnTo>
                      <a:pt x="20305" y="42283"/>
                    </a:lnTo>
                    <a:cubicBezTo>
                      <a:pt x="20305" y="42283"/>
                      <a:pt x="20488" y="42131"/>
                      <a:pt x="20457" y="42100"/>
                    </a:cubicBezTo>
                    <a:cubicBezTo>
                      <a:pt x="20366" y="41918"/>
                      <a:pt x="20396" y="41705"/>
                      <a:pt x="20548" y="41584"/>
                    </a:cubicBezTo>
                    <a:cubicBezTo>
                      <a:pt x="20579" y="41614"/>
                      <a:pt x="20609" y="41675"/>
                      <a:pt x="20609" y="41736"/>
                    </a:cubicBezTo>
                    <a:cubicBezTo>
                      <a:pt x="20609" y="41888"/>
                      <a:pt x="20609" y="41979"/>
                      <a:pt x="20852" y="42009"/>
                    </a:cubicBezTo>
                    <a:cubicBezTo>
                      <a:pt x="21065" y="42009"/>
                      <a:pt x="21217" y="42009"/>
                      <a:pt x="21217" y="41857"/>
                    </a:cubicBezTo>
                    <a:cubicBezTo>
                      <a:pt x="21278" y="41553"/>
                      <a:pt x="21582" y="41340"/>
                      <a:pt x="21764" y="41097"/>
                    </a:cubicBezTo>
                    <a:cubicBezTo>
                      <a:pt x="21582" y="40702"/>
                      <a:pt x="21886" y="40489"/>
                      <a:pt x="22190" y="40246"/>
                    </a:cubicBezTo>
                    <a:cubicBezTo>
                      <a:pt x="22342" y="40155"/>
                      <a:pt x="22433" y="39973"/>
                      <a:pt x="22403" y="39790"/>
                    </a:cubicBezTo>
                    <a:cubicBezTo>
                      <a:pt x="22372" y="39608"/>
                      <a:pt x="22463" y="39456"/>
                      <a:pt x="22646" y="39365"/>
                    </a:cubicBezTo>
                    <a:cubicBezTo>
                      <a:pt x="22919" y="39182"/>
                      <a:pt x="23193" y="39000"/>
                      <a:pt x="23497" y="38818"/>
                    </a:cubicBezTo>
                    <a:cubicBezTo>
                      <a:pt x="23545" y="38789"/>
                      <a:pt x="23557" y="38778"/>
                      <a:pt x="23557" y="38778"/>
                    </a:cubicBezTo>
                    <a:lnTo>
                      <a:pt x="23557" y="38778"/>
                    </a:lnTo>
                    <a:cubicBezTo>
                      <a:pt x="23557" y="38778"/>
                      <a:pt x="23504" y="38827"/>
                      <a:pt x="23649" y="38848"/>
                    </a:cubicBezTo>
                    <a:cubicBezTo>
                      <a:pt x="23710" y="38848"/>
                      <a:pt x="23801" y="39000"/>
                      <a:pt x="23770" y="39061"/>
                    </a:cubicBezTo>
                    <a:lnTo>
                      <a:pt x="23710" y="39122"/>
                    </a:lnTo>
                    <a:cubicBezTo>
                      <a:pt x="24196" y="38757"/>
                      <a:pt x="24773" y="38453"/>
                      <a:pt x="25412" y="37997"/>
                    </a:cubicBezTo>
                    <a:cubicBezTo>
                      <a:pt x="25594" y="37815"/>
                      <a:pt x="25777" y="37663"/>
                      <a:pt x="25989" y="37511"/>
                    </a:cubicBezTo>
                    <a:cubicBezTo>
                      <a:pt x="26050" y="37419"/>
                      <a:pt x="26141" y="37328"/>
                      <a:pt x="26202" y="37237"/>
                    </a:cubicBezTo>
                    <a:cubicBezTo>
                      <a:pt x="26232" y="37085"/>
                      <a:pt x="26293" y="36903"/>
                      <a:pt x="26384" y="36720"/>
                    </a:cubicBezTo>
                    <a:cubicBezTo>
                      <a:pt x="26415" y="36660"/>
                      <a:pt x="26536" y="36629"/>
                      <a:pt x="26628" y="36599"/>
                    </a:cubicBezTo>
                    <a:cubicBezTo>
                      <a:pt x="26628" y="36599"/>
                      <a:pt x="26719" y="36629"/>
                      <a:pt x="26749" y="36660"/>
                    </a:cubicBezTo>
                    <a:lnTo>
                      <a:pt x="26749" y="36720"/>
                    </a:lnTo>
                    <a:cubicBezTo>
                      <a:pt x="27053" y="36416"/>
                      <a:pt x="27357" y="36143"/>
                      <a:pt x="27661" y="35900"/>
                    </a:cubicBezTo>
                    <a:cubicBezTo>
                      <a:pt x="28178" y="35322"/>
                      <a:pt x="28695" y="34775"/>
                      <a:pt x="29242" y="34258"/>
                    </a:cubicBezTo>
                    <a:cubicBezTo>
                      <a:pt x="29394" y="34089"/>
                      <a:pt x="29611" y="34005"/>
                      <a:pt x="29832" y="34005"/>
                    </a:cubicBezTo>
                    <a:cubicBezTo>
                      <a:pt x="30009" y="34005"/>
                      <a:pt x="30187" y="34059"/>
                      <a:pt x="30336" y="34167"/>
                    </a:cubicBezTo>
                    <a:cubicBezTo>
                      <a:pt x="30427" y="33985"/>
                      <a:pt x="30518" y="33802"/>
                      <a:pt x="30609" y="33620"/>
                    </a:cubicBezTo>
                    <a:cubicBezTo>
                      <a:pt x="30579" y="33590"/>
                      <a:pt x="30518" y="33529"/>
                      <a:pt x="30549" y="33498"/>
                    </a:cubicBezTo>
                    <a:cubicBezTo>
                      <a:pt x="30579" y="33377"/>
                      <a:pt x="30609" y="33286"/>
                      <a:pt x="30701" y="33194"/>
                    </a:cubicBezTo>
                    <a:cubicBezTo>
                      <a:pt x="31126" y="32708"/>
                      <a:pt x="31369" y="32161"/>
                      <a:pt x="31795" y="31735"/>
                    </a:cubicBezTo>
                    <a:cubicBezTo>
                      <a:pt x="31886" y="31675"/>
                      <a:pt x="31992" y="31644"/>
                      <a:pt x="32099" y="31644"/>
                    </a:cubicBezTo>
                    <a:cubicBezTo>
                      <a:pt x="32205" y="31644"/>
                      <a:pt x="32312" y="31675"/>
                      <a:pt x="32403" y="31735"/>
                    </a:cubicBezTo>
                    <a:cubicBezTo>
                      <a:pt x="32555" y="31887"/>
                      <a:pt x="32707" y="32070"/>
                      <a:pt x="32889" y="32222"/>
                    </a:cubicBezTo>
                    <a:lnTo>
                      <a:pt x="32950" y="32222"/>
                    </a:lnTo>
                    <a:lnTo>
                      <a:pt x="33953" y="32313"/>
                    </a:lnTo>
                    <a:lnTo>
                      <a:pt x="34196" y="32131"/>
                    </a:lnTo>
                    <a:cubicBezTo>
                      <a:pt x="34223" y="31290"/>
                      <a:pt x="34904" y="30643"/>
                      <a:pt x="35720" y="30643"/>
                    </a:cubicBezTo>
                    <a:cubicBezTo>
                      <a:pt x="35818" y="30643"/>
                      <a:pt x="35918" y="30652"/>
                      <a:pt x="36020" y="30672"/>
                    </a:cubicBezTo>
                    <a:lnTo>
                      <a:pt x="36567" y="30459"/>
                    </a:lnTo>
                    <a:lnTo>
                      <a:pt x="36597" y="30459"/>
                    </a:lnTo>
                    <a:cubicBezTo>
                      <a:pt x="36689" y="30125"/>
                      <a:pt x="36871" y="29851"/>
                      <a:pt x="37114" y="29638"/>
                    </a:cubicBezTo>
                    <a:cubicBezTo>
                      <a:pt x="37175" y="29608"/>
                      <a:pt x="37327" y="29608"/>
                      <a:pt x="37418" y="29608"/>
                    </a:cubicBezTo>
                    <a:cubicBezTo>
                      <a:pt x="37448" y="29608"/>
                      <a:pt x="37509" y="29638"/>
                      <a:pt x="37540" y="29699"/>
                    </a:cubicBezTo>
                    <a:cubicBezTo>
                      <a:pt x="37600" y="29790"/>
                      <a:pt x="37631" y="29912"/>
                      <a:pt x="37661" y="30033"/>
                    </a:cubicBezTo>
                    <a:cubicBezTo>
                      <a:pt x="37692" y="30125"/>
                      <a:pt x="37692" y="30246"/>
                      <a:pt x="37813" y="30337"/>
                    </a:cubicBezTo>
                    <a:cubicBezTo>
                      <a:pt x="37874" y="30368"/>
                      <a:pt x="37935" y="30398"/>
                      <a:pt x="38026" y="30428"/>
                    </a:cubicBezTo>
                    <a:cubicBezTo>
                      <a:pt x="38051" y="30441"/>
                      <a:pt x="38082" y="30448"/>
                      <a:pt x="38113" y="30448"/>
                    </a:cubicBezTo>
                    <a:cubicBezTo>
                      <a:pt x="38157" y="30448"/>
                      <a:pt x="38203" y="30434"/>
                      <a:pt x="38239" y="30398"/>
                    </a:cubicBezTo>
                    <a:cubicBezTo>
                      <a:pt x="38330" y="30307"/>
                      <a:pt x="38360" y="30185"/>
                      <a:pt x="38512" y="30185"/>
                    </a:cubicBezTo>
                    <a:cubicBezTo>
                      <a:pt x="38573" y="30125"/>
                      <a:pt x="38604" y="30094"/>
                      <a:pt x="38695" y="30033"/>
                    </a:cubicBezTo>
                    <a:cubicBezTo>
                      <a:pt x="38938" y="29912"/>
                      <a:pt x="39181" y="29790"/>
                      <a:pt x="39485" y="29729"/>
                    </a:cubicBezTo>
                    <a:cubicBezTo>
                      <a:pt x="39897" y="29002"/>
                      <a:pt x="40696" y="28700"/>
                      <a:pt x="41526" y="28700"/>
                    </a:cubicBezTo>
                    <a:cubicBezTo>
                      <a:pt x="41737" y="28700"/>
                      <a:pt x="41950" y="28720"/>
                      <a:pt x="42160" y="28757"/>
                    </a:cubicBezTo>
                    <a:cubicBezTo>
                      <a:pt x="42266" y="28571"/>
                      <a:pt x="42396" y="28477"/>
                      <a:pt x="42610" y="28477"/>
                    </a:cubicBezTo>
                    <a:cubicBezTo>
                      <a:pt x="42640" y="28477"/>
                      <a:pt x="42673" y="28479"/>
                      <a:pt x="42707" y="28483"/>
                    </a:cubicBezTo>
                    <a:cubicBezTo>
                      <a:pt x="42829" y="28483"/>
                      <a:pt x="42950" y="28514"/>
                      <a:pt x="43041" y="28514"/>
                    </a:cubicBezTo>
                    <a:cubicBezTo>
                      <a:pt x="43109" y="28534"/>
                      <a:pt x="43176" y="28543"/>
                      <a:pt x="43242" y="28543"/>
                    </a:cubicBezTo>
                    <a:cubicBezTo>
                      <a:pt x="43474" y="28543"/>
                      <a:pt x="43690" y="28423"/>
                      <a:pt x="43832" y="28210"/>
                    </a:cubicBezTo>
                    <a:cubicBezTo>
                      <a:pt x="43953" y="27997"/>
                      <a:pt x="44044" y="27754"/>
                      <a:pt x="44136" y="27541"/>
                    </a:cubicBezTo>
                    <a:cubicBezTo>
                      <a:pt x="44257" y="27328"/>
                      <a:pt x="44440" y="27176"/>
                      <a:pt x="44652" y="27085"/>
                    </a:cubicBezTo>
                    <a:cubicBezTo>
                      <a:pt x="44865" y="26963"/>
                      <a:pt x="45260" y="26994"/>
                      <a:pt x="45321" y="26781"/>
                    </a:cubicBezTo>
                    <a:cubicBezTo>
                      <a:pt x="45443" y="26416"/>
                      <a:pt x="45321" y="25991"/>
                      <a:pt x="45017" y="25717"/>
                    </a:cubicBezTo>
                    <a:cubicBezTo>
                      <a:pt x="44987" y="25687"/>
                      <a:pt x="44956" y="25656"/>
                      <a:pt x="44926" y="25626"/>
                    </a:cubicBezTo>
                    <a:cubicBezTo>
                      <a:pt x="44622" y="25352"/>
                      <a:pt x="44652" y="24896"/>
                      <a:pt x="44956" y="24623"/>
                    </a:cubicBezTo>
                    <a:cubicBezTo>
                      <a:pt x="45047" y="24562"/>
                      <a:pt x="45139" y="24532"/>
                      <a:pt x="45230" y="24532"/>
                    </a:cubicBezTo>
                    <a:cubicBezTo>
                      <a:pt x="45327" y="24532"/>
                      <a:pt x="45424" y="24571"/>
                      <a:pt x="45506" y="24571"/>
                    </a:cubicBezTo>
                    <a:cubicBezTo>
                      <a:pt x="45526" y="24571"/>
                      <a:pt x="45546" y="24568"/>
                      <a:pt x="45564" y="24562"/>
                    </a:cubicBezTo>
                    <a:cubicBezTo>
                      <a:pt x="45620" y="24551"/>
                      <a:pt x="45679" y="24544"/>
                      <a:pt x="45742" y="24544"/>
                    </a:cubicBezTo>
                    <a:cubicBezTo>
                      <a:pt x="45850" y="24544"/>
                      <a:pt x="45965" y="24565"/>
                      <a:pt x="46081" y="24623"/>
                    </a:cubicBezTo>
                    <a:cubicBezTo>
                      <a:pt x="46172" y="24045"/>
                      <a:pt x="46476" y="23529"/>
                      <a:pt x="46871" y="23134"/>
                    </a:cubicBezTo>
                    <a:cubicBezTo>
                      <a:pt x="47165" y="22840"/>
                      <a:pt x="47559" y="22685"/>
                      <a:pt x="47965" y="22685"/>
                    </a:cubicBezTo>
                    <a:cubicBezTo>
                      <a:pt x="48190" y="22685"/>
                      <a:pt x="48418" y="22732"/>
                      <a:pt x="48634" y="22830"/>
                    </a:cubicBezTo>
                    <a:lnTo>
                      <a:pt x="48968" y="22708"/>
                    </a:lnTo>
                    <a:cubicBezTo>
                      <a:pt x="49029" y="22434"/>
                      <a:pt x="49151" y="22191"/>
                      <a:pt x="49303" y="21948"/>
                    </a:cubicBezTo>
                    <a:cubicBezTo>
                      <a:pt x="49637" y="21492"/>
                      <a:pt x="50123" y="21127"/>
                      <a:pt x="50671" y="20945"/>
                    </a:cubicBezTo>
                    <a:cubicBezTo>
                      <a:pt x="50762" y="20520"/>
                      <a:pt x="50975" y="20124"/>
                      <a:pt x="51248" y="19790"/>
                    </a:cubicBezTo>
                    <a:cubicBezTo>
                      <a:pt x="51461" y="19608"/>
                      <a:pt x="51674" y="19425"/>
                      <a:pt x="51917" y="19304"/>
                    </a:cubicBezTo>
                    <a:cubicBezTo>
                      <a:pt x="51856" y="18453"/>
                      <a:pt x="52403" y="17602"/>
                      <a:pt x="53163" y="17054"/>
                    </a:cubicBezTo>
                    <a:cubicBezTo>
                      <a:pt x="53163" y="16659"/>
                      <a:pt x="53193" y="16234"/>
                      <a:pt x="53163" y="15808"/>
                    </a:cubicBezTo>
                    <a:cubicBezTo>
                      <a:pt x="53102" y="15383"/>
                      <a:pt x="53163" y="14927"/>
                      <a:pt x="53285" y="14532"/>
                    </a:cubicBezTo>
                    <a:cubicBezTo>
                      <a:pt x="52890" y="14136"/>
                      <a:pt x="52859" y="13346"/>
                      <a:pt x="53589" y="13225"/>
                    </a:cubicBezTo>
                    <a:cubicBezTo>
                      <a:pt x="54075" y="13133"/>
                      <a:pt x="54561" y="13012"/>
                      <a:pt x="55017" y="12829"/>
                    </a:cubicBezTo>
                    <a:cubicBezTo>
                      <a:pt x="55078" y="12799"/>
                      <a:pt x="55146" y="12784"/>
                      <a:pt x="55219" y="12784"/>
                    </a:cubicBezTo>
                    <a:cubicBezTo>
                      <a:pt x="55291" y="12784"/>
                      <a:pt x="55367" y="12799"/>
                      <a:pt x="55443" y="12829"/>
                    </a:cubicBezTo>
                    <a:cubicBezTo>
                      <a:pt x="55504" y="12708"/>
                      <a:pt x="55564" y="12617"/>
                      <a:pt x="55625" y="12525"/>
                    </a:cubicBezTo>
                    <a:cubicBezTo>
                      <a:pt x="55747" y="12343"/>
                      <a:pt x="55959" y="12191"/>
                      <a:pt x="56172" y="12130"/>
                    </a:cubicBezTo>
                    <a:cubicBezTo>
                      <a:pt x="56324" y="12070"/>
                      <a:pt x="56567" y="12100"/>
                      <a:pt x="56719" y="12039"/>
                    </a:cubicBezTo>
                    <a:cubicBezTo>
                      <a:pt x="56780" y="11948"/>
                      <a:pt x="56841" y="11857"/>
                      <a:pt x="56902" y="11766"/>
                    </a:cubicBezTo>
                    <a:cubicBezTo>
                      <a:pt x="57023" y="11462"/>
                      <a:pt x="56963" y="11127"/>
                      <a:pt x="56719" y="10884"/>
                    </a:cubicBezTo>
                    <a:cubicBezTo>
                      <a:pt x="56689" y="10854"/>
                      <a:pt x="56659" y="10793"/>
                      <a:pt x="56628" y="10763"/>
                    </a:cubicBezTo>
                    <a:cubicBezTo>
                      <a:pt x="56446" y="10550"/>
                      <a:pt x="56446" y="10215"/>
                      <a:pt x="56628" y="9972"/>
                    </a:cubicBezTo>
                    <a:cubicBezTo>
                      <a:pt x="56628" y="9638"/>
                      <a:pt x="56811" y="9334"/>
                      <a:pt x="57145" y="9182"/>
                    </a:cubicBezTo>
                    <a:cubicBezTo>
                      <a:pt x="57145" y="8817"/>
                      <a:pt x="57388" y="8452"/>
                      <a:pt x="57753" y="8361"/>
                    </a:cubicBezTo>
                    <a:cubicBezTo>
                      <a:pt x="58133" y="8240"/>
                      <a:pt x="58490" y="8224"/>
                      <a:pt x="58843" y="8224"/>
                    </a:cubicBezTo>
                    <a:cubicBezTo>
                      <a:pt x="58961" y="8224"/>
                      <a:pt x="59078" y="8226"/>
                      <a:pt x="59196" y="8226"/>
                    </a:cubicBezTo>
                    <a:cubicBezTo>
                      <a:pt x="59431" y="8226"/>
                      <a:pt x="59668" y="8219"/>
                      <a:pt x="59911" y="8179"/>
                    </a:cubicBezTo>
                    <a:cubicBezTo>
                      <a:pt x="61704" y="7814"/>
                      <a:pt x="61400" y="7054"/>
                      <a:pt x="62373" y="5990"/>
                    </a:cubicBezTo>
                    <a:cubicBezTo>
                      <a:pt x="62677" y="5717"/>
                      <a:pt x="63011" y="5504"/>
                      <a:pt x="63346" y="5291"/>
                    </a:cubicBezTo>
                    <a:cubicBezTo>
                      <a:pt x="63346" y="5139"/>
                      <a:pt x="63376" y="4957"/>
                      <a:pt x="63498" y="4805"/>
                    </a:cubicBezTo>
                    <a:cubicBezTo>
                      <a:pt x="63619" y="4653"/>
                      <a:pt x="63710" y="4501"/>
                      <a:pt x="63832" y="4349"/>
                    </a:cubicBezTo>
                    <a:cubicBezTo>
                      <a:pt x="63802" y="3650"/>
                      <a:pt x="64379" y="2282"/>
                      <a:pt x="63254" y="1249"/>
                    </a:cubicBezTo>
                    <a:cubicBezTo>
                      <a:pt x="62768" y="808"/>
                      <a:pt x="62525" y="702"/>
                      <a:pt x="62229" y="702"/>
                    </a:cubicBezTo>
                    <a:cubicBezTo>
                      <a:pt x="61952" y="702"/>
                      <a:pt x="61629" y="794"/>
                      <a:pt x="61019" y="794"/>
                    </a:cubicBezTo>
                    <a:cubicBezTo>
                      <a:pt x="60975" y="794"/>
                      <a:pt x="60930" y="794"/>
                      <a:pt x="60884" y="793"/>
                    </a:cubicBezTo>
                    <a:lnTo>
                      <a:pt x="6870" y="2"/>
                    </a:lnTo>
                    <a:cubicBezTo>
                      <a:pt x="6815" y="1"/>
                      <a:pt x="6759" y="0"/>
                      <a:pt x="6704" y="0"/>
                    </a:cubicBezTo>
                    <a:close/>
                  </a:path>
                </a:pathLst>
              </a:custGeom>
              <a:solidFill>
                <a:schemeClr val="dk2"/>
              </a:solidFill>
              <a:ln>
                <a:noFill/>
              </a:ln>
              <a:effectLst>
                <a:outerShdw blurRad="42863" rotWithShape="0" algn="bl" dir="11220000" dist="47625">
                  <a:srgbClr val="000000">
                    <a:alpha val="16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30"/>
              <p:cNvSpPr/>
              <p:nvPr/>
            </p:nvSpPr>
            <p:spPr>
              <a:xfrm rot="10800000">
                <a:off x="7106409" y="3356921"/>
                <a:ext cx="2117619" cy="1891681"/>
              </a:xfrm>
              <a:custGeom>
                <a:rect b="b" l="l" r="r" t="t"/>
                <a:pathLst>
                  <a:path extrusionOk="0" h="54106" w="63255">
                    <a:moveTo>
                      <a:pt x="6232" y="1"/>
                    </a:moveTo>
                    <a:cubicBezTo>
                      <a:pt x="2797" y="1"/>
                      <a:pt x="1" y="2797"/>
                      <a:pt x="1" y="6232"/>
                    </a:cubicBezTo>
                    <a:lnTo>
                      <a:pt x="1" y="54105"/>
                    </a:lnTo>
                    <a:cubicBezTo>
                      <a:pt x="305" y="53771"/>
                      <a:pt x="670" y="53467"/>
                      <a:pt x="1065" y="53254"/>
                    </a:cubicBezTo>
                    <a:lnTo>
                      <a:pt x="822" y="53102"/>
                    </a:lnTo>
                    <a:lnTo>
                      <a:pt x="1156" y="52676"/>
                    </a:lnTo>
                    <a:cubicBezTo>
                      <a:pt x="1156" y="52494"/>
                      <a:pt x="1186" y="52342"/>
                      <a:pt x="1369" y="52251"/>
                    </a:cubicBezTo>
                    <a:cubicBezTo>
                      <a:pt x="1430" y="52129"/>
                      <a:pt x="1460" y="52038"/>
                      <a:pt x="1490" y="51917"/>
                    </a:cubicBezTo>
                    <a:cubicBezTo>
                      <a:pt x="1521" y="51795"/>
                      <a:pt x="1582" y="51704"/>
                      <a:pt x="1673" y="51643"/>
                    </a:cubicBezTo>
                    <a:lnTo>
                      <a:pt x="1673" y="51673"/>
                    </a:lnTo>
                    <a:cubicBezTo>
                      <a:pt x="1720" y="51791"/>
                      <a:pt x="1822" y="51836"/>
                      <a:pt x="1964" y="51836"/>
                    </a:cubicBezTo>
                    <a:cubicBezTo>
                      <a:pt x="2006" y="51836"/>
                      <a:pt x="2050" y="51832"/>
                      <a:pt x="2098" y="51825"/>
                    </a:cubicBezTo>
                    <a:cubicBezTo>
                      <a:pt x="2159" y="51613"/>
                      <a:pt x="2250" y="51430"/>
                      <a:pt x="2341" y="51278"/>
                    </a:cubicBezTo>
                    <a:cubicBezTo>
                      <a:pt x="2311" y="51035"/>
                      <a:pt x="2311" y="50822"/>
                      <a:pt x="2372" y="50610"/>
                    </a:cubicBezTo>
                    <a:cubicBezTo>
                      <a:pt x="2387" y="50594"/>
                      <a:pt x="2402" y="50587"/>
                      <a:pt x="2417" y="50587"/>
                    </a:cubicBezTo>
                    <a:cubicBezTo>
                      <a:pt x="2433" y="50587"/>
                      <a:pt x="2448" y="50594"/>
                      <a:pt x="2463" y="50610"/>
                    </a:cubicBezTo>
                    <a:cubicBezTo>
                      <a:pt x="2554" y="50640"/>
                      <a:pt x="2645" y="50670"/>
                      <a:pt x="2737" y="50701"/>
                    </a:cubicBezTo>
                    <a:cubicBezTo>
                      <a:pt x="3193" y="50214"/>
                      <a:pt x="3648" y="49758"/>
                      <a:pt x="4196" y="49363"/>
                    </a:cubicBezTo>
                    <a:cubicBezTo>
                      <a:pt x="4804" y="48847"/>
                      <a:pt x="5320" y="48360"/>
                      <a:pt x="5867" y="47935"/>
                    </a:cubicBezTo>
                    <a:cubicBezTo>
                      <a:pt x="5959" y="47661"/>
                      <a:pt x="6171" y="47418"/>
                      <a:pt x="6445" y="47357"/>
                    </a:cubicBezTo>
                    <a:cubicBezTo>
                      <a:pt x="6506" y="47357"/>
                      <a:pt x="6566" y="47357"/>
                      <a:pt x="6627" y="47388"/>
                    </a:cubicBezTo>
                    <a:cubicBezTo>
                      <a:pt x="7114" y="47084"/>
                      <a:pt x="7630" y="46840"/>
                      <a:pt x="8147" y="46658"/>
                    </a:cubicBezTo>
                    <a:cubicBezTo>
                      <a:pt x="8269" y="46628"/>
                      <a:pt x="8390" y="46597"/>
                      <a:pt x="8512" y="46597"/>
                    </a:cubicBezTo>
                    <a:cubicBezTo>
                      <a:pt x="8542" y="46567"/>
                      <a:pt x="8542" y="46537"/>
                      <a:pt x="8573" y="46476"/>
                    </a:cubicBezTo>
                    <a:cubicBezTo>
                      <a:pt x="8846" y="46111"/>
                      <a:pt x="9059" y="45716"/>
                      <a:pt x="9302" y="45351"/>
                    </a:cubicBezTo>
                    <a:lnTo>
                      <a:pt x="9667" y="45290"/>
                    </a:lnTo>
                    <a:cubicBezTo>
                      <a:pt x="9944" y="45050"/>
                      <a:pt x="10288" y="44934"/>
                      <a:pt x="10639" y="44934"/>
                    </a:cubicBezTo>
                    <a:cubicBezTo>
                      <a:pt x="10865" y="44934"/>
                      <a:pt x="11094" y="44982"/>
                      <a:pt x="11308" y="45078"/>
                    </a:cubicBezTo>
                    <a:cubicBezTo>
                      <a:pt x="12068" y="44561"/>
                      <a:pt x="12767" y="44439"/>
                      <a:pt x="13861" y="44196"/>
                    </a:cubicBezTo>
                    <a:cubicBezTo>
                      <a:pt x="13983" y="44181"/>
                      <a:pt x="14105" y="44173"/>
                      <a:pt x="14226" y="44173"/>
                    </a:cubicBezTo>
                    <a:cubicBezTo>
                      <a:pt x="14348" y="44173"/>
                      <a:pt x="14469" y="44181"/>
                      <a:pt x="14591" y="44196"/>
                    </a:cubicBezTo>
                    <a:cubicBezTo>
                      <a:pt x="14895" y="43923"/>
                      <a:pt x="15168" y="43619"/>
                      <a:pt x="15503" y="43345"/>
                    </a:cubicBezTo>
                    <a:cubicBezTo>
                      <a:pt x="15928" y="43011"/>
                      <a:pt x="16597" y="42919"/>
                      <a:pt x="16445" y="42464"/>
                    </a:cubicBezTo>
                    <a:cubicBezTo>
                      <a:pt x="16384" y="42190"/>
                      <a:pt x="16445" y="41916"/>
                      <a:pt x="16658" y="41704"/>
                    </a:cubicBezTo>
                    <a:cubicBezTo>
                      <a:pt x="16719" y="41643"/>
                      <a:pt x="16810" y="41552"/>
                      <a:pt x="16901" y="41491"/>
                    </a:cubicBezTo>
                    <a:cubicBezTo>
                      <a:pt x="16871" y="41369"/>
                      <a:pt x="16871" y="41248"/>
                      <a:pt x="16871" y="41126"/>
                    </a:cubicBezTo>
                    <a:cubicBezTo>
                      <a:pt x="16958" y="40599"/>
                      <a:pt x="17413" y="40213"/>
                      <a:pt x="17909" y="40213"/>
                    </a:cubicBezTo>
                    <a:cubicBezTo>
                      <a:pt x="17928" y="40213"/>
                      <a:pt x="17946" y="40213"/>
                      <a:pt x="17965" y="40214"/>
                    </a:cubicBezTo>
                    <a:cubicBezTo>
                      <a:pt x="18086" y="40123"/>
                      <a:pt x="18360" y="40123"/>
                      <a:pt x="18846" y="40123"/>
                    </a:cubicBezTo>
                    <a:lnTo>
                      <a:pt x="18998" y="40123"/>
                    </a:lnTo>
                    <a:cubicBezTo>
                      <a:pt x="19029" y="40093"/>
                      <a:pt x="19181" y="39971"/>
                      <a:pt x="19181" y="39941"/>
                    </a:cubicBezTo>
                    <a:cubicBezTo>
                      <a:pt x="19089" y="39789"/>
                      <a:pt x="19120" y="39576"/>
                      <a:pt x="19272" y="39454"/>
                    </a:cubicBezTo>
                    <a:cubicBezTo>
                      <a:pt x="19302" y="39485"/>
                      <a:pt x="19302" y="39546"/>
                      <a:pt x="19302" y="39606"/>
                    </a:cubicBezTo>
                    <a:cubicBezTo>
                      <a:pt x="19302" y="39728"/>
                      <a:pt x="19302" y="39850"/>
                      <a:pt x="19545" y="39880"/>
                    </a:cubicBezTo>
                    <a:cubicBezTo>
                      <a:pt x="19758" y="39880"/>
                      <a:pt x="19880" y="39880"/>
                      <a:pt x="19910" y="39728"/>
                    </a:cubicBezTo>
                    <a:cubicBezTo>
                      <a:pt x="19971" y="39454"/>
                      <a:pt x="20245" y="39272"/>
                      <a:pt x="20427" y="39029"/>
                    </a:cubicBezTo>
                    <a:cubicBezTo>
                      <a:pt x="20245" y="38664"/>
                      <a:pt x="20548" y="38451"/>
                      <a:pt x="20852" y="38239"/>
                    </a:cubicBezTo>
                    <a:cubicBezTo>
                      <a:pt x="21004" y="38147"/>
                      <a:pt x="21065" y="37965"/>
                      <a:pt x="21035" y="37813"/>
                    </a:cubicBezTo>
                    <a:cubicBezTo>
                      <a:pt x="21004" y="37631"/>
                      <a:pt x="21096" y="37479"/>
                      <a:pt x="21248" y="37387"/>
                    </a:cubicBezTo>
                    <a:cubicBezTo>
                      <a:pt x="21521" y="37205"/>
                      <a:pt x="21795" y="37053"/>
                      <a:pt x="22068" y="36901"/>
                    </a:cubicBezTo>
                    <a:cubicBezTo>
                      <a:pt x="22126" y="36872"/>
                      <a:pt x="22144" y="36862"/>
                      <a:pt x="22148" y="36862"/>
                    </a:cubicBezTo>
                    <a:cubicBezTo>
                      <a:pt x="22155" y="36862"/>
                      <a:pt x="22096" y="36911"/>
                      <a:pt x="22220" y="36932"/>
                    </a:cubicBezTo>
                    <a:cubicBezTo>
                      <a:pt x="22980" y="36080"/>
                      <a:pt x="23740" y="35442"/>
                      <a:pt x="24804" y="35138"/>
                    </a:cubicBezTo>
                    <a:cubicBezTo>
                      <a:pt x="24834" y="35077"/>
                      <a:pt x="24865" y="35017"/>
                      <a:pt x="24865" y="34956"/>
                    </a:cubicBezTo>
                    <a:cubicBezTo>
                      <a:pt x="24895" y="34895"/>
                      <a:pt x="25017" y="34834"/>
                      <a:pt x="25108" y="34804"/>
                    </a:cubicBezTo>
                    <a:cubicBezTo>
                      <a:pt x="25169" y="34834"/>
                      <a:pt x="25199" y="34865"/>
                      <a:pt x="25229" y="34895"/>
                    </a:cubicBezTo>
                    <a:lnTo>
                      <a:pt x="25260" y="34925"/>
                    </a:lnTo>
                    <a:cubicBezTo>
                      <a:pt x="25533" y="34682"/>
                      <a:pt x="25807" y="34409"/>
                      <a:pt x="26111" y="34166"/>
                    </a:cubicBezTo>
                    <a:cubicBezTo>
                      <a:pt x="26628" y="33649"/>
                      <a:pt x="27144" y="33132"/>
                      <a:pt x="27661" y="32646"/>
                    </a:cubicBezTo>
                    <a:cubicBezTo>
                      <a:pt x="27809" y="32482"/>
                      <a:pt x="28018" y="32397"/>
                      <a:pt x="28227" y="32397"/>
                    </a:cubicBezTo>
                    <a:cubicBezTo>
                      <a:pt x="28406" y="32397"/>
                      <a:pt x="28585" y="32459"/>
                      <a:pt x="28725" y="32585"/>
                    </a:cubicBezTo>
                    <a:cubicBezTo>
                      <a:pt x="28816" y="32403"/>
                      <a:pt x="28907" y="32251"/>
                      <a:pt x="28998" y="32068"/>
                    </a:cubicBezTo>
                    <a:cubicBezTo>
                      <a:pt x="28968" y="32038"/>
                      <a:pt x="28907" y="31977"/>
                      <a:pt x="28938" y="31947"/>
                    </a:cubicBezTo>
                    <a:cubicBezTo>
                      <a:pt x="28938" y="31825"/>
                      <a:pt x="28998" y="31734"/>
                      <a:pt x="29059" y="31643"/>
                    </a:cubicBezTo>
                    <a:cubicBezTo>
                      <a:pt x="29485" y="31187"/>
                      <a:pt x="29728" y="30670"/>
                      <a:pt x="30154" y="30245"/>
                    </a:cubicBezTo>
                    <a:cubicBezTo>
                      <a:pt x="30245" y="30184"/>
                      <a:pt x="30351" y="30153"/>
                      <a:pt x="30454" y="30153"/>
                    </a:cubicBezTo>
                    <a:cubicBezTo>
                      <a:pt x="30556" y="30153"/>
                      <a:pt x="30655" y="30184"/>
                      <a:pt x="30731" y="30245"/>
                    </a:cubicBezTo>
                    <a:lnTo>
                      <a:pt x="30822" y="30245"/>
                    </a:lnTo>
                    <a:cubicBezTo>
                      <a:pt x="31521" y="30214"/>
                      <a:pt x="32129" y="30001"/>
                      <a:pt x="32737" y="29910"/>
                    </a:cubicBezTo>
                    <a:cubicBezTo>
                      <a:pt x="33034" y="29515"/>
                      <a:pt x="33491" y="29260"/>
                      <a:pt x="33961" y="29260"/>
                    </a:cubicBezTo>
                    <a:cubicBezTo>
                      <a:pt x="34070" y="29260"/>
                      <a:pt x="34179" y="29274"/>
                      <a:pt x="34287" y="29302"/>
                    </a:cubicBezTo>
                    <a:lnTo>
                      <a:pt x="34865" y="29089"/>
                    </a:lnTo>
                    <a:lnTo>
                      <a:pt x="34895" y="29089"/>
                    </a:lnTo>
                    <a:cubicBezTo>
                      <a:pt x="34926" y="28938"/>
                      <a:pt x="34986" y="28786"/>
                      <a:pt x="35078" y="28664"/>
                    </a:cubicBezTo>
                    <a:cubicBezTo>
                      <a:pt x="35382" y="27813"/>
                      <a:pt x="37053" y="27934"/>
                      <a:pt x="37813" y="27904"/>
                    </a:cubicBezTo>
                    <a:cubicBezTo>
                      <a:pt x="37965" y="27889"/>
                      <a:pt x="38110" y="27881"/>
                      <a:pt x="38250" y="27881"/>
                    </a:cubicBezTo>
                    <a:cubicBezTo>
                      <a:pt x="38391" y="27881"/>
                      <a:pt x="38528" y="27889"/>
                      <a:pt x="38664" y="27904"/>
                    </a:cubicBezTo>
                    <a:cubicBezTo>
                      <a:pt x="38847" y="27843"/>
                      <a:pt x="39029" y="27722"/>
                      <a:pt x="39181" y="27570"/>
                    </a:cubicBezTo>
                    <a:cubicBezTo>
                      <a:pt x="39504" y="27354"/>
                      <a:pt x="39888" y="27231"/>
                      <a:pt x="40278" y="27231"/>
                    </a:cubicBezTo>
                    <a:cubicBezTo>
                      <a:pt x="40440" y="27231"/>
                      <a:pt x="40602" y="27252"/>
                      <a:pt x="40762" y="27296"/>
                    </a:cubicBezTo>
                    <a:cubicBezTo>
                      <a:pt x="40807" y="27281"/>
                      <a:pt x="40853" y="27273"/>
                      <a:pt x="40898" y="27273"/>
                    </a:cubicBezTo>
                    <a:cubicBezTo>
                      <a:pt x="40944" y="27273"/>
                      <a:pt x="40990" y="27281"/>
                      <a:pt x="41035" y="27296"/>
                    </a:cubicBezTo>
                    <a:cubicBezTo>
                      <a:pt x="41157" y="27296"/>
                      <a:pt x="41248" y="27327"/>
                      <a:pt x="41370" y="27327"/>
                    </a:cubicBezTo>
                    <a:cubicBezTo>
                      <a:pt x="41438" y="27337"/>
                      <a:pt x="41504" y="27342"/>
                      <a:pt x="41565" y="27342"/>
                    </a:cubicBezTo>
                    <a:cubicBezTo>
                      <a:pt x="41855" y="27342"/>
                      <a:pt x="42059" y="27229"/>
                      <a:pt x="42160" y="27053"/>
                    </a:cubicBezTo>
                    <a:cubicBezTo>
                      <a:pt x="42281" y="26810"/>
                      <a:pt x="42373" y="26597"/>
                      <a:pt x="42464" y="26384"/>
                    </a:cubicBezTo>
                    <a:cubicBezTo>
                      <a:pt x="42585" y="26172"/>
                      <a:pt x="42768" y="26020"/>
                      <a:pt x="42981" y="25928"/>
                    </a:cubicBezTo>
                    <a:cubicBezTo>
                      <a:pt x="43193" y="25837"/>
                      <a:pt x="43619" y="25868"/>
                      <a:pt x="43649" y="25655"/>
                    </a:cubicBezTo>
                    <a:cubicBezTo>
                      <a:pt x="43771" y="25290"/>
                      <a:pt x="43649" y="24864"/>
                      <a:pt x="43345" y="24621"/>
                    </a:cubicBezTo>
                    <a:cubicBezTo>
                      <a:pt x="43315" y="24591"/>
                      <a:pt x="43254" y="24561"/>
                      <a:pt x="43224" y="24530"/>
                    </a:cubicBezTo>
                    <a:cubicBezTo>
                      <a:pt x="42920" y="24257"/>
                      <a:pt x="42950" y="23770"/>
                      <a:pt x="43254" y="23527"/>
                    </a:cubicBezTo>
                    <a:cubicBezTo>
                      <a:pt x="43345" y="23466"/>
                      <a:pt x="43436" y="23436"/>
                      <a:pt x="43528" y="23436"/>
                    </a:cubicBezTo>
                    <a:cubicBezTo>
                      <a:pt x="43625" y="23436"/>
                      <a:pt x="43722" y="23475"/>
                      <a:pt x="43804" y="23475"/>
                    </a:cubicBezTo>
                    <a:cubicBezTo>
                      <a:pt x="43824" y="23475"/>
                      <a:pt x="43844" y="23472"/>
                      <a:pt x="43862" y="23466"/>
                    </a:cubicBezTo>
                    <a:cubicBezTo>
                      <a:pt x="43929" y="23455"/>
                      <a:pt x="43995" y="23448"/>
                      <a:pt x="44062" y="23448"/>
                    </a:cubicBezTo>
                    <a:cubicBezTo>
                      <a:pt x="44178" y="23448"/>
                      <a:pt x="44293" y="23469"/>
                      <a:pt x="44409" y="23527"/>
                    </a:cubicBezTo>
                    <a:cubicBezTo>
                      <a:pt x="44500" y="22980"/>
                      <a:pt x="44774" y="22463"/>
                      <a:pt x="45199" y="22068"/>
                    </a:cubicBezTo>
                    <a:cubicBezTo>
                      <a:pt x="45503" y="21783"/>
                      <a:pt x="45890" y="21641"/>
                      <a:pt x="46286" y="21641"/>
                    </a:cubicBezTo>
                    <a:cubicBezTo>
                      <a:pt x="46524" y="21641"/>
                      <a:pt x="46765" y="21692"/>
                      <a:pt x="46993" y="21795"/>
                    </a:cubicBezTo>
                    <a:lnTo>
                      <a:pt x="47357" y="21703"/>
                    </a:lnTo>
                    <a:cubicBezTo>
                      <a:pt x="47388" y="21430"/>
                      <a:pt x="47509" y="21187"/>
                      <a:pt x="47692" y="20974"/>
                    </a:cubicBezTo>
                    <a:cubicBezTo>
                      <a:pt x="48026" y="20488"/>
                      <a:pt x="48513" y="20153"/>
                      <a:pt x="49060" y="19971"/>
                    </a:cubicBezTo>
                    <a:cubicBezTo>
                      <a:pt x="49181" y="19545"/>
                      <a:pt x="49364" y="19150"/>
                      <a:pt x="49668" y="18816"/>
                    </a:cubicBezTo>
                    <a:cubicBezTo>
                      <a:pt x="49850" y="18633"/>
                      <a:pt x="50063" y="18481"/>
                      <a:pt x="50336" y="18360"/>
                    </a:cubicBezTo>
                    <a:cubicBezTo>
                      <a:pt x="50336" y="17509"/>
                      <a:pt x="50731" y="16718"/>
                      <a:pt x="51400" y="16263"/>
                    </a:cubicBezTo>
                    <a:cubicBezTo>
                      <a:pt x="51552" y="15685"/>
                      <a:pt x="51704" y="14986"/>
                      <a:pt x="51461" y="14439"/>
                    </a:cubicBezTo>
                    <a:cubicBezTo>
                      <a:pt x="51309" y="14165"/>
                      <a:pt x="51339" y="13801"/>
                      <a:pt x="51522" y="13557"/>
                    </a:cubicBezTo>
                    <a:cubicBezTo>
                      <a:pt x="51461" y="13466"/>
                      <a:pt x="51431" y="13345"/>
                      <a:pt x="51431" y="13193"/>
                    </a:cubicBezTo>
                    <a:cubicBezTo>
                      <a:pt x="51400" y="12858"/>
                      <a:pt x="51643" y="12554"/>
                      <a:pt x="51978" y="12463"/>
                    </a:cubicBezTo>
                    <a:cubicBezTo>
                      <a:pt x="52065" y="12397"/>
                      <a:pt x="52200" y="12347"/>
                      <a:pt x="52326" y="12347"/>
                    </a:cubicBezTo>
                    <a:cubicBezTo>
                      <a:pt x="52374" y="12347"/>
                      <a:pt x="52422" y="12355"/>
                      <a:pt x="52464" y="12372"/>
                    </a:cubicBezTo>
                    <a:cubicBezTo>
                      <a:pt x="52586" y="12402"/>
                      <a:pt x="52707" y="12433"/>
                      <a:pt x="52798" y="12463"/>
                    </a:cubicBezTo>
                    <a:cubicBezTo>
                      <a:pt x="52887" y="12490"/>
                      <a:pt x="52978" y="12503"/>
                      <a:pt x="53068" y="12503"/>
                    </a:cubicBezTo>
                    <a:cubicBezTo>
                      <a:pt x="53287" y="12503"/>
                      <a:pt x="53499" y="12423"/>
                      <a:pt x="53649" y="12250"/>
                    </a:cubicBezTo>
                    <a:cubicBezTo>
                      <a:pt x="53801" y="12068"/>
                      <a:pt x="53893" y="11825"/>
                      <a:pt x="54045" y="11642"/>
                    </a:cubicBezTo>
                    <a:cubicBezTo>
                      <a:pt x="54197" y="11460"/>
                      <a:pt x="54379" y="11308"/>
                      <a:pt x="54622" y="11247"/>
                    </a:cubicBezTo>
                    <a:cubicBezTo>
                      <a:pt x="54804" y="11186"/>
                      <a:pt x="55048" y="11217"/>
                      <a:pt x="55200" y="11156"/>
                    </a:cubicBezTo>
                    <a:cubicBezTo>
                      <a:pt x="55260" y="11065"/>
                      <a:pt x="55321" y="10974"/>
                      <a:pt x="55382" y="10883"/>
                    </a:cubicBezTo>
                    <a:cubicBezTo>
                      <a:pt x="55504" y="10579"/>
                      <a:pt x="55412" y="10244"/>
                      <a:pt x="55169" y="10001"/>
                    </a:cubicBezTo>
                    <a:cubicBezTo>
                      <a:pt x="55139" y="9971"/>
                      <a:pt x="55108" y="9940"/>
                      <a:pt x="55078" y="9910"/>
                    </a:cubicBezTo>
                    <a:cubicBezTo>
                      <a:pt x="54896" y="9667"/>
                      <a:pt x="54896" y="9363"/>
                      <a:pt x="55078" y="9120"/>
                    </a:cubicBezTo>
                    <a:cubicBezTo>
                      <a:pt x="55078" y="8785"/>
                      <a:pt x="55260" y="8451"/>
                      <a:pt x="55595" y="8329"/>
                    </a:cubicBezTo>
                    <a:cubicBezTo>
                      <a:pt x="55595" y="7934"/>
                      <a:pt x="55838" y="7600"/>
                      <a:pt x="56203" y="7478"/>
                    </a:cubicBezTo>
                    <a:cubicBezTo>
                      <a:pt x="56598" y="7372"/>
                      <a:pt x="56978" y="7364"/>
                      <a:pt x="57354" y="7364"/>
                    </a:cubicBezTo>
                    <a:cubicBezTo>
                      <a:pt x="57417" y="7364"/>
                      <a:pt x="57479" y="7364"/>
                      <a:pt x="57542" y="7364"/>
                    </a:cubicBezTo>
                    <a:cubicBezTo>
                      <a:pt x="57854" y="7364"/>
                      <a:pt x="58166" y="7359"/>
                      <a:pt x="58482" y="7296"/>
                    </a:cubicBezTo>
                    <a:cubicBezTo>
                      <a:pt x="60397" y="6931"/>
                      <a:pt x="60032" y="6171"/>
                      <a:pt x="61066" y="5107"/>
                    </a:cubicBezTo>
                    <a:cubicBezTo>
                      <a:pt x="61370" y="4864"/>
                      <a:pt x="61704" y="4621"/>
                      <a:pt x="62069" y="4439"/>
                    </a:cubicBezTo>
                    <a:cubicBezTo>
                      <a:pt x="62069" y="4256"/>
                      <a:pt x="62099" y="4074"/>
                      <a:pt x="62221" y="3922"/>
                    </a:cubicBezTo>
                    <a:cubicBezTo>
                      <a:pt x="62343" y="3770"/>
                      <a:pt x="62464" y="3618"/>
                      <a:pt x="62586" y="3466"/>
                    </a:cubicBezTo>
                    <a:cubicBezTo>
                      <a:pt x="62525" y="2797"/>
                      <a:pt x="62950" y="2159"/>
                      <a:pt x="63254" y="1369"/>
                    </a:cubicBezTo>
                    <a:cubicBezTo>
                      <a:pt x="62160" y="487"/>
                      <a:pt x="60792" y="1"/>
                      <a:pt x="593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4" name="Google Shape;1184;p30"/>
              <p:cNvGrpSpPr/>
              <p:nvPr/>
            </p:nvGrpSpPr>
            <p:grpSpPr>
              <a:xfrm rot="10800000">
                <a:off x="7984865" y="4119996"/>
                <a:ext cx="1239152" cy="1128603"/>
                <a:chOff x="390884" y="252477"/>
                <a:chExt cx="1001254" cy="911929"/>
              </a:xfrm>
            </p:grpSpPr>
            <p:sp>
              <p:nvSpPr>
                <p:cNvPr id="1185" name="Google Shape;1185;p30"/>
                <p:cNvSpPr/>
                <p:nvPr/>
              </p:nvSpPr>
              <p:spPr>
                <a:xfrm>
                  <a:off x="448429" y="835607"/>
                  <a:ext cx="11187" cy="9831"/>
                </a:xfrm>
                <a:custGeom>
                  <a:rect b="b" l="l" r="r" t="t"/>
                  <a:pathLst>
                    <a:path extrusionOk="0" h="348" w="396">
                      <a:moveTo>
                        <a:pt x="212" y="1"/>
                      </a:moveTo>
                      <a:cubicBezTo>
                        <a:pt x="174" y="1"/>
                        <a:pt x="133" y="17"/>
                        <a:pt x="92" y="58"/>
                      </a:cubicBezTo>
                      <a:cubicBezTo>
                        <a:pt x="0" y="180"/>
                        <a:pt x="0" y="210"/>
                        <a:pt x="92" y="301"/>
                      </a:cubicBezTo>
                      <a:cubicBezTo>
                        <a:pt x="122" y="332"/>
                        <a:pt x="160" y="347"/>
                        <a:pt x="202" y="347"/>
                      </a:cubicBezTo>
                      <a:cubicBezTo>
                        <a:pt x="244" y="347"/>
                        <a:pt x="289" y="332"/>
                        <a:pt x="335" y="301"/>
                      </a:cubicBezTo>
                      <a:cubicBezTo>
                        <a:pt x="396" y="241"/>
                        <a:pt x="396" y="119"/>
                        <a:pt x="335" y="58"/>
                      </a:cubicBezTo>
                      <a:cubicBezTo>
                        <a:pt x="301" y="25"/>
                        <a:pt x="259" y="1"/>
                        <a:pt x="21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30"/>
                <p:cNvSpPr/>
                <p:nvPr/>
              </p:nvSpPr>
              <p:spPr>
                <a:xfrm>
                  <a:off x="1229814" y="464886"/>
                  <a:ext cx="12063" cy="9605"/>
                </a:xfrm>
                <a:custGeom>
                  <a:rect b="b" l="l" r="r" t="t"/>
                  <a:pathLst>
                    <a:path extrusionOk="0" h="340" w="427">
                      <a:moveTo>
                        <a:pt x="205" y="1"/>
                      </a:moveTo>
                      <a:cubicBezTo>
                        <a:pt x="170" y="1"/>
                        <a:pt x="134" y="24"/>
                        <a:pt x="92" y="81"/>
                      </a:cubicBezTo>
                      <a:cubicBezTo>
                        <a:pt x="31" y="172"/>
                        <a:pt x="1" y="233"/>
                        <a:pt x="92" y="294"/>
                      </a:cubicBezTo>
                      <a:cubicBezTo>
                        <a:pt x="153" y="324"/>
                        <a:pt x="191" y="339"/>
                        <a:pt x="225" y="339"/>
                      </a:cubicBezTo>
                      <a:cubicBezTo>
                        <a:pt x="259" y="339"/>
                        <a:pt x="289" y="324"/>
                        <a:pt x="335" y="294"/>
                      </a:cubicBezTo>
                      <a:cubicBezTo>
                        <a:pt x="396" y="233"/>
                        <a:pt x="426" y="142"/>
                        <a:pt x="335" y="81"/>
                      </a:cubicBezTo>
                      <a:cubicBezTo>
                        <a:pt x="286" y="32"/>
                        <a:pt x="246" y="1"/>
                        <a:pt x="20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30"/>
                <p:cNvSpPr/>
                <p:nvPr/>
              </p:nvSpPr>
              <p:spPr>
                <a:xfrm>
                  <a:off x="1125912" y="326491"/>
                  <a:ext cx="27516" cy="17515"/>
                </a:xfrm>
                <a:custGeom>
                  <a:rect b="b" l="l" r="r" t="t"/>
                  <a:pathLst>
                    <a:path extrusionOk="0" h="620" w="974">
                      <a:moveTo>
                        <a:pt x="514" y="1"/>
                      </a:moveTo>
                      <a:cubicBezTo>
                        <a:pt x="414" y="1"/>
                        <a:pt x="314" y="87"/>
                        <a:pt x="213" y="147"/>
                      </a:cubicBezTo>
                      <a:cubicBezTo>
                        <a:pt x="122" y="208"/>
                        <a:pt x="1" y="268"/>
                        <a:pt x="61" y="420"/>
                      </a:cubicBezTo>
                      <a:cubicBezTo>
                        <a:pt x="92" y="542"/>
                        <a:pt x="274" y="512"/>
                        <a:pt x="396" y="542"/>
                      </a:cubicBezTo>
                      <a:cubicBezTo>
                        <a:pt x="504" y="542"/>
                        <a:pt x="644" y="620"/>
                        <a:pt x="792" y="620"/>
                      </a:cubicBezTo>
                      <a:cubicBezTo>
                        <a:pt x="852" y="620"/>
                        <a:pt x="913" y="607"/>
                        <a:pt x="973" y="572"/>
                      </a:cubicBezTo>
                      <a:cubicBezTo>
                        <a:pt x="913" y="390"/>
                        <a:pt x="821" y="208"/>
                        <a:pt x="669" y="86"/>
                      </a:cubicBezTo>
                      <a:cubicBezTo>
                        <a:pt x="617" y="24"/>
                        <a:pt x="566" y="1"/>
                        <a:pt x="5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0"/>
                <p:cNvSpPr/>
                <p:nvPr/>
              </p:nvSpPr>
              <p:spPr>
                <a:xfrm>
                  <a:off x="616740" y="374770"/>
                  <a:ext cx="12035" cy="9549"/>
                </a:xfrm>
                <a:custGeom>
                  <a:rect b="b" l="l" r="r" t="t"/>
                  <a:pathLst>
                    <a:path extrusionOk="0" h="338" w="426">
                      <a:moveTo>
                        <a:pt x="251" y="0"/>
                      </a:moveTo>
                      <a:cubicBezTo>
                        <a:pt x="219" y="0"/>
                        <a:pt x="185" y="7"/>
                        <a:pt x="152" y="18"/>
                      </a:cubicBezTo>
                      <a:cubicBezTo>
                        <a:pt x="61" y="110"/>
                        <a:pt x="0" y="201"/>
                        <a:pt x="122" y="292"/>
                      </a:cubicBezTo>
                      <a:cubicBezTo>
                        <a:pt x="152" y="322"/>
                        <a:pt x="190" y="338"/>
                        <a:pt x="232" y="338"/>
                      </a:cubicBezTo>
                      <a:cubicBezTo>
                        <a:pt x="274" y="338"/>
                        <a:pt x="319" y="322"/>
                        <a:pt x="365" y="292"/>
                      </a:cubicBezTo>
                      <a:cubicBezTo>
                        <a:pt x="426" y="262"/>
                        <a:pt x="426" y="140"/>
                        <a:pt x="395" y="79"/>
                      </a:cubicBezTo>
                      <a:cubicBezTo>
                        <a:pt x="357" y="21"/>
                        <a:pt x="306" y="0"/>
                        <a:pt x="25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0"/>
                <p:cNvSpPr/>
                <p:nvPr/>
              </p:nvSpPr>
              <p:spPr>
                <a:xfrm>
                  <a:off x="1037463" y="347791"/>
                  <a:ext cx="4322" cy="3842"/>
                </a:xfrm>
                <a:custGeom>
                  <a:rect b="b" l="l" r="r" t="t"/>
                  <a:pathLst>
                    <a:path extrusionOk="0" h="136" w="153">
                      <a:moveTo>
                        <a:pt x="62" y="1"/>
                      </a:moveTo>
                      <a:cubicBezTo>
                        <a:pt x="31" y="62"/>
                        <a:pt x="31" y="92"/>
                        <a:pt x="1" y="122"/>
                      </a:cubicBezTo>
                      <a:cubicBezTo>
                        <a:pt x="21" y="122"/>
                        <a:pt x="41" y="136"/>
                        <a:pt x="62" y="136"/>
                      </a:cubicBezTo>
                      <a:cubicBezTo>
                        <a:pt x="72" y="136"/>
                        <a:pt x="82" y="133"/>
                        <a:pt x="92" y="122"/>
                      </a:cubicBezTo>
                      <a:cubicBezTo>
                        <a:pt x="92" y="92"/>
                        <a:pt x="123" y="62"/>
                        <a:pt x="15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0"/>
                <p:cNvSpPr/>
                <p:nvPr/>
              </p:nvSpPr>
              <p:spPr>
                <a:xfrm>
                  <a:off x="1230662" y="503193"/>
                  <a:ext cx="10340" cy="8955"/>
                </a:xfrm>
                <a:custGeom>
                  <a:rect b="b" l="l" r="r" t="t"/>
                  <a:pathLst>
                    <a:path extrusionOk="0" h="317" w="366">
                      <a:moveTo>
                        <a:pt x="217" y="0"/>
                      </a:moveTo>
                      <a:cubicBezTo>
                        <a:pt x="187" y="0"/>
                        <a:pt x="155" y="10"/>
                        <a:pt x="123" y="32"/>
                      </a:cubicBezTo>
                      <a:cubicBezTo>
                        <a:pt x="1" y="62"/>
                        <a:pt x="31" y="153"/>
                        <a:pt x="62" y="214"/>
                      </a:cubicBezTo>
                      <a:cubicBezTo>
                        <a:pt x="85" y="283"/>
                        <a:pt x="142" y="317"/>
                        <a:pt x="207" y="317"/>
                      </a:cubicBezTo>
                      <a:cubicBezTo>
                        <a:pt x="229" y="317"/>
                        <a:pt x="252" y="313"/>
                        <a:pt x="275" y="305"/>
                      </a:cubicBezTo>
                      <a:cubicBezTo>
                        <a:pt x="335" y="275"/>
                        <a:pt x="366" y="184"/>
                        <a:pt x="335" y="93"/>
                      </a:cubicBezTo>
                      <a:cubicBezTo>
                        <a:pt x="316" y="34"/>
                        <a:pt x="271"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0"/>
                <p:cNvSpPr/>
                <p:nvPr/>
              </p:nvSpPr>
              <p:spPr>
                <a:xfrm>
                  <a:off x="1023733" y="346096"/>
                  <a:ext cx="3475" cy="2599"/>
                </a:xfrm>
                <a:custGeom>
                  <a:rect b="b" l="l" r="r" t="t"/>
                  <a:pathLst>
                    <a:path extrusionOk="0" h="92" w="123">
                      <a:moveTo>
                        <a:pt x="1" y="0"/>
                      </a:moveTo>
                      <a:cubicBezTo>
                        <a:pt x="1" y="0"/>
                        <a:pt x="1" y="91"/>
                        <a:pt x="1" y="91"/>
                      </a:cubicBezTo>
                      <a:lnTo>
                        <a:pt x="122" y="91"/>
                      </a:lnTo>
                      <a:lnTo>
                        <a:pt x="122"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0"/>
                <p:cNvSpPr/>
                <p:nvPr/>
              </p:nvSpPr>
              <p:spPr>
                <a:xfrm>
                  <a:off x="1192892" y="503221"/>
                  <a:ext cx="11187" cy="9548"/>
                </a:xfrm>
                <a:custGeom>
                  <a:rect b="b" l="l" r="r" t="t"/>
                  <a:pathLst>
                    <a:path extrusionOk="0" h="338" w="396">
                      <a:moveTo>
                        <a:pt x="192" y="0"/>
                      </a:moveTo>
                      <a:cubicBezTo>
                        <a:pt x="166" y="0"/>
                        <a:pt x="142" y="11"/>
                        <a:pt x="122" y="31"/>
                      </a:cubicBezTo>
                      <a:cubicBezTo>
                        <a:pt x="31" y="92"/>
                        <a:pt x="1" y="183"/>
                        <a:pt x="92" y="274"/>
                      </a:cubicBezTo>
                      <a:cubicBezTo>
                        <a:pt x="111" y="312"/>
                        <a:pt x="153" y="338"/>
                        <a:pt x="203" y="338"/>
                      </a:cubicBezTo>
                      <a:cubicBezTo>
                        <a:pt x="235" y="338"/>
                        <a:pt x="270" y="328"/>
                        <a:pt x="305" y="304"/>
                      </a:cubicBezTo>
                      <a:cubicBezTo>
                        <a:pt x="365" y="274"/>
                        <a:pt x="396" y="213"/>
                        <a:pt x="365" y="122"/>
                      </a:cubicBezTo>
                      <a:cubicBezTo>
                        <a:pt x="305" y="41"/>
                        <a:pt x="244" y="0"/>
                        <a:pt x="1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0"/>
                <p:cNvSpPr/>
                <p:nvPr/>
              </p:nvSpPr>
              <p:spPr>
                <a:xfrm>
                  <a:off x="876891" y="362425"/>
                  <a:ext cx="19803" cy="18193"/>
                </a:xfrm>
                <a:custGeom>
                  <a:rect b="b" l="l" r="r" t="t"/>
                  <a:pathLst>
                    <a:path extrusionOk="0" h="644" w="701">
                      <a:moveTo>
                        <a:pt x="269" y="1"/>
                      </a:moveTo>
                      <a:cubicBezTo>
                        <a:pt x="224" y="1"/>
                        <a:pt x="169" y="27"/>
                        <a:pt x="92" y="91"/>
                      </a:cubicBezTo>
                      <a:cubicBezTo>
                        <a:pt x="1" y="243"/>
                        <a:pt x="123" y="364"/>
                        <a:pt x="244" y="516"/>
                      </a:cubicBezTo>
                      <a:cubicBezTo>
                        <a:pt x="300" y="591"/>
                        <a:pt x="357" y="643"/>
                        <a:pt x="420" y="643"/>
                      </a:cubicBezTo>
                      <a:cubicBezTo>
                        <a:pt x="460" y="643"/>
                        <a:pt x="502" y="624"/>
                        <a:pt x="548" y="577"/>
                      </a:cubicBezTo>
                      <a:cubicBezTo>
                        <a:pt x="700" y="395"/>
                        <a:pt x="518" y="273"/>
                        <a:pt x="426" y="121"/>
                      </a:cubicBezTo>
                      <a:cubicBezTo>
                        <a:pt x="374" y="51"/>
                        <a:pt x="331" y="1"/>
                        <a:pt x="2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30"/>
                <p:cNvSpPr/>
                <p:nvPr/>
              </p:nvSpPr>
              <p:spPr>
                <a:xfrm>
                  <a:off x="599565" y="337509"/>
                  <a:ext cx="26640" cy="27883"/>
                </a:xfrm>
                <a:custGeom>
                  <a:rect b="b" l="l" r="r" t="t"/>
                  <a:pathLst>
                    <a:path extrusionOk="0" h="987" w="943">
                      <a:moveTo>
                        <a:pt x="608" y="0"/>
                      </a:moveTo>
                      <a:cubicBezTo>
                        <a:pt x="517" y="152"/>
                        <a:pt x="365" y="213"/>
                        <a:pt x="213" y="334"/>
                      </a:cubicBezTo>
                      <a:cubicBezTo>
                        <a:pt x="0" y="486"/>
                        <a:pt x="61" y="669"/>
                        <a:pt x="183" y="851"/>
                      </a:cubicBezTo>
                      <a:cubicBezTo>
                        <a:pt x="236" y="940"/>
                        <a:pt x="320" y="987"/>
                        <a:pt x="411" y="987"/>
                      </a:cubicBezTo>
                      <a:cubicBezTo>
                        <a:pt x="476" y="987"/>
                        <a:pt x="545" y="963"/>
                        <a:pt x="608" y="912"/>
                      </a:cubicBezTo>
                      <a:cubicBezTo>
                        <a:pt x="790" y="821"/>
                        <a:pt x="942" y="699"/>
                        <a:pt x="821" y="426"/>
                      </a:cubicBezTo>
                      <a:cubicBezTo>
                        <a:pt x="760" y="304"/>
                        <a:pt x="608" y="182"/>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30"/>
                <p:cNvSpPr/>
                <p:nvPr/>
              </p:nvSpPr>
              <p:spPr>
                <a:xfrm>
                  <a:off x="412354" y="334062"/>
                  <a:ext cx="12910" cy="10678"/>
                </a:xfrm>
                <a:custGeom>
                  <a:rect b="b" l="l" r="r" t="t"/>
                  <a:pathLst>
                    <a:path extrusionOk="0" h="378" w="457">
                      <a:moveTo>
                        <a:pt x="244" y="0"/>
                      </a:moveTo>
                      <a:cubicBezTo>
                        <a:pt x="153" y="122"/>
                        <a:pt x="92" y="244"/>
                        <a:pt x="1" y="365"/>
                      </a:cubicBezTo>
                      <a:cubicBezTo>
                        <a:pt x="45" y="374"/>
                        <a:pt x="90" y="378"/>
                        <a:pt x="134" y="378"/>
                      </a:cubicBezTo>
                      <a:cubicBezTo>
                        <a:pt x="242" y="378"/>
                        <a:pt x="349" y="356"/>
                        <a:pt x="457" y="335"/>
                      </a:cubicBezTo>
                      <a:cubicBezTo>
                        <a:pt x="366" y="213"/>
                        <a:pt x="305" y="122"/>
                        <a:pt x="24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0"/>
                <p:cNvSpPr/>
                <p:nvPr/>
              </p:nvSpPr>
              <p:spPr>
                <a:xfrm>
                  <a:off x="1142241" y="437541"/>
                  <a:ext cx="145149" cy="143849"/>
                </a:xfrm>
                <a:custGeom>
                  <a:rect b="b" l="l" r="r" t="t"/>
                  <a:pathLst>
                    <a:path extrusionOk="0" h="5092" w="5138">
                      <a:moveTo>
                        <a:pt x="3304" y="970"/>
                      </a:moveTo>
                      <a:cubicBezTo>
                        <a:pt x="3350" y="970"/>
                        <a:pt x="3398" y="1000"/>
                        <a:pt x="3435" y="1018"/>
                      </a:cubicBezTo>
                      <a:cubicBezTo>
                        <a:pt x="3496" y="1079"/>
                        <a:pt x="3496" y="1170"/>
                        <a:pt x="3435" y="1231"/>
                      </a:cubicBezTo>
                      <a:cubicBezTo>
                        <a:pt x="3407" y="1272"/>
                        <a:pt x="3374" y="1289"/>
                        <a:pt x="3340" y="1289"/>
                      </a:cubicBezTo>
                      <a:cubicBezTo>
                        <a:pt x="3298" y="1289"/>
                        <a:pt x="3256" y="1265"/>
                        <a:pt x="3222" y="1231"/>
                      </a:cubicBezTo>
                      <a:cubicBezTo>
                        <a:pt x="3161" y="1201"/>
                        <a:pt x="3161" y="1110"/>
                        <a:pt x="3222" y="1018"/>
                      </a:cubicBezTo>
                      <a:cubicBezTo>
                        <a:pt x="3246" y="983"/>
                        <a:pt x="3275" y="970"/>
                        <a:pt x="3304" y="970"/>
                      </a:cubicBezTo>
                      <a:close/>
                      <a:moveTo>
                        <a:pt x="3320" y="2314"/>
                      </a:moveTo>
                      <a:cubicBezTo>
                        <a:pt x="3387" y="2314"/>
                        <a:pt x="3450" y="2348"/>
                        <a:pt x="3496" y="2417"/>
                      </a:cubicBezTo>
                      <a:cubicBezTo>
                        <a:pt x="3496" y="2508"/>
                        <a:pt x="3496" y="2569"/>
                        <a:pt x="3405" y="2629"/>
                      </a:cubicBezTo>
                      <a:cubicBezTo>
                        <a:pt x="3384" y="2629"/>
                        <a:pt x="3361" y="2633"/>
                        <a:pt x="3336" y="2633"/>
                      </a:cubicBezTo>
                      <a:cubicBezTo>
                        <a:pt x="3286" y="2633"/>
                        <a:pt x="3232" y="2619"/>
                        <a:pt x="3192" y="2538"/>
                      </a:cubicBezTo>
                      <a:cubicBezTo>
                        <a:pt x="3161" y="2417"/>
                        <a:pt x="3161" y="2386"/>
                        <a:pt x="3253" y="2325"/>
                      </a:cubicBezTo>
                      <a:cubicBezTo>
                        <a:pt x="3275" y="2318"/>
                        <a:pt x="3298" y="2314"/>
                        <a:pt x="3320" y="2314"/>
                      </a:cubicBezTo>
                      <a:close/>
                      <a:moveTo>
                        <a:pt x="1976" y="2325"/>
                      </a:moveTo>
                      <a:cubicBezTo>
                        <a:pt x="2037" y="2325"/>
                        <a:pt x="2098" y="2366"/>
                        <a:pt x="2158" y="2447"/>
                      </a:cubicBezTo>
                      <a:cubicBezTo>
                        <a:pt x="2158" y="2538"/>
                        <a:pt x="2128" y="2599"/>
                        <a:pt x="2067" y="2629"/>
                      </a:cubicBezTo>
                      <a:cubicBezTo>
                        <a:pt x="2044" y="2653"/>
                        <a:pt x="2012" y="2663"/>
                        <a:pt x="1979" y="2663"/>
                      </a:cubicBezTo>
                      <a:cubicBezTo>
                        <a:pt x="1927" y="2663"/>
                        <a:pt x="1873" y="2637"/>
                        <a:pt x="1854" y="2599"/>
                      </a:cubicBezTo>
                      <a:cubicBezTo>
                        <a:pt x="1794" y="2508"/>
                        <a:pt x="1824" y="2417"/>
                        <a:pt x="1885" y="2356"/>
                      </a:cubicBezTo>
                      <a:cubicBezTo>
                        <a:pt x="1915" y="2336"/>
                        <a:pt x="1946" y="2325"/>
                        <a:pt x="1976" y="2325"/>
                      </a:cubicBezTo>
                      <a:close/>
                      <a:moveTo>
                        <a:pt x="3500" y="1"/>
                      </a:moveTo>
                      <a:cubicBezTo>
                        <a:pt x="3385" y="1"/>
                        <a:pt x="3255" y="34"/>
                        <a:pt x="3131" y="107"/>
                      </a:cubicBezTo>
                      <a:cubicBezTo>
                        <a:pt x="2928" y="251"/>
                        <a:pt x="2698" y="534"/>
                        <a:pt x="2493" y="534"/>
                      </a:cubicBezTo>
                      <a:cubicBezTo>
                        <a:pt x="2482" y="534"/>
                        <a:pt x="2472" y="534"/>
                        <a:pt x="2462" y="532"/>
                      </a:cubicBezTo>
                      <a:cubicBezTo>
                        <a:pt x="2358" y="515"/>
                        <a:pt x="2261" y="505"/>
                        <a:pt x="2173" y="505"/>
                      </a:cubicBezTo>
                      <a:cubicBezTo>
                        <a:pt x="1799" y="505"/>
                        <a:pt x="1575" y="679"/>
                        <a:pt x="1550" y="1170"/>
                      </a:cubicBezTo>
                      <a:cubicBezTo>
                        <a:pt x="791" y="1535"/>
                        <a:pt x="547" y="2204"/>
                        <a:pt x="304" y="2933"/>
                      </a:cubicBezTo>
                      <a:cubicBezTo>
                        <a:pt x="183" y="3207"/>
                        <a:pt x="0" y="3359"/>
                        <a:pt x="213" y="3632"/>
                      </a:cubicBezTo>
                      <a:cubicBezTo>
                        <a:pt x="377" y="3838"/>
                        <a:pt x="486" y="4029"/>
                        <a:pt x="661" y="4029"/>
                      </a:cubicBezTo>
                      <a:cubicBezTo>
                        <a:pt x="745" y="4029"/>
                        <a:pt x="844" y="3984"/>
                        <a:pt x="973" y="3876"/>
                      </a:cubicBezTo>
                      <a:cubicBezTo>
                        <a:pt x="1022" y="3834"/>
                        <a:pt x="1067" y="3818"/>
                        <a:pt x="1109" y="3818"/>
                      </a:cubicBezTo>
                      <a:cubicBezTo>
                        <a:pt x="1223" y="3818"/>
                        <a:pt x="1318" y="3939"/>
                        <a:pt x="1429" y="4028"/>
                      </a:cubicBezTo>
                      <a:cubicBezTo>
                        <a:pt x="1672" y="4332"/>
                        <a:pt x="1763" y="4727"/>
                        <a:pt x="1611" y="5091"/>
                      </a:cubicBezTo>
                      <a:cubicBezTo>
                        <a:pt x="2067" y="4909"/>
                        <a:pt x="2979" y="4423"/>
                        <a:pt x="3070" y="4240"/>
                      </a:cubicBezTo>
                      <a:cubicBezTo>
                        <a:pt x="3222" y="3906"/>
                        <a:pt x="3405" y="3541"/>
                        <a:pt x="3617" y="3237"/>
                      </a:cubicBezTo>
                      <a:cubicBezTo>
                        <a:pt x="3749" y="3000"/>
                        <a:pt x="3493" y="2467"/>
                        <a:pt x="3936" y="2467"/>
                      </a:cubicBezTo>
                      <a:cubicBezTo>
                        <a:pt x="4004" y="2467"/>
                        <a:pt x="4089" y="2479"/>
                        <a:pt x="4195" y="2508"/>
                      </a:cubicBezTo>
                      <a:cubicBezTo>
                        <a:pt x="4202" y="2510"/>
                        <a:pt x="4208" y="2511"/>
                        <a:pt x="4215" y="2511"/>
                      </a:cubicBezTo>
                      <a:cubicBezTo>
                        <a:pt x="4295" y="2511"/>
                        <a:pt x="4345" y="2347"/>
                        <a:pt x="4316" y="2234"/>
                      </a:cubicBezTo>
                      <a:cubicBezTo>
                        <a:pt x="4286" y="2113"/>
                        <a:pt x="4347" y="2021"/>
                        <a:pt x="4438" y="1930"/>
                      </a:cubicBezTo>
                      <a:cubicBezTo>
                        <a:pt x="4620" y="1748"/>
                        <a:pt x="5137" y="1626"/>
                        <a:pt x="4955" y="1383"/>
                      </a:cubicBezTo>
                      <a:cubicBezTo>
                        <a:pt x="4902" y="1293"/>
                        <a:pt x="4846" y="1259"/>
                        <a:pt x="4787" y="1259"/>
                      </a:cubicBezTo>
                      <a:cubicBezTo>
                        <a:pt x="4607" y="1259"/>
                        <a:pt x="4401" y="1581"/>
                        <a:pt x="4195" y="1626"/>
                      </a:cubicBezTo>
                      <a:cubicBezTo>
                        <a:pt x="4134" y="1626"/>
                        <a:pt x="4073" y="1657"/>
                        <a:pt x="3830" y="1748"/>
                      </a:cubicBezTo>
                      <a:cubicBezTo>
                        <a:pt x="4195" y="1201"/>
                        <a:pt x="3708" y="836"/>
                        <a:pt x="3830" y="350"/>
                      </a:cubicBezTo>
                      <a:cubicBezTo>
                        <a:pt x="3890" y="129"/>
                        <a:pt x="3725" y="1"/>
                        <a:pt x="35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0"/>
                <p:cNvSpPr/>
                <p:nvPr/>
              </p:nvSpPr>
              <p:spPr>
                <a:xfrm>
                  <a:off x="999693" y="252477"/>
                  <a:ext cx="67857" cy="40397"/>
                </a:xfrm>
                <a:custGeom>
                  <a:rect b="b" l="l" r="r" t="t"/>
                  <a:pathLst>
                    <a:path extrusionOk="0" h="1430" w="2402">
                      <a:moveTo>
                        <a:pt x="1034" y="1"/>
                      </a:moveTo>
                      <a:cubicBezTo>
                        <a:pt x="1034" y="31"/>
                        <a:pt x="1034" y="92"/>
                        <a:pt x="1004" y="122"/>
                      </a:cubicBezTo>
                      <a:cubicBezTo>
                        <a:pt x="1095" y="183"/>
                        <a:pt x="1064" y="244"/>
                        <a:pt x="1004" y="305"/>
                      </a:cubicBezTo>
                      <a:cubicBezTo>
                        <a:pt x="981" y="316"/>
                        <a:pt x="959" y="323"/>
                        <a:pt x="938" y="323"/>
                      </a:cubicBezTo>
                      <a:cubicBezTo>
                        <a:pt x="902" y="323"/>
                        <a:pt x="871" y="302"/>
                        <a:pt x="852" y="244"/>
                      </a:cubicBezTo>
                      <a:lnTo>
                        <a:pt x="31" y="122"/>
                      </a:lnTo>
                      <a:lnTo>
                        <a:pt x="31" y="122"/>
                      </a:lnTo>
                      <a:cubicBezTo>
                        <a:pt x="1" y="457"/>
                        <a:pt x="274" y="366"/>
                        <a:pt x="365" y="487"/>
                      </a:cubicBezTo>
                      <a:cubicBezTo>
                        <a:pt x="517" y="670"/>
                        <a:pt x="244" y="822"/>
                        <a:pt x="335" y="974"/>
                      </a:cubicBezTo>
                      <a:cubicBezTo>
                        <a:pt x="396" y="1126"/>
                        <a:pt x="487" y="1278"/>
                        <a:pt x="608" y="1430"/>
                      </a:cubicBezTo>
                      <a:lnTo>
                        <a:pt x="1946" y="609"/>
                      </a:lnTo>
                      <a:cubicBezTo>
                        <a:pt x="2015" y="730"/>
                        <a:pt x="2094" y="802"/>
                        <a:pt x="2183" y="802"/>
                      </a:cubicBezTo>
                      <a:cubicBezTo>
                        <a:pt x="2251" y="802"/>
                        <a:pt x="2323" y="761"/>
                        <a:pt x="2402" y="670"/>
                      </a:cubicBezTo>
                      <a:cubicBezTo>
                        <a:pt x="2335" y="519"/>
                        <a:pt x="2259" y="451"/>
                        <a:pt x="2173" y="451"/>
                      </a:cubicBezTo>
                      <a:cubicBezTo>
                        <a:pt x="2104" y="451"/>
                        <a:pt x="2028" y="496"/>
                        <a:pt x="1946" y="578"/>
                      </a:cubicBezTo>
                      <a:cubicBezTo>
                        <a:pt x="1855" y="457"/>
                        <a:pt x="1733" y="335"/>
                        <a:pt x="1855" y="214"/>
                      </a:cubicBezTo>
                      <a:cubicBezTo>
                        <a:pt x="1946" y="122"/>
                        <a:pt x="2037" y="62"/>
                        <a:pt x="212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0"/>
                <p:cNvSpPr/>
                <p:nvPr/>
              </p:nvSpPr>
              <p:spPr>
                <a:xfrm>
                  <a:off x="390884" y="402313"/>
                  <a:ext cx="103932" cy="205773"/>
                </a:xfrm>
                <a:custGeom>
                  <a:rect b="b" l="l" r="r" t="t"/>
                  <a:pathLst>
                    <a:path extrusionOk="0" h="7284" w="3679">
                      <a:moveTo>
                        <a:pt x="3466" y="1"/>
                      </a:moveTo>
                      <a:cubicBezTo>
                        <a:pt x="3421" y="1"/>
                        <a:pt x="3375" y="16"/>
                        <a:pt x="3345" y="47"/>
                      </a:cubicBezTo>
                      <a:cubicBezTo>
                        <a:pt x="3162" y="168"/>
                        <a:pt x="2980" y="259"/>
                        <a:pt x="2828" y="411"/>
                      </a:cubicBezTo>
                      <a:cubicBezTo>
                        <a:pt x="2575" y="683"/>
                        <a:pt x="2211" y="831"/>
                        <a:pt x="1847" y="831"/>
                      </a:cubicBezTo>
                      <a:cubicBezTo>
                        <a:pt x="1640" y="831"/>
                        <a:pt x="1434" y="784"/>
                        <a:pt x="1247" y="685"/>
                      </a:cubicBezTo>
                      <a:cubicBezTo>
                        <a:pt x="1217" y="685"/>
                        <a:pt x="1156" y="715"/>
                        <a:pt x="1095" y="746"/>
                      </a:cubicBezTo>
                      <a:cubicBezTo>
                        <a:pt x="974" y="898"/>
                        <a:pt x="1126" y="989"/>
                        <a:pt x="1156" y="1110"/>
                      </a:cubicBezTo>
                      <a:cubicBezTo>
                        <a:pt x="1308" y="1566"/>
                        <a:pt x="1126" y="1749"/>
                        <a:pt x="670" y="1931"/>
                      </a:cubicBezTo>
                      <a:cubicBezTo>
                        <a:pt x="457" y="1992"/>
                        <a:pt x="244" y="2022"/>
                        <a:pt x="1" y="2022"/>
                      </a:cubicBezTo>
                      <a:lnTo>
                        <a:pt x="1" y="3998"/>
                      </a:lnTo>
                      <a:cubicBezTo>
                        <a:pt x="396" y="4028"/>
                        <a:pt x="761" y="4150"/>
                        <a:pt x="1095" y="4302"/>
                      </a:cubicBezTo>
                      <a:cubicBezTo>
                        <a:pt x="1186" y="4363"/>
                        <a:pt x="1278" y="4515"/>
                        <a:pt x="1369" y="4515"/>
                      </a:cubicBezTo>
                      <a:cubicBezTo>
                        <a:pt x="1411" y="4508"/>
                        <a:pt x="1451" y="4504"/>
                        <a:pt x="1490" y="4504"/>
                      </a:cubicBezTo>
                      <a:cubicBezTo>
                        <a:pt x="1786" y="4504"/>
                        <a:pt x="1970" y="4702"/>
                        <a:pt x="1916" y="4971"/>
                      </a:cubicBezTo>
                      <a:cubicBezTo>
                        <a:pt x="1891" y="5121"/>
                        <a:pt x="2011" y="5624"/>
                        <a:pt x="1660" y="5624"/>
                      </a:cubicBezTo>
                      <a:cubicBezTo>
                        <a:pt x="1586" y="5624"/>
                        <a:pt x="1491" y="5601"/>
                        <a:pt x="1369" y="5548"/>
                      </a:cubicBezTo>
                      <a:cubicBezTo>
                        <a:pt x="1354" y="5541"/>
                        <a:pt x="1341" y="5537"/>
                        <a:pt x="1331" y="5537"/>
                      </a:cubicBezTo>
                      <a:cubicBezTo>
                        <a:pt x="1253" y="5537"/>
                        <a:pt x="1270" y="5711"/>
                        <a:pt x="1217" y="5791"/>
                      </a:cubicBezTo>
                      <a:cubicBezTo>
                        <a:pt x="913" y="6217"/>
                        <a:pt x="1521" y="6642"/>
                        <a:pt x="1247" y="7068"/>
                      </a:cubicBezTo>
                      <a:cubicBezTo>
                        <a:pt x="1223" y="7117"/>
                        <a:pt x="1297" y="7206"/>
                        <a:pt x="1375" y="7206"/>
                      </a:cubicBezTo>
                      <a:cubicBezTo>
                        <a:pt x="1394" y="7206"/>
                        <a:pt x="1412" y="7201"/>
                        <a:pt x="1430" y="7189"/>
                      </a:cubicBezTo>
                      <a:cubicBezTo>
                        <a:pt x="1464" y="7165"/>
                        <a:pt x="1497" y="7156"/>
                        <a:pt x="1530" y="7156"/>
                      </a:cubicBezTo>
                      <a:cubicBezTo>
                        <a:pt x="1651" y="7156"/>
                        <a:pt x="1770" y="7284"/>
                        <a:pt x="1917" y="7284"/>
                      </a:cubicBezTo>
                      <a:cubicBezTo>
                        <a:pt x="1982" y="7284"/>
                        <a:pt x="2051" y="7259"/>
                        <a:pt x="2129" y="7189"/>
                      </a:cubicBezTo>
                      <a:cubicBezTo>
                        <a:pt x="1916" y="6703"/>
                        <a:pt x="1734" y="6126"/>
                        <a:pt x="2341" y="5700"/>
                      </a:cubicBezTo>
                      <a:cubicBezTo>
                        <a:pt x="2463" y="5609"/>
                        <a:pt x="2402" y="5487"/>
                        <a:pt x="2341" y="5396"/>
                      </a:cubicBezTo>
                      <a:cubicBezTo>
                        <a:pt x="2281" y="5275"/>
                        <a:pt x="2159" y="5123"/>
                        <a:pt x="2220" y="4910"/>
                      </a:cubicBezTo>
                      <a:cubicBezTo>
                        <a:pt x="2341" y="4545"/>
                        <a:pt x="2189" y="4332"/>
                        <a:pt x="1825" y="4302"/>
                      </a:cubicBezTo>
                      <a:cubicBezTo>
                        <a:pt x="1308" y="4211"/>
                        <a:pt x="1247" y="3724"/>
                        <a:pt x="1004" y="3420"/>
                      </a:cubicBezTo>
                      <a:cubicBezTo>
                        <a:pt x="761" y="3116"/>
                        <a:pt x="1126" y="3025"/>
                        <a:pt x="1278" y="2843"/>
                      </a:cubicBezTo>
                      <a:cubicBezTo>
                        <a:pt x="1399" y="2691"/>
                        <a:pt x="1308" y="2569"/>
                        <a:pt x="1308" y="2417"/>
                      </a:cubicBezTo>
                      <a:cubicBezTo>
                        <a:pt x="1338" y="1992"/>
                        <a:pt x="1612" y="1597"/>
                        <a:pt x="2007" y="1414"/>
                      </a:cubicBezTo>
                      <a:cubicBezTo>
                        <a:pt x="2281" y="1262"/>
                        <a:pt x="2554" y="1050"/>
                        <a:pt x="2828" y="867"/>
                      </a:cubicBezTo>
                      <a:cubicBezTo>
                        <a:pt x="3101" y="685"/>
                        <a:pt x="3314" y="533"/>
                        <a:pt x="3557" y="350"/>
                      </a:cubicBezTo>
                      <a:cubicBezTo>
                        <a:pt x="3648" y="290"/>
                        <a:pt x="3679" y="138"/>
                        <a:pt x="3588" y="47"/>
                      </a:cubicBezTo>
                      <a:cubicBezTo>
                        <a:pt x="3557" y="16"/>
                        <a:pt x="3512" y="1"/>
                        <a:pt x="346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0"/>
                <p:cNvSpPr/>
                <p:nvPr/>
              </p:nvSpPr>
              <p:spPr>
                <a:xfrm>
                  <a:off x="1049497" y="297140"/>
                  <a:ext cx="28" cy="28"/>
                </a:xfrm>
                <a:custGeom>
                  <a:rect b="b" l="l" r="r" t="t"/>
                  <a:pathLst>
                    <a:path extrusionOk="0" h="1" w="1">
                      <a:moveTo>
                        <a:pt x="0" y="0"/>
                      </a:moveTo>
                      <a:lnTo>
                        <a:pt x="0"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0"/>
                <p:cNvSpPr/>
                <p:nvPr/>
              </p:nvSpPr>
              <p:spPr>
                <a:xfrm>
                  <a:off x="940453" y="285388"/>
                  <a:ext cx="123678" cy="139527"/>
                </a:xfrm>
                <a:custGeom>
                  <a:rect b="b" l="l" r="r" t="t"/>
                  <a:pathLst>
                    <a:path extrusionOk="0" h="4939" w="4378">
                      <a:moveTo>
                        <a:pt x="3070" y="2119"/>
                      </a:moveTo>
                      <a:lnTo>
                        <a:pt x="3070" y="2240"/>
                      </a:lnTo>
                      <a:lnTo>
                        <a:pt x="2918" y="2240"/>
                      </a:lnTo>
                      <a:lnTo>
                        <a:pt x="2918" y="2149"/>
                      </a:lnTo>
                      <a:cubicBezTo>
                        <a:pt x="2979" y="2149"/>
                        <a:pt x="3009" y="2119"/>
                        <a:pt x="3070" y="2119"/>
                      </a:cubicBezTo>
                      <a:close/>
                      <a:moveTo>
                        <a:pt x="3587" y="2240"/>
                      </a:moveTo>
                      <a:cubicBezTo>
                        <a:pt x="3557" y="2271"/>
                        <a:pt x="3526" y="2301"/>
                        <a:pt x="3526" y="2362"/>
                      </a:cubicBezTo>
                      <a:lnTo>
                        <a:pt x="3435" y="2362"/>
                      </a:lnTo>
                      <a:cubicBezTo>
                        <a:pt x="3465" y="2301"/>
                        <a:pt x="3465" y="2271"/>
                        <a:pt x="3496" y="2240"/>
                      </a:cubicBezTo>
                      <a:close/>
                      <a:moveTo>
                        <a:pt x="1965" y="0"/>
                      </a:moveTo>
                      <a:cubicBezTo>
                        <a:pt x="1774" y="0"/>
                        <a:pt x="1559" y="185"/>
                        <a:pt x="1327" y="185"/>
                      </a:cubicBezTo>
                      <a:cubicBezTo>
                        <a:pt x="1251" y="185"/>
                        <a:pt x="1174" y="165"/>
                        <a:pt x="1094" y="113"/>
                      </a:cubicBezTo>
                      <a:cubicBezTo>
                        <a:pt x="1064" y="143"/>
                        <a:pt x="1003" y="204"/>
                        <a:pt x="973" y="234"/>
                      </a:cubicBezTo>
                      <a:cubicBezTo>
                        <a:pt x="1034" y="386"/>
                        <a:pt x="1186" y="538"/>
                        <a:pt x="1186" y="720"/>
                      </a:cubicBezTo>
                      <a:cubicBezTo>
                        <a:pt x="1155" y="1237"/>
                        <a:pt x="1216" y="1784"/>
                        <a:pt x="1398" y="2301"/>
                      </a:cubicBezTo>
                      <a:cubicBezTo>
                        <a:pt x="1459" y="2423"/>
                        <a:pt x="1398" y="2544"/>
                        <a:pt x="1307" y="2605"/>
                      </a:cubicBezTo>
                      <a:cubicBezTo>
                        <a:pt x="1125" y="2696"/>
                        <a:pt x="1034" y="2909"/>
                        <a:pt x="1003" y="3091"/>
                      </a:cubicBezTo>
                      <a:cubicBezTo>
                        <a:pt x="978" y="3345"/>
                        <a:pt x="1016" y="3788"/>
                        <a:pt x="642" y="3788"/>
                      </a:cubicBezTo>
                      <a:cubicBezTo>
                        <a:pt x="568" y="3788"/>
                        <a:pt x="476" y="3770"/>
                        <a:pt x="365" y="3730"/>
                      </a:cubicBezTo>
                      <a:cubicBezTo>
                        <a:pt x="356" y="3727"/>
                        <a:pt x="347" y="3726"/>
                        <a:pt x="337" y="3726"/>
                      </a:cubicBezTo>
                      <a:cubicBezTo>
                        <a:pt x="209" y="3726"/>
                        <a:pt x="0" y="3902"/>
                        <a:pt x="0" y="4155"/>
                      </a:cubicBezTo>
                      <a:cubicBezTo>
                        <a:pt x="304" y="4307"/>
                        <a:pt x="578" y="4520"/>
                        <a:pt x="851" y="4763"/>
                      </a:cubicBezTo>
                      <a:cubicBezTo>
                        <a:pt x="952" y="4878"/>
                        <a:pt x="1093" y="4938"/>
                        <a:pt x="1223" y="4938"/>
                      </a:cubicBezTo>
                      <a:cubicBezTo>
                        <a:pt x="1369" y="4938"/>
                        <a:pt x="1502" y="4863"/>
                        <a:pt x="1550" y="4702"/>
                      </a:cubicBezTo>
                      <a:cubicBezTo>
                        <a:pt x="1672" y="4277"/>
                        <a:pt x="1885" y="3790"/>
                        <a:pt x="1733" y="3426"/>
                      </a:cubicBezTo>
                      <a:cubicBezTo>
                        <a:pt x="1550" y="2939"/>
                        <a:pt x="1794" y="2544"/>
                        <a:pt x="1763" y="2119"/>
                      </a:cubicBezTo>
                      <a:cubicBezTo>
                        <a:pt x="1790" y="1901"/>
                        <a:pt x="1958" y="1799"/>
                        <a:pt x="2128" y="1799"/>
                      </a:cubicBezTo>
                      <a:cubicBezTo>
                        <a:pt x="2340" y="1799"/>
                        <a:pt x="2557" y="1955"/>
                        <a:pt x="2523" y="2240"/>
                      </a:cubicBezTo>
                      <a:cubicBezTo>
                        <a:pt x="2401" y="2423"/>
                        <a:pt x="2493" y="2666"/>
                        <a:pt x="2705" y="2757"/>
                      </a:cubicBezTo>
                      <a:cubicBezTo>
                        <a:pt x="3101" y="2848"/>
                        <a:pt x="3435" y="3122"/>
                        <a:pt x="3617" y="3486"/>
                      </a:cubicBezTo>
                      <a:cubicBezTo>
                        <a:pt x="3654" y="3560"/>
                        <a:pt x="3736" y="3600"/>
                        <a:pt x="3821" y="3600"/>
                      </a:cubicBezTo>
                      <a:cubicBezTo>
                        <a:pt x="3877" y="3600"/>
                        <a:pt x="3934" y="3583"/>
                        <a:pt x="3982" y="3547"/>
                      </a:cubicBezTo>
                      <a:cubicBezTo>
                        <a:pt x="4134" y="3456"/>
                        <a:pt x="4377" y="3334"/>
                        <a:pt x="4256" y="3152"/>
                      </a:cubicBezTo>
                      <a:cubicBezTo>
                        <a:pt x="4104" y="2879"/>
                        <a:pt x="4164" y="2605"/>
                        <a:pt x="4104" y="2331"/>
                      </a:cubicBezTo>
                      <a:cubicBezTo>
                        <a:pt x="4060" y="2155"/>
                        <a:pt x="3984" y="1899"/>
                        <a:pt x="3783" y="1899"/>
                      </a:cubicBezTo>
                      <a:cubicBezTo>
                        <a:pt x="3707" y="1899"/>
                        <a:pt x="3613" y="1936"/>
                        <a:pt x="3496" y="2027"/>
                      </a:cubicBezTo>
                      <a:cubicBezTo>
                        <a:pt x="3439" y="2075"/>
                        <a:pt x="3389" y="2095"/>
                        <a:pt x="3346" y="2095"/>
                      </a:cubicBezTo>
                      <a:cubicBezTo>
                        <a:pt x="3250" y="2095"/>
                        <a:pt x="3192" y="1992"/>
                        <a:pt x="3192" y="1845"/>
                      </a:cubicBezTo>
                      <a:cubicBezTo>
                        <a:pt x="3131" y="1511"/>
                        <a:pt x="3313" y="1176"/>
                        <a:pt x="3617" y="1055"/>
                      </a:cubicBezTo>
                      <a:cubicBezTo>
                        <a:pt x="3860" y="933"/>
                        <a:pt x="4073" y="751"/>
                        <a:pt x="3860" y="416"/>
                      </a:cubicBezTo>
                      <a:lnTo>
                        <a:pt x="3860" y="416"/>
                      </a:lnTo>
                      <a:cubicBezTo>
                        <a:pt x="3642" y="504"/>
                        <a:pt x="3471" y="794"/>
                        <a:pt x="3235" y="794"/>
                      </a:cubicBezTo>
                      <a:cubicBezTo>
                        <a:pt x="3142" y="794"/>
                        <a:pt x="3038" y="749"/>
                        <a:pt x="2918" y="629"/>
                      </a:cubicBezTo>
                      <a:cubicBezTo>
                        <a:pt x="2870" y="629"/>
                        <a:pt x="2821" y="668"/>
                        <a:pt x="2772" y="668"/>
                      </a:cubicBezTo>
                      <a:cubicBezTo>
                        <a:pt x="2760" y="668"/>
                        <a:pt x="2748" y="666"/>
                        <a:pt x="2736" y="660"/>
                      </a:cubicBezTo>
                      <a:cubicBezTo>
                        <a:pt x="2371" y="599"/>
                        <a:pt x="2371" y="113"/>
                        <a:pt x="2067" y="21"/>
                      </a:cubicBezTo>
                      <a:cubicBezTo>
                        <a:pt x="2034" y="7"/>
                        <a:pt x="2000" y="0"/>
                        <a:pt x="196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0"/>
                <p:cNvSpPr/>
                <p:nvPr/>
              </p:nvSpPr>
              <p:spPr>
                <a:xfrm>
                  <a:off x="572078" y="292846"/>
                  <a:ext cx="119385" cy="139131"/>
                </a:xfrm>
                <a:custGeom>
                  <a:rect b="b" l="l" r="r" t="t"/>
                  <a:pathLst>
                    <a:path extrusionOk="0" h="4925" w="4226">
                      <a:moveTo>
                        <a:pt x="1581" y="1581"/>
                      </a:moveTo>
                      <a:cubicBezTo>
                        <a:pt x="1581" y="1763"/>
                        <a:pt x="1733" y="1885"/>
                        <a:pt x="1794" y="2007"/>
                      </a:cubicBezTo>
                      <a:cubicBezTo>
                        <a:pt x="1946" y="2280"/>
                        <a:pt x="1763" y="2402"/>
                        <a:pt x="1581" y="2493"/>
                      </a:cubicBezTo>
                      <a:cubicBezTo>
                        <a:pt x="1533" y="2529"/>
                        <a:pt x="1476" y="2546"/>
                        <a:pt x="1420" y="2546"/>
                      </a:cubicBezTo>
                      <a:cubicBezTo>
                        <a:pt x="1335" y="2546"/>
                        <a:pt x="1253" y="2506"/>
                        <a:pt x="1216" y="2432"/>
                      </a:cubicBezTo>
                      <a:cubicBezTo>
                        <a:pt x="1034" y="2250"/>
                        <a:pt x="973" y="2067"/>
                        <a:pt x="1186" y="1915"/>
                      </a:cubicBezTo>
                      <a:lnTo>
                        <a:pt x="1216" y="1915"/>
                      </a:lnTo>
                      <a:cubicBezTo>
                        <a:pt x="1338" y="1794"/>
                        <a:pt x="1490" y="1733"/>
                        <a:pt x="1581" y="1581"/>
                      </a:cubicBezTo>
                      <a:close/>
                      <a:moveTo>
                        <a:pt x="1805" y="2907"/>
                      </a:moveTo>
                      <a:cubicBezTo>
                        <a:pt x="1869" y="2907"/>
                        <a:pt x="1924" y="2935"/>
                        <a:pt x="1946" y="2979"/>
                      </a:cubicBezTo>
                      <a:lnTo>
                        <a:pt x="1976" y="2979"/>
                      </a:lnTo>
                      <a:cubicBezTo>
                        <a:pt x="2007" y="3040"/>
                        <a:pt x="2007" y="3162"/>
                        <a:pt x="1946" y="3192"/>
                      </a:cubicBezTo>
                      <a:cubicBezTo>
                        <a:pt x="1900" y="3222"/>
                        <a:pt x="1855" y="3238"/>
                        <a:pt x="1813" y="3238"/>
                      </a:cubicBezTo>
                      <a:cubicBezTo>
                        <a:pt x="1771" y="3238"/>
                        <a:pt x="1733" y="3222"/>
                        <a:pt x="1703" y="3192"/>
                      </a:cubicBezTo>
                      <a:cubicBezTo>
                        <a:pt x="1581" y="3101"/>
                        <a:pt x="1642" y="3010"/>
                        <a:pt x="1733" y="2918"/>
                      </a:cubicBezTo>
                      <a:cubicBezTo>
                        <a:pt x="1757" y="2910"/>
                        <a:pt x="1782" y="2907"/>
                        <a:pt x="1805" y="2907"/>
                      </a:cubicBezTo>
                      <a:close/>
                      <a:moveTo>
                        <a:pt x="791" y="1"/>
                      </a:moveTo>
                      <a:cubicBezTo>
                        <a:pt x="548" y="61"/>
                        <a:pt x="274" y="152"/>
                        <a:pt x="274" y="396"/>
                      </a:cubicBezTo>
                      <a:cubicBezTo>
                        <a:pt x="274" y="639"/>
                        <a:pt x="0" y="882"/>
                        <a:pt x="183" y="1034"/>
                      </a:cubicBezTo>
                      <a:cubicBezTo>
                        <a:pt x="639" y="1429"/>
                        <a:pt x="396" y="1976"/>
                        <a:pt x="639" y="2402"/>
                      </a:cubicBezTo>
                      <a:cubicBezTo>
                        <a:pt x="779" y="2598"/>
                        <a:pt x="426" y="3081"/>
                        <a:pt x="900" y="3081"/>
                      </a:cubicBezTo>
                      <a:cubicBezTo>
                        <a:pt x="939" y="3081"/>
                        <a:pt x="983" y="3077"/>
                        <a:pt x="1034" y="3070"/>
                      </a:cubicBezTo>
                      <a:cubicBezTo>
                        <a:pt x="1064" y="3070"/>
                        <a:pt x="1095" y="3162"/>
                        <a:pt x="1095" y="3222"/>
                      </a:cubicBezTo>
                      <a:cubicBezTo>
                        <a:pt x="1368" y="4225"/>
                        <a:pt x="1459" y="4408"/>
                        <a:pt x="2159" y="4925"/>
                      </a:cubicBezTo>
                      <a:cubicBezTo>
                        <a:pt x="2219" y="4408"/>
                        <a:pt x="2311" y="3891"/>
                        <a:pt x="2432" y="3405"/>
                      </a:cubicBezTo>
                      <a:cubicBezTo>
                        <a:pt x="2584" y="2918"/>
                        <a:pt x="2007" y="2402"/>
                        <a:pt x="2584" y="1946"/>
                      </a:cubicBezTo>
                      <a:cubicBezTo>
                        <a:pt x="2645" y="2037"/>
                        <a:pt x="2736" y="2128"/>
                        <a:pt x="2827" y="2219"/>
                      </a:cubicBezTo>
                      <a:cubicBezTo>
                        <a:pt x="3011" y="2367"/>
                        <a:pt x="3229" y="2447"/>
                        <a:pt x="3453" y="2447"/>
                      </a:cubicBezTo>
                      <a:cubicBezTo>
                        <a:pt x="3599" y="2447"/>
                        <a:pt x="3747" y="2413"/>
                        <a:pt x="3891" y="2341"/>
                      </a:cubicBezTo>
                      <a:cubicBezTo>
                        <a:pt x="3982" y="2250"/>
                        <a:pt x="4074" y="2189"/>
                        <a:pt x="4013" y="2037"/>
                      </a:cubicBezTo>
                      <a:cubicBezTo>
                        <a:pt x="3979" y="1970"/>
                        <a:pt x="3927" y="1949"/>
                        <a:pt x="3872" y="1949"/>
                      </a:cubicBezTo>
                      <a:cubicBezTo>
                        <a:pt x="3827" y="1949"/>
                        <a:pt x="3780" y="1963"/>
                        <a:pt x="3739" y="1976"/>
                      </a:cubicBezTo>
                      <a:cubicBezTo>
                        <a:pt x="3660" y="1996"/>
                        <a:pt x="3555" y="2145"/>
                        <a:pt x="3415" y="2145"/>
                      </a:cubicBezTo>
                      <a:cubicBezTo>
                        <a:pt x="3341" y="2145"/>
                        <a:pt x="3257" y="2103"/>
                        <a:pt x="3162" y="1976"/>
                      </a:cubicBezTo>
                      <a:cubicBezTo>
                        <a:pt x="3496" y="1794"/>
                        <a:pt x="3496" y="1338"/>
                        <a:pt x="3739" y="1095"/>
                      </a:cubicBezTo>
                      <a:cubicBezTo>
                        <a:pt x="4225" y="669"/>
                        <a:pt x="3922" y="487"/>
                        <a:pt x="3587" y="213"/>
                      </a:cubicBezTo>
                      <a:cubicBezTo>
                        <a:pt x="3314" y="1004"/>
                        <a:pt x="2949" y="1520"/>
                        <a:pt x="2463" y="1672"/>
                      </a:cubicBezTo>
                      <a:cubicBezTo>
                        <a:pt x="2463" y="1490"/>
                        <a:pt x="2675" y="1308"/>
                        <a:pt x="2554" y="1156"/>
                      </a:cubicBezTo>
                      <a:cubicBezTo>
                        <a:pt x="2507" y="1109"/>
                        <a:pt x="2458" y="1091"/>
                        <a:pt x="2407" y="1091"/>
                      </a:cubicBezTo>
                      <a:cubicBezTo>
                        <a:pt x="2293" y="1091"/>
                        <a:pt x="2173" y="1183"/>
                        <a:pt x="2067" y="1247"/>
                      </a:cubicBezTo>
                      <a:lnTo>
                        <a:pt x="1551" y="1551"/>
                      </a:lnTo>
                      <a:cubicBezTo>
                        <a:pt x="1490" y="1490"/>
                        <a:pt x="1429" y="1429"/>
                        <a:pt x="1338" y="1429"/>
                      </a:cubicBezTo>
                      <a:cubicBezTo>
                        <a:pt x="760" y="1277"/>
                        <a:pt x="791" y="1277"/>
                        <a:pt x="821" y="669"/>
                      </a:cubicBezTo>
                      <a:cubicBezTo>
                        <a:pt x="821" y="456"/>
                        <a:pt x="1064" y="213"/>
                        <a:pt x="79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30"/>
                <p:cNvSpPr/>
                <p:nvPr/>
              </p:nvSpPr>
              <p:spPr>
                <a:xfrm>
                  <a:off x="457017" y="1015839"/>
                  <a:ext cx="91050" cy="148567"/>
                </a:xfrm>
                <a:custGeom>
                  <a:rect b="b" l="l" r="r" t="t"/>
                  <a:pathLst>
                    <a:path extrusionOk="0" h="5259" w="3223">
                      <a:moveTo>
                        <a:pt x="3131" y="1"/>
                      </a:moveTo>
                      <a:lnTo>
                        <a:pt x="3131" y="1"/>
                      </a:lnTo>
                      <a:cubicBezTo>
                        <a:pt x="2706" y="365"/>
                        <a:pt x="1976" y="1"/>
                        <a:pt x="1855" y="791"/>
                      </a:cubicBezTo>
                      <a:cubicBezTo>
                        <a:pt x="1855" y="882"/>
                        <a:pt x="1672" y="943"/>
                        <a:pt x="1581" y="1004"/>
                      </a:cubicBezTo>
                      <a:cubicBezTo>
                        <a:pt x="1095" y="1247"/>
                        <a:pt x="821" y="1551"/>
                        <a:pt x="1216" y="2098"/>
                      </a:cubicBezTo>
                      <a:cubicBezTo>
                        <a:pt x="1095" y="2128"/>
                        <a:pt x="1034" y="2159"/>
                        <a:pt x="1004" y="2159"/>
                      </a:cubicBezTo>
                      <a:cubicBezTo>
                        <a:pt x="921" y="2113"/>
                        <a:pt x="835" y="2092"/>
                        <a:pt x="752" y="2092"/>
                      </a:cubicBezTo>
                      <a:cubicBezTo>
                        <a:pt x="562" y="2092"/>
                        <a:pt x="389" y="2202"/>
                        <a:pt x="304" y="2371"/>
                      </a:cubicBezTo>
                      <a:cubicBezTo>
                        <a:pt x="183" y="2615"/>
                        <a:pt x="426" y="2767"/>
                        <a:pt x="517" y="2919"/>
                      </a:cubicBezTo>
                      <a:cubicBezTo>
                        <a:pt x="608" y="3192"/>
                        <a:pt x="973" y="3374"/>
                        <a:pt x="821" y="3739"/>
                      </a:cubicBezTo>
                      <a:cubicBezTo>
                        <a:pt x="700" y="3739"/>
                        <a:pt x="578" y="3648"/>
                        <a:pt x="517" y="3557"/>
                      </a:cubicBezTo>
                      <a:cubicBezTo>
                        <a:pt x="451" y="3468"/>
                        <a:pt x="384" y="3347"/>
                        <a:pt x="294" y="3347"/>
                      </a:cubicBezTo>
                      <a:cubicBezTo>
                        <a:pt x="261" y="3347"/>
                        <a:pt x="224" y="3364"/>
                        <a:pt x="183" y="3405"/>
                      </a:cubicBezTo>
                      <a:cubicBezTo>
                        <a:pt x="0" y="3557"/>
                        <a:pt x="183" y="3709"/>
                        <a:pt x="274" y="3861"/>
                      </a:cubicBezTo>
                      <a:cubicBezTo>
                        <a:pt x="304" y="3922"/>
                        <a:pt x="365" y="3982"/>
                        <a:pt x="456" y="3982"/>
                      </a:cubicBezTo>
                      <a:cubicBezTo>
                        <a:pt x="1247" y="4074"/>
                        <a:pt x="1186" y="4651"/>
                        <a:pt x="1186" y="5259"/>
                      </a:cubicBezTo>
                      <a:cubicBezTo>
                        <a:pt x="1763" y="4955"/>
                        <a:pt x="2584" y="5259"/>
                        <a:pt x="2949" y="4378"/>
                      </a:cubicBezTo>
                      <a:cubicBezTo>
                        <a:pt x="2894" y="4365"/>
                        <a:pt x="2843" y="4359"/>
                        <a:pt x="2796" y="4359"/>
                      </a:cubicBezTo>
                      <a:cubicBezTo>
                        <a:pt x="2502" y="4359"/>
                        <a:pt x="2338" y="4577"/>
                        <a:pt x="2128" y="4681"/>
                      </a:cubicBezTo>
                      <a:cubicBezTo>
                        <a:pt x="2042" y="4725"/>
                        <a:pt x="1970" y="4754"/>
                        <a:pt x="1904" y="4754"/>
                      </a:cubicBezTo>
                      <a:cubicBezTo>
                        <a:pt x="1831" y="4754"/>
                        <a:pt x="1767" y="4717"/>
                        <a:pt x="1703" y="4621"/>
                      </a:cubicBezTo>
                      <a:cubicBezTo>
                        <a:pt x="1581" y="4408"/>
                        <a:pt x="1490" y="4256"/>
                        <a:pt x="1703" y="4165"/>
                      </a:cubicBezTo>
                      <a:cubicBezTo>
                        <a:pt x="2037" y="3952"/>
                        <a:pt x="2007" y="3587"/>
                        <a:pt x="2067" y="3314"/>
                      </a:cubicBezTo>
                      <a:cubicBezTo>
                        <a:pt x="2189" y="2919"/>
                        <a:pt x="2159" y="2493"/>
                        <a:pt x="2523" y="2128"/>
                      </a:cubicBezTo>
                      <a:cubicBezTo>
                        <a:pt x="2736" y="1916"/>
                        <a:pt x="2766" y="1551"/>
                        <a:pt x="2614" y="1277"/>
                      </a:cubicBezTo>
                      <a:cubicBezTo>
                        <a:pt x="2402" y="1004"/>
                        <a:pt x="2523" y="852"/>
                        <a:pt x="2736" y="700"/>
                      </a:cubicBezTo>
                      <a:cubicBezTo>
                        <a:pt x="2949" y="517"/>
                        <a:pt x="3222" y="487"/>
                        <a:pt x="313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30"/>
                <p:cNvSpPr/>
                <p:nvPr/>
              </p:nvSpPr>
              <p:spPr>
                <a:xfrm>
                  <a:off x="391760" y="614525"/>
                  <a:ext cx="97067" cy="116729"/>
                </a:xfrm>
                <a:custGeom>
                  <a:rect b="b" l="l" r="r" t="t"/>
                  <a:pathLst>
                    <a:path extrusionOk="0" h="4132" w="3436">
                      <a:moveTo>
                        <a:pt x="454" y="1"/>
                      </a:moveTo>
                      <a:cubicBezTo>
                        <a:pt x="371" y="1"/>
                        <a:pt x="258" y="41"/>
                        <a:pt x="304" y="133"/>
                      </a:cubicBezTo>
                      <a:cubicBezTo>
                        <a:pt x="396" y="377"/>
                        <a:pt x="92" y="559"/>
                        <a:pt x="213" y="711"/>
                      </a:cubicBezTo>
                      <a:cubicBezTo>
                        <a:pt x="517" y="1136"/>
                        <a:pt x="365" y="1380"/>
                        <a:pt x="0" y="1592"/>
                      </a:cubicBezTo>
                      <a:lnTo>
                        <a:pt x="0" y="3811"/>
                      </a:lnTo>
                      <a:lnTo>
                        <a:pt x="92" y="3933"/>
                      </a:lnTo>
                      <a:cubicBezTo>
                        <a:pt x="183" y="4070"/>
                        <a:pt x="304" y="4092"/>
                        <a:pt x="434" y="4092"/>
                      </a:cubicBezTo>
                      <a:cubicBezTo>
                        <a:pt x="498" y="4092"/>
                        <a:pt x="565" y="4087"/>
                        <a:pt x="630" y="4087"/>
                      </a:cubicBezTo>
                      <a:cubicBezTo>
                        <a:pt x="696" y="4087"/>
                        <a:pt x="760" y="4092"/>
                        <a:pt x="821" y="4115"/>
                      </a:cubicBezTo>
                      <a:cubicBezTo>
                        <a:pt x="852" y="4127"/>
                        <a:pt x="877" y="4132"/>
                        <a:pt x="897" y="4132"/>
                      </a:cubicBezTo>
                      <a:cubicBezTo>
                        <a:pt x="1036" y="4132"/>
                        <a:pt x="950" y="3883"/>
                        <a:pt x="1003" y="3751"/>
                      </a:cubicBezTo>
                      <a:cubicBezTo>
                        <a:pt x="1179" y="3417"/>
                        <a:pt x="1507" y="3235"/>
                        <a:pt x="1840" y="3235"/>
                      </a:cubicBezTo>
                      <a:cubicBezTo>
                        <a:pt x="2084" y="3235"/>
                        <a:pt x="2331" y="3332"/>
                        <a:pt x="2523" y="3538"/>
                      </a:cubicBezTo>
                      <a:cubicBezTo>
                        <a:pt x="2641" y="3656"/>
                        <a:pt x="2741" y="3700"/>
                        <a:pt x="2827" y="3700"/>
                      </a:cubicBezTo>
                      <a:cubicBezTo>
                        <a:pt x="2964" y="3700"/>
                        <a:pt x="3068" y="3589"/>
                        <a:pt x="3162" y="3477"/>
                      </a:cubicBezTo>
                      <a:cubicBezTo>
                        <a:pt x="3435" y="3203"/>
                        <a:pt x="3131" y="3051"/>
                        <a:pt x="3010" y="2899"/>
                      </a:cubicBezTo>
                      <a:cubicBezTo>
                        <a:pt x="2969" y="2849"/>
                        <a:pt x="2912" y="2839"/>
                        <a:pt x="2847" y="2839"/>
                      </a:cubicBezTo>
                      <a:cubicBezTo>
                        <a:pt x="2805" y="2839"/>
                        <a:pt x="2759" y="2843"/>
                        <a:pt x="2713" y="2843"/>
                      </a:cubicBezTo>
                      <a:cubicBezTo>
                        <a:pt x="2622" y="2843"/>
                        <a:pt x="2530" y="2825"/>
                        <a:pt x="2462" y="2717"/>
                      </a:cubicBezTo>
                      <a:cubicBezTo>
                        <a:pt x="2098" y="2200"/>
                        <a:pt x="1581" y="1836"/>
                        <a:pt x="973" y="1714"/>
                      </a:cubicBezTo>
                      <a:cubicBezTo>
                        <a:pt x="851" y="1684"/>
                        <a:pt x="669" y="1471"/>
                        <a:pt x="699" y="1410"/>
                      </a:cubicBezTo>
                      <a:cubicBezTo>
                        <a:pt x="912" y="985"/>
                        <a:pt x="365" y="620"/>
                        <a:pt x="608" y="194"/>
                      </a:cubicBezTo>
                      <a:cubicBezTo>
                        <a:pt x="669" y="103"/>
                        <a:pt x="608" y="12"/>
                        <a:pt x="517" y="12"/>
                      </a:cubicBezTo>
                      <a:cubicBezTo>
                        <a:pt x="503" y="5"/>
                        <a:pt x="480" y="1"/>
                        <a:pt x="45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0"/>
                <p:cNvSpPr/>
                <p:nvPr/>
              </p:nvSpPr>
              <p:spPr>
                <a:xfrm>
                  <a:off x="537726" y="602829"/>
                  <a:ext cx="95344" cy="100457"/>
                </a:xfrm>
                <a:custGeom>
                  <a:rect b="b" l="l" r="r" t="t"/>
                  <a:pathLst>
                    <a:path extrusionOk="0" h="3556" w="3375">
                      <a:moveTo>
                        <a:pt x="1855" y="0"/>
                      </a:moveTo>
                      <a:cubicBezTo>
                        <a:pt x="1703" y="0"/>
                        <a:pt x="1642" y="122"/>
                        <a:pt x="1612" y="274"/>
                      </a:cubicBezTo>
                      <a:cubicBezTo>
                        <a:pt x="1581" y="669"/>
                        <a:pt x="1612" y="1095"/>
                        <a:pt x="1125" y="1277"/>
                      </a:cubicBezTo>
                      <a:cubicBezTo>
                        <a:pt x="761" y="1459"/>
                        <a:pt x="821" y="1672"/>
                        <a:pt x="1004" y="2006"/>
                      </a:cubicBezTo>
                      <a:cubicBezTo>
                        <a:pt x="1216" y="2310"/>
                        <a:pt x="1551" y="2462"/>
                        <a:pt x="1368" y="3009"/>
                      </a:cubicBezTo>
                      <a:cubicBezTo>
                        <a:pt x="1160" y="2644"/>
                        <a:pt x="771" y="2413"/>
                        <a:pt x="377" y="2413"/>
                      </a:cubicBezTo>
                      <a:cubicBezTo>
                        <a:pt x="312" y="2413"/>
                        <a:pt x="247" y="2419"/>
                        <a:pt x="183" y="2432"/>
                      </a:cubicBezTo>
                      <a:cubicBezTo>
                        <a:pt x="122" y="2675"/>
                        <a:pt x="61" y="2918"/>
                        <a:pt x="1" y="3253"/>
                      </a:cubicBezTo>
                      <a:cubicBezTo>
                        <a:pt x="47" y="3242"/>
                        <a:pt x="93" y="3238"/>
                        <a:pt x="139" y="3238"/>
                      </a:cubicBezTo>
                      <a:cubicBezTo>
                        <a:pt x="354" y="3238"/>
                        <a:pt x="560" y="3336"/>
                        <a:pt x="756" y="3336"/>
                      </a:cubicBezTo>
                      <a:cubicBezTo>
                        <a:pt x="872" y="3336"/>
                        <a:pt x="985" y="3302"/>
                        <a:pt x="1095" y="3192"/>
                      </a:cubicBezTo>
                      <a:cubicBezTo>
                        <a:pt x="1133" y="3154"/>
                        <a:pt x="1182" y="3137"/>
                        <a:pt x="1233" y="3137"/>
                      </a:cubicBezTo>
                      <a:cubicBezTo>
                        <a:pt x="1303" y="3137"/>
                        <a:pt x="1376" y="3169"/>
                        <a:pt x="1429" y="3222"/>
                      </a:cubicBezTo>
                      <a:cubicBezTo>
                        <a:pt x="1519" y="3356"/>
                        <a:pt x="1608" y="3556"/>
                        <a:pt x="1770" y="3556"/>
                      </a:cubicBezTo>
                      <a:cubicBezTo>
                        <a:pt x="1828" y="3556"/>
                        <a:pt x="1896" y="3530"/>
                        <a:pt x="1976" y="3465"/>
                      </a:cubicBezTo>
                      <a:cubicBezTo>
                        <a:pt x="2159" y="3344"/>
                        <a:pt x="2493" y="3253"/>
                        <a:pt x="2493" y="3040"/>
                      </a:cubicBezTo>
                      <a:cubicBezTo>
                        <a:pt x="2493" y="2584"/>
                        <a:pt x="2858" y="2462"/>
                        <a:pt x="3071" y="2219"/>
                      </a:cubicBezTo>
                      <a:cubicBezTo>
                        <a:pt x="3283" y="2006"/>
                        <a:pt x="3375" y="1672"/>
                        <a:pt x="3283" y="1368"/>
                      </a:cubicBezTo>
                      <a:cubicBezTo>
                        <a:pt x="3259" y="1129"/>
                        <a:pt x="3066" y="965"/>
                        <a:pt x="2852" y="965"/>
                      </a:cubicBezTo>
                      <a:cubicBezTo>
                        <a:pt x="2794" y="965"/>
                        <a:pt x="2734" y="977"/>
                        <a:pt x="2675" y="1003"/>
                      </a:cubicBezTo>
                      <a:cubicBezTo>
                        <a:pt x="2669" y="1007"/>
                        <a:pt x="2662" y="1008"/>
                        <a:pt x="2654" y="1008"/>
                      </a:cubicBezTo>
                      <a:cubicBezTo>
                        <a:pt x="2594" y="1008"/>
                        <a:pt x="2513" y="912"/>
                        <a:pt x="2432" y="912"/>
                      </a:cubicBezTo>
                      <a:cubicBezTo>
                        <a:pt x="2007" y="912"/>
                        <a:pt x="1764" y="760"/>
                        <a:pt x="1946" y="304"/>
                      </a:cubicBezTo>
                      <a:cubicBezTo>
                        <a:pt x="2007" y="152"/>
                        <a:pt x="1976" y="31"/>
                        <a:pt x="185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30"/>
                <p:cNvSpPr/>
                <p:nvPr/>
              </p:nvSpPr>
              <p:spPr>
                <a:xfrm>
                  <a:off x="852851" y="320954"/>
                  <a:ext cx="102208" cy="115034"/>
                </a:xfrm>
                <a:custGeom>
                  <a:rect b="b" l="l" r="r" t="t"/>
                  <a:pathLst>
                    <a:path extrusionOk="0" h="4072" w="3618">
                      <a:moveTo>
                        <a:pt x="1118" y="1477"/>
                      </a:moveTo>
                      <a:cubicBezTo>
                        <a:pt x="1192" y="1477"/>
                        <a:pt x="1240" y="1533"/>
                        <a:pt x="1277" y="1589"/>
                      </a:cubicBezTo>
                      <a:cubicBezTo>
                        <a:pt x="1338" y="1711"/>
                        <a:pt x="1551" y="1863"/>
                        <a:pt x="1399" y="2045"/>
                      </a:cubicBezTo>
                      <a:cubicBezTo>
                        <a:pt x="1361" y="2083"/>
                        <a:pt x="1324" y="2097"/>
                        <a:pt x="1288" y="2097"/>
                      </a:cubicBezTo>
                      <a:cubicBezTo>
                        <a:pt x="1208" y="2097"/>
                        <a:pt x="1137" y="2026"/>
                        <a:pt x="1095" y="1984"/>
                      </a:cubicBezTo>
                      <a:cubicBezTo>
                        <a:pt x="1004" y="1893"/>
                        <a:pt x="852" y="1741"/>
                        <a:pt x="943" y="1559"/>
                      </a:cubicBezTo>
                      <a:cubicBezTo>
                        <a:pt x="1014" y="1500"/>
                        <a:pt x="1071" y="1477"/>
                        <a:pt x="1118" y="1477"/>
                      </a:cubicBezTo>
                      <a:close/>
                      <a:moveTo>
                        <a:pt x="1911" y="0"/>
                      </a:moveTo>
                      <a:cubicBezTo>
                        <a:pt x="1800" y="0"/>
                        <a:pt x="1660" y="55"/>
                        <a:pt x="1490" y="161"/>
                      </a:cubicBezTo>
                      <a:cubicBezTo>
                        <a:pt x="1156" y="404"/>
                        <a:pt x="791" y="647"/>
                        <a:pt x="457" y="890"/>
                      </a:cubicBezTo>
                      <a:cubicBezTo>
                        <a:pt x="92" y="1133"/>
                        <a:pt x="1" y="1620"/>
                        <a:pt x="244" y="1984"/>
                      </a:cubicBezTo>
                      <a:cubicBezTo>
                        <a:pt x="332" y="1940"/>
                        <a:pt x="434" y="1889"/>
                        <a:pt x="510" y="1889"/>
                      </a:cubicBezTo>
                      <a:cubicBezTo>
                        <a:pt x="590" y="1889"/>
                        <a:pt x="640" y="1948"/>
                        <a:pt x="609" y="2136"/>
                      </a:cubicBezTo>
                      <a:cubicBezTo>
                        <a:pt x="548" y="2471"/>
                        <a:pt x="366" y="2775"/>
                        <a:pt x="548" y="3139"/>
                      </a:cubicBezTo>
                      <a:lnTo>
                        <a:pt x="1" y="3534"/>
                      </a:lnTo>
                      <a:cubicBezTo>
                        <a:pt x="1" y="3626"/>
                        <a:pt x="31" y="3686"/>
                        <a:pt x="92" y="3778"/>
                      </a:cubicBezTo>
                      <a:cubicBezTo>
                        <a:pt x="169" y="3881"/>
                        <a:pt x="203" y="4071"/>
                        <a:pt x="360" y="4071"/>
                      </a:cubicBezTo>
                      <a:cubicBezTo>
                        <a:pt x="388" y="4071"/>
                        <a:pt x="420" y="4065"/>
                        <a:pt x="457" y="4051"/>
                      </a:cubicBezTo>
                      <a:cubicBezTo>
                        <a:pt x="700" y="3960"/>
                        <a:pt x="518" y="3808"/>
                        <a:pt x="578" y="3656"/>
                      </a:cubicBezTo>
                      <a:cubicBezTo>
                        <a:pt x="639" y="3474"/>
                        <a:pt x="730" y="3291"/>
                        <a:pt x="578" y="3109"/>
                      </a:cubicBezTo>
                      <a:cubicBezTo>
                        <a:pt x="761" y="3018"/>
                        <a:pt x="974" y="2866"/>
                        <a:pt x="1126" y="2744"/>
                      </a:cubicBezTo>
                      <a:cubicBezTo>
                        <a:pt x="1429" y="2440"/>
                        <a:pt x="2007" y="2440"/>
                        <a:pt x="1977" y="1832"/>
                      </a:cubicBezTo>
                      <a:cubicBezTo>
                        <a:pt x="1977" y="1711"/>
                        <a:pt x="2098" y="1741"/>
                        <a:pt x="2250" y="1711"/>
                      </a:cubicBezTo>
                      <a:cubicBezTo>
                        <a:pt x="2269" y="1710"/>
                        <a:pt x="2287" y="1709"/>
                        <a:pt x="2304" y="1709"/>
                      </a:cubicBezTo>
                      <a:cubicBezTo>
                        <a:pt x="2789" y="1709"/>
                        <a:pt x="2677" y="2116"/>
                        <a:pt x="2706" y="2410"/>
                      </a:cubicBezTo>
                      <a:cubicBezTo>
                        <a:pt x="3010" y="2349"/>
                        <a:pt x="3314" y="2197"/>
                        <a:pt x="3527" y="1984"/>
                      </a:cubicBezTo>
                      <a:cubicBezTo>
                        <a:pt x="3588" y="1923"/>
                        <a:pt x="3618" y="1893"/>
                        <a:pt x="3618" y="1832"/>
                      </a:cubicBezTo>
                      <a:cubicBezTo>
                        <a:pt x="3618" y="1528"/>
                        <a:pt x="3405" y="1346"/>
                        <a:pt x="3253" y="1133"/>
                      </a:cubicBezTo>
                      <a:cubicBezTo>
                        <a:pt x="3071" y="920"/>
                        <a:pt x="3527" y="708"/>
                        <a:pt x="3192" y="495"/>
                      </a:cubicBezTo>
                      <a:cubicBezTo>
                        <a:pt x="3181" y="494"/>
                        <a:pt x="3169" y="493"/>
                        <a:pt x="3158" y="493"/>
                      </a:cubicBezTo>
                      <a:cubicBezTo>
                        <a:pt x="2827" y="493"/>
                        <a:pt x="2646" y="891"/>
                        <a:pt x="2315" y="891"/>
                      </a:cubicBezTo>
                      <a:cubicBezTo>
                        <a:pt x="2304" y="891"/>
                        <a:pt x="2292" y="891"/>
                        <a:pt x="2281" y="890"/>
                      </a:cubicBezTo>
                      <a:cubicBezTo>
                        <a:pt x="2250" y="829"/>
                        <a:pt x="2220" y="799"/>
                        <a:pt x="2189" y="738"/>
                      </a:cubicBezTo>
                      <a:cubicBezTo>
                        <a:pt x="2189" y="708"/>
                        <a:pt x="2250" y="647"/>
                        <a:pt x="2250" y="586"/>
                      </a:cubicBezTo>
                      <a:cubicBezTo>
                        <a:pt x="2230" y="190"/>
                        <a:pt x="2120" y="0"/>
                        <a:pt x="191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30"/>
                <p:cNvSpPr/>
                <p:nvPr/>
              </p:nvSpPr>
              <p:spPr>
                <a:xfrm>
                  <a:off x="495662" y="430930"/>
                  <a:ext cx="76360" cy="173653"/>
                </a:xfrm>
                <a:custGeom>
                  <a:rect b="b" l="l" r="r" t="t"/>
                  <a:pathLst>
                    <a:path extrusionOk="0" h="6147" w="2703">
                      <a:moveTo>
                        <a:pt x="912" y="0"/>
                      </a:moveTo>
                      <a:cubicBezTo>
                        <a:pt x="823" y="0"/>
                        <a:pt x="735" y="32"/>
                        <a:pt x="669" y="97"/>
                      </a:cubicBezTo>
                      <a:cubicBezTo>
                        <a:pt x="487" y="280"/>
                        <a:pt x="152" y="341"/>
                        <a:pt x="152" y="736"/>
                      </a:cubicBezTo>
                      <a:cubicBezTo>
                        <a:pt x="517" y="736"/>
                        <a:pt x="851" y="979"/>
                        <a:pt x="973" y="1313"/>
                      </a:cubicBezTo>
                      <a:cubicBezTo>
                        <a:pt x="1125" y="1678"/>
                        <a:pt x="973" y="2073"/>
                        <a:pt x="1186" y="2407"/>
                      </a:cubicBezTo>
                      <a:cubicBezTo>
                        <a:pt x="730" y="2620"/>
                        <a:pt x="882" y="3319"/>
                        <a:pt x="335" y="3502"/>
                      </a:cubicBezTo>
                      <a:cubicBezTo>
                        <a:pt x="91" y="3623"/>
                        <a:pt x="0" y="3806"/>
                        <a:pt x="183" y="4079"/>
                      </a:cubicBezTo>
                      <a:cubicBezTo>
                        <a:pt x="304" y="4201"/>
                        <a:pt x="243" y="4322"/>
                        <a:pt x="243" y="4474"/>
                      </a:cubicBezTo>
                      <a:cubicBezTo>
                        <a:pt x="243" y="4878"/>
                        <a:pt x="332" y="5059"/>
                        <a:pt x="572" y="5059"/>
                      </a:cubicBezTo>
                      <a:cubicBezTo>
                        <a:pt x="676" y="5059"/>
                        <a:pt x="808" y="5025"/>
                        <a:pt x="973" y="4961"/>
                      </a:cubicBezTo>
                      <a:cubicBezTo>
                        <a:pt x="1011" y="4935"/>
                        <a:pt x="1050" y="4926"/>
                        <a:pt x="1089" y="4926"/>
                      </a:cubicBezTo>
                      <a:cubicBezTo>
                        <a:pt x="1141" y="4926"/>
                        <a:pt x="1194" y="4943"/>
                        <a:pt x="1246" y="4961"/>
                      </a:cubicBezTo>
                      <a:cubicBezTo>
                        <a:pt x="973" y="5477"/>
                        <a:pt x="1368" y="5781"/>
                        <a:pt x="1642" y="6116"/>
                      </a:cubicBezTo>
                      <a:cubicBezTo>
                        <a:pt x="1672" y="6146"/>
                        <a:pt x="1763" y="6146"/>
                        <a:pt x="1794" y="6146"/>
                      </a:cubicBezTo>
                      <a:cubicBezTo>
                        <a:pt x="1854" y="6116"/>
                        <a:pt x="1946" y="5994"/>
                        <a:pt x="1915" y="5933"/>
                      </a:cubicBezTo>
                      <a:cubicBezTo>
                        <a:pt x="1520" y="5477"/>
                        <a:pt x="1915" y="4991"/>
                        <a:pt x="1854" y="4444"/>
                      </a:cubicBezTo>
                      <a:lnTo>
                        <a:pt x="1854" y="4444"/>
                      </a:lnTo>
                      <a:cubicBezTo>
                        <a:pt x="1567" y="4540"/>
                        <a:pt x="1380" y="4602"/>
                        <a:pt x="1242" y="4602"/>
                      </a:cubicBezTo>
                      <a:cubicBezTo>
                        <a:pt x="985" y="4602"/>
                        <a:pt x="895" y="4388"/>
                        <a:pt x="639" y="3775"/>
                      </a:cubicBezTo>
                      <a:cubicBezTo>
                        <a:pt x="1611" y="3471"/>
                        <a:pt x="1368" y="2529"/>
                        <a:pt x="1581" y="1800"/>
                      </a:cubicBezTo>
                      <a:lnTo>
                        <a:pt x="1581" y="1800"/>
                      </a:lnTo>
                      <a:cubicBezTo>
                        <a:pt x="1885" y="1921"/>
                        <a:pt x="2189" y="1800"/>
                        <a:pt x="2493" y="1982"/>
                      </a:cubicBezTo>
                      <a:cubicBezTo>
                        <a:pt x="2510" y="1994"/>
                        <a:pt x="2526" y="1998"/>
                        <a:pt x="2542" y="1998"/>
                      </a:cubicBezTo>
                      <a:cubicBezTo>
                        <a:pt x="2606" y="1998"/>
                        <a:pt x="2650" y="1910"/>
                        <a:pt x="2675" y="1860"/>
                      </a:cubicBezTo>
                      <a:cubicBezTo>
                        <a:pt x="2703" y="1777"/>
                        <a:pt x="2629" y="1644"/>
                        <a:pt x="2570" y="1644"/>
                      </a:cubicBezTo>
                      <a:cubicBezTo>
                        <a:pt x="2565" y="1644"/>
                        <a:pt x="2559" y="1645"/>
                        <a:pt x="2553" y="1648"/>
                      </a:cubicBezTo>
                      <a:cubicBezTo>
                        <a:pt x="2508" y="1656"/>
                        <a:pt x="2466" y="1660"/>
                        <a:pt x="2428" y="1660"/>
                      </a:cubicBezTo>
                      <a:cubicBezTo>
                        <a:pt x="2055" y="1660"/>
                        <a:pt x="1989" y="1285"/>
                        <a:pt x="1824" y="1009"/>
                      </a:cubicBezTo>
                      <a:cubicBezTo>
                        <a:pt x="1642" y="736"/>
                        <a:pt x="1429" y="432"/>
                        <a:pt x="1216" y="158"/>
                      </a:cubicBezTo>
                      <a:cubicBezTo>
                        <a:pt x="1147" y="55"/>
                        <a:pt x="1029" y="0"/>
                        <a:pt x="91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30"/>
                <p:cNvSpPr/>
                <p:nvPr/>
              </p:nvSpPr>
              <p:spPr>
                <a:xfrm>
                  <a:off x="760983" y="460197"/>
                  <a:ext cx="127125" cy="100570"/>
                </a:xfrm>
                <a:custGeom>
                  <a:rect b="b" l="l" r="r" t="t"/>
                  <a:pathLst>
                    <a:path extrusionOk="0" h="3560" w="4500">
                      <a:moveTo>
                        <a:pt x="1287" y="1"/>
                      </a:moveTo>
                      <a:cubicBezTo>
                        <a:pt x="1274" y="1"/>
                        <a:pt x="1261" y="2"/>
                        <a:pt x="1247" y="4"/>
                      </a:cubicBezTo>
                      <a:cubicBezTo>
                        <a:pt x="1034" y="64"/>
                        <a:pt x="791" y="156"/>
                        <a:pt x="791" y="460"/>
                      </a:cubicBezTo>
                      <a:cubicBezTo>
                        <a:pt x="791" y="642"/>
                        <a:pt x="791" y="703"/>
                        <a:pt x="578" y="703"/>
                      </a:cubicBezTo>
                      <a:cubicBezTo>
                        <a:pt x="213" y="764"/>
                        <a:pt x="1" y="1128"/>
                        <a:pt x="153" y="1463"/>
                      </a:cubicBezTo>
                      <a:cubicBezTo>
                        <a:pt x="487" y="2131"/>
                        <a:pt x="973" y="2648"/>
                        <a:pt x="1612" y="3013"/>
                      </a:cubicBezTo>
                      <a:cubicBezTo>
                        <a:pt x="1710" y="3075"/>
                        <a:pt x="1792" y="3098"/>
                        <a:pt x="1865" y="3098"/>
                      </a:cubicBezTo>
                      <a:cubicBezTo>
                        <a:pt x="2040" y="3098"/>
                        <a:pt x="2160" y="2965"/>
                        <a:pt x="2311" y="2922"/>
                      </a:cubicBezTo>
                      <a:cubicBezTo>
                        <a:pt x="2324" y="2918"/>
                        <a:pt x="2336" y="2917"/>
                        <a:pt x="2349" y="2917"/>
                      </a:cubicBezTo>
                      <a:cubicBezTo>
                        <a:pt x="2451" y="2917"/>
                        <a:pt x="2530" y="3023"/>
                        <a:pt x="2584" y="3104"/>
                      </a:cubicBezTo>
                      <a:cubicBezTo>
                        <a:pt x="2635" y="3180"/>
                        <a:pt x="2769" y="3339"/>
                        <a:pt x="2865" y="3339"/>
                      </a:cubicBezTo>
                      <a:cubicBezTo>
                        <a:pt x="2885" y="3339"/>
                        <a:pt x="2903" y="3332"/>
                        <a:pt x="2919" y="3317"/>
                      </a:cubicBezTo>
                      <a:cubicBezTo>
                        <a:pt x="3063" y="3192"/>
                        <a:pt x="3188" y="3143"/>
                        <a:pt x="3300" y="3143"/>
                      </a:cubicBezTo>
                      <a:cubicBezTo>
                        <a:pt x="3541" y="3143"/>
                        <a:pt x="3715" y="3373"/>
                        <a:pt x="3861" y="3560"/>
                      </a:cubicBezTo>
                      <a:cubicBezTo>
                        <a:pt x="4104" y="3408"/>
                        <a:pt x="4134" y="3286"/>
                        <a:pt x="4074" y="3256"/>
                      </a:cubicBezTo>
                      <a:cubicBezTo>
                        <a:pt x="3952" y="3074"/>
                        <a:pt x="4499" y="2678"/>
                        <a:pt x="3922" y="2678"/>
                      </a:cubicBezTo>
                      <a:cubicBezTo>
                        <a:pt x="3587" y="2678"/>
                        <a:pt x="3557" y="2283"/>
                        <a:pt x="3283" y="2253"/>
                      </a:cubicBezTo>
                      <a:cubicBezTo>
                        <a:pt x="3222" y="2253"/>
                        <a:pt x="3131" y="2344"/>
                        <a:pt x="3101" y="2405"/>
                      </a:cubicBezTo>
                      <a:cubicBezTo>
                        <a:pt x="2975" y="2603"/>
                        <a:pt x="2796" y="2705"/>
                        <a:pt x="2620" y="2705"/>
                      </a:cubicBezTo>
                      <a:cubicBezTo>
                        <a:pt x="2499" y="2705"/>
                        <a:pt x="2380" y="2656"/>
                        <a:pt x="2280" y="2557"/>
                      </a:cubicBezTo>
                      <a:cubicBezTo>
                        <a:pt x="2189" y="2466"/>
                        <a:pt x="2128" y="2374"/>
                        <a:pt x="2128" y="2253"/>
                      </a:cubicBezTo>
                      <a:cubicBezTo>
                        <a:pt x="2143" y="2147"/>
                        <a:pt x="2189" y="2116"/>
                        <a:pt x="2250" y="2116"/>
                      </a:cubicBezTo>
                      <a:cubicBezTo>
                        <a:pt x="2311" y="2116"/>
                        <a:pt x="2387" y="2147"/>
                        <a:pt x="2463" y="2162"/>
                      </a:cubicBezTo>
                      <a:cubicBezTo>
                        <a:pt x="2494" y="2177"/>
                        <a:pt x="2525" y="2185"/>
                        <a:pt x="2555" y="2185"/>
                      </a:cubicBezTo>
                      <a:cubicBezTo>
                        <a:pt x="2639" y="2185"/>
                        <a:pt x="2706" y="2122"/>
                        <a:pt x="2706" y="2010"/>
                      </a:cubicBezTo>
                      <a:cubicBezTo>
                        <a:pt x="2706" y="1956"/>
                        <a:pt x="2657" y="1853"/>
                        <a:pt x="2582" y="1853"/>
                      </a:cubicBezTo>
                      <a:cubicBezTo>
                        <a:pt x="2573" y="1853"/>
                        <a:pt x="2564" y="1854"/>
                        <a:pt x="2554" y="1858"/>
                      </a:cubicBezTo>
                      <a:cubicBezTo>
                        <a:pt x="2531" y="1861"/>
                        <a:pt x="2508" y="1862"/>
                        <a:pt x="2486" y="1862"/>
                      </a:cubicBezTo>
                      <a:cubicBezTo>
                        <a:pt x="2052" y="1862"/>
                        <a:pt x="1892" y="1311"/>
                        <a:pt x="1429" y="1311"/>
                      </a:cubicBezTo>
                      <a:cubicBezTo>
                        <a:pt x="1308" y="1311"/>
                        <a:pt x="1125" y="976"/>
                        <a:pt x="1429" y="764"/>
                      </a:cubicBezTo>
                      <a:cubicBezTo>
                        <a:pt x="1581" y="672"/>
                        <a:pt x="1763" y="581"/>
                        <a:pt x="1642" y="338"/>
                      </a:cubicBezTo>
                      <a:cubicBezTo>
                        <a:pt x="1557" y="196"/>
                        <a:pt x="1471" y="1"/>
                        <a:pt x="128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30"/>
                <p:cNvSpPr/>
                <p:nvPr/>
              </p:nvSpPr>
              <p:spPr>
                <a:xfrm>
                  <a:off x="570354" y="547743"/>
                  <a:ext cx="103084" cy="63534"/>
                </a:xfrm>
                <a:custGeom>
                  <a:rect b="b" l="l" r="r" t="t"/>
                  <a:pathLst>
                    <a:path extrusionOk="0" h="2249" w="3649">
                      <a:moveTo>
                        <a:pt x="1522" y="0"/>
                      </a:moveTo>
                      <a:cubicBezTo>
                        <a:pt x="1350" y="0"/>
                        <a:pt x="1156" y="109"/>
                        <a:pt x="1156" y="218"/>
                      </a:cubicBezTo>
                      <a:cubicBezTo>
                        <a:pt x="1065" y="856"/>
                        <a:pt x="517" y="1008"/>
                        <a:pt x="122" y="1342"/>
                      </a:cubicBezTo>
                      <a:cubicBezTo>
                        <a:pt x="31" y="1403"/>
                        <a:pt x="1" y="1555"/>
                        <a:pt x="61" y="1646"/>
                      </a:cubicBezTo>
                      <a:cubicBezTo>
                        <a:pt x="99" y="1684"/>
                        <a:pt x="160" y="1710"/>
                        <a:pt x="215" y="1710"/>
                      </a:cubicBezTo>
                      <a:cubicBezTo>
                        <a:pt x="249" y="1710"/>
                        <a:pt x="281" y="1700"/>
                        <a:pt x="305" y="1677"/>
                      </a:cubicBezTo>
                      <a:cubicBezTo>
                        <a:pt x="444" y="1548"/>
                        <a:pt x="565" y="1495"/>
                        <a:pt x="670" y="1495"/>
                      </a:cubicBezTo>
                      <a:cubicBezTo>
                        <a:pt x="864" y="1495"/>
                        <a:pt x="1007" y="1673"/>
                        <a:pt x="1125" y="1890"/>
                      </a:cubicBezTo>
                      <a:cubicBezTo>
                        <a:pt x="1219" y="2077"/>
                        <a:pt x="1329" y="2152"/>
                        <a:pt x="1454" y="2152"/>
                      </a:cubicBezTo>
                      <a:cubicBezTo>
                        <a:pt x="1573" y="2152"/>
                        <a:pt x="1707" y="2084"/>
                        <a:pt x="1855" y="1981"/>
                      </a:cubicBezTo>
                      <a:cubicBezTo>
                        <a:pt x="2057" y="1854"/>
                        <a:pt x="2234" y="1791"/>
                        <a:pt x="2403" y="1791"/>
                      </a:cubicBezTo>
                      <a:cubicBezTo>
                        <a:pt x="2641" y="1791"/>
                        <a:pt x="2865" y="1915"/>
                        <a:pt x="3131" y="2163"/>
                      </a:cubicBezTo>
                      <a:cubicBezTo>
                        <a:pt x="3184" y="2216"/>
                        <a:pt x="3268" y="2249"/>
                        <a:pt x="3347" y="2249"/>
                      </a:cubicBezTo>
                      <a:cubicBezTo>
                        <a:pt x="3404" y="2249"/>
                        <a:pt x="3458" y="2232"/>
                        <a:pt x="3496" y="2193"/>
                      </a:cubicBezTo>
                      <a:cubicBezTo>
                        <a:pt x="3375" y="1920"/>
                        <a:pt x="3648" y="1707"/>
                        <a:pt x="3587" y="1403"/>
                      </a:cubicBezTo>
                      <a:cubicBezTo>
                        <a:pt x="3538" y="1376"/>
                        <a:pt x="3493" y="1365"/>
                        <a:pt x="3450" y="1365"/>
                      </a:cubicBezTo>
                      <a:cubicBezTo>
                        <a:pt x="3258" y="1365"/>
                        <a:pt x="3123" y="1588"/>
                        <a:pt x="2938" y="1588"/>
                      </a:cubicBezTo>
                      <a:cubicBezTo>
                        <a:pt x="2886" y="1588"/>
                        <a:pt x="2829" y="1570"/>
                        <a:pt x="2767" y="1525"/>
                      </a:cubicBezTo>
                      <a:cubicBezTo>
                        <a:pt x="2463" y="1312"/>
                        <a:pt x="2706" y="947"/>
                        <a:pt x="2615" y="704"/>
                      </a:cubicBezTo>
                      <a:cubicBezTo>
                        <a:pt x="2584" y="696"/>
                        <a:pt x="2552" y="693"/>
                        <a:pt x="2519" y="693"/>
                      </a:cubicBezTo>
                      <a:cubicBezTo>
                        <a:pt x="2421" y="693"/>
                        <a:pt x="2318" y="727"/>
                        <a:pt x="2250" y="795"/>
                      </a:cubicBezTo>
                      <a:cubicBezTo>
                        <a:pt x="2186" y="838"/>
                        <a:pt x="2123" y="895"/>
                        <a:pt x="2039" y="895"/>
                      </a:cubicBezTo>
                      <a:cubicBezTo>
                        <a:pt x="2002" y="895"/>
                        <a:pt x="1962" y="884"/>
                        <a:pt x="1916" y="856"/>
                      </a:cubicBezTo>
                      <a:cubicBezTo>
                        <a:pt x="1733" y="704"/>
                        <a:pt x="2007" y="552"/>
                        <a:pt x="1916" y="370"/>
                      </a:cubicBezTo>
                      <a:cubicBezTo>
                        <a:pt x="1824" y="218"/>
                        <a:pt x="1794" y="35"/>
                        <a:pt x="1581" y="5"/>
                      </a:cubicBezTo>
                      <a:cubicBezTo>
                        <a:pt x="1562" y="2"/>
                        <a:pt x="1542" y="0"/>
                        <a:pt x="152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30"/>
                <p:cNvSpPr/>
                <p:nvPr/>
              </p:nvSpPr>
              <p:spPr>
                <a:xfrm>
                  <a:off x="931865" y="516103"/>
                  <a:ext cx="28" cy="3447"/>
                </a:xfrm>
                <a:custGeom>
                  <a:rect b="b" l="l" r="r" t="t"/>
                  <a:pathLst>
                    <a:path extrusionOk="0" h="122" w="1">
                      <a:moveTo>
                        <a:pt x="0" y="122"/>
                      </a:moveTo>
                      <a:lnTo>
                        <a:pt x="0" y="122"/>
                      </a:lnTo>
                      <a:lnTo>
                        <a:pt x="0" y="0"/>
                      </a:lnTo>
                      <a:cubicBezTo>
                        <a:pt x="0" y="31"/>
                        <a:pt x="0" y="61"/>
                        <a:pt x="0" y="122"/>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30"/>
                <p:cNvSpPr/>
                <p:nvPr/>
              </p:nvSpPr>
              <p:spPr>
                <a:xfrm>
                  <a:off x="875196" y="490057"/>
                  <a:ext cx="124526" cy="66218"/>
                </a:xfrm>
                <a:custGeom>
                  <a:rect b="b" l="l" r="r" t="t"/>
                  <a:pathLst>
                    <a:path extrusionOk="0" h="2344" w="4408">
                      <a:moveTo>
                        <a:pt x="992" y="0"/>
                      </a:moveTo>
                      <a:cubicBezTo>
                        <a:pt x="677" y="0"/>
                        <a:pt x="419" y="166"/>
                        <a:pt x="91" y="527"/>
                      </a:cubicBezTo>
                      <a:cubicBezTo>
                        <a:pt x="31" y="588"/>
                        <a:pt x="0" y="679"/>
                        <a:pt x="0" y="770"/>
                      </a:cubicBezTo>
                      <a:cubicBezTo>
                        <a:pt x="20" y="851"/>
                        <a:pt x="95" y="905"/>
                        <a:pt x="178" y="905"/>
                      </a:cubicBezTo>
                      <a:cubicBezTo>
                        <a:pt x="220" y="905"/>
                        <a:pt x="264" y="892"/>
                        <a:pt x="304" y="862"/>
                      </a:cubicBezTo>
                      <a:cubicBezTo>
                        <a:pt x="470" y="751"/>
                        <a:pt x="662" y="697"/>
                        <a:pt x="853" y="697"/>
                      </a:cubicBezTo>
                      <a:cubicBezTo>
                        <a:pt x="1081" y="697"/>
                        <a:pt x="1308" y="774"/>
                        <a:pt x="1490" y="922"/>
                      </a:cubicBezTo>
                      <a:cubicBezTo>
                        <a:pt x="1611" y="922"/>
                        <a:pt x="1773" y="693"/>
                        <a:pt x="1886" y="693"/>
                      </a:cubicBezTo>
                      <a:cubicBezTo>
                        <a:pt x="1942" y="693"/>
                        <a:pt x="1986" y="750"/>
                        <a:pt x="2006" y="922"/>
                      </a:cubicBezTo>
                      <a:cubicBezTo>
                        <a:pt x="2006" y="831"/>
                        <a:pt x="2067" y="770"/>
                        <a:pt x="2158" y="770"/>
                      </a:cubicBezTo>
                      <a:cubicBezTo>
                        <a:pt x="2310" y="801"/>
                        <a:pt x="2401" y="983"/>
                        <a:pt x="2462" y="1166"/>
                      </a:cubicBezTo>
                      <a:cubicBezTo>
                        <a:pt x="2537" y="1314"/>
                        <a:pt x="2620" y="1364"/>
                        <a:pt x="2707" y="1364"/>
                      </a:cubicBezTo>
                      <a:cubicBezTo>
                        <a:pt x="2886" y="1364"/>
                        <a:pt x="3083" y="1154"/>
                        <a:pt x="3254" y="1154"/>
                      </a:cubicBezTo>
                      <a:cubicBezTo>
                        <a:pt x="3307" y="1154"/>
                        <a:pt x="3358" y="1174"/>
                        <a:pt x="3404" y="1226"/>
                      </a:cubicBezTo>
                      <a:cubicBezTo>
                        <a:pt x="3404" y="1409"/>
                        <a:pt x="3252" y="1469"/>
                        <a:pt x="3131" y="1561"/>
                      </a:cubicBezTo>
                      <a:cubicBezTo>
                        <a:pt x="2949" y="1713"/>
                        <a:pt x="2979" y="1834"/>
                        <a:pt x="3070" y="2017"/>
                      </a:cubicBezTo>
                      <a:cubicBezTo>
                        <a:pt x="3264" y="2230"/>
                        <a:pt x="3519" y="2344"/>
                        <a:pt x="3781" y="2344"/>
                      </a:cubicBezTo>
                      <a:cubicBezTo>
                        <a:pt x="3930" y="2344"/>
                        <a:pt x="4082" y="2307"/>
                        <a:pt x="4225" y="2229"/>
                      </a:cubicBezTo>
                      <a:cubicBezTo>
                        <a:pt x="4316" y="2169"/>
                        <a:pt x="4408" y="2077"/>
                        <a:pt x="4347" y="1956"/>
                      </a:cubicBezTo>
                      <a:cubicBezTo>
                        <a:pt x="4305" y="1851"/>
                        <a:pt x="4248" y="1818"/>
                        <a:pt x="4177" y="1818"/>
                      </a:cubicBezTo>
                      <a:cubicBezTo>
                        <a:pt x="4145" y="1818"/>
                        <a:pt x="4111" y="1825"/>
                        <a:pt x="4073" y="1834"/>
                      </a:cubicBezTo>
                      <a:cubicBezTo>
                        <a:pt x="3951" y="1883"/>
                        <a:pt x="3848" y="2011"/>
                        <a:pt x="3669" y="2011"/>
                      </a:cubicBezTo>
                      <a:cubicBezTo>
                        <a:pt x="3626" y="2011"/>
                        <a:pt x="3579" y="2004"/>
                        <a:pt x="3526" y="1986"/>
                      </a:cubicBezTo>
                      <a:cubicBezTo>
                        <a:pt x="3587" y="1682"/>
                        <a:pt x="3800" y="1287"/>
                        <a:pt x="3708" y="1044"/>
                      </a:cubicBezTo>
                      <a:cubicBezTo>
                        <a:pt x="3587" y="801"/>
                        <a:pt x="3070" y="892"/>
                        <a:pt x="2797" y="770"/>
                      </a:cubicBezTo>
                      <a:cubicBezTo>
                        <a:pt x="2523" y="618"/>
                        <a:pt x="2280" y="466"/>
                        <a:pt x="2006" y="345"/>
                      </a:cubicBezTo>
                      <a:cubicBezTo>
                        <a:pt x="1573" y="121"/>
                        <a:pt x="1261" y="0"/>
                        <a:pt x="99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30"/>
                <p:cNvSpPr/>
                <p:nvPr/>
              </p:nvSpPr>
              <p:spPr>
                <a:xfrm>
                  <a:off x="391760" y="747948"/>
                  <a:ext cx="24916" cy="42347"/>
                </a:xfrm>
                <a:custGeom>
                  <a:rect b="b" l="l" r="r" t="t"/>
                  <a:pathLst>
                    <a:path extrusionOk="0" h="1499" w="882">
                      <a:moveTo>
                        <a:pt x="0" y="0"/>
                      </a:moveTo>
                      <a:lnTo>
                        <a:pt x="0" y="1064"/>
                      </a:lnTo>
                      <a:cubicBezTo>
                        <a:pt x="110" y="1256"/>
                        <a:pt x="195" y="1498"/>
                        <a:pt x="368" y="1498"/>
                      </a:cubicBezTo>
                      <a:cubicBezTo>
                        <a:pt x="386" y="1498"/>
                        <a:pt x="405" y="1495"/>
                        <a:pt x="426" y="1490"/>
                      </a:cubicBezTo>
                      <a:cubicBezTo>
                        <a:pt x="882" y="1338"/>
                        <a:pt x="365" y="1064"/>
                        <a:pt x="396" y="851"/>
                      </a:cubicBezTo>
                      <a:cubicBezTo>
                        <a:pt x="396" y="760"/>
                        <a:pt x="456" y="699"/>
                        <a:pt x="487" y="608"/>
                      </a:cubicBezTo>
                      <a:cubicBezTo>
                        <a:pt x="548" y="365"/>
                        <a:pt x="396" y="122"/>
                        <a:pt x="152" y="31"/>
                      </a:cubicBezTo>
                      <a:cubicBezTo>
                        <a:pt x="92" y="31"/>
                        <a:pt x="31" y="0"/>
                        <a:pt x="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30"/>
                <p:cNvSpPr/>
                <p:nvPr/>
              </p:nvSpPr>
              <p:spPr>
                <a:xfrm>
                  <a:off x="864038" y="591671"/>
                  <a:ext cx="80739" cy="77320"/>
                </a:xfrm>
                <a:custGeom>
                  <a:rect b="b" l="l" r="r" t="t"/>
                  <a:pathLst>
                    <a:path extrusionOk="0" h="2737" w="2858">
                      <a:moveTo>
                        <a:pt x="2857" y="0"/>
                      </a:moveTo>
                      <a:cubicBezTo>
                        <a:pt x="2189" y="243"/>
                        <a:pt x="2219" y="243"/>
                        <a:pt x="2310" y="730"/>
                      </a:cubicBezTo>
                      <a:cubicBezTo>
                        <a:pt x="2444" y="1397"/>
                        <a:pt x="2178" y="1948"/>
                        <a:pt x="1493" y="1948"/>
                      </a:cubicBezTo>
                      <a:cubicBezTo>
                        <a:pt x="1399" y="1948"/>
                        <a:pt x="1296" y="1937"/>
                        <a:pt x="1185" y="1915"/>
                      </a:cubicBezTo>
                      <a:cubicBezTo>
                        <a:pt x="912" y="1854"/>
                        <a:pt x="851" y="1702"/>
                        <a:pt x="699" y="1581"/>
                      </a:cubicBezTo>
                      <a:cubicBezTo>
                        <a:pt x="618" y="1517"/>
                        <a:pt x="542" y="1492"/>
                        <a:pt x="473" y="1492"/>
                      </a:cubicBezTo>
                      <a:cubicBezTo>
                        <a:pt x="310" y="1492"/>
                        <a:pt x="186" y="1635"/>
                        <a:pt x="122" y="1763"/>
                      </a:cubicBezTo>
                      <a:cubicBezTo>
                        <a:pt x="0" y="1915"/>
                        <a:pt x="152" y="2037"/>
                        <a:pt x="365" y="2037"/>
                      </a:cubicBezTo>
                      <a:cubicBezTo>
                        <a:pt x="821" y="2067"/>
                        <a:pt x="730" y="2736"/>
                        <a:pt x="1185" y="2736"/>
                      </a:cubicBezTo>
                      <a:cubicBezTo>
                        <a:pt x="1194" y="2737"/>
                        <a:pt x="1203" y="2737"/>
                        <a:pt x="1212" y="2737"/>
                      </a:cubicBezTo>
                      <a:cubicBezTo>
                        <a:pt x="1500" y="2737"/>
                        <a:pt x="1676" y="2344"/>
                        <a:pt x="1980" y="2344"/>
                      </a:cubicBezTo>
                      <a:cubicBezTo>
                        <a:pt x="2044" y="2344"/>
                        <a:pt x="2112" y="2361"/>
                        <a:pt x="2189" y="2401"/>
                      </a:cubicBezTo>
                      <a:cubicBezTo>
                        <a:pt x="2234" y="2417"/>
                        <a:pt x="2280" y="2424"/>
                        <a:pt x="2321" y="2424"/>
                      </a:cubicBezTo>
                      <a:cubicBezTo>
                        <a:pt x="2363" y="2424"/>
                        <a:pt x="2401" y="2417"/>
                        <a:pt x="2432" y="2401"/>
                      </a:cubicBezTo>
                      <a:cubicBezTo>
                        <a:pt x="2584" y="2310"/>
                        <a:pt x="2857" y="2219"/>
                        <a:pt x="2766" y="2006"/>
                      </a:cubicBezTo>
                      <a:cubicBezTo>
                        <a:pt x="2371" y="1338"/>
                        <a:pt x="2827" y="730"/>
                        <a:pt x="285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30"/>
                <p:cNvSpPr/>
                <p:nvPr/>
              </p:nvSpPr>
              <p:spPr>
                <a:xfrm>
                  <a:off x="1043536" y="254342"/>
                  <a:ext cx="98734" cy="59127"/>
                </a:xfrm>
                <a:custGeom>
                  <a:rect b="b" l="l" r="r" t="t"/>
                  <a:pathLst>
                    <a:path extrusionOk="0" h="2093" w="3495">
                      <a:moveTo>
                        <a:pt x="2730" y="0"/>
                      </a:moveTo>
                      <a:cubicBezTo>
                        <a:pt x="2576" y="0"/>
                        <a:pt x="2422" y="39"/>
                        <a:pt x="2278" y="117"/>
                      </a:cubicBezTo>
                      <a:cubicBezTo>
                        <a:pt x="1883" y="360"/>
                        <a:pt x="1519" y="664"/>
                        <a:pt x="1154" y="938"/>
                      </a:cubicBezTo>
                      <a:cubicBezTo>
                        <a:pt x="1233" y="1097"/>
                        <a:pt x="1313" y="1350"/>
                        <a:pt x="1109" y="1350"/>
                      </a:cubicBezTo>
                      <a:cubicBezTo>
                        <a:pt x="1079" y="1350"/>
                        <a:pt x="1044" y="1345"/>
                        <a:pt x="1002" y="1333"/>
                      </a:cubicBezTo>
                      <a:cubicBezTo>
                        <a:pt x="759" y="1272"/>
                        <a:pt x="515" y="1212"/>
                        <a:pt x="242" y="1212"/>
                      </a:cubicBezTo>
                      <a:cubicBezTo>
                        <a:pt x="212" y="1205"/>
                        <a:pt x="188" y="1202"/>
                        <a:pt x="167" y="1202"/>
                      </a:cubicBezTo>
                      <a:cubicBezTo>
                        <a:pt x="1" y="1202"/>
                        <a:pt x="133" y="1407"/>
                        <a:pt x="242" y="1515"/>
                      </a:cubicBezTo>
                      <a:cubicBezTo>
                        <a:pt x="291" y="1491"/>
                        <a:pt x="380" y="1446"/>
                        <a:pt x="428" y="1446"/>
                      </a:cubicBezTo>
                      <a:cubicBezTo>
                        <a:pt x="440" y="1446"/>
                        <a:pt x="449" y="1449"/>
                        <a:pt x="455" y="1455"/>
                      </a:cubicBezTo>
                      <a:cubicBezTo>
                        <a:pt x="880" y="2093"/>
                        <a:pt x="1549" y="1880"/>
                        <a:pt x="2126" y="2063"/>
                      </a:cubicBezTo>
                      <a:cubicBezTo>
                        <a:pt x="2157" y="1667"/>
                        <a:pt x="1914" y="1515"/>
                        <a:pt x="1792" y="1303"/>
                      </a:cubicBezTo>
                      <a:cubicBezTo>
                        <a:pt x="1610" y="1090"/>
                        <a:pt x="1762" y="786"/>
                        <a:pt x="2035" y="786"/>
                      </a:cubicBezTo>
                      <a:cubicBezTo>
                        <a:pt x="2097" y="807"/>
                        <a:pt x="2158" y="815"/>
                        <a:pt x="2218" y="815"/>
                      </a:cubicBezTo>
                      <a:cubicBezTo>
                        <a:pt x="2480" y="815"/>
                        <a:pt x="2729" y="656"/>
                        <a:pt x="2976" y="656"/>
                      </a:cubicBezTo>
                      <a:cubicBezTo>
                        <a:pt x="3007" y="656"/>
                        <a:pt x="3038" y="659"/>
                        <a:pt x="3069" y="664"/>
                      </a:cubicBezTo>
                      <a:cubicBezTo>
                        <a:pt x="3160" y="680"/>
                        <a:pt x="3236" y="702"/>
                        <a:pt x="3300" y="702"/>
                      </a:cubicBezTo>
                      <a:cubicBezTo>
                        <a:pt x="3365" y="702"/>
                        <a:pt x="3418" y="680"/>
                        <a:pt x="3464" y="604"/>
                      </a:cubicBezTo>
                      <a:cubicBezTo>
                        <a:pt x="3494" y="452"/>
                        <a:pt x="3433" y="300"/>
                        <a:pt x="3312" y="208"/>
                      </a:cubicBezTo>
                      <a:cubicBezTo>
                        <a:pt x="3138" y="70"/>
                        <a:pt x="2935" y="0"/>
                        <a:pt x="273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30"/>
                <p:cNvSpPr/>
                <p:nvPr/>
              </p:nvSpPr>
              <p:spPr>
                <a:xfrm>
                  <a:off x="626176" y="252477"/>
                  <a:ext cx="63563" cy="34550"/>
                </a:xfrm>
                <a:custGeom>
                  <a:rect b="b" l="l" r="r" t="t"/>
                  <a:pathLst>
                    <a:path extrusionOk="0" h="1223" w="2250">
                      <a:moveTo>
                        <a:pt x="821" y="1"/>
                      </a:moveTo>
                      <a:cubicBezTo>
                        <a:pt x="892" y="37"/>
                        <a:pt x="953" y="51"/>
                        <a:pt x="1016" y="51"/>
                      </a:cubicBezTo>
                      <a:cubicBezTo>
                        <a:pt x="1060" y="51"/>
                        <a:pt x="1105" y="44"/>
                        <a:pt x="1155" y="31"/>
                      </a:cubicBezTo>
                      <a:lnTo>
                        <a:pt x="1155" y="214"/>
                      </a:lnTo>
                      <a:lnTo>
                        <a:pt x="0" y="974"/>
                      </a:lnTo>
                      <a:cubicBezTo>
                        <a:pt x="68" y="1158"/>
                        <a:pt x="153" y="1222"/>
                        <a:pt x="257" y="1222"/>
                      </a:cubicBezTo>
                      <a:cubicBezTo>
                        <a:pt x="342" y="1222"/>
                        <a:pt x="439" y="1180"/>
                        <a:pt x="548" y="1126"/>
                      </a:cubicBezTo>
                      <a:cubicBezTo>
                        <a:pt x="868" y="929"/>
                        <a:pt x="1108" y="612"/>
                        <a:pt x="1479" y="612"/>
                      </a:cubicBezTo>
                      <a:cubicBezTo>
                        <a:pt x="1565" y="612"/>
                        <a:pt x="1659" y="629"/>
                        <a:pt x="1763" y="670"/>
                      </a:cubicBezTo>
                      <a:cubicBezTo>
                        <a:pt x="1770" y="672"/>
                        <a:pt x="1778" y="673"/>
                        <a:pt x="1787" y="673"/>
                      </a:cubicBezTo>
                      <a:cubicBezTo>
                        <a:pt x="1895" y="673"/>
                        <a:pt x="2128" y="513"/>
                        <a:pt x="2128" y="457"/>
                      </a:cubicBezTo>
                      <a:cubicBezTo>
                        <a:pt x="2098" y="274"/>
                        <a:pt x="2159" y="122"/>
                        <a:pt x="22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30"/>
                <p:cNvSpPr/>
                <p:nvPr/>
              </p:nvSpPr>
              <p:spPr>
                <a:xfrm>
                  <a:off x="855450" y="260217"/>
                  <a:ext cx="72998" cy="70427"/>
                </a:xfrm>
                <a:custGeom>
                  <a:rect b="b" l="l" r="r" t="t"/>
                  <a:pathLst>
                    <a:path extrusionOk="0" h="2493" w="2584">
                      <a:moveTo>
                        <a:pt x="2249" y="0"/>
                      </a:moveTo>
                      <a:lnTo>
                        <a:pt x="2249" y="0"/>
                      </a:lnTo>
                      <a:cubicBezTo>
                        <a:pt x="2052" y="66"/>
                        <a:pt x="1840" y="258"/>
                        <a:pt x="1611" y="258"/>
                      </a:cubicBezTo>
                      <a:cubicBezTo>
                        <a:pt x="1522" y="258"/>
                        <a:pt x="1431" y="229"/>
                        <a:pt x="1337" y="152"/>
                      </a:cubicBezTo>
                      <a:cubicBezTo>
                        <a:pt x="1329" y="148"/>
                        <a:pt x="1321" y="147"/>
                        <a:pt x="1312" y="147"/>
                      </a:cubicBezTo>
                      <a:cubicBezTo>
                        <a:pt x="1254" y="147"/>
                        <a:pt x="1185" y="229"/>
                        <a:pt x="1185" y="335"/>
                      </a:cubicBezTo>
                      <a:cubicBezTo>
                        <a:pt x="1185" y="426"/>
                        <a:pt x="1246" y="487"/>
                        <a:pt x="1337" y="517"/>
                      </a:cubicBezTo>
                      <a:cubicBezTo>
                        <a:pt x="1354" y="521"/>
                        <a:pt x="1372" y="523"/>
                        <a:pt x="1391" y="523"/>
                      </a:cubicBezTo>
                      <a:cubicBezTo>
                        <a:pt x="1421" y="523"/>
                        <a:pt x="1452" y="519"/>
                        <a:pt x="1483" y="519"/>
                      </a:cubicBezTo>
                      <a:cubicBezTo>
                        <a:pt x="1571" y="519"/>
                        <a:pt x="1652" y="547"/>
                        <a:pt x="1672" y="760"/>
                      </a:cubicBezTo>
                      <a:lnTo>
                        <a:pt x="851" y="1307"/>
                      </a:lnTo>
                      <a:cubicBezTo>
                        <a:pt x="608" y="1490"/>
                        <a:pt x="365" y="1642"/>
                        <a:pt x="152" y="1824"/>
                      </a:cubicBezTo>
                      <a:cubicBezTo>
                        <a:pt x="0" y="1946"/>
                        <a:pt x="30" y="2098"/>
                        <a:pt x="152" y="2219"/>
                      </a:cubicBezTo>
                      <a:cubicBezTo>
                        <a:pt x="243" y="2341"/>
                        <a:pt x="274" y="2493"/>
                        <a:pt x="456" y="2493"/>
                      </a:cubicBezTo>
                      <a:cubicBezTo>
                        <a:pt x="669" y="2493"/>
                        <a:pt x="578" y="2311"/>
                        <a:pt x="638" y="2189"/>
                      </a:cubicBezTo>
                      <a:cubicBezTo>
                        <a:pt x="717" y="1823"/>
                        <a:pt x="1042" y="1592"/>
                        <a:pt x="1402" y="1592"/>
                      </a:cubicBezTo>
                      <a:cubicBezTo>
                        <a:pt x="1461" y="1592"/>
                        <a:pt x="1521" y="1599"/>
                        <a:pt x="1581" y="1611"/>
                      </a:cubicBezTo>
                      <a:cubicBezTo>
                        <a:pt x="1630" y="1624"/>
                        <a:pt x="1685" y="1636"/>
                        <a:pt x="1732" y="1636"/>
                      </a:cubicBezTo>
                      <a:cubicBezTo>
                        <a:pt x="1801" y="1636"/>
                        <a:pt x="1854" y="1610"/>
                        <a:pt x="1854" y="1520"/>
                      </a:cubicBezTo>
                      <a:cubicBezTo>
                        <a:pt x="1854" y="1004"/>
                        <a:pt x="2584" y="700"/>
                        <a:pt x="224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30"/>
                <p:cNvSpPr/>
                <p:nvPr/>
              </p:nvSpPr>
              <p:spPr>
                <a:xfrm>
                  <a:off x="429530" y="815097"/>
                  <a:ext cx="48985" cy="62517"/>
                </a:xfrm>
                <a:custGeom>
                  <a:rect b="b" l="l" r="r" t="t"/>
                  <a:pathLst>
                    <a:path extrusionOk="0" h="2213" w="1734">
                      <a:moveTo>
                        <a:pt x="885" y="735"/>
                      </a:moveTo>
                      <a:cubicBezTo>
                        <a:pt x="930" y="735"/>
                        <a:pt x="971" y="766"/>
                        <a:pt x="1004" y="815"/>
                      </a:cubicBezTo>
                      <a:cubicBezTo>
                        <a:pt x="1065" y="845"/>
                        <a:pt x="1065" y="967"/>
                        <a:pt x="1004" y="1027"/>
                      </a:cubicBezTo>
                      <a:cubicBezTo>
                        <a:pt x="973" y="1058"/>
                        <a:pt x="928" y="1073"/>
                        <a:pt x="882" y="1073"/>
                      </a:cubicBezTo>
                      <a:cubicBezTo>
                        <a:pt x="837" y="1073"/>
                        <a:pt x="791" y="1058"/>
                        <a:pt x="761" y="1027"/>
                      </a:cubicBezTo>
                      <a:cubicBezTo>
                        <a:pt x="669" y="967"/>
                        <a:pt x="730" y="875"/>
                        <a:pt x="761" y="815"/>
                      </a:cubicBezTo>
                      <a:cubicBezTo>
                        <a:pt x="803" y="758"/>
                        <a:pt x="845" y="735"/>
                        <a:pt x="885" y="735"/>
                      </a:cubicBezTo>
                      <a:close/>
                      <a:moveTo>
                        <a:pt x="1187" y="0"/>
                      </a:moveTo>
                      <a:cubicBezTo>
                        <a:pt x="1000" y="0"/>
                        <a:pt x="785" y="110"/>
                        <a:pt x="548" y="328"/>
                      </a:cubicBezTo>
                      <a:cubicBezTo>
                        <a:pt x="518" y="359"/>
                        <a:pt x="487" y="389"/>
                        <a:pt x="426" y="420"/>
                      </a:cubicBezTo>
                      <a:cubicBezTo>
                        <a:pt x="1" y="572"/>
                        <a:pt x="1" y="572"/>
                        <a:pt x="214" y="967"/>
                      </a:cubicBezTo>
                      <a:cubicBezTo>
                        <a:pt x="335" y="1149"/>
                        <a:pt x="457" y="1301"/>
                        <a:pt x="335" y="1575"/>
                      </a:cubicBezTo>
                      <a:cubicBezTo>
                        <a:pt x="244" y="1818"/>
                        <a:pt x="487" y="2000"/>
                        <a:pt x="913" y="2213"/>
                      </a:cubicBezTo>
                      <a:cubicBezTo>
                        <a:pt x="700" y="1605"/>
                        <a:pt x="1065" y="1483"/>
                        <a:pt x="1338" y="1271"/>
                      </a:cubicBezTo>
                      <a:cubicBezTo>
                        <a:pt x="1673" y="997"/>
                        <a:pt x="1733" y="511"/>
                        <a:pt x="1521" y="146"/>
                      </a:cubicBezTo>
                      <a:cubicBezTo>
                        <a:pt x="1423" y="49"/>
                        <a:pt x="1311" y="0"/>
                        <a:pt x="118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30"/>
                <p:cNvSpPr/>
                <p:nvPr/>
              </p:nvSpPr>
              <p:spPr>
                <a:xfrm>
                  <a:off x="1311399" y="422738"/>
                  <a:ext cx="80739" cy="37573"/>
                </a:xfrm>
                <a:custGeom>
                  <a:rect b="b" l="l" r="r" t="t"/>
                  <a:pathLst>
                    <a:path extrusionOk="0" h="1330" w="2858">
                      <a:moveTo>
                        <a:pt x="2326" y="0"/>
                      </a:moveTo>
                      <a:cubicBezTo>
                        <a:pt x="2030" y="0"/>
                        <a:pt x="1742" y="180"/>
                        <a:pt x="1458" y="180"/>
                      </a:cubicBezTo>
                      <a:cubicBezTo>
                        <a:pt x="1367" y="180"/>
                        <a:pt x="1276" y="162"/>
                        <a:pt x="1186" y="114"/>
                      </a:cubicBezTo>
                      <a:cubicBezTo>
                        <a:pt x="1070" y="63"/>
                        <a:pt x="967" y="42"/>
                        <a:pt x="872" y="42"/>
                      </a:cubicBezTo>
                      <a:cubicBezTo>
                        <a:pt x="566" y="42"/>
                        <a:pt x="346" y="263"/>
                        <a:pt x="91" y="448"/>
                      </a:cubicBezTo>
                      <a:cubicBezTo>
                        <a:pt x="31" y="479"/>
                        <a:pt x="0" y="570"/>
                        <a:pt x="31" y="661"/>
                      </a:cubicBezTo>
                      <a:cubicBezTo>
                        <a:pt x="84" y="732"/>
                        <a:pt x="137" y="762"/>
                        <a:pt x="197" y="762"/>
                      </a:cubicBezTo>
                      <a:cubicBezTo>
                        <a:pt x="239" y="762"/>
                        <a:pt x="284" y="747"/>
                        <a:pt x="335" y="722"/>
                      </a:cubicBezTo>
                      <a:cubicBezTo>
                        <a:pt x="426" y="661"/>
                        <a:pt x="517" y="570"/>
                        <a:pt x="638" y="539"/>
                      </a:cubicBezTo>
                      <a:cubicBezTo>
                        <a:pt x="746" y="475"/>
                        <a:pt x="853" y="320"/>
                        <a:pt x="982" y="320"/>
                      </a:cubicBezTo>
                      <a:cubicBezTo>
                        <a:pt x="1036" y="320"/>
                        <a:pt x="1093" y="346"/>
                        <a:pt x="1155" y="418"/>
                      </a:cubicBezTo>
                      <a:cubicBezTo>
                        <a:pt x="1307" y="539"/>
                        <a:pt x="1459" y="691"/>
                        <a:pt x="1307" y="935"/>
                      </a:cubicBezTo>
                      <a:cubicBezTo>
                        <a:pt x="1246" y="1056"/>
                        <a:pt x="1277" y="1178"/>
                        <a:pt x="1459" y="1330"/>
                      </a:cubicBezTo>
                      <a:cubicBezTo>
                        <a:pt x="1976" y="1026"/>
                        <a:pt x="2432" y="722"/>
                        <a:pt x="2857" y="357"/>
                      </a:cubicBezTo>
                      <a:cubicBezTo>
                        <a:pt x="2797" y="114"/>
                        <a:pt x="2675" y="114"/>
                        <a:pt x="2584" y="53"/>
                      </a:cubicBezTo>
                      <a:cubicBezTo>
                        <a:pt x="2497" y="15"/>
                        <a:pt x="2411" y="0"/>
                        <a:pt x="232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30"/>
                <p:cNvSpPr/>
                <p:nvPr/>
              </p:nvSpPr>
              <p:spPr>
                <a:xfrm>
                  <a:off x="1118200" y="309598"/>
                  <a:ext cx="45539" cy="55850"/>
                </a:xfrm>
                <a:custGeom>
                  <a:rect b="b" l="l" r="r" t="t"/>
                  <a:pathLst>
                    <a:path extrusionOk="0" h="1977" w="1612">
                      <a:moveTo>
                        <a:pt x="785" y="605"/>
                      </a:moveTo>
                      <a:cubicBezTo>
                        <a:pt x="840" y="605"/>
                        <a:pt x="894" y="626"/>
                        <a:pt x="942" y="684"/>
                      </a:cubicBezTo>
                      <a:cubicBezTo>
                        <a:pt x="1094" y="806"/>
                        <a:pt x="1186" y="988"/>
                        <a:pt x="1246" y="1170"/>
                      </a:cubicBezTo>
                      <a:cubicBezTo>
                        <a:pt x="1178" y="1209"/>
                        <a:pt x="1113" y="1223"/>
                        <a:pt x="1050" y="1223"/>
                      </a:cubicBezTo>
                      <a:cubicBezTo>
                        <a:pt x="917" y="1223"/>
                        <a:pt x="793" y="1161"/>
                        <a:pt x="669" y="1140"/>
                      </a:cubicBezTo>
                      <a:cubicBezTo>
                        <a:pt x="625" y="1140"/>
                        <a:pt x="576" y="1148"/>
                        <a:pt x="530" y="1148"/>
                      </a:cubicBezTo>
                      <a:cubicBezTo>
                        <a:pt x="449" y="1148"/>
                        <a:pt x="373" y="1123"/>
                        <a:pt x="334" y="988"/>
                      </a:cubicBezTo>
                      <a:cubicBezTo>
                        <a:pt x="274" y="806"/>
                        <a:pt x="395" y="806"/>
                        <a:pt x="486" y="745"/>
                      </a:cubicBezTo>
                      <a:cubicBezTo>
                        <a:pt x="549" y="703"/>
                        <a:pt x="668" y="605"/>
                        <a:pt x="785" y="605"/>
                      </a:cubicBezTo>
                      <a:close/>
                      <a:moveTo>
                        <a:pt x="475" y="1"/>
                      </a:moveTo>
                      <a:cubicBezTo>
                        <a:pt x="379" y="1"/>
                        <a:pt x="281" y="15"/>
                        <a:pt x="183" y="46"/>
                      </a:cubicBezTo>
                      <a:cubicBezTo>
                        <a:pt x="243" y="319"/>
                        <a:pt x="183" y="593"/>
                        <a:pt x="61" y="836"/>
                      </a:cubicBezTo>
                      <a:cubicBezTo>
                        <a:pt x="0" y="1201"/>
                        <a:pt x="122" y="1535"/>
                        <a:pt x="365" y="1778"/>
                      </a:cubicBezTo>
                      <a:cubicBezTo>
                        <a:pt x="444" y="1897"/>
                        <a:pt x="536" y="1977"/>
                        <a:pt x="632" y="1977"/>
                      </a:cubicBezTo>
                      <a:cubicBezTo>
                        <a:pt x="684" y="1977"/>
                        <a:pt x="737" y="1953"/>
                        <a:pt x="790" y="1900"/>
                      </a:cubicBezTo>
                      <a:cubicBezTo>
                        <a:pt x="912" y="1718"/>
                        <a:pt x="1611" y="1748"/>
                        <a:pt x="1246" y="1201"/>
                      </a:cubicBezTo>
                      <a:cubicBezTo>
                        <a:pt x="1459" y="1049"/>
                        <a:pt x="1490" y="806"/>
                        <a:pt x="1368" y="593"/>
                      </a:cubicBezTo>
                      <a:cubicBezTo>
                        <a:pt x="1198" y="229"/>
                        <a:pt x="854" y="1"/>
                        <a:pt x="4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30"/>
                <p:cNvSpPr/>
                <p:nvPr/>
              </p:nvSpPr>
              <p:spPr>
                <a:xfrm>
                  <a:off x="555749" y="519606"/>
                  <a:ext cx="61868" cy="34860"/>
                </a:xfrm>
                <a:custGeom>
                  <a:rect b="b" l="l" r="r" t="t"/>
                  <a:pathLst>
                    <a:path extrusionOk="0" h="1234" w="2190">
                      <a:moveTo>
                        <a:pt x="992" y="1"/>
                      </a:moveTo>
                      <a:cubicBezTo>
                        <a:pt x="451" y="1"/>
                        <a:pt x="191" y="295"/>
                        <a:pt x="62" y="940"/>
                      </a:cubicBezTo>
                      <a:cubicBezTo>
                        <a:pt x="31" y="1062"/>
                        <a:pt x="1" y="1183"/>
                        <a:pt x="153" y="1214"/>
                      </a:cubicBezTo>
                      <a:cubicBezTo>
                        <a:pt x="180" y="1227"/>
                        <a:pt x="203" y="1233"/>
                        <a:pt x="225" y="1233"/>
                      </a:cubicBezTo>
                      <a:cubicBezTo>
                        <a:pt x="301" y="1233"/>
                        <a:pt x="349" y="1157"/>
                        <a:pt x="396" y="1062"/>
                      </a:cubicBezTo>
                      <a:cubicBezTo>
                        <a:pt x="518" y="748"/>
                        <a:pt x="580" y="614"/>
                        <a:pt x="708" y="614"/>
                      </a:cubicBezTo>
                      <a:cubicBezTo>
                        <a:pt x="803" y="614"/>
                        <a:pt x="935" y="689"/>
                        <a:pt x="1156" y="819"/>
                      </a:cubicBezTo>
                      <a:cubicBezTo>
                        <a:pt x="1217" y="864"/>
                        <a:pt x="1293" y="887"/>
                        <a:pt x="1365" y="887"/>
                      </a:cubicBezTo>
                      <a:cubicBezTo>
                        <a:pt x="1437" y="887"/>
                        <a:pt x="1506" y="864"/>
                        <a:pt x="1551" y="819"/>
                      </a:cubicBezTo>
                      <a:cubicBezTo>
                        <a:pt x="1764" y="667"/>
                        <a:pt x="2037" y="575"/>
                        <a:pt x="2189" y="211"/>
                      </a:cubicBezTo>
                      <a:lnTo>
                        <a:pt x="1308" y="28"/>
                      </a:lnTo>
                      <a:cubicBezTo>
                        <a:pt x="1193" y="10"/>
                        <a:pt x="1088" y="1"/>
                        <a:pt x="99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30"/>
                <p:cNvSpPr/>
                <p:nvPr/>
              </p:nvSpPr>
              <p:spPr>
                <a:xfrm>
                  <a:off x="415800" y="729840"/>
                  <a:ext cx="48957" cy="44465"/>
                </a:xfrm>
                <a:custGeom>
                  <a:rect b="b" l="l" r="r" t="t"/>
                  <a:pathLst>
                    <a:path extrusionOk="0" h="1574" w="1733">
                      <a:moveTo>
                        <a:pt x="1532" y="0"/>
                      </a:moveTo>
                      <a:cubicBezTo>
                        <a:pt x="1499" y="0"/>
                        <a:pt x="1464" y="10"/>
                        <a:pt x="1429" y="33"/>
                      </a:cubicBezTo>
                      <a:cubicBezTo>
                        <a:pt x="1277" y="94"/>
                        <a:pt x="1034" y="185"/>
                        <a:pt x="1064" y="368"/>
                      </a:cubicBezTo>
                      <a:cubicBezTo>
                        <a:pt x="1101" y="641"/>
                        <a:pt x="1028" y="696"/>
                        <a:pt x="905" y="696"/>
                      </a:cubicBezTo>
                      <a:cubicBezTo>
                        <a:pt x="822" y="696"/>
                        <a:pt x="718" y="672"/>
                        <a:pt x="608" y="672"/>
                      </a:cubicBezTo>
                      <a:cubicBezTo>
                        <a:pt x="183" y="672"/>
                        <a:pt x="0" y="1006"/>
                        <a:pt x="213" y="1310"/>
                      </a:cubicBezTo>
                      <a:cubicBezTo>
                        <a:pt x="409" y="1486"/>
                        <a:pt x="654" y="1574"/>
                        <a:pt x="902" y="1574"/>
                      </a:cubicBezTo>
                      <a:cubicBezTo>
                        <a:pt x="1039" y="1574"/>
                        <a:pt x="1177" y="1547"/>
                        <a:pt x="1307" y="1492"/>
                      </a:cubicBezTo>
                      <a:cubicBezTo>
                        <a:pt x="1459" y="1401"/>
                        <a:pt x="1611" y="1219"/>
                        <a:pt x="1459" y="1067"/>
                      </a:cubicBezTo>
                      <a:cubicBezTo>
                        <a:pt x="1155" y="672"/>
                        <a:pt x="1338" y="489"/>
                        <a:pt x="1642" y="307"/>
                      </a:cubicBezTo>
                      <a:cubicBezTo>
                        <a:pt x="1733" y="246"/>
                        <a:pt x="1733" y="124"/>
                        <a:pt x="1672" y="64"/>
                      </a:cubicBezTo>
                      <a:cubicBezTo>
                        <a:pt x="1635" y="26"/>
                        <a:pt x="1585" y="0"/>
                        <a:pt x="153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30"/>
                <p:cNvSpPr/>
                <p:nvPr/>
              </p:nvSpPr>
              <p:spPr>
                <a:xfrm>
                  <a:off x="809940" y="772836"/>
                  <a:ext cx="51528" cy="46019"/>
                </a:xfrm>
                <a:custGeom>
                  <a:rect b="b" l="l" r="r" t="t"/>
                  <a:pathLst>
                    <a:path extrusionOk="0" h="1629" w="1824">
                      <a:moveTo>
                        <a:pt x="152" y="1"/>
                      </a:moveTo>
                      <a:cubicBezTo>
                        <a:pt x="426" y="426"/>
                        <a:pt x="0" y="761"/>
                        <a:pt x="304" y="1064"/>
                      </a:cubicBezTo>
                      <a:cubicBezTo>
                        <a:pt x="547" y="1277"/>
                        <a:pt x="790" y="1460"/>
                        <a:pt x="1064" y="1581"/>
                      </a:cubicBezTo>
                      <a:cubicBezTo>
                        <a:pt x="1128" y="1613"/>
                        <a:pt x="1196" y="1628"/>
                        <a:pt x="1264" y="1628"/>
                      </a:cubicBezTo>
                      <a:cubicBezTo>
                        <a:pt x="1454" y="1628"/>
                        <a:pt x="1643" y="1509"/>
                        <a:pt x="1733" y="1308"/>
                      </a:cubicBezTo>
                      <a:cubicBezTo>
                        <a:pt x="1824" y="1125"/>
                        <a:pt x="1641" y="973"/>
                        <a:pt x="1520" y="852"/>
                      </a:cubicBezTo>
                      <a:cubicBezTo>
                        <a:pt x="1456" y="788"/>
                        <a:pt x="1398" y="764"/>
                        <a:pt x="1344" y="764"/>
                      </a:cubicBezTo>
                      <a:cubicBezTo>
                        <a:pt x="1192" y="764"/>
                        <a:pt x="1069" y="951"/>
                        <a:pt x="912" y="973"/>
                      </a:cubicBezTo>
                      <a:cubicBezTo>
                        <a:pt x="851" y="973"/>
                        <a:pt x="790" y="973"/>
                        <a:pt x="699" y="943"/>
                      </a:cubicBezTo>
                      <a:cubicBezTo>
                        <a:pt x="790" y="578"/>
                        <a:pt x="882" y="183"/>
                        <a:pt x="15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30"/>
                <p:cNvSpPr/>
                <p:nvPr/>
              </p:nvSpPr>
              <p:spPr>
                <a:xfrm>
                  <a:off x="742084" y="550031"/>
                  <a:ext cx="50709" cy="42742"/>
                </a:xfrm>
                <a:custGeom>
                  <a:rect b="b" l="l" r="r" t="t"/>
                  <a:pathLst>
                    <a:path extrusionOk="0" h="1513" w="1795">
                      <a:moveTo>
                        <a:pt x="541" y="1"/>
                      </a:moveTo>
                      <a:cubicBezTo>
                        <a:pt x="477" y="1"/>
                        <a:pt x="408" y="24"/>
                        <a:pt x="335" y="76"/>
                      </a:cubicBezTo>
                      <a:cubicBezTo>
                        <a:pt x="183" y="167"/>
                        <a:pt x="1" y="289"/>
                        <a:pt x="62" y="502"/>
                      </a:cubicBezTo>
                      <a:cubicBezTo>
                        <a:pt x="118" y="699"/>
                        <a:pt x="200" y="870"/>
                        <a:pt x="430" y="870"/>
                      </a:cubicBezTo>
                      <a:cubicBezTo>
                        <a:pt x="448" y="870"/>
                        <a:pt x="467" y="868"/>
                        <a:pt x="487" y="866"/>
                      </a:cubicBezTo>
                      <a:cubicBezTo>
                        <a:pt x="512" y="865"/>
                        <a:pt x="534" y="864"/>
                        <a:pt x="555" y="864"/>
                      </a:cubicBezTo>
                      <a:cubicBezTo>
                        <a:pt x="899" y="864"/>
                        <a:pt x="786" y="1091"/>
                        <a:pt x="700" y="1292"/>
                      </a:cubicBezTo>
                      <a:cubicBezTo>
                        <a:pt x="670" y="1413"/>
                        <a:pt x="730" y="1474"/>
                        <a:pt x="822" y="1505"/>
                      </a:cubicBezTo>
                      <a:cubicBezTo>
                        <a:pt x="838" y="1510"/>
                        <a:pt x="856" y="1513"/>
                        <a:pt x="874" y="1513"/>
                      </a:cubicBezTo>
                      <a:cubicBezTo>
                        <a:pt x="953" y="1513"/>
                        <a:pt x="1034" y="1463"/>
                        <a:pt x="1034" y="1413"/>
                      </a:cubicBezTo>
                      <a:cubicBezTo>
                        <a:pt x="943" y="897"/>
                        <a:pt x="1399" y="805"/>
                        <a:pt x="1673" y="562"/>
                      </a:cubicBezTo>
                      <a:cubicBezTo>
                        <a:pt x="1764" y="502"/>
                        <a:pt x="1794" y="380"/>
                        <a:pt x="1764" y="289"/>
                      </a:cubicBezTo>
                      <a:cubicBezTo>
                        <a:pt x="1711" y="236"/>
                        <a:pt x="1637" y="203"/>
                        <a:pt x="1567" y="203"/>
                      </a:cubicBezTo>
                      <a:cubicBezTo>
                        <a:pt x="1516" y="203"/>
                        <a:pt x="1468" y="220"/>
                        <a:pt x="1429" y="258"/>
                      </a:cubicBezTo>
                      <a:cubicBezTo>
                        <a:pt x="1305" y="312"/>
                        <a:pt x="1191" y="396"/>
                        <a:pt x="1081" y="396"/>
                      </a:cubicBezTo>
                      <a:cubicBezTo>
                        <a:pt x="1003" y="396"/>
                        <a:pt x="928" y="354"/>
                        <a:pt x="852" y="228"/>
                      </a:cubicBezTo>
                      <a:cubicBezTo>
                        <a:pt x="772" y="88"/>
                        <a:pt x="665" y="1"/>
                        <a:pt x="54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0"/>
                <p:cNvSpPr/>
                <p:nvPr/>
              </p:nvSpPr>
              <p:spPr>
                <a:xfrm>
                  <a:off x="1186875" y="253353"/>
                  <a:ext cx="21498" cy="9633"/>
                </a:xfrm>
                <a:custGeom>
                  <a:rect b="b" l="l" r="r" t="t"/>
                  <a:pathLst>
                    <a:path extrusionOk="0" h="341" w="761">
                      <a:moveTo>
                        <a:pt x="1" y="0"/>
                      </a:moveTo>
                      <a:cubicBezTo>
                        <a:pt x="1" y="31"/>
                        <a:pt x="1" y="91"/>
                        <a:pt x="1" y="152"/>
                      </a:cubicBezTo>
                      <a:cubicBezTo>
                        <a:pt x="27" y="258"/>
                        <a:pt x="99" y="341"/>
                        <a:pt x="198" y="341"/>
                      </a:cubicBezTo>
                      <a:cubicBezTo>
                        <a:pt x="213" y="341"/>
                        <a:pt x="228" y="339"/>
                        <a:pt x="244" y="335"/>
                      </a:cubicBezTo>
                      <a:cubicBezTo>
                        <a:pt x="426" y="213"/>
                        <a:pt x="609" y="122"/>
                        <a:pt x="76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30"/>
                <p:cNvSpPr/>
                <p:nvPr/>
              </p:nvSpPr>
              <p:spPr>
                <a:xfrm>
                  <a:off x="855450" y="449405"/>
                  <a:ext cx="60992" cy="39776"/>
                </a:xfrm>
                <a:custGeom>
                  <a:rect b="b" l="l" r="r" t="t"/>
                  <a:pathLst>
                    <a:path extrusionOk="0" h="1408" w="2159">
                      <a:moveTo>
                        <a:pt x="1720" y="1"/>
                      </a:moveTo>
                      <a:cubicBezTo>
                        <a:pt x="1558" y="1"/>
                        <a:pt x="1576" y="196"/>
                        <a:pt x="1550" y="325"/>
                      </a:cubicBezTo>
                      <a:cubicBezTo>
                        <a:pt x="1550" y="452"/>
                        <a:pt x="1506" y="505"/>
                        <a:pt x="1428" y="505"/>
                      </a:cubicBezTo>
                      <a:cubicBezTo>
                        <a:pt x="1394" y="505"/>
                        <a:pt x="1353" y="495"/>
                        <a:pt x="1307" y="477"/>
                      </a:cubicBezTo>
                      <a:cubicBezTo>
                        <a:pt x="1237" y="439"/>
                        <a:pt x="1174" y="423"/>
                        <a:pt x="1116" y="423"/>
                      </a:cubicBezTo>
                      <a:cubicBezTo>
                        <a:pt x="895" y="423"/>
                        <a:pt x="746" y="648"/>
                        <a:pt x="578" y="720"/>
                      </a:cubicBezTo>
                      <a:lnTo>
                        <a:pt x="243" y="933"/>
                      </a:lnTo>
                      <a:cubicBezTo>
                        <a:pt x="122" y="1024"/>
                        <a:pt x="0" y="1146"/>
                        <a:pt x="61" y="1298"/>
                      </a:cubicBezTo>
                      <a:cubicBezTo>
                        <a:pt x="107" y="1379"/>
                        <a:pt x="163" y="1407"/>
                        <a:pt x="222" y="1407"/>
                      </a:cubicBezTo>
                      <a:cubicBezTo>
                        <a:pt x="318" y="1407"/>
                        <a:pt x="423" y="1335"/>
                        <a:pt x="517" y="1298"/>
                      </a:cubicBezTo>
                      <a:cubicBezTo>
                        <a:pt x="727" y="1166"/>
                        <a:pt x="892" y="1012"/>
                        <a:pt x="1168" y="1012"/>
                      </a:cubicBezTo>
                      <a:cubicBezTo>
                        <a:pt x="1212" y="1012"/>
                        <a:pt x="1258" y="1016"/>
                        <a:pt x="1307" y="1024"/>
                      </a:cubicBezTo>
                      <a:cubicBezTo>
                        <a:pt x="1319" y="1027"/>
                        <a:pt x="1331" y="1028"/>
                        <a:pt x="1342" y="1028"/>
                      </a:cubicBezTo>
                      <a:cubicBezTo>
                        <a:pt x="1556" y="1028"/>
                        <a:pt x="1640" y="567"/>
                        <a:pt x="1949" y="567"/>
                      </a:cubicBezTo>
                      <a:cubicBezTo>
                        <a:pt x="1993" y="567"/>
                        <a:pt x="2042" y="576"/>
                        <a:pt x="2097" y="598"/>
                      </a:cubicBezTo>
                      <a:cubicBezTo>
                        <a:pt x="2097" y="538"/>
                        <a:pt x="2158" y="477"/>
                        <a:pt x="2128" y="416"/>
                      </a:cubicBezTo>
                      <a:cubicBezTo>
                        <a:pt x="2097" y="234"/>
                        <a:pt x="1976" y="82"/>
                        <a:pt x="1824" y="21"/>
                      </a:cubicBezTo>
                      <a:cubicBezTo>
                        <a:pt x="1783" y="7"/>
                        <a:pt x="1748" y="1"/>
                        <a:pt x="172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30"/>
                <p:cNvSpPr/>
                <p:nvPr/>
              </p:nvSpPr>
              <p:spPr>
                <a:xfrm>
                  <a:off x="492216" y="623536"/>
                  <a:ext cx="60822" cy="47997"/>
                </a:xfrm>
                <a:custGeom>
                  <a:rect b="b" l="l" r="r" t="t"/>
                  <a:pathLst>
                    <a:path extrusionOk="0" h="1699" w="2153">
                      <a:moveTo>
                        <a:pt x="1674" y="0"/>
                      </a:moveTo>
                      <a:cubicBezTo>
                        <a:pt x="1602" y="0"/>
                        <a:pt x="1520" y="27"/>
                        <a:pt x="1429" y="88"/>
                      </a:cubicBezTo>
                      <a:cubicBezTo>
                        <a:pt x="1175" y="258"/>
                        <a:pt x="921" y="611"/>
                        <a:pt x="544" y="611"/>
                      </a:cubicBezTo>
                      <a:cubicBezTo>
                        <a:pt x="516" y="611"/>
                        <a:pt x="487" y="609"/>
                        <a:pt x="457" y="605"/>
                      </a:cubicBezTo>
                      <a:cubicBezTo>
                        <a:pt x="356" y="590"/>
                        <a:pt x="263" y="563"/>
                        <a:pt x="192" y="563"/>
                      </a:cubicBezTo>
                      <a:cubicBezTo>
                        <a:pt x="113" y="563"/>
                        <a:pt x="61" y="598"/>
                        <a:pt x="61" y="726"/>
                      </a:cubicBezTo>
                      <a:cubicBezTo>
                        <a:pt x="61" y="874"/>
                        <a:pt x="141" y="898"/>
                        <a:pt x="234" y="898"/>
                      </a:cubicBezTo>
                      <a:cubicBezTo>
                        <a:pt x="277" y="898"/>
                        <a:pt x="323" y="893"/>
                        <a:pt x="365" y="893"/>
                      </a:cubicBezTo>
                      <a:cubicBezTo>
                        <a:pt x="400" y="893"/>
                        <a:pt x="431" y="896"/>
                        <a:pt x="457" y="909"/>
                      </a:cubicBezTo>
                      <a:cubicBezTo>
                        <a:pt x="517" y="939"/>
                        <a:pt x="548" y="969"/>
                        <a:pt x="578" y="1000"/>
                      </a:cubicBezTo>
                      <a:cubicBezTo>
                        <a:pt x="609" y="1304"/>
                        <a:pt x="1" y="1304"/>
                        <a:pt x="244" y="1699"/>
                      </a:cubicBezTo>
                      <a:cubicBezTo>
                        <a:pt x="548" y="1669"/>
                        <a:pt x="761" y="1577"/>
                        <a:pt x="821" y="1273"/>
                      </a:cubicBezTo>
                      <a:cubicBezTo>
                        <a:pt x="873" y="886"/>
                        <a:pt x="1210" y="608"/>
                        <a:pt x="1571" y="608"/>
                      </a:cubicBezTo>
                      <a:cubicBezTo>
                        <a:pt x="1635" y="608"/>
                        <a:pt x="1700" y="617"/>
                        <a:pt x="1764" y="635"/>
                      </a:cubicBezTo>
                      <a:cubicBezTo>
                        <a:pt x="1797" y="638"/>
                        <a:pt x="1828" y="639"/>
                        <a:pt x="1856" y="639"/>
                      </a:cubicBezTo>
                      <a:cubicBezTo>
                        <a:pt x="2153" y="639"/>
                        <a:pt x="2118" y="493"/>
                        <a:pt x="2007" y="270"/>
                      </a:cubicBezTo>
                      <a:cubicBezTo>
                        <a:pt x="1926" y="108"/>
                        <a:pt x="1818" y="0"/>
                        <a:pt x="16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0"/>
                <p:cNvSpPr/>
                <p:nvPr/>
              </p:nvSpPr>
              <p:spPr>
                <a:xfrm>
                  <a:off x="463881" y="1004709"/>
                  <a:ext cx="32657" cy="41330"/>
                </a:xfrm>
                <a:custGeom>
                  <a:rect b="b" l="l" r="r" t="t"/>
                  <a:pathLst>
                    <a:path extrusionOk="0" h="1463" w="1156">
                      <a:moveTo>
                        <a:pt x="197" y="1"/>
                      </a:moveTo>
                      <a:cubicBezTo>
                        <a:pt x="135" y="1"/>
                        <a:pt x="70" y="17"/>
                        <a:pt x="1" y="60"/>
                      </a:cubicBezTo>
                      <a:cubicBezTo>
                        <a:pt x="1" y="486"/>
                        <a:pt x="548" y="699"/>
                        <a:pt x="396" y="1124"/>
                      </a:cubicBezTo>
                      <a:cubicBezTo>
                        <a:pt x="335" y="1276"/>
                        <a:pt x="274" y="1428"/>
                        <a:pt x="487" y="1458"/>
                      </a:cubicBezTo>
                      <a:cubicBezTo>
                        <a:pt x="505" y="1461"/>
                        <a:pt x="523" y="1462"/>
                        <a:pt x="538" y="1462"/>
                      </a:cubicBezTo>
                      <a:cubicBezTo>
                        <a:pt x="705" y="1462"/>
                        <a:pt x="727" y="1324"/>
                        <a:pt x="700" y="1185"/>
                      </a:cubicBezTo>
                      <a:cubicBezTo>
                        <a:pt x="639" y="1002"/>
                        <a:pt x="791" y="942"/>
                        <a:pt x="882" y="820"/>
                      </a:cubicBezTo>
                      <a:cubicBezTo>
                        <a:pt x="1156" y="455"/>
                        <a:pt x="1064" y="151"/>
                        <a:pt x="639" y="121"/>
                      </a:cubicBezTo>
                      <a:cubicBezTo>
                        <a:pt x="487" y="99"/>
                        <a:pt x="351" y="1"/>
                        <a:pt x="19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30"/>
                <p:cNvSpPr/>
                <p:nvPr/>
              </p:nvSpPr>
              <p:spPr>
                <a:xfrm>
                  <a:off x="687138" y="473757"/>
                  <a:ext cx="51556" cy="23928"/>
                </a:xfrm>
                <a:custGeom>
                  <a:rect b="b" l="l" r="r" t="t"/>
                  <a:pathLst>
                    <a:path extrusionOk="0" h="847" w="1825">
                      <a:moveTo>
                        <a:pt x="606" y="0"/>
                      </a:moveTo>
                      <a:cubicBezTo>
                        <a:pt x="557" y="0"/>
                        <a:pt x="507" y="3"/>
                        <a:pt x="456" y="10"/>
                      </a:cubicBezTo>
                      <a:cubicBezTo>
                        <a:pt x="274" y="71"/>
                        <a:pt x="1" y="192"/>
                        <a:pt x="152" y="527"/>
                      </a:cubicBezTo>
                      <a:cubicBezTo>
                        <a:pt x="246" y="733"/>
                        <a:pt x="340" y="846"/>
                        <a:pt x="469" y="846"/>
                      </a:cubicBezTo>
                      <a:cubicBezTo>
                        <a:pt x="550" y="846"/>
                        <a:pt x="644" y="802"/>
                        <a:pt x="760" y="709"/>
                      </a:cubicBezTo>
                      <a:cubicBezTo>
                        <a:pt x="938" y="598"/>
                        <a:pt x="1116" y="405"/>
                        <a:pt x="1342" y="405"/>
                      </a:cubicBezTo>
                      <a:cubicBezTo>
                        <a:pt x="1425" y="405"/>
                        <a:pt x="1514" y="431"/>
                        <a:pt x="1611" y="496"/>
                      </a:cubicBezTo>
                      <a:cubicBezTo>
                        <a:pt x="1631" y="506"/>
                        <a:pt x="1649" y="510"/>
                        <a:pt x="1666" y="510"/>
                      </a:cubicBezTo>
                      <a:cubicBezTo>
                        <a:pt x="1759" y="510"/>
                        <a:pt x="1824" y="386"/>
                        <a:pt x="1824" y="284"/>
                      </a:cubicBezTo>
                      <a:cubicBezTo>
                        <a:pt x="1824" y="253"/>
                        <a:pt x="1794" y="223"/>
                        <a:pt x="1794" y="223"/>
                      </a:cubicBezTo>
                      <a:cubicBezTo>
                        <a:pt x="1388" y="196"/>
                        <a:pt x="1007" y="0"/>
                        <a:pt x="60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30"/>
                <p:cNvSpPr/>
                <p:nvPr/>
              </p:nvSpPr>
              <p:spPr>
                <a:xfrm>
                  <a:off x="449276" y="611276"/>
                  <a:ext cx="31725" cy="41189"/>
                </a:xfrm>
                <a:custGeom>
                  <a:rect b="b" l="l" r="r" t="t"/>
                  <a:pathLst>
                    <a:path extrusionOk="0" h="1458" w="1123">
                      <a:moveTo>
                        <a:pt x="535" y="0"/>
                      </a:moveTo>
                      <a:cubicBezTo>
                        <a:pt x="384" y="0"/>
                        <a:pt x="251" y="91"/>
                        <a:pt x="183" y="248"/>
                      </a:cubicBezTo>
                      <a:cubicBezTo>
                        <a:pt x="62" y="431"/>
                        <a:pt x="1" y="644"/>
                        <a:pt x="1" y="887"/>
                      </a:cubicBezTo>
                      <a:cubicBezTo>
                        <a:pt x="31" y="1403"/>
                        <a:pt x="518" y="1312"/>
                        <a:pt x="822" y="1434"/>
                      </a:cubicBezTo>
                      <a:cubicBezTo>
                        <a:pt x="854" y="1450"/>
                        <a:pt x="887" y="1458"/>
                        <a:pt x="918" y="1458"/>
                      </a:cubicBezTo>
                      <a:cubicBezTo>
                        <a:pt x="1002" y="1458"/>
                        <a:pt x="1073" y="1401"/>
                        <a:pt x="1095" y="1312"/>
                      </a:cubicBezTo>
                      <a:cubicBezTo>
                        <a:pt x="1122" y="1204"/>
                        <a:pt x="1052" y="1095"/>
                        <a:pt x="950" y="1095"/>
                      </a:cubicBezTo>
                      <a:cubicBezTo>
                        <a:pt x="938" y="1095"/>
                        <a:pt x="926" y="1096"/>
                        <a:pt x="913" y="1100"/>
                      </a:cubicBezTo>
                      <a:cubicBezTo>
                        <a:pt x="856" y="1110"/>
                        <a:pt x="810" y="1115"/>
                        <a:pt x="773" y="1115"/>
                      </a:cubicBezTo>
                      <a:cubicBezTo>
                        <a:pt x="589" y="1115"/>
                        <a:pt x="614" y="992"/>
                        <a:pt x="639" y="765"/>
                      </a:cubicBezTo>
                      <a:cubicBezTo>
                        <a:pt x="670" y="492"/>
                        <a:pt x="822" y="279"/>
                        <a:pt x="700" y="36"/>
                      </a:cubicBezTo>
                      <a:cubicBezTo>
                        <a:pt x="644" y="12"/>
                        <a:pt x="589" y="0"/>
                        <a:pt x="53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0"/>
                <p:cNvSpPr/>
                <p:nvPr/>
              </p:nvSpPr>
              <p:spPr>
                <a:xfrm>
                  <a:off x="694879" y="262788"/>
                  <a:ext cx="37798" cy="32374"/>
                </a:xfrm>
                <a:custGeom>
                  <a:rect b="b" l="l" r="r" t="t"/>
                  <a:pathLst>
                    <a:path extrusionOk="0" h="1146" w="1338">
                      <a:moveTo>
                        <a:pt x="1337" y="1"/>
                      </a:moveTo>
                      <a:lnTo>
                        <a:pt x="1337" y="1"/>
                      </a:lnTo>
                      <a:cubicBezTo>
                        <a:pt x="882" y="153"/>
                        <a:pt x="486" y="365"/>
                        <a:pt x="152" y="669"/>
                      </a:cubicBezTo>
                      <a:cubicBezTo>
                        <a:pt x="30" y="730"/>
                        <a:pt x="0" y="852"/>
                        <a:pt x="91" y="973"/>
                      </a:cubicBezTo>
                      <a:cubicBezTo>
                        <a:pt x="174" y="1092"/>
                        <a:pt x="340" y="1146"/>
                        <a:pt x="521" y="1146"/>
                      </a:cubicBezTo>
                      <a:cubicBezTo>
                        <a:pt x="804" y="1146"/>
                        <a:pt x="1123" y="1014"/>
                        <a:pt x="1216" y="791"/>
                      </a:cubicBezTo>
                      <a:cubicBezTo>
                        <a:pt x="1277" y="548"/>
                        <a:pt x="1307" y="274"/>
                        <a:pt x="13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30"/>
                <p:cNvSpPr/>
                <p:nvPr/>
              </p:nvSpPr>
              <p:spPr>
                <a:xfrm>
                  <a:off x="756689" y="263664"/>
                  <a:ext cx="35228" cy="36951"/>
                </a:xfrm>
                <a:custGeom>
                  <a:rect b="b" l="l" r="r" t="t"/>
                  <a:pathLst>
                    <a:path extrusionOk="0" h="1308" w="1247">
                      <a:moveTo>
                        <a:pt x="1034" y="0"/>
                      </a:moveTo>
                      <a:lnTo>
                        <a:pt x="1034" y="0"/>
                      </a:lnTo>
                      <a:cubicBezTo>
                        <a:pt x="578" y="304"/>
                        <a:pt x="1" y="304"/>
                        <a:pt x="92" y="821"/>
                      </a:cubicBezTo>
                      <a:cubicBezTo>
                        <a:pt x="183" y="1307"/>
                        <a:pt x="730" y="1185"/>
                        <a:pt x="1247" y="1246"/>
                      </a:cubicBezTo>
                      <a:cubicBezTo>
                        <a:pt x="912" y="851"/>
                        <a:pt x="943" y="486"/>
                        <a:pt x="103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30"/>
                <p:cNvSpPr/>
                <p:nvPr/>
              </p:nvSpPr>
              <p:spPr>
                <a:xfrm>
                  <a:off x="391760" y="415506"/>
                  <a:ext cx="18927" cy="22487"/>
                </a:xfrm>
                <a:custGeom>
                  <a:rect b="b" l="l" r="r" t="t"/>
                  <a:pathLst>
                    <a:path extrusionOk="0" h="796" w="670">
                      <a:moveTo>
                        <a:pt x="137" y="0"/>
                      </a:moveTo>
                      <a:cubicBezTo>
                        <a:pt x="94" y="0"/>
                        <a:pt x="48" y="12"/>
                        <a:pt x="0" y="35"/>
                      </a:cubicBezTo>
                      <a:cubicBezTo>
                        <a:pt x="0" y="187"/>
                        <a:pt x="0" y="309"/>
                        <a:pt x="0" y="461"/>
                      </a:cubicBezTo>
                      <a:lnTo>
                        <a:pt x="0" y="795"/>
                      </a:lnTo>
                      <a:cubicBezTo>
                        <a:pt x="61" y="795"/>
                        <a:pt x="152" y="765"/>
                        <a:pt x="244" y="765"/>
                      </a:cubicBezTo>
                      <a:cubicBezTo>
                        <a:pt x="456" y="765"/>
                        <a:pt x="669" y="552"/>
                        <a:pt x="456" y="248"/>
                      </a:cubicBezTo>
                      <a:cubicBezTo>
                        <a:pt x="367" y="91"/>
                        <a:pt x="260" y="0"/>
                        <a:pt x="13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0"/>
                <p:cNvSpPr/>
                <p:nvPr/>
              </p:nvSpPr>
              <p:spPr>
                <a:xfrm>
                  <a:off x="706885" y="770548"/>
                  <a:ext cx="30934" cy="47658"/>
                </a:xfrm>
                <a:custGeom>
                  <a:rect b="b" l="l" r="r" t="t"/>
                  <a:pathLst>
                    <a:path extrusionOk="0" h="1687" w="1095">
                      <a:moveTo>
                        <a:pt x="369" y="1"/>
                      </a:moveTo>
                      <a:cubicBezTo>
                        <a:pt x="330" y="1"/>
                        <a:pt x="288" y="16"/>
                        <a:pt x="244" y="51"/>
                      </a:cubicBezTo>
                      <a:cubicBezTo>
                        <a:pt x="153" y="142"/>
                        <a:pt x="153" y="294"/>
                        <a:pt x="244" y="355"/>
                      </a:cubicBezTo>
                      <a:cubicBezTo>
                        <a:pt x="548" y="598"/>
                        <a:pt x="213" y="902"/>
                        <a:pt x="305" y="1145"/>
                      </a:cubicBezTo>
                      <a:cubicBezTo>
                        <a:pt x="396" y="1328"/>
                        <a:pt x="1" y="1571"/>
                        <a:pt x="305" y="1662"/>
                      </a:cubicBezTo>
                      <a:cubicBezTo>
                        <a:pt x="360" y="1679"/>
                        <a:pt x="402" y="1687"/>
                        <a:pt x="435" y="1687"/>
                      </a:cubicBezTo>
                      <a:cubicBezTo>
                        <a:pt x="638" y="1687"/>
                        <a:pt x="469" y="1402"/>
                        <a:pt x="548" y="1297"/>
                      </a:cubicBezTo>
                      <a:cubicBezTo>
                        <a:pt x="578" y="1206"/>
                        <a:pt x="639" y="1145"/>
                        <a:pt x="700" y="1115"/>
                      </a:cubicBezTo>
                      <a:cubicBezTo>
                        <a:pt x="1095" y="872"/>
                        <a:pt x="912" y="629"/>
                        <a:pt x="760" y="446"/>
                      </a:cubicBezTo>
                      <a:cubicBezTo>
                        <a:pt x="700" y="325"/>
                        <a:pt x="639" y="264"/>
                        <a:pt x="609" y="173"/>
                      </a:cubicBezTo>
                      <a:cubicBezTo>
                        <a:pt x="544" y="87"/>
                        <a:pt x="464" y="1"/>
                        <a:pt x="36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30"/>
                <p:cNvSpPr/>
                <p:nvPr/>
              </p:nvSpPr>
              <p:spPr>
                <a:xfrm>
                  <a:off x="661375" y="732495"/>
                  <a:ext cx="26640" cy="44522"/>
                </a:xfrm>
                <a:custGeom>
                  <a:rect b="b" l="l" r="r" t="t"/>
                  <a:pathLst>
                    <a:path extrusionOk="0" h="1576" w="943">
                      <a:moveTo>
                        <a:pt x="700" y="0"/>
                      </a:moveTo>
                      <a:cubicBezTo>
                        <a:pt x="457" y="0"/>
                        <a:pt x="244" y="122"/>
                        <a:pt x="153" y="334"/>
                      </a:cubicBezTo>
                      <a:cubicBezTo>
                        <a:pt x="61" y="730"/>
                        <a:pt x="1" y="1094"/>
                        <a:pt x="1" y="1489"/>
                      </a:cubicBezTo>
                      <a:cubicBezTo>
                        <a:pt x="1" y="1532"/>
                        <a:pt x="92" y="1575"/>
                        <a:pt x="145" y="1575"/>
                      </a:cubicBezTo>
                      <a:cubicBezTo>
                        <a:pt x="167" y="1575"/>
                        <a:pt x="183" y="1568"/>
                        <a:pt x="183" y="1550"/>
                      </a:cubicBezTo>
                      <a:cubicBezTo>
                        <a:pt x="183" y="1003"/>
                        <a:pt x="943" y="699"/>
                        <a:pt x="7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0"/>
                <p:cNvSpPr/>
                <p:nvPr/>
              </p:nvSpPr>
              <p:spPr>
                <a:xfrm>
                  <a:off x="584959" y="266715"/>
                  <a:ext cx="41245" cy="17148"/>
                </a:xfrm>
                <a:custGeom>
                  <a:rect b="b" l="l" r="r" t="t"/>
                  <a:pathLst>
                    <a:path extrusionOk="0" h="607" w="1460">
                      <a:moveTo>
                        <a:pt x="1028" y="0"/>
                      </a:moveTo>
                      <a:cubicBezTo>
                        <a:pt x="1002" y="0"/>
                        <a:pt x="974" y="4"/>
                        <a:pt x="943" y="14"/>
                      </a:cubicBezTo>
                      <a:cubicBezTo>
                        <a:pt x="730" y="77"/>
                        <a:pt x="577" y="156"/>
                        <a:pt x="400" y="156"/>
                      </a:cubicBezTo>
                      <a:cubicBezTo>
                        <a:pt x="324" y="156"/>
                        <a:pt x="244" y="141"/>
                        <a:pt x="152" y="105"/>
                      </a:cubicBezTo>
                      <a:cubicBezTo>
                        <a:pt x="144" y="101"/>
                        <a:pt x="136" y="99"/>
                        <a:pt x="127" y="99"/>
                      </a:cubicBezTo>
                      <a:cubicBezTo>
                        <a:pt x="69" y="99"/>
                        <a:pt x="0" y="178"/>
                        <a:pt x="0" y="257"/>
                      </a:cubicBezTo>
                      <a:cubicBezTo>
                        <a:pt x="0" y="378"/>
                        <a:pt x="61" y="409"/>
                        <a:pt x="61" y="409"/>
                      </a:cubicBezTo>
                      <a:cubicBezTo>
                        <a:pt x="90" y="405"/>
                        <a:pt x="120" y="403"/>
                        <a:pt x="149" y="403"/>
                      </a:cubicBezTo>
                      <a:cubicBezTo>
                        <a:pt x="468" y="403"/>
                        <a:pt x="776" y="606"/>
                        <a:pt x="1079" y="606"/>
                      </a:cubicBezTo>
                      <a:cubicBezTo>
                        <a:pt x="1206" y="606"/>
                        <a:pt x="1333" y="571"/>
                        <a:pt x="1459" y="470"/>
                      </a:cubicBezTo>
                      <a:cubicBezTo>
                        <a:pt x="1323" y="333"/>
                        <a:pt x="1260" y="0"/>
                        <a:pt x="102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0"/>
                <p:cNvSpPr/>
                <p:nvPr/>
              </p:nvSpPr>
              <p:spPr>
                <a:xfrm>
                  <a:off x="626176" y="279964"/>
                  <a:ext cx="876" cy="876"/>
                </a:xfrm>
                <a:custGeom>
                  <a:rect b="b" l="l" r="r" t="t"/>
                  <a:pathLst>
                    <a:path extrusionOk="0" h="31" w="31">
                      <a:moveTo>
                        <a:pt x="0" y="1"/>
                      </a:moveTo>
                      <a:lnTo>
                        <a:pt x="31" y="31"/>
                      </a:lnTo>
                      <a:lnTo>
                        <a:pt x="31"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30"/>
                <p:cNvSpPr/>
                <p:nvPr/>
              </p:nvSpPr>
              <p:spPr>
                <a:xfrm>
                  <a:off x="1071814" y="373103"/>
                  <a:ext cx="42658" cy="18871"/>
                </a:xfrm>
                <a:custGeom>
                  <a:rect b="b" l="l" r="r" t="t"/>
                  <a:pathLst>
                    <a:path extrusionOk="0" h="668" w="1510">
                      <a:moveTo>
                        <a:pt x="1376" y="1"/>
                      </a:moveTo>
                      <a:cubicBezTo>
                        <a:pt x="1362" y="1"/>
                        <a:pt x="1349" y="6"/>
                        <a:pt x="1338" y="17"/>
                      </a:cubicBezTo>
                      <a:cubicBezTo>
                        <a:pt x="943" y="321"/>
                        <a:pt x="274" y="47"/>
                        <a:pt x="1" y="655"/>
                      </a:cubicBezTo>
                      <a:cubicBezTo>
                        <a:pt x="38" y="663"/>
                        <a:pt x="74" y="667"/>
                        <a:pt x="109" y="667"/>
                      </a:cubicBezTo>
                      <a:cubicBezTo>
                        <a:pt x="372" y="667"/>
                        <a:pt x="599" y="461"/>
                        <a:pt x="851" y="461"/>
                      </a:cubicBezTo>
                      <a:cubicBezTo>
                        <a:pt x="929" y="461"/>
                        <a:pt x="1010" y="481"/>
                        <a:pt x="1095" y="533"/>
                      </a:cubicBezTo>
                      <a:cubicBezTo>
                        <a:pt x="1103" y="542"/>
                        <a:pt x="1115" y="545"/>
                        <a:pt x="1128" y="545"/>
                      </a:cubicBezTo>
                      <a:cubicBezTo>
                        <a:pt x="1218" y="545"/>
                        <a:pt x="1407" y="387"/>
                        <a:pt x="1460" y="229"/>
                      </a:cubicBezTo>
                      <a:cubicBezTo>
                        <a:pt x="1510" y="105"/>
                        <a:pt x="1437" y="1"/>
                        <a:pt x="137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30"/>
                <p:cNvSpPr/>
                <p:nvPr/>
              </p:nvSpPr>
              <p:spPr>
                <a:xfrm>
                  <a:off x="679398" y="582207"/>
                  <a:ext cx="31810" cy="34437"/>
                </a:xfrm>
                <a:custGeom>
                  <a:rect b="b" l="l" r="r" t="t"/>
                  <a:pathLst>
                    <a:path extrusionOk="0" h="1219" w="1126">
                      <a:moveTo>
                        <a:pt x="275" y="1"/>
                      </a:moveTo>
                      <a:cubicBezTo>
                        <a:pt x="305" y="335"/>
                        <a:pt x="1" y="609"/>
                        <a:pt x="244" y="973"/>
                      </a:cubicBezTo>
                      <a:cubicBezTo>
                        <a:pt x="331" y="1103"/>
                        <a:pt x="417" y="1218"/>
                        <a:pt x="548" y="1218"/>
                      </a:cubicBezTo>
                      <a:cubicBezTo>
                        <a:pt x="601" y="1218"/>
                        <a:pt x="661" y="1199"/>
                        <a:pt x="730" y="1156"/>
                      </a:cubicBezTo>
                      <a:cubicBezTo>
                        <a:pt x="913" y="1034"/>
                        <a:pt x="1126" y="882"/>
                        <a:pt x="943" y="639"/>
                      </a:cubicBezTo>
                      <a:cubicBezTo>
                        <a:pt x="730" y="396"/>
                        <a:pt x="670" y="122"/>
                        <a:pt x="27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30"/>
                <p:cNvSpPr/>
                <p:nvPr/>
              </p:nvSpPr>
              <p:spPr>
                <a:xfrm>
                  <a:off x="529138" y="1073384"/>
                  <a:ext cx="34380" cy="30369"/>
                </a:xfrm>
                <a:custGeom>
                  <a:rect b="b" l="l" r="r" t="t"/>
                  <a:pathLst>
                    <a:path extrusionOk="0" h="1075" w="1217">
                      <a:moveTo>
                        <a:pt x="973" y="0"/>
                      </a:moveTo>
                      <a:lnTo>
                        <a:pt x="973" y="0"/>
                      </a:lnTo>
                      <a:cubicBezTo>
                        <a:pt x="761" y="61"/>
                        <a:pt x="548" y="152"/>
                        <a:pt x="396" y="304"/>
                      </a:cubicBezTo>
                      <a:cubicBezTo>
                        <a:pt x="244" y="426"/>
                        <a:pt x="1" y="517"/>
                        <a:pt x="153" y="790"/>
                      </a:cubicBezTo>
                      <a:cubicBezTo>
                        <a:pt x="233" y="897"/>
                        <a:pt x="313" y="1075"/>
                        <a:pt x="476" y="1075"/>
                      </a:cubicBezTo>
                      <a:cubicBezTo>
                        <a:pt x="498" y="1075"/>
                        <a:pt x="522" y="1071"/>
                        <a:pt x="548" y="1064"/>
                      </a:cubicBezTo>
                      <a:cubicBezTo>
                        <a:pt x="761" y="1034"/>
                        <a:pt x="1004" y="882"/>
                        <a:pt x="973" y="699"/>
                      </a:cubicBezTo>
                      <a:cubicBezTo>
                        <a:pt x="943" y="486"/>
                        <a:pt x="1217" y="274"/>
                        <a:pt x="97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30"/>
                <p:cNvSpPr/>
                <p:nvPr/>
              </p:nvSpPr>
              <p:spPr>
                <a:xfrm>
                  <a:off x="1344875" y="468022"/>
                  <a:ext cx="28" cy="876"/>
                </a:xfrm>
                <a:custGeom>
                  <a:rect b="b" l="l" r="r" t="t"/>
                  <a:pathLst>
                    <a:path extrusionOk="0" h="31" w="1">
                      <a:moveTo>
                        <a:pt x="1" y="0"/>
                      </a:moveTo>
                      <a:lnTo>
                        <a:pt x="1" y="0"/>
                      </a:lnTo>
                      <a:lnTo>
                        <a:pt x="1" y="0"/>
                      </a:lnTo>
                      <a:lnTo>
                        <a:pt x="1" y="3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0"/>
                <p:cNvSpPr/>
                <p:nvPr/>
              </p:nvSpPr>
              <p:spPr>
                <a:xfrm>
                  <a:off x="1312077" y="453841"/>
                  <a:ext cx="32826" cy="28391"/>
                </a:xfrm>
                <a:custGeom>
                  <a:rect b="b" l="l" r="r" t="t"/>
                  <a:pathLst>
                    <a:path extrusionOk="0" h="1005" w="1162">
                      <a:moveTo>
                        <a:pt x="537" y="1"/>
                      </a:moveTo>
                      <a:cubicBezTo>
                        <a:pt x="414" y="1"/>
                        <a:pt x="254" y="43"/>
                        <a:pt x="7" y="107"/>
                      </a:cubicBezTo>
                      <a:cubicBezTo>
                        <a:pt x="67" y="259"/>
                        <a:pt x="219" y="381"/>
                        <a:pt x="98" y="563"/>
                      </a:cubicBezTo>
                      <a:cubicBezTo>
                        <a:pt x="2" y="803"/>
                        <a:pt x="1" y="1005"/>
                        <a:pt x="213" y="1005"/>
                      </a:cubicBezTo>
                      <a:cubicBezTo>
                        <a:pt x="270" y="1005"/>
                        <a:pt x="342" y="990"/>
                        <a:pt x="432" y="958"/>
                      </a:cubicBezTo>
                      <a:cubicBezTo>
                        <a:pt x="675" y="837"/>
                        <a:pt x="918" y="685"/>
                        <a:pt x="1162" y="533"/>
                      </a:cubicBezTo>
                      <a:cubicBezTo>
                        <a:pt x="867" y="140"/>
                        <a:pt x="763" y="1"/>
                        <a:pt x="5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0"/>
                <p:cNvSpPr/>
                <p:nvPr/>
              </p:nvSpPr>
              <p:spPr>
                <a:xfrm>
                  <a:off x="548037" y="861286"/>
                  <a:ext cx="28363" cy="32657"/>
                </a:xfrm>
                <a:custGeom>
                  <a:rect b="b" l="l" r="r" t="t"/>
                  <a:pathLst>
                    <a:path extrusionOk="0" h="1156" w="1004">
                      <a:moveTo>
                        <a:pt x="396" y="0"/>
                      </a:moveTo>
                      <a:cubicBezTo>
                        <a:pt x="396" y="365"/>
                        <a:pt x="365" y="669"/>
                        <a:pt x="31" y="851"/>
                      </a:cubicBezTo>
                      <a:cubicBezTo>
                        <a:pt x="0" y="851"/>
                        <a:pt x="0" y="1003"/>
                        <a:pt x="0" y="1064"/>
                      </a:cubicBezTo>
                      <a:cubicBezTo>
                        <a:pt x="31" y="1125"/>
                        <a:pt x="92" y="1155"/>
                        <a:pt x="152" y="1155"/>
                      </a:cubicBezTo>
                      <a:cubicBezTo>
                        <a:pt x="456" y="1095"/>
                        <a:pt x="730" y="912"/>
                        <a:pt x="912" y="608"/>
                      </a:cubicBezTo>
                      <a:cubicBezTo>
                        <a:pt x="1003" y="365"/>
                        <a:pt x="791" y="152"/>
                        <a:pt x="3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0"/>
                <p:cNvSpPr/>
                <p:nvPr/>
              </p:nvSpPr>
              <p:spPr>
                <a:xfrm>
                  <a:off x="535155" y="270416"/>
                  <a:ext cx="30086" cy="24464"/>
                </a:xfrm>
                <a:custGeom>
                  <a:rect b="b" l="l" r="r" t="t"/>
                  <a:pathLst>
                    <a:path extrusionOk="0" h="866" w="1065">
                      <a:moveTo>
                        <a:pt x="604" y="0"/>
                      </a:moveTo>
                      <a:cubicBezTo>
                        <a:pt x="532" y="0"/>
                        <a:pt x="454" y="32"/>
                        <a:pt x="365" y="95"/>
                      </a:cubicBezTo>
                      <a:cubicBezTo>
                        <a:pt x="152" y="247"/>
                        <a:pt x="0" y="339"/>
                        <a:pt x="183" y="582"/>
                      </a:cubicBezTo>
                      <a:cubicBezTo>
                        <a:pt x="284" y="744"/>
                        <a:pt x="372" y="865"/>
                        <a:pt x="500" y="865"/>
                      </a:cubicBezTo>
                      <a:cubicBezTo>
                        <a:pt x="564" y="865"/>
                        <a:pt x="639" y="835"/>
                        <a:pt x="730" y="764"/>
                      </a:cubicBezTo>
                      <a:cubicBezTo>
                        <a:pt x="973" y="673"/>
                        <a:pt x="1064" y="369"/>
                        <a:pt x="882" y="187"/>
                      </a:cubicBezTo>
                      <a:cubicBezTo>
                        <a:pt x="793" y="62"/>
                        <a:pt x="705" y="0"/>
                        <a:pt x="60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30"/>
                <p:cNvSpPr/>
                <p:nvPr/>
              </p:nvSpPr>
              <p:spPr>
                <a:xfrm>
                  <a:off x="829686" y="384714"/>
                  <a:ext cx="23193" cy="31103"/>
                </a:xfrm>
                <a:custGeom>
                  <a:rect b="b" l="l" r="r" t="t"/>
                  <a:pathLst>
                    <a:path extrusionOk="0" h="1101" w="821">
                      <a:moveTo>
                        <a:pt x="760" y="1"/>
                      </a:moveTo>
                      <a:lnTo>
                        <a:pt x="760" y="1"/>
                      </a:lnTo>
                      <a:cubicBezTo>
                        <a:pt x="335" y="31"/>
                        <a:pt x="699" y="609"/>
                        <a:pt x="274" y="700"/>
                      </a:cubicBezTo>
                      <a:cubicBezTo>
                        <a:pt x="152" y="730"/>
                        <a:pt x="0" y="852"/>
                        <a:pt x="122" y="1034"/>
                      </a:cubicBezTo>
                      <a:cubicBezTo>
                        <a:pt x="171" y="1083"/>
                        <a:pt x="220" y="1101"/>
                        <a:pt x="269" y="1101"/>
                      </a:cubicBezTo>
                      <a:cubicBezTo>
                        <a:pt x="372" y="1101"/>
                        <a:pt x="475" y="1024"/>
                        <a:pt x="578" y="1004"/>
                      </a:cubicBezTo>
                      <a:cubicBezTo>
                        <a:pt x="790" y="700"/>
                        <a:pt x="821" y="335"/>
                        <a:pt x="76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30"/>
                <p:cNvSpPr/>
                <p:nvPr/>
              </p:nvSpPr>
              <p:spPr>
                <a:xfrm>
                  <a:off x="959324" y="568421"/>
                  <a:ext cx="28363" cy="24719"/>
                </a:xfrm>
                <a:custGeom>
                  <a:rect b="b" l="l" r="r" t="t"/>
                  <a:pathLst>
                    <a:path extrusionOk="0" h="875" w="1004">
                      <a:moveTo>
                        <a:pt x="524" y="1"/>
                      </a:moveTo>
                      <a:cubicBezTo>
                        <a:pt x="445" y="1"/>
                        <a:pt x="354" y="32"/>
                        <a:pt x="244" y="94"/>
                      </a:cubicBezTo>
                      <a:cubicBezTo>
                        <a:pt x="31" y="246"/>
                        <a:pt x="1" y="398"/>
                        <a:pt x="153" y="610"/>
                      </a:cubicBezTo>
                      <a:cubicBezTo>
                        <a:pt x="257" y="757"/>
                        <a:pt x="319" y="874"/>
                        <a:pt x="436" y="874"/>
                      </a:cubicBezTo>
                      <a:cubicBezTo>
                        <a:pt x="489" y="874"/>
                        <a:pt x="554" y="850"/>
                        <a:pt x="639" y="793"/>
                      </a:cubicBezTo>
                      <a:cubicBezTo>
                        <a:pt x="882" y="610"/>
                        <a:pt x="1004" y="519"/>
                        <a:pt x="822" y="215"/>
                      </a:cubicBezTo>
                      <a:cubicBezTo>
                        <a:pt x="731" y="70"/>
                        <a:pt x="640" y="1"/>
                        <a:pt x="5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0"/>
                <p:cNvSpPr/>
                <p:nvPr/>
              </p:nvSpPr>
              <p:spPr>
                <a:xfrm>
                  <a:off x="733496" y="653989"/>
                  <a:ext cx="39013" cy="17713"/>
                </a:xfrm>
                <a:custGeom>
                  <a:rect b="b" l="l" r="r" t="t"/>
                  <a:pathLst>
                    <a:path extrusionOk="0" h="627" w="1381">
                      <a:moveTo>
                        <a:pt x="204" y="1"/>
                      </a:moveTo>
                      <a:cubicBezTo>
                        <a:pt x="138" y="1"/>
                        <a:pt x="71" y="27"/>
                        <a:pt x="1" y="104"/>
                      </a:cubicBezTo>
                      <a:cubicBezTo>
                        <a:pt x="81" y="385"/>
                        <a:pt x="175" y="627"/>
                        <a:pt x="378" y="627"/>
                      </a:cubicBezTo>
                      <a:cubicBezTo>
                        <a:pt x="482" y="627"/>
                        <a:pt x="616" y="563"/>
                        <a:pt x="791" y="408"/>
                      </a:cubicBezTo>
                      <a:cubicBezTo>
                        <a:pt x="814" y="389"/>
                        <a:pt x="839" y="382"/>
                        <a:pt x="866" y="382"/>
                      </a:cubicBezTo>
                      <a:cubicBezTo>
                        <a:pt x="987" y="382"/>
                        <a:pt x="1145" y="537"/>
                        <a:pt x="1252" y="537"/>
                      </a:cubicBezTo>
                      <a:cubicBezTo>
                        <a:pt x="1314" y="537"/>
                        <a:pt x="1359" y="484"/>
                        <a:pt x="1369" y="317"/>
                      </a:cubicBezTo>
                      <a:cubicBezTo>
                        <a:pt x="1380" y="180"/>
                        <a:pt x="1315" y="150"/>
                        <a:pt x="1222" y="150"/>
                      </a:cubicBezTo>
                      <a:cubicBezTo>
                        <a:pt x="1150" y="150"/>
                        <a:pt x="1061" y="168"/>
                        <a:pt x="979" y="168"/>
                      </a:cubicBezTo>
                      <a:cubicBezTo>
                        <a:pt x="886" y="168"/>
                        <a:pt x="801" y="145"/>
                        <a:pt x="761" y="43"/>
                      </a:cubicBezTo>
                      <a:cubicBezTo>
                        <a:pt x="709" y="96"/>
                        <a:pt x="656" y="114"/>
                        <a:pt x="604" y="114"/>
                      </a:cubicBezTo>
                      <a:cubicBezTo>
                        <a:pt x="474" y="114"/>
                        <a:pt x="342" y="1"/>
                        <a:pt x="20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30"/>
                <p:cNvSpPr/>
                <p:nvPr/>
              </p:nvSpPr>
              <p:spPr>
                <a:xfrm>
                  <a:off x="925848" y="457541"/>
                  <a:ext cx="34380" cy="23391"/>
                </a:xfrm>
                <a:custGeom>
                  <a:rect b="b" l="l" r="r" t="t"/>
                  <a:pathLst>
                    <a:path extrusionOk="0" h="828" w="1217">
                      <a:moveTo>
                        <a:pt x="750" y="1"/>
                      </a:moveTo>
                      <a:cubicBezTo>
                        <a:pt x="537" y="1"/>
                        <a:pt x="355" y="275"/>
                        <a:pt x="152" y="402"/>
                      </a:cubicBezTo>
                      <a:cubicBezTo>
                        <a:pt x="31" y="462"/>
                        <a:pt x="1" y="614"/>
                        <a:pt x="92" y="736"/>
                      </a:cubicBezTo>
                      <a:cubicBezTo>
                        <a:pt x="146" y="781"/>
                        <a:pt x="210" y="794"/>
                        <a:pt x="282" y="794"/>
                      </a:cubicBezTo>
                      <a:cubicBezTo>
                        <a:pt x="380" y="794"/>
                        <a:pt x="491" y="769"/>
                        <a:pt x="605" y="769"/>
                      </a:cubicBezTo>
                      <a:cubicBezTo>
                        <a:pt x="687" y="769"/>
                        <a:pt x="771" y="782"/>
                        <a:pt x="852" y="827"/>
                      </a:cubicBezTo>
                      <a:cubicBezTo>
                        <a:pt x="730" y="554"/>
                        <a:pt x="1216" y="219"/>
                        <a:pt x="882" y="37"/>
                      </a:cubicBezTo>
                      <a:cubicBezTo>
                        <a:pt x="836" y="12"/>
                        <a:pt x="792" y="1"/>
                        <a:pt x="75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30"/>
                <p:cNvSpPr/>
                <p:nvPr/>
              </p:nvSpPr>
              <p:spPr>
                <a:xfrm>
                  <a:off x="431253" y="1069683"/>
                  <a:ext cx="22346" cy="38928"/>
                </a:xfrm>
                <a:custGeom>
                  <a:rect b="b" l="l" r="r" t="t"/>
                  <a:pathLst>
                    <a:path extrusionOk="0" h="1378" w="791">
                      <a:moveTo>
                        <a:pt x="583" y="0"/>
                      </a:moveTo>
                      <a:cubicBezTo>
                        <a:pt x="516" y="0"/>
                        <a:pt x="436" y="35"/>
                        <a:pt x="365" y="70"/>
                      </a:cubicBezTo>
                      <a:cubicBezTo>
                        <a:pt x="31" y="405"/>
                        <a:pt x="1" y="921"/>
                        <a:pt x="274" y="1286"/>
                      </a:cubicBezTo>
                      <a:cubicBezTo>
                        <a:pt x="335" y="1347"/>
                        <a:pt x="426" y="1377"/>
                        <a:pt x="517" y="1377"/>
                      </a:cubicBezTo>
                      <a:cubicBezTo>
                        <a:pt x="669" y="1317"/>
                        <a:pt x="639" y="1195"/>
                        <a:pt x="578" y="1073"/>
                      </a:cubicBezTo>
                      <a:cubicBezTo>
                        <a:pt x="396" y="800"/>
                        <a:pt x="335" y="587"/>
                        <a:pt x="700" y="374"/>
                      </a:cubicBezTo>
                      <a:cubicBezTo>
                        <a:pt x="791" y="313"/>
                        <a:pt x="760" y="161"/>
                        <a:pt x="700" y="70"/>
                      </a:cubicBezTo>
                      <a:cubicBezTo>
                        <a:pt x="674" y="19"/>
                        <a:pt x="632" y="0"/>
                        <a:pt x="5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0"/>
                <p:cNvSpPr/>
                <p:nvPr/>
              </p:nvSpPr>
              <p:spPr>
                <a:xfrm>
                  <a:off x="795335" y="264088"/>
                  <a:ext cx="29211" cy="24493"/>
                </a:xfrm>
                <a:custGeom>
                  <a:rect b="b" l="l" r="r" t="t"/>
                  <a:pathLst>
                    <a:path extrusionOk="0" h="867" w="1034">
                      <a:moveTo>
                        <a:pt x="336" y="1"/>
                      </a:moveTo>
                      <a:cubicBezTo>
                        <a:pt x="305" y="1"/>
                        <a:pt x="274" y="5"/>
                        <a:pt x="244" y="15"/>
                      </a:cubicBezTo>
                      <a:cubicBezTo>
                        <a:pt x="31" y="76"/>
                        <a:pt x="152" y="319"/>
                        <a:pt x="92" y="471"/>
                      </a:cubicBezTo>
                      <a:cubicBezTo>
                        <a:pt x="0" y="593"/>
                        <a:pt x="0" y="745"/>
                        <a:pt x="92" y="867"/>
                      </a:cubicBezTo>
                      <a:cubicBezTo>
                        <a:pt x="396" y="806"/>
                        <a:pt x="669" y="623"/>
                        <a:pt x="912" y="411"/>
                      </a:cubicBezTo>
                      <a:cubicBezTo>
                        <a:pt x="1034" y="319"/>
                        <a:pt x="973" y="107"/>
                        <a:pt x="821" y="76"/>
                      </a:cubicBezTo>
                      <a:cubicBezTo>
                        <a:pt x="801" y="79"/>
                        <a:pt x="782" y="80"/>
                        <a:pt x="763" y="80"/>
                      </a:cubicBezTo>
                      <a:cubicBezTo>
                        <a:pt x="610" y="80"/>
                        <a:pt x="472" y="1"/>
                        <a:pt x="33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30"/>
                <p:cNvSpPr/>
                <p:nvPr/>
              </p:nvSpPr>
              <p:spPr>
                <a:xfrm>
                  <a:off x="669963" y="399658"/>
                  <a:ext cx="13758" cy="39522"/>
                </a:xfrm>
                <a:custGeom>
                  <a:rect b="b" l="l" r="r" t="t"/>
                  <a:pathLst>
                    <a:path extrusionOk="0" h="1399" w="487">
                      <a:moveTo>
                        <a:pt x="323" y="1"/>
                      </a:moveTo>
                      <a:cubicBezTo>
                        <a:pt x="295" y="1"/>
                        <a:pt x="274" y="8"/>
                        <a:pt x="274" y="19"/>
                      </a:cubicBezTo>
                      <a:cubicBezTo>
                        <a:pt x="153" y="444"/>
                        <a:pt x="61" y="870"/>
                        <a:pt x="1" y="1326"/>
                      </a:cubicBezTo>
                      <a:cubicBezTo>
                        <a:pt x="1" y="1376"/>
                        <a:pt x="37" y="1399"/>
                        <a:pt x="86" y="1399"/>
                      </a:cubicBezTo>
                      <a:cubicBezTo>
                        <a:pt x="125" y="1399"/>
                        <a:pt x="172" y="1384"/>
                        <a:pt x="213" y="1356"/>
                      </a:cubicBezTo>
                      <a:cubicBezTo>
                        <a:pt x="365" y="961"/>
                        <a:pt x="457" y="505"/>
                        <a:pt x="487" y="80"/>
                      </a:cubicBezTo>
                      <a:cubicBezTo>
                        <a:pt x="448" y="22"/>
                        <a:pt x="373" y="1"/>
                        <a:pt x="32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30"/>
                <p:cNvSpPr/>
                <p:nvPr/>
              </p:nvSpPr>
              <p:spPr>
                <a:xfrm>
                  <a:off x="708608" y="308835"/>
                  <a:ext cx="23222" cy="24973"/>
                </a:xfrm>
                <a:custGeom>
                  <a:rect b="b" l="l" r="r" t="t"/>
                  <a:pathLst>
                    <a:path extrusionOk="0" h="884" w="822">
                      <a:moveTo>
                        <a:pt x="410" y="0"/>
                      </a:moveTo>
                      <a:cubicBezTo>
                        <a:pt x="388" y="0"/>
                        <a:pt x="363" y="4"/>
                        <a:pt x="335" y="12"/>
                      </a:cubicBezTo>
                      <a:cubicBezTo>
                        <a:pt x="122" y="73"/>
                        <a:pt x="244" y="286"/>
                        <a:pt x="213" y="438"/>
                      </a:cubicBezTo>
                      <a:cubicBezTo>
                        <a:pt x="183" y="590"/>
                        <a:pt x="0" y="681"/>
                        <a:pt x="152" y="833"/>
                      </a:cubicBezTo>
                      <a:cubicBezTo>
                        <a:pt x="198" y="869"/>
                        <a:pt x="238" y="884"/>
                        <a:pt x="276" y="884"/>
                      </a:cubicBezTo>
                      <a:cubicBezTo>
                        <a:pt x="365" y="884"/>
                        <a:pt x="441" y="805"/>
                        <a:pt x="548" y="742"/>
                      </a:cubicBezTo>
                      <a:cubicBezTo>
                        <a:pt x="669" y="681"/>
                        <a:pt x="821" y="529"/>
                        <a:pt x="699" y="346"/>
                      </a:cubicBezTo>
                      <a:cubicBezTo>
                        <a:pt x="594" y="162"/>
                        <a:pt x="557" y="0"/>
                        <a:pt x="41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0"/>
                <p:cNvSpPr/>
                <p:nvPr/>
              </p:nvSpPr>
              <p:spPr>
                <a:xfrm>
                  <a:off x="792058" y="740094"/>
                  <a:ext cx="31640" cy="21611"/>
                </a:xfrm>
                <a:custGeom>
                  <a:rect b="b" l="l" r="r" t="t"/>
                  <a:pathLst>
                    <a:path extrusionOk="0" h="765" w="1120">
                      <a:moveTo>
                        <a:pt x="193" y="1"/>
                      </a:moveTo>
                      <a:cubicBezTo>
                        <a:pt x="46" y="1"/>
                        <a:pt x="0" y="142"/>
                        <a:pt x="56" y="309"/>
                      </a:cubicBezTo>
                      <a:cubicBezTo>
                        <a:pt x="268" y="764"/>
                        <a:pt x="694" y="673"/>
                        <a:pt x="1119" y="764"/>
                      </a:cubicBezTo>
                      <a:cubicBezTo>
                        <a:pt x="1089" y="65"/>
                        <a:pt x="633" y="96"/>
                        <a:pt x="238" y="5"/>
                      </a:cubicBezTo>
                      <a:cubicBezTo>
                        <a:pt x="222" y="2"/>
                        <a:pt x="207" y="1"/>
                        <a:pt x="19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30"/>
                <p:cNvSpPr/>
                <p:nvPr/>
              </p:nvSpPr>
              <p:spPr>
                <a:xfrm>
                  <a:off x="393483" y="391578"/>
                  <a:ext cx="5170" cy="12063"/>
                </a:xfrm>
                <a:custGeom>
                  <a:rect b="b" l="l" r="r" t="t"/>
                  <a:pathLst>
                    <a:path extrusionOk="0" h="427" w="183">
                      <a:moveTo>
                        <a:pt x="61" y="1"/>
                      </a:moveTo>
                      <a:lnTo>
                        <a:pt x="61" y="1"/>
                      </a:lnTo>
                      <a:cubicBezTo>
                        <a:pt x="31" y="123"/>
                        <a:pt x="31" y="275"/>
                        <a:pt x="0" y="427"/>
                      </a:cubicBezTo>
                      <a:cubicBezTo>
                        <a:pt x="183" y="275"/>
                        <a:pt x="183" y="183"/>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30"/>
                <p:cNvSpPr/>
                <p:nvPr/>
              </p:nvSpPr>
              <p:spPr>
                <a:xfrm>
                  <a:off x="997122" y="368414"/>
                  <a:ext cx="18052" cy="32177"/>
                </a:xfrm>
                <a:custGeom>
                  <a:rect b="b" l="l" r="r" t="t"/>
                  <a:pathLst>
                    <a:path extrusionOk="0" h="1139" w="639">
                      <a:moveTo>
                        <a:pt x="152" y="0"/>
                      </a:moveTo>
                      <a:cubicBezTo>
                        <a:pt x="31" y="61"/>
                        <a:pt x="0" y="183"/>
                        <a:pt x="61" y="304"/>
                      </a:cubicBezTo>
                      <a:cubicBezTo>
                        <a:pt x="213" y="517"/>
                        <a:pt x="365" y="730"/>
                        <a:pt x="183" y="1003"/>
                      </a:cubicBezTo>
                      <a:cubicBezTo>
                        <a:pt x="183" y="1034"/>
                        <a:pt x="244" y="1125"/>
                        <a:pt x="274" y="1125"/>
                      </a:cubicBezTo>
                      <a:cubicBezTo>
                        <a:pt x="294" y="1135"/>
                        <a:pt x="314" y="1138"/>
                        <a:pt x="335" y="1138"/>
                      </a:cubicBezTo>
                      <a:cubicBezTo>
                        <a:pt x="375" y="1138"/>
                        <a:pt x="416" y="1125"/>
                        <a:pt x="456" y="1125"/>
                      </a:cubicBezTo>
                      <a:cubicBezTo>
                        <a:pt x="639" y="791"/>
                        <a:pt x="608" y="395"/>
                        <a:pt x="365" y="92"/>
                      </a:cubicBezTo>
                      <a:cubicBezTo>
                        <a:pt x="335" y="31"/>
                        <a:pt x="244" y="0"/>
                        <a:pt x="15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30"/>
                <p:cNvSpPr/>
                <p:nvPr/>
              </p:nvSpPr>
              <p:spPr>
                <a:xfrm>
                  <a:off x="490493" y="790605"/>
                  <a:ext cx="24069" cy="26018"/>
                </a:xfrm>
                <a:custGeom>
                  <a:rect b="b" l="l" r="r" t="t"/>
                  <a:pathLst>
                    <a:path extrusionOk="0" h="921" w="852">
                      <a:moveTo>
                        <a:pt x="407" y="0"/>
                      </a:moveTo>
                      <a:cubicBezTo>
                        <a:pt x="385" y="0"/>
                        <a:pt x="361" y="3"/>
                        <a:pt x="335" y="10"/>
                      </a:cubicBezTo>
                      <a:cubicBezTo>
                        <a:pt x="92" y="101"/>
                        <a:pt x="244" y="314"/>
                        <a:pt x="183" y="466"/>
                      </a:cubicBezTo>
                      <a:cubicBezTo>
                        <a:pt x="122" y="587"/>
                        <a:pt x="1" y="709"/>
                        <a:pt x="153" y="861"/>
                      </a:cubicBezTo>
                      <a:cubicBezTo>
                        <a:pt x="196" y="904"/>
                        <a:pt x="236" y="920"/>
                        <a:pt x="275" y="920"/>
                      </a:cubicBezTo>
                      <a:cubicBezTo>
                        <a:pt x="373" y="920"/>
                        <a:pt x="461" y="814"/>
                        <a:pt x="548" y="770"/>
                      </a:cubicBezTo>
                      <a:cubicBezTo>
                        <a:pt x="639" y="679"/>
                        <a:pt x="852" y="527"/>
                        <a:pt x="700" y="344"/>
                      </a:cubicBezTo>
                      <a:cubicBezTo>
                        <a:pt x="619" y="209"/>
                        <a:pt x="586" y="0"/>
                        <a:pt x="4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30"/>
                <p:cNvSpPr/>
                <p:nvPr/>
              </p:nvSpPr>
              <p:spPr>
                <a:xfrm>
                  <a:off x="655358" y="702438"/>
                  <a:ext cx="33533" cy="17374"/>
                </a:xfrm>
                <a:custGeom>
                  <a:rect b="b" l="l" r="r" t="t"/>
                  <a:pathLst>
                    <a:path extrusionOk="0" h="615" w="1187">
                      <a:moveTo>
                        <a:pt x="1095" y="0"/>
                      </a:moveTo>
                      <a:cubicBezTo>
                        <a:pt x="1095" y="31"/>
                        <a:pt x="1004" y="31"/>
                        <a:pt x="913" y="61"/>
                      </a:cubicBezTo>
                      <a:cubicBezTo>
                        <a:pt x="761" y="152"/>
                        <a:pt x="609" y="213"/>
                        <a:pt x="457" y="274"/>
                      </a:cubicBezTo>
                      <a:cubicBezTo>
                        <a:pt x="365" y="274"/>
                        <a:pt x="228" y="162"/>
                        <a:pt x="128" y="162"/>
                      </a:cubicBezTo>
                      <a:cubicBezTo>
                        <a:pt x="63" y="162"/>
                        <a:pt x="13" y="209"/>
                        <a:pt x="1" y="365"/>
                      </a:cubicBezTo>
                      <a:cubicBezTo>
                        <a:pt x="1" y="504"/>
                        <a:pt x="49" y="541"/>
                        <a:pt x="118" y="541"/>
                      </a:cubicBezTo>
                      <a:cubicBezTo>
                        <a:pt x="198" y="541"/>
                        <a:pt x="307" y="489"/>
                        <a:pt x="396" y="489"/>
                      </a:cubicBezTo>
                      <a:cubicBezTo>
                        <a:pt x="430" y="489"/>
                        <a:pt x="461" y="496"/>
                        <a:pt x="487" y="517"/>
                      </a:cubicBezTo>
                      <a:cubicBezTo>
                        <a:pt x="566" y="587"/>
                        <a:pt x="635" y="614"/>
                        <a:pt x="698" y="614"/>
                      </a:cubicBezTo>
                      <a:cubicBezTo>
                        <a:pt x="851" y="614"/>
                        <a:pt x="966" y="451"/>
                        <a:pt x="1095" y="365"/>
                      </a:cubicBezTo>
                      <a:cubicBezTo>
                        <a:pt x="1186" y="304"/>
                        <a:pt x="1156" y="243"/>
                        <a:pt x="10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0"/>
                <p:cNvSpPr/>
                <p:nvPr/>
              </p:nvSpPr>
              <p:spPr>
                <a:xfrm>
                  <a:off x="816804" y="587801"/>
                  <a:ext cx="24069" cy="23928"/>
                </a:xfrm>
                <a:custGeom>
                  <a:rect b="b" l="l" r="r" t="t"/>
                  <a:pathLst>
                    <a:path extrusionOk="0" h="847" w="852">
                      <a:moveTo>
                        <a:pt x="608" y="0"/>
                      </a:moveTo>
                      <a:cubicBezTo>
                        <a:pt x="563" y="0"/>
                        <a:pt x="517" y="16"/>
                        <a:pt x="487" y="46"/>
                      </a:cubicBezTo>
                      <a:cubicBezTo>
                        <a:pt x="335" y="168"/>
                        <a:pt x="0" y="228"/>
                        <a:pt x="183" y="532"/>
                      </a:cubicBezTo>
                      <a:cubicBezTo>
                        <a:pt x="263" y="666"/>
                        <a:pt x="320" y="847"/>
                        <a:pt x="477" y="847"/>
                      </a:cubicBezTo>
                      <a:cubicBezTo>
                        <a:pt x="499" y="847"/>
                        <a:pt x="522" y="844"/>
                        <a:pt x="547" y="836"/>
                      </a:cubicBezTo>
                      <a:cubicBezTo>
                        <a:pt x="851" y="775"/>
                        <a:pt x="608" y="502"/>
                        <a:pt x="699" y="350"/>
                      </a:cubicBezTo>
                      <a:cubicBezTo>
                        <a:pt x="821" y="198"/>
                        <a:pt x="821" y="137"/>
                        <a:pt x="730" y="46"/>
                      </a:cubicBezTo>
                      <a:cubicBezTo>
                        <a:pt x="699" y="16"/>
                        <a:pt x="654" y="0"/>
                        <a:pt x="60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30"/>
                <p:cNvSpPr/>
                <p:nvPr/>
              </p:nvSpPr>
              <p:spPr>
                <a:xfrm>
                  <a:off x="809940" y="298213"/>
                  <a:ext cx="21470" cy="24803"/>
                </a:xfrm>
                <a:custGeom>
                  <a:rect b="b" l="l" r="r" t="t"/>
                  <a:pathLst>
                    <a:path extrusionOk="0" h="878" w="760">
                      <a:moveTo>
                        <a:pt x="583" y="1"/>
                      </a:moveTo>
                      <a:cubicBezTo>
                        <a:pt x="537" y="1"/>
                        <a:pt x="492" y="18"/>
                        <a:pt x="456" y="54"/>
                      </a:cubicBezTo>
                      <a:cubicBezTo>
                        <a:pt x="274" y="175"/>
                        <a:pt x="0" y="266"/>
                        <a:pt x="182" y="570"/>
                      </a:cubicBezTo>
                      <a:cubicBezTo>
                        <a:pt x="268" y="684"/>
                        <a:pt x="300" y="877"/>
                        <a:pt x="527" y="877"/>
                      </a:cubicBezTo>
                      <a:cubicBezTo>
                        <a:pt x="543" y="877"/>
                        <a:pt x="560" y="876"/>
                        <a:pt x="578" y="874"/>
                      </a:cubicBezTo>
                      <a:cubicBezTo>
                        <a:pt x="699" y="631"/>
                        <a:pt x="760" y="358"/>
                        <a:pt x="760" y="114"/>
                      </a:cubicBezTo>
                      <a:cubicBezTo>
                        <a:pt x="723" y="41"/>
                        <a:pt x="653" y="1"/>
                        <a:pt x="5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0"/>
                <p:cNvSpPr/>
                <p:nvPr/>
              </p:nvSpPr>
              <p:spPr>
                <a:xfrm>
                  <a:off x="489645" y="928887"/>
                  <a:ext cx="23222" cy="24295"/>
                </a:xfrm>
                <a:custGeom>
                  <a:rect b="b" l="l" r="r" t="t"/>
                  <a:pathLst>
                    <a:path extrusionOk="0" h="860" w="822">
                      <a:moveTo>
                        <a:pt x="559" y="0"/>
                      </a:moveTo>
                      <a:cubicBezTo>
                        <a:pt x="477" y="0"/>
                        <a:pt x="398" y="57"/>
                        <a:pt x="335" y="100"/>
                      </a:cubicBezTo>
                      <a:cubicBezTo>
                        <a:pt x="244" y="161"/>
                        <a:pt x="0" y="282"/>
                        <a:pt x="122" y="465"/>
                      </a:cubicBezTo>
                      <a:cubicBezTo>
                        <a:pt x="213" y="677"/>
                        <a:pt x="274" y="860"/>
                        <a:pt x="517" y="860"/>
                      </a:cubicBezTo>
                      <a:cubicBezTo>
                        <a:pt x="760" y="738"/>
                        <a:pt x="548" y="525"/>
                        <a:pt x="639" y="404"/>
                      </a:cubicBezTo>
                      <a:cubicBezTo>
                        <a:pt x="730" y="252"/>
                        <a:pt x="821" y="161"/>
                        <a:pt x="669" y="39"/>
                      </a:cubicBezTo>
                      <a:cubicBezTo>
                        <a:pt x="632" y="11"/>
                        <a:pt x="595" y="0"/>
                        <a:pt x="5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0"/>
                <p:cNvSpPr/>
                <p:nvPr/>
              </p:nvSpPr>
              <p:spPr>
                <a:xfrm>
                  <a:off x="779882" y="663312"/>
                  <a:ext cx="23193" cy="16102"/>
                </a:xfrm>
                <a:custGeom>
                  <a:rect b="b" l="l" r="r" t="t"/>
                  <a:pathLst>
                    <a:path extrusionOk="0" h="570" w="821">
                      <a:moveTo>
                        <a:pt x="575" y="0"/>
                      </a:moveTo>
                      <a:cubicBezTo>
                        <a:pt x="469" y="0"/>
                        <a:pt x="379" y="106"/>
                        <a:pt x="274" y="169"/>
                      </a:cubicBezTo>
                      <a:cubicBezTo>
                        <a:pt x="152" y="230"/>
                        <a:pt x="0" y="352"/>
                        <a:pt x="152" y="504"/>
                      </a:cubicBezTo>
                      <a:cubicBezTo>
                        <a:pt x="190" y="551"/>
                        <a:pt x="235" y="569"/>
                        <a:pt x="282" y="569"/>
                      </a:cubicBezTo>
                      <a:cubicBezTo>
                        <a:pt x="385" y="569"/>
                        <a:pt x="504" y="485"/>
                        <a:pt x="608" y="443"/>
                      </a:cubicBezTo>
                      <a:cubicBezTo>
                        <a:pt x="760" y="352"/>
                        <a:pt x="821" y="261"/>
                        <a:pt x="730" y="78"/>
                      </a:cubicBezTo>
                      <a:cubicBezTo>
                        <a:pt x="673" y="22"/>
                        <a:pt x="622" y="0"/>
                        <a:pt x="57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30"/>
                <p:cNvSpPr/>
                <p:nvPr/>
              </p:nvSpPr>
              <p:spPr>
                <a:xfrm>
                  <a:off x="533432" y="375250"/>
                  <a:ext cx="20651" cy="26668"/>
                </a:xfrm>
                <a:custGeom>
                  <a:rect b="b" l="l" r="r" t="t"/>
                  <a:pathLst>
                    <a:path extrusionOk="0" h="944" w="731">
                      <a:moveTo>
                        <a:pt x="495" y="0"/>
                      </a:moveTo>
                      <a:cubicBezTo>
                        <a:pt x="454" y="0"/>
                        <a:pt x="410" y="10"/>
                        <a:pt x="365" y="32"/>
                      </a:cubicBezTo>
                      <a:cubicBezTo>
                        <a:pt x="1" y="153"/>
                        <a:pt x="1" y="305"/>
                        <a:pt x="274" y="944"/>
                      </a:cubicBezTo>
                      <a:cubicBezTo>
                        <a:pt x="289" y="929"/>
                        <a:pt x="312" y="921"/>
                        <a:pt x="335" y="921"/>
                      </a:cubicBezTo>
                      <a:cubicBezTo>
                        <a:pt x="358" y="921"/>
                        <a:pt x="381" y="929"/>
                        <a:pt x="396" y="944"/>
                      </a:cubicBezTo>
                      <a:cubicBezTo>
                        <a:pt x="730" y="792"/>
                        <a:pt x="517" y="427"/>
                        <a:pt x="669" y="184"/>
                      </a:cubicBezTo>
                      <a:cubicBezTo>
                        <a:pt x="715" y="92"/>
                        <a:pt x="622" y="0"/>
                        <a:pt x="49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30"/>
                <p:cNvSpPr/>
                <p:nvPr/>
              </p:nvSpPr>
              <p:spPr>
                <a:xfrm>
                  <a:off x="435547" y="1016517"/>
                  <a:ext cx="22346" cy="16300"/>
                </a:xfrm>
                <a:custGeom>
                  <a:rect b="b" l="l" r="r" t="t"/>
                  <a:pathLst>
                    <a:path extrusionOk="0" h="577" w="791">
                      <a:moveTo>
                        <a:pt x="518" y="1"/>
                      </a:moveTo>
                      <a:cubicBezTo>
                        <a:pt x="383" y="1"/>
                        <a:pt x="296" y="148"/>
                        <a:pt x="153" y="220"/>
                      </a:cubicBezTo>
                      <a:cubicBezTo>
                        <a:pt x="61" y="311"/>
                        <a:pt x="1" y="433"/>
                        <a:pt x="122" y="524"/>
                      </a:cubicBezTo>
                      <a:cubicBezTo>
                        <a:pt x="182" y="561"/>
                        <a:pt x="236" y="576"/>
                        <a:pt x="286" y="576"/>
                      </a:cubicBezTo>
                      <a:cubicBezTo>
                        <a:pt x="438" y="576"/>
                        <a:pt x="547" y="433"/>
                        <a:pt x="639" y="341"/>
                      </a:cubicBezTo>
                      <a:cubicBezTo>
                        <a:pt x="791" y="220"/>
                        <a:pt x="760" y="159"/>
                        <a:pt x="639" y="37"/>
                      </a:cubicBezTo>
                      <a:cubicBezTo>
                        <a:pt x="594" y="12"/>
                        <a:pt x="554" y="1"/>
                        <a:pt x="5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30"/>
                <p:cNvSpPr/>
                <p:nvPr/>
              </p:nvSpPr>
              <p:spPr>
                <a:xfrm>
                  <a:off x="491368" y="366690"/>
                  <a:ext cx="17204" cy="24916"/>
                </a:xfrm>
                <a:custGeom>
                  <a:rect b="b" l="l" r="r" t="t"/>
                  <a:pathLst>
                    <a:path extrusionOk="0" h="882" w="609">
                      <a:moveTo>
                        <a:pt x="426" y="1"/>
                      </a:moveTo>
                      <a:cubicBezTo>
                        <a:pt x="304" y="31"/>
                        <a:pt x="183" y="122"/>
                        <a:pt x="274" y="244"/>
                      </a:cubicBezTo>
                      <a:cubicBezTo>
                        <a:pt x="395" y="456"/>
                        <a:pt x="0" y="669"/>
                        <a:pt x="274" y="882"/>
                      </a:cubicBezTo>
                      <a:lnTo>
                        <a:pt x="426" y="882"/>
                      </a:lnTo>
                      <a:cubicBezTo>
                        <a:pt x="487" y="608"/>
                        <a:pt x="547" y="365"/>
                        <a:pt x="608" y="122"/>
                      </a:cubicBezTo>
                      <a:cubicBezTo>
                        <a:pt x="547" y="61"/>
                        <a:pt x="487" y="1"/>
                        <a:pt x="42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30"/>
                <p:cNvSpPr/>
                <p:nvPr/>
              </p:nvSpPr>
              <p:spPr>
                <a:xfrm>
                  <a:off x="863162" y="253353"/>
                  <a:ext cx="7769" cy="2006"/>
                </a:xfrm>
                <a:custGeom>
                  <a:rect b="b" l="l" r="r" t="t"/>
                  <a:pathLst>
                    <a:path extrusionOk="0" h="71" w="275">
                      <a:moveTo>
                        <a:pt x="1" y="0"/>
                      </a:moveTo>
                      <a:cubicBezTo>
                        <a:pt x="36" y="35"/>
                        <a:pt x="81" y="71"/>
                        <a:pt x="136" y="71"/>
                      </a:cubicBezTo>
                      <a:cubicBezTo>
                        <a:pt x="177" y="71"/>
                        <a:pt x="223" y="52"/>
                        <a:pt x="27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30"/>
                <p:cNvSpPr/>
                <p:nvPr/>
              </p:nvSpPr>
              <p:spPr>
                <a:xfrm>
                  <a:off x="533432" y="942701"/>
                  <a:ext cx="19775" cy="18250"/>
                </a:xfrm>
                <a:custGeom>
                  <a:rect b="b" l="l" r="r" t="t"/>
                  <a:pathLst>
                    <a:path extrusionOk="0" h="646" w="700">
                      <a:moveTo>
                        <a:pt x="278" y="1"/>
                      </a:moveTo>
                      <a:cubicBezTo>
                        <a:pt x="241" y="1"/>
                        <a:pt x="200" y="19"/>
                        <a:pt x="153" y="67"/>
                      </a:cubicBezTo>
                      <a:cubicBezTo>
                        <a:pt x="1" y="188"/>
                        <a:pt x="153" y="340"/>
                        <a:pt x="213" y="462"/>
                      </a:cubicBezTo>
                      <a:cubicBezTo>
                        <a:pt x="282" y="554"/>
                        <a:pt x="369" y="646"/>
                        <a:pt x="459" y="646"/>
                      </a:cubicBezTo>
                      <a:cubicBezTo>
                        <a:pt x="488" y="646"/>
                        <a:pt x="518" y="636"/>
                        <a:pt x="548" y="614"/>
                      </a:cubicBezTo>
                      <a:cubicBezTo>
                        <a:pt x="700" y="523"/>
                        <a:pt x="639" y="340"/>
                        <a:pt x="517" y="219"/>
                      </a:cubicBezTo>
                      <a:cubicBezTo>
                        <a:pt x="450" y="151"/>
                        <a:pt x="382" y="1"/>
                        <a:pt x="27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30"/>
                <p:cNvSpPr/>
                <p:nvPr/>
              </p:nvSpPr>
              <p:spPr>
                <a:xfrm>
                  <a:off x="806493" y="365899"/>
                  <a:ext cx="21498" cy="15170"/>
                </a:xfrm>
                <a:custGeom>
                  <a:rect b="b" l="l" r="r" t="t"/>
                  <a:pathLst>
                    <a:path extrusionOk="0" h="537" w="761">
                      <a:moveTo>
                        <a:pt x="540" y="1"/>
                      </a:moveTo>
                      <a:cubicBezTo>
                        <a:pt x="383" y="1"/>
                        <a:pt x="249" y="121"/>
                        <a:pt x="152" y="241"/>
                      </a:cubicBezTo>
                      <a:cubicBezTo>
                        <a:pt x="61" y="302"/>
                        <a:pt x="1" y="454"/>
                        <a:pt x="183" y="515"/>
                      </a:cubicBezTo>
                      <a:cubicBezTo>
                        <a:pt x="224" y="530"/>
                        <a:pt x="261" y="537"/>
                        <a:pt x="296" y="537"/>
                      </a:cubicBezTo>
                      <a:cubicBezTo>
                        <a:pt x="468" y="537"/>
                        <a:pt x="573" y="373"/>
                        <a:pt x="700" y="272"/>
                      </a:cubicBezTo>
                      <a:cubicBezTo>
                        <a:pt x="760" y="181"/>
                        <a:pt x="730" y="89"/>
                        <a:pt x="669" y="29"/>
                      </a:cubicBezTo>
                      <a:cubicBezTo>
                        <a:pt x="625" y="9"/>
                        <a:pt x="581" y="1"/>
                        <a:pt x="5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30"/>
                <p:cNvSpPr/>
                <p:nvPr/>
              </p:nvSpPr>
              <p:spPr>
                <a:xfrm>
                  <a:off x="575524" y="421325"/>
                  <a:ext cx="24916" cy="16555"/>
                </a:xfrm>
                <a:custGeom>
                  <a:rect b="b" l="l" r="r" t="t"/>
                  <a:pathLst>
                    <a:path extrusionOk="0" h="586" w="882">
                      <a:moveTo>
                        <a:pt x="596" y="1"/>
                      </a:moveTo>
                      <a:cubicBezTo>
                        <a:pt x="507" y="1"/>
                        <a:pt x="414" y="74"/>
                        <a:pt x="334" y="133"/>
                      </a:cubicBezTo>
                      <a:cubicBezTo>
                        <a:pt x="213" y="194"/>
                        <a:pt x="0" y="316"/>
                        <a:pt x="152" y="498"/>
                      </a:cubicBezTo>
                      <a:cubicBezTo>
                        <a:pt x="195" y="562"/>
                        <a:pt x="241" y="585"/>
                        <a:pt x="289" y="585"/>
                      </a:cubicBezTo>
                      <a:cubicBezTo>
                        <a:pt x="377" y="585"/>
                        <a:pt x="468" y="507"/>
                        <a:pt x="547" y="468"/>
                      </a:cubicBezTo>
                      <a:cubicBezTo>
                        <a:pt x="638" y="346"/>
                        <a:pt x="882" y="285"/>
                        <a:pt x="730" y="73"/>
                      </a:cubicBezTo>
                      <a:cubicBezTo>
                        <a:pt x="688" y="20"/>
                        <a:pt x="643" y="1"/>
                        <a:pt x="59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30"/>
                <p:cNvSpPr/>
                <p:nvPr/>
              </p:nvSpPr>
              <p:spPr>
                <a:xfrm>
                  <a:off x="912966" y="519521"/>
                  <a:ext cx="23222" cy="18193"/>
                </a:xfrm>
                <a:custGeom>
                  <a:rect b="b" l="l" r="r" t="t"/>
                  <a:pathLst>
                    <a:path extrusionOk="0" h="644" w="822">
                      <a:moveTo>
                        <a:pt x="669" y="1"/>
                      </a:moveTo>
                      <a:lnTo>
                        <a:pt x="335" y="153"/>
                      </a:lnTo>
                      <a:cubicBezTo>
                        <a:pt x="244" y="274"/>
                        <a:pt x="1" y="366"/>
                        <a:pt x="183" y="578"/>
                      </a:cubicBezTo>
                      <a:cubicBezTo>
                        <a:pt x="221" y="626"/>
                        <a:pt x="259" y="644"/>
                        <a:pt x="298" y="644"/>
                      </a:cubicBezTo>
                      <a:cubicBezTo>
                        <a:pt x="381" y="644"/>
                        <a:pt x="464" y="559"/>
                        <a:pt x="548" y="518"/>
                      </a:cubicBezTo>
                      <a:cubicBezTo>
                        <a:pt x="669" y="457"/>
                        <a:pt x="730" y="366"/>
                        <a:pt x="821" y="274"/>
                      </a:cubicBezTo>
                      <a:lnTo>
                        <a:pt x="669" y="1"/>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30"/>
                <p:cNvSpPr/>
                <p:nvPr/>
              </p:nvSpPr>
              <p:spPr>
                <a:xfrm>
                  <a:off x="511115" y="326322"/>
                  <a:ext cx="20623" cy="25792"/>
                </a:xfrm>
                <a:custGeom>
                  <a:rect b="b" l="l" r="r" t="t"/>
                  <a:pathLst>
                    <a:path extrusionOk="0" h="913" w="730">
                      <a:moveTo>
                        <a:pt x="608" y="1"/>
                      </a:moveTo>
                      <a:cubicBezTo>
                        <a:pt x="548" y="1"/>
                        <a:pt x="487" y="1"/>
                        <a:pt x="426" y="31"/>
                      </a:cubicBezTo>
                      <a:cubicBezTo>
                        <a:pt x="608" y="335"/>
                        <a:pt x="0" y="609"/>
                        <a:pt x="426" y="913"/>
                      </a:cubicBezTo>
                      <a:cubicBezTo>
                        <a:pt x="730" y="730"/>
                        <a:pt x="578" y="366"/>
                        <a:pt x="699" y="92"/>
                      </a:cubicBezTo>
                      <a:cubicBezTo>
                        <a:pt x="699" y="92"/>
                        <a:pt x="639" y="1"/>
                        <a:pt x="60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30"/>
                <p:cNvSpPr/>
                <p:nvPr/>
              </p:nvSpPr>
              <p:spPr>
                <a:xfrm>
                  <a:off x="443287" y="302281"/>
                  <a:ext cx="1723" cy="1751"/>
                </a:xfrm>
                <a:custGeom>
                  <a:rect b="b" l="l" r="r" t="t"/>
                  <a:pathLst>
                    <a:path extrusionOk="0" h="62" w="61">
                      <a:moveTo>
                        <a:pt x="61" y="1"/>
                      </a:moveTo>
                      <a:cubicBezTo>
                        <a:pt x="30" y="31"/>
                        <a:pt x="0" y="31"/>
                        <a:pt x="0" y="62"/>
                      </a:cubicBezTo>
                      <a:lnTo>
                        <a:pt x="31" y="31"/>
                      </a:lnTo>
                      <a:cubicBezTo>
                        <a:pt x="31" y="31"/>
                        <a:pt x="60" y="2"/>
                        <a:pt x="61"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30"/>
                <p:cNvSpPr/>
                <p:nvPr/>
              </p:nvSpPr>
              <p:spPr>
                <a:xfrm>
                  <a:off x="978223" y="433021"/>
                  <a:ext cx="12063" cy="10763"/>
                </a:xfrm>
                <a:custGeom>
                  <a:rect b="b" l="l" r="r" t="t"/>
                  <a:pathLst>
                    <a:path extrusionOk="0" h="381" w="427">
                      <a:moveTo>
                        <a:pt x="239" y="1"/>
                      </a:moveTo>
                      <a:cubicBezTo>
                        <a:pt x="199" y="1"/>
                        <a:pt x="158" y="18"/>
                        <a:pt x="122" y="54"/>
                      </a:cubicBezTo>
                      <a:cubicBezTo>
                        <a:pt x="31" y="84"/>
                        <a:pt x="1" y="175"/>
                        <a:pt x="61" y="267"/>
                      </a:cubicBezTo>
                      <a:cubicBezTo>
                        <a:pt x="80" y="340"/>
                        <a:pt x="143" y="380"/>
                        <a:pt x="210" y="380"/>
                      </a:cubicBezTo>
                      <a:cubicBezTo>
                        <a:pt x="254" y="380"/>
                        <a:pt x="299" y="363"/>
                        <a:pt x="335" y="327"/>
                      </a:cubicBezTo>
                      <a:cubicBezTo>
                        <a:pt x="396" y="267"/>
                        <a:pt x="426" y="175"/>
                        <a:pt x="396" y="115"/>
                      </a:cubicBezTo>
                      <a:cubicBezTo>
                        <a:pt x="359" y="41"/>
                        <a:pt x="300" y="1"/>
                        <a:pt x="239"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30"/>
                <p:cNvSpPr/>
                <p:nvPr/>
              </p:nvSpPr>
              <p:spPr>
                <a:xfrm>
                  <a:off x="961047" y="445676"/>
                  <a:ext cx="11187" cy="10340"/>
                </a:xfrm>
                <a:custGeom>
                  <a:rect b="b" l="l" r="r" t="t"/>
                  <a:pathLst>
                    <a:path extrusionOk="0" h="366" w="396">
                      <a:moveTo>
                        <a:pt x="183" y="1"/>
                      </a:moveTo>
                      <a:cubicBezTo>
                        <a:pt x="92" y="1"/>
                        <a:pt x="1" y="62"/>
                        <a:pt x="31" y="153"/>
                      </a:cubicBezTo>
                      <a:cubicBezTo>
                        <a:pt x="31" y="305"/>
                        <a:pt x="92" y="366"/>
                        <a:pt x="244" y="366"/>
                      </a:cubicBezTo>
                      <a:cubicBezTo>
                        <a:pt x="335" y="335"/>
                        <a:pt x="396" y="244"/>
                        <a:pt x="365" y="153"/>
                      </a:cubicBezTo>
                      <a:cubicBezTo>
                        <a:pt x="365" y="62"/>
                        <a:pt x="274" y="1"/>
                        <a:pt x="1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30"/>
                <p:cNvSpPr/>
                <p:nvPr/>
              </p:nvSpPr>
              <p:spPr>
                <a:xfrm>
                  <a:off x="466452" y="785633"/>
                  <a:ext cx="11187" cy="10509"/>
                </a:xfrm>
                <a:custGeom>
                  <a:rect b="b" l="l" r="r" t="t"/>
                  <a:pathLst>
                    <a:path extrusionOk="0" h="372" w="396">
                      <a:moveTo>
                        <a:pt x="202" y="1"/>
                      </a:moveTo>
                      <a:cubicBezTo>
                        <a:pt x="148" y="1"/>
                        <a:pt x="99" y="27"/>
                        <a:pt x="62" y="64"/>
                      </a:cubicBezTo>
                      <a:cubicBezTo>
                        <a:pt x="1" y="125"/>
                        <a:pt x="1" y="216"/>
                        <a:pt x="62" y="308"/>
                      </a:cubicBezTo>
                      <a:cubicBezTo>
                        <a:pt x="99" y="345"/>
                        <a:pt x="148" y="371"/>
                        <a:pt x="202" y="371"/>
                      </a:cubicBezTo>
                      <a:cubicBezTo>
                        <a:pt x="235" y="371"/>
                        <a:pt x="270" y="361"/>
                        <a:pt x="305" y="338"/>
                      </a:cubicBezTo>
                      <a:cubicBezTo>
                        <a:pt x="396" y="277"/>
                        <a:pt x="396" y="95"/>
                        <a:pt x="305" y="34"/>
                      </a:cubicBezTo>
                      <a:cubicBezTo>
                        <a:pt x="270" y="11"/>
                        <a:pt x="235" y="1"/>
                        <a:pt x="20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30"/>
                <p:cNvSpPr/>
                <p:nvPr/>
              </p:nvSpPr>
              <p:spPr>
                <a:xfrm>
                  <a:off x="1070967" y="339175"/>
                  <a:ext cx="18927" cy="15481"/>
                </a:xfrm>
                <a:custGeom>
                  <a:rect b="b" l="l" r="r" t="t"/>
                  <a:pathLst>
                    <a:path extrusionOk="0" h="548" w="670">
                      <a:moveTo>
                        <a:pt x="448" y="1"/>
                      </a:moveTo>
                      <a:cubicBezTo>
                        <a:pt x="407" y="1"/>
                        <a:pt x="367" y="11"/>
                        <a:pt x="335" y="32"/>
                      </a:cubicBezTo>
                      <a:cubicBezTo>
                        <a:pt x="183" y="123"/>
                        <a:pt x="0" y="184"/>
                        <a:pt x="31" y="427"/>
                      </a:cubicBezTo>
                      <a:cubicBezTo>
                        <a:pt x="57" y="518"/>
                        <a:pt x="99" y="548"/>
                        <a:pt x="148" y="548"/>
                      </a:cubicBezTo>
                      <a:cubicBezTo>
                        <a:pt x="215" y="548"/>
                        <a:pt x="295" y="493"/>
                        <a:pt x="365" y="458"/>
                      </a:cubicBezTo>
                      <a:cubicBezTo>
                        <a:pt x="517" y="397"/>
                        <a:pt x="669" y="275"/>
                        <a:pt x="639" y="93"/>
                      </a:cubicBezTo>
                      <a:cubicBezTo>
                        <a:pt x="599" y="34"/>
                        <a:pt x="522" y="1"/>
                        <a:pt x="44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30"/>
                <p:cNvSpPr/>
                <p:nvPr/>
              </p:nvSpPr>
              <p:spPr>
                <a:xfrm>
                  <a:off x="474193" y="573930"/>
                  <a:ext cx="12035" cy="10933"/>
                </a:xfrm>
                <a:custGeom>
                  <a:rect b="b" l="l" r="r" t="t"/>
                  <a:pathLst>
                    <a:path extrusionOk="0" h="387" w="426">
                      <a:moveTo>
                        <a:pt x="207" y="0"/>
                      </a:moveTo>
                      <a:cubicBezTo>
                        <a:pt x="178" y="0"/>
                        <a:pt x="147" y="8"/>
                        <a:pt x="122" y="20"/>
                      </a:cubicBezTo>
                      <a:cubicBezTo>
                        <a:pt x="0" y="142"/>
                        <a:pt x="31" y="233"/>
                        <a:pt x="61" y="294"/>
                      </a:cubicBezTo>
                      <a:cubicBezTo>
                        <a:pt x="100" y="353"/>
                        <a:pt x="165" y="386"/>
                        <a:pt x="222" y="386"/>
                      </a:cubicBezTo>
                      <a:cubicBezTo>
                        <a:pt x="254" y="386"/>
                        <a:pt x="283" y="376"/>
                        <a:pt x="304" y="355"/>
                      </a:cubicBezTo>
                      <a:cubicBezTo>
                        <a:pt x="426" y="294"/>
                        <a:pt x="426" y="111"/>
                        <a:pt x="304" y="51"/>
                      </a:cubicBezTo>
                      <a:cubicBezTo>
                        <a:pt x="287" y="15"/>
                        <a:pt x="248" y="0"/>
                        <a:pt x="20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30"/>
                <p:cNvSpPr/>
                <p:nvPr/>
              </p:nvSpPr>
              <p:spPr>
                <a:xfrm>
                  <a:off x="1284760" y="489915"/>
                  <a:ext cx="12063" cy="10791"/>
                </a:xfrm>
                <a:custGeom>
                  <a:rect b="b" l="l" r="r" t="t"/>
                  <a:pathLst>
                    <a:path extrusionOk="0" h="382" w="427">
                      <a:moveTo>
                        <a:pt x="246" y="1"/>
                      </a:moveTo>
                      <a:cubicBezTo>
                        <a:pt x="207" y="1"/>
                        <a:pt x="165" y="14"/>
                        <a:pt x="122" y="46"/>
                      </a:cubicBezTo>
                      <a:cubicBezTo>
                        <a:pt x="31" y="107"/>
                        <a:pt x="1" y="198"/>
                        <a:pt x="62" y="289"/>
                      </a:cubicBezTo>
                      <a:cubicBezTo>
                        <a:pt x="101" y="348"/>
                        <a:pt x="166" y="381"/>
                        <a:pt x="239" y="381"/>
                      </a:cubicBezTo>
                      <a:cubicBezTo>
                        <a:pt x="280" y="381"/>
                        <a:pt x="323" y="371"/>
                        <a:pt x="366" y="350"/>
                      </a:cubicBezTo>
                      <a:cubicBezTo>
                        <a:pt x="426" y="289"/>
                        <a:pt x="426" y="198"/>
                        <a:pt x="396" y="107"/>
                      </a:cubicBezTo>
                      <a:cubicBezTo>
                        <a:pt x="376" y="47"/>
                        <a:pt x="318" y="1"/>
                        <a:pt x="246"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30"/>
                <p:cNvSpPr/>
                <p:nvPr/>
              </p:nvSpPr>
              <p:spPr>
                <a:xfrm>
                  <a:off x="652787" y="388132"/>
                  <a:ext cx="12063" cy="10368"/>
                </a:xfrm>
                <a:custGeom>
                  <a:rect b="b" l="l" r="r" t="t"/>
                  <a:pathLst>
                    <a:path extrusionOk="0" h="367" w="427">
                      <a:moveTo>
                        <a:pt x="227" y="0"/>
                      </a:moveTo>
                      <a:cubicBezTo>
                        <a:pt x="191" y="0"/>
                        <a:pt x="155" y="10"/>
                        <a:pt x="122" y="32"/>
                      </a:cubicBezTo>
                      <a:cubicBezTo>
                        <a:pt x="31" y="93"/>
                        <a:pt x="1" y="184"/>
                        <a:pt x="61" y="245"/>
                      </a:cubicBezTo>
                      <a:cubicBezTo>
                        <a:pt x="82" y="326"/>
                        <a:pt x="156" y="366"/>
                        <a:pt x="230" y="366"/>
                      </a:cubicBezTo>
                      <a:cubicBezTo>
                        <a:pt x="267" y="366"/>
                        <a:pt x="305" y="356"/>
                        <a:pt x="335" y="336"/>
                      </a:cubicBezTo>
                      <a:cubicBezTo>
                        <a:pt x="396" y="275"/>
                        <a:pt x="426" y="184"/>
                        <a:pt x="396" y="93"/>
                      </a:cubicBezTo>
                      <a:cubicBezTo>
                        <a:pt x="357" y="34"/>
                        <a:pt x="292" y="0"/>
                        <a:pt x="22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30"/>
                <p:cNvSpPr/>
                <p:nvPr/>
              </p:nvSpPr>
              <p:spPr>
                <a:xfrm>
                  <a:off x="479334" y="544663"/>
                  <a:ext cx="12910" cy="11074"/>
                </a:xfrm>
                <a:custGeom>
                  <a:rect b="b" l="l" r="r" t="t"/>
                  <a:pathLst>
                    <a:path extrusionOk="0" h="392" w="457">
                      <a:moveTo>
                        <a:pt x="219" y="0"/>
                      </a:moveTo>
                      <a:cubicBezTo>
                        <a:pt x="173" y="0"/>
                        <a:pt x="128" y="17"/>
                        <a:pt x="92" y="53"/>
                      </a:cubicBezTo>
                      <a:cubicBezTo>
                        <a:pt x="31" y="114"/>
                        <a:pt x="1" y="205"/>
                        <a:pt x="62" y="296"/>
                      </a:cubicBezTo>
                      <a:cubicBezTo>
                        <a:pt x="110" y="362"/>
                        <a:pt x="159" y="392"/>
                        <a:pt x="213" y="392"/>
                      </a:cubicBezTo>
                      <a:cubicBezTo>
                        <a:pt x="259" y="392"/>
                        <a:pt x="309" y="369"/>
                        <a:pt x="365" y="327"/>
                      </a:cubicBezTo>
                      <a:cubicBezTo>
                        <a:pt x="426" y="266"/>
                        <a:pt x="457" y="175"/>
                        <a:pt x="396" y="114"/>
                      </a:cubicBezTo>
                      <a:cubicBezTo>
                        <a:pt x="359" y="40"/>
                        <a:pt x="289" y="0"/>
                        <a:pt x="21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0"/>
                <p:cNvSpPr/>
                <p:nvPr/>
              </p:nvSpPr>
              <p:spPr>
                <a:xfrm>
                  <a:off x="989382" y="449914"/>
                  <a:ext cx="12910" cy="11328"/>
                </a:xfrm>
                <a:custGeom>
                  <a:rect b="b" l="l" r="r" t="t"/>
                  <a:pathLst>
                    <a:path extrusionOk="0" h="401" w="457">
                      <a:moveTo>
                        <a:pt x="242" y="0"/>
                      </a:moveTo>
                      <a:cubicBezTo>
                        <a:pt x="208" y="0"/>
                        <a:pt x="176" y="10"/>
                        <a:pt x="153" y="33"/>
                      </a:cubicBezTo>
                      <a:cubicBezTo>
                        <a:pt x="31" y="94"/>
                        <a:pt x="1" y="246"/>
                        <a:pt x="92" y="337"/>
                      </a:cubicBezTo>
                      <a:cubicBezTo>
                        <a:pt x="130" y="375"/>
                        <a:pt x="179" y="401"/>
                        <a:pt x="232" y="401"/>
                      </a:cubicBezTo>
                      <a:cubicBezTo>
                        <a:pt x="265" y="401"/>
                        <a:pt x="300" y="391"/>
                        <a:pt x="335" y="368"/>
                      </a:cubicBezTo>
                      <a:cubicBezTo>
                        <a:pt x="426" y="307"/>
                        <a:pt x="457" y="155"/>
                        <a:pt x="396" y="64"/>
                      </a:cubicBezTo>
                      <a:cubicBezTo>
                        <a:pt x="358" y="26"/>
                        <a:pt x="298" y="0"/>
                        <a:pt x="242"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0"/>
                <p:cNvSpPr/>
                <p:nvPr/>
              </p:nvSpPr>
              <p:spPr>
                <a:xfrm>
                  <a:off x="537726" y="798910"/>
                  <a:ext cx="21498" cy="19153"/>
                </a:xfrm>
                <a:custGeom>
                  <a:rect b="b" l="l" r="r" t="t"/>
                  <a:pathLst>
                    <a:path extrusionOk="0" h="678" w="761">
                      <a:moveTo>
                        <a:pt x="283" y="1"/>
                      </a:moveTo>
                      <a:cubicBezTo>
                        <a:pt x="247" y="1"/>
                        <a:pt x="205" y="16"/>
                        <a:pt x="153" y="50"/>
                      </a:cubicBezTo>
                      <a:cubicBezTo>
                        <a:pt x="1" y="172"/>
                        <a:pt x="153" y="324"/>
                        <a:pt x="213" y="476"/>
                      </a:cubicBezTo>
                      <a:cubicBezTo>
                        <a:pt x="257" y="584"/>
                        <a:pt x="331" y="677"/>
                        <a:pt x="426" y="677"/>
                      </a:cubicBezTo>
                      <a:cubicBezTo>
                        <a:pt x="463" y="677"/>
                        <a:pt x="504" y="663"/>
                        <a:pt x="548" y="628"/>
                      </a:cubicBezTo>
                      <a:cubicBezTo>
                        <a:pt x="761" y="476"/>
                        <a:pt x="578" y="324"/>
                        <a:pt x="487" y="202"/>
                      </a:cubicBezTo>
                      <a:cubicBezTo>
                        <a:pt x="422" y="94"/>
                        <a:pt x="372" y="1"/>
                        <a:pt x="283"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30"/>
                <p:cNvSpPr/>
                <p:nvPr/>
              </p:nvSpPr>
              <p:spPr>
                <a:xfrm>
                  <a:off x="632193" y="733569"/>
                  <a:ext cx="20623" cy="18758"/>
                </a:xfrm>
                <a:custGeom>
                  <a:rect b="b" l="l" r="r" t="t"/>
                  <a:pathLst>
                    <a:path extrusionOk="0" h="664" w="730">
                      <a:moveTo>
                        <a:pt x="345" y="0"/>
                      </a:moveTo>
                      <a:cubicBezTo>
                        <a:pt x="309" y="0"/>
                        <a:pt x="265" y="16"/>
                        <a:pt x="213" y="53"/>
                      </a:cubicBezTo>
                      <a:cubicBezTo>
                        <a:pt x="0" y="144"/>
                        <a:pt x="122" y="296"/>
                        <a:pt x="213" y="388"/>
                      </a:cubicBezTo>
                      <a:cubicBezTo>
                        <a:pt x="262" y="486"/>
                        <a:pt x="311" y="664"/>
                        <a:pt x="457" y="664"/>
                      </a:cubicBezTo>
                      <a:cubicBezTo>
                        <a:pt x="491" y="664"/>
                        <a:pt x="531" y="654"/>
                        <a:pt x="578" y="631"/>
                      </a:cubicBezTo>
                      <a:cubicBezTo>
                        <a:pt x="730" y="509"/>
                        <a:pt x="669" y="388"/>
                        <a:pt x="578" y="236"/>
                      </a:cubicBezTo>
                      <a:cubicBezTo>
                        <a:pt x="509" y="144"/>
                        <a:pt x="457" y="0"/>
                        <a:pt x="34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30"/>
                <p:cNvSpPr/>
                <p:nvPr/>
              </p:nvSpPr>
              <p:spPr>
                <a:xfrm>
                  <a:off x="995399" y="497176"/>
                  <a:ext cx="12910" cy="10452"/>
                </a:xfrm>
                <a:custGeom>
                  <a:rect b="b" l="l" r="r" t="t"/>
                  <a:pathLst>
                    <a:path extrusionOk="0" h="370" w="457">
                      <a:moveTo>
                        <a:pt x="248" y="0"/>
                      </a:moveTo>
                      <a:cubicBezTo>
                        <a:pt x="217" y="0"/>
                        <a:pt x="185" y="11"/>
                        <a:pt x="153" y="32"/>
                      </a:cubicBezTo>
                      <a:cubicBezTo>
                        <a:pt x="31" y="62"/>
                        <a:pt x="1" y="245"/>
                        <a:pt x="122" y="306"/>
                      </a:cubicBezTo>
                      <a:cubicBezTo>
                        <a:pt x="141" y="343"/>
                        <a:pt x="183" y="369"/>
                        <a:pt x="234" y="369"/>
                      </a:cubicBezTo>
                      <a:cubicBezTo>
                        <a:pt x="265" y="369"/>
                        <a:pt x="300" y="359"/>
                        <a:pt x="335" y="336"/>
                      </a:cubicBezTo>
                      <a:cubicBezTo>
                        <a:pt x="426" y="275"/>
                        <a:pt x="456" y="184"/>
                        <a:pt x="396" y="93"/>
                      </a:cubicBezTo>
                      <a:cubicBezTo>
                        <a:pt x="356" y="34"/>
                        <a:pt x="305" y="0"/>
                        <a:pt x="24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0"/>
                <p:cNvSpPr/>
                <p:nvPr/>
              </p:nvSpPr>
              <p:spPr>
                <a:xfrm>
                  <a:off x="924125" y="559381"/>
                  <a:ext cx="11187" cy="10114"/>
                </a:xfrm>
                <a:custGeom>
                  <a:rect b="b" l="l" r="r" t="t"/>
                  <a:pathLst>
                    <a:path extrusionOk="0" h="358" w="396">
                      <a:moveTo>
                        <a:pt x="191" y="0"/>
                      </a:moveTo>
                      <a:cubicBezTo>
                        <a:pt x="159" y="0"/>
                        <a:pt x="125" y="7"/>
                        <a:pt x="92" y="19"/>
                      </a:cubicBezTo>
                      <a:cubicBezTo>
                        <a:pt x="31" y="79"/>
                        <a:pt x="1" y="171"/>
                        <a:pt x="62" y="262"/>
                      </a:cubicBezTo>
                      <a:cubicBezTo>
                        <a:pt x="94" y="327"/>
                        <a:pt x="144" y="357"/>
                        <a:pt x="198" y="357"/>
                      </a:cubicBezTo>
                      <a:cubicBezTo>
                        <a:pt x="244" y="357"/>
                        <a:pt x="293" y="334"/>
                        <a:pt x="335" y="292"/>
                      </a:cubicBezTo>
                      <a:cubicBezTo>
                        <a:pt x="396" y="231"/>
                        <a:pt x="396" y="110"/>
                        <a:pt x="335" y="79"/>
                      </a:cubicBezTo>
                      <a:cubicBezTo>
                        <a:pt x="297" y="22"/>
                        <a:pt x="246" y="0"/>
                        <a:pt x="19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30"/>
                <p:cNvSpPr/>
                <p:nvPr/>
              </p:nvSpPr>
              <p:spPr>
                <a:xfrm>
                  <a:off x="839122" y="695573"/>
                  <a:ext cx="10340" cy="10311"/>
                </a:xfrm>
                <a:custGeom>
                  <a:rect b="b" l="l" r="r" t="t"/>
                  <a:pathLst>
                    <a:path extrusionOk="0" h="365" w="366">
                      <a:moveTo>
                        <a:pt x="213" y="0"/>
                      </a:moveTo>
                      <a:cubicBezTo>
                        <a:pt x="92" y="0"/>
                        <a:pt x="1" y="91"/>
                        <a:pt x="1" y="213"/>
                      </a:cubicBezTo>
                      <a:cubicBezTo>
                        <a:pt x="1" y="304"/>
                        <a:pt x="92" y="365"/>
                        <a:pt x="183" y="365"/>
                      </a:cubicBezTo>
                      <a:cubicBezTo>
                        <a:pt x="304" y="365"/>
                        <a:pt x="365" y="274"/>
                        <a:pt x="365" y="213"/>
                      </a:cubicBezTo>
                      <a:cubicBezTo>
                        <a:pt x="365" y="61"/>
                        <a:pt x="304" y="0"/>
                        <a:pt x="21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30"/>
                <p:cNvSpPr/>
                <p:nvPr/>
              </p:nvSpPr>
              <p:spPr>
                <a:xfrm>
                  <a:off x="391760" y="900101"/>
                  <a:ext cx="11187" cy="10142"/>
                </a:xfrm>
                <a:custGeom>
                  <a:rect b="b" l="l" r="r" t="t"/>
                  <a:pathLst>
                    <a:path extrusionOk="0" h="359" w="396">
                      <a:moveTo>
                        <a:pt x="193" y="0"/>
                      </a:moveTo>
                      <a:cubicBezTo>
                        <a:pt x="171" y="0"/>
                        <a:pt x="147" y="8"/>
                        <a:pt x="122" y="25"/>
                      </a:cubicBezTo>
                      <a:cubicBezTo>
                        <a:pt x="31" y="55"/>
                        <a:pt x="0" y="146"/>
                        <a:pt x="31" y="237"/>
                      </a:cubicBezTo>
                      <a:cubicBezTo>
                        <a:pt x="51" y="318"/>
                        <a:pt x="125" y="359"/>
                        <a:pt x="200" y="359"/>
                      </a:cubicBezTo>
                      <a:cubicBezTo>
                        <a:pt x="237" y="359"/>
                        <a:pt x="274" y="349"/>
                        <a:pt x="304" y="329"/>
                      </a:cubicBezTo>
                      <a:cubicBezTo>
                        <a:pt x="365" y="268"/>
                        <a:pt x="396" y="177"/>
                        <a:pt x="365" y="116"/>
                      </a:cubicBezTo>
                      <a:cubicBezTo>
                        <a:pt x="299" y="50"/>
                        <a:pt x="249" y="0"/>
                        <a:pt x="19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30"/>
                <p:cNvSpPr/>
                <p:nvPr/>
              </p:nvSpPr>
              <p:spPr>
                <a:xfrm>
                  <a:off x="978223" y="471412"/>
                  <a:ext cx="12063" cy="9944"/>
                </a:xfrm>
                <a:custGeom>
                  <a:rect b="b" l="l" r="r" t="t"/>
                  <a:pathLst>
                    <a:path extrusionOk="0" h="352" w="427">
                      <a:moveTo>
                        <a:pt x="218" y="1"/>
                      </a:moveTo>
                      <a:cubicBezTo>
                        <a:pt x="187" y="1"/>
                        <a:pt x="155" y="11"/>
                        <a:pt x="122" y="32"/>
                      </a:cubicBezTo>
                      <a:cubicBezTo>
                        <a:pt x="31" y="93"/>
                        <a:pt x="1" y="215"/>
                        <a:pt x="92" y="306"/>
                      </a:cubicBezTo>
                      <a:cubicBezTo>
                        <a:pt x="122" y="336"/>
                        <a:pt x="168" y="351"/>
                        <a:pt x="213" y="351"/>
                      </a:cubicBezTo>
                      <a:cubicBezTo>
                        <a:pt x="259" y="351"/>
                        <a:pt x="305" y="336"/>
                        <a:pt x="335" y="306"/>
                      </a:cubicBezTo>
                      <a:cubicBezTo>
                        <a:pt x="396" y="275"/>
                        <a:pt x="426" y="154"/>
                        <a:pt x="365" y="93"/>
                      </a:cubicBezTo>
                      <a:cubicBezTo>
                        <a:pt x="326" y="34"/>
                        <a:pt x="274" y="1"/>
                        <a:pt x="218"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0"/>
                <p:cNvSpPr/>
                <p:nvPr/>
              </p:nvSpPr>
              <p:spPr>
                <a:xfrm>
                  <a:off x="815929" y="569890"/>
                  <a:ext cx="12910" cy="10678"/>
                </a:xfrm>
                <a:custGeom>
                  <a:rect b="b" l="l" r="r" t="t"/>
                  <a:pathLst>
                    <a:path extrusionOk="0" h="378" w="457">
                      <a:moveTo>
                        <a:pt x="243" y="0"/>
                      </a:moveTo>
                      <a:cubicBezTo>
                        <a:pt x="225" y="0"/>
                        <a:pt x="205" y="4"/>
                        <a:pt x="183" y="11"/>
                      </a:cubicBezTo>
                      <a:cubicBezTo>
                        <a:pt x="62" y="42"/>
                        <a:pt x="1" y="194"/>
                        <a:pt x="92" y="285"/>
                      </a:cubicBezTo>
                      <a:cubicBezTo>
                        <a:pt x="112" y="344"/>
                        <a:pt x="169" y="377"/>
                        <a:pt x="224" y="377"/>
                      </a:cubicBezTo>
                      <a:cubicBezTo>
                        <a:pt x="254" y="377"/>
                        <a:pt x="283" y="367"/>
                        <a:pt x="305" y="346"/>
                      </a:cubicBezTo>
                      <a:cubicBezTo>
                        <a:pt x="396" y="285"/>
                        <a:pt x="457" y="224"/>
                        <a:pt x="396" y="133"/>
                      </a:cubicBezTo>
                      <a:cubicBezTo>
                        <a:pt x="350" y="40"/>
                        <a:pt x="303" y="0"/>
                        <a:pt x="24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0"/>
                <p:cNvSpPr/>
                <p:nvPr/>
              </p:nvSpPr>
              <p:spPr>
                <a:xfrm>
                  <a:off x="930990" y="439829"/>
                  <a:ext cx="11215" cy="10311"/>
                </a:xfrm>
                <a:custGeom>
                  <a:rect b="b" l="l" r="r" t="t"/>
                  <a:pathLst>
                    <a:path extrusionOk="0" h="365" w="397">
                      <a:moveTo>
                        <a:pt x="183" y="0"/>
                      </a:moveTo>
                      <a:cubicBezTo>
                        <a:pt x="161" y="0"/>
                        <a:pt x="140" y="8"/>
                        <a:pt x="122" y="26"/>
                      </a:cubicBezTo>
                      <a:cubicBezTo>
                        <a:pt x="62" y="86"/>
                        <a:pt x="1" y="178"/>
                        <a:pt x="62" y="269"/>
                      </a:cubicBezTo>
                      <a:cubicBezTo>
                        <a:pt x="78" y="334"/>
                        <a:pt x="129" y="364"/>
                        <a:pt x="187" y="364"/>
                      </a:cubicBezTo>
                      <a:cubicBezTo>
                        <a:pt x="237" y="364"/>
                        <a:pt x="293" y="341"/>
                        <a:pt x="335" y="299"/>
                      </a:cubicBezTo>
                      <a:cubicBezTo>
                        <a:pt x="396" y="269"/>
                        <a:pt x="366" y="147"/>
                        <a:pt x="366" y="86"/>
                      </a:cubicBezTo>
                      <a:cubicBezTo>
                        <a:pt x="301" y="43"/>
                        <a:pt x="237"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30"/>
                <p:cNvSpPr/>
                <p:nvPr/>
              </p:nvSpPr>
              <p:spPr>
                <a:xfrm>
                  <a:off x="889773" y="416156"/>
                  <a:ext cx="12063" cy="11102"/>
                </a:xfrm>
                <a:custGeom>
                  <a:rect b="b" l="l" r="r" t="t"/>
                  <a:pathLst>
                    <a:path extrusionOk="0" h="393" w="427">
                      <a:moveTo>
                        <a:pt x="240" y="1"/>
                      </a:moveTo>
                      <a:cubicBezTo>
                        <a:pt x="198" y="1"/>
                        <a:pt x="156" y="26"/>
                        <a:pt x="122" y="43"/>
                      </a:cubicBezTo>
                      <a:cubicBezTo>
                        <a:pt x="31" y="104"/>
                        <a:pt x="1" y="225"/>
                        <a:pt x="92" y="347"/>
                      </a:cubicBezTo>
                      <a:cubicBezTo>
                        <a:pt x="122" y="377"/>
                        <a:pt x="160" y="392"/>
                        <a:pt x="198" y="392"/>
                      </a:cubicBezTo>
                      <a:cubicBezTo>
                        <a:pt x="236" y="392"/>
                        <a:pt x="274" y="377"/>
                        <a:pt x="305" y="347"/>
                      </a:cubicBezTo>
                      <a:cubicBezTo>
                        <a:pt x="426" y="286"/>
                        <a:pt x="426" y="195"/>
                        <a:pt x="335" y="73"/>
                      </a:cubicBezTo>
                      <a:cubicBezTo>
                        <a:pt x="308" y="18"/>
                        <a:pt x="274" y="1"/>
                        <a:pt x="24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30"/>
                <p:cNvSpPr/>
                <p:nvPr/>
              </p:nvSpPr>
              <p:spPr>
                <a:xfrm>
                  <a:off x="472469" y="665911"/>
                  <a:ext cx="12063" cy="10565"/>
                </a:xfrm>
                <a:custGeom>
                  <a:rect b="b" l="l" r="r" t="t"/>
                  <a:pathLst>
                    <a:path extrusionOk="0" h="374" w="427">
                      <a:moveTo>
                        <a:pt x="200" y="0"/>
                      </a:moveTo>
                      <a:cubicBezTo>
                        <a:pt x="163" y="0"/>
                        <a:pt x="125" y="13"/>
                        <a:pt x="92" y="47"/>
                      </a:cubicBezTo>
                      <a:cubicBezTo>
                        <a:pt x="1" y="108"/>
                        <a:pt x="1" y="199"/>
                        <a:pt x="61" y="260"/>
                      </a:cubicBezTo>
                      <a:cubicBezTo>
                        <a:pt x="80" y="333"/>
                        <a:pt x="143" y="374"/>
                        <a:pt x="210" y="374"/>
                      </a:cubicBezTo>
                      <a:cubicBezTo>
                        <a:pt x="254" y="374"/>
                        <a:pt x="299" y="357"/>
                        <a:pt x="335" y="321"/>
                      </a:cubicBezTo>
                      <a:cubicBezTo>
                        <a:pt x="426" y="260"/>
                        <a:pt x="396" y="169"/>
                        <a:pt x="365" y="77"/>
                      </a:cubicBezTo>
                      <a:cubicBezTo>
                        <a:pt x="327" y="39"/>
                        <a:pt x="264"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30"/>
                <p:cNvSpPr/>
                <p:nvPr/>
              </p:nvSpPr>
              <p:spPr>
                <a:xfrm>
                  <a:off x="940453" y="266715"/>
                  <a:ext cx="12034" cy="10707"/>
                </a:xfrm>
                <a:custGeom>
                  <a:rect b="b" l="l" r="r" t="t"/>
                  <a:pathLst>
                    <a:path extrusionOk="0" h="379" w="426">
                      <a:moveTo>
                        <a:pt x="203" y="0"/>
                      </a:moveTo>
                      <a:cubicBezTo>
                        <a:pt x="169" y="0"/>
                        <a:pt x="132" y="14"/>
                        <a:pt x="91" y="44"/>
                      </a:cubicBezTo>
                      <a:cubicBezTo>
                        <a:pt x="31" y="105"/>
                        <a:pt x="0" y="196"/>
                        <a:pt x="61" y="257"/>
                      </a:cubicBezTo>
                      <a:cubicBezTo>
                        <a:pt x="81" y="338"/>
                        <a:pt x="156" y="378"/>
                        <a:pt x="230" y="378"/>
                      </a:cubicBezTo>
                      <a:cubicBezTo>
                        <a:pt x="267" y="378"/>
                        <a:pt x="304" y="368"/>
                        <a:pt x="335" y="348"/>
                      </a:cubicBezTo>
                      <a:cubicBezTo>
                        <a:pt x="395" y="287"/>
                        <a:pt x="426" y="196"/>
                        <a:pt x="365" y="135"/>
                      </a:cubicBezTo>
                      <a:cubicBezTo>
                        <a:pt x="324" y="54"/>
                        <a:pt x="270" y="0"/>
                        <a:pt x="20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30"/>
                <p:cNvSpPr/>
                <p:nvPr/>
              </p:nvSpPr>
              <p:spPr>
                <a:xfrm>
                  <a:off x="641628" y="446524"/>
                  <a:ext cx="12910" cy="10424"/>
                </a:xfrm>
                <a:custGeom>
                  <a:rect b="b" l="l" r="r" t="t"/>
                  <a:pathLst>
                    <a:path extrusionOk="0" h="369" w="457">
                      <a:moveTo>
                        <a:pt x="196" y="0"/>
                      </a:moveTo>
                      <a:cubicBezTo>
                        <a:pt x="160" y="0"/>
                        <a:pt x="124" y="10"/>
                        <a:pt x="92" y="32"/>
                      </a:cubicBezTo>
                      <a:cubicBezTo>
                        <a:pt x="1" y="93"/>
                        <a:pt x="1" y="184"/>
                        <a:pt x="61" y="305"/>
                      </a:cubicBezTo>
                      <a:cubicBezTo>
                        <a:pt x="80" y="343"/>
                        <a:pt x="134" y="369"/>
                        <a:pt x="186" y="369"/>
                      </a:cubicBezTo>
                      <a:cubicBezTo>
                        <a:pt x="219" y="369"/>
                        <a:pt x="251" y="359"/>
                        <a:pt x="274" y="336"/>
                      </a:cubicBezTo>
                      <a:cubicBezTo>
                        <a:pt x="365" y="275"/>
                        <a:pt x="456" y="184"/>
                        <a:pt x="365" y="93"/>
                      </a:cubicBezTo>
                      <a:cubicBezTo>
                        <a:pt x="326" y="34"/>
                        <a:pt x="261" y="0"/>
                        <a:pt x="196"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0"/>
                <p:cNvSpPr/>
                <p:nvPr/>
              </p:nvSpPr>
              <p:spPr>
                <a:xfrm>
                  <a:off x="699173" y="343949"/>
                  <a:ext cx="12035" cy="10114"/>
                </a:xfrm>
                <a:custGeom>
                  <a:rect b="b" l="l" r="r" t="t"/>
                  <a:pathLst>
                    <a:path extrusionOk="0" h="358" w="426">
                      <a:moveTo>
                        <a:pt x="198" y="0"/>
                      </a:moveTo>
                      <a:cubicBezTo>
                        <a:pt x="160" y="0"/>
                        <a:pt x="122" y="15"/>
                        <a:pt x="91" y="46"/>
                      </a:cubicBezTo>
                      <a:cubicBezTo>
                        <a:pt x="0" y="106"/>
                        <a:pt x="0" y="198"/>
                        <a:pt x="61" y="289"/>
                      </a:cubicBezTo>
                      <a:cubicBezTo>
                        <a:pt x="91" y="334"/>
                        <a:pt x="144" y="357"/>
                        <a:pt x="201" y="357"/>
                      </a:cubicBezTo>
                      <a:cubicBezTo>
                        <a:pt x="258" y="357"/>
                        <a:pt x="319" y="334"/>
                        <a:pt x="365" y="289"/>
                      </a:cubicBezTo>
                      <a:cubicBezTo>
                        <a:pt x="426" y="198"/>
                        <a:pt x="365" y="106"/>
                        <a:pt x="304" y="46"/>
                      </a:cubicBezTo>
                      <a:cubicBezTo>
                        <a:pt x="274" y="15"/>
                        <a:pt x="236" y="0"/>
                        <a:pt x="19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0"/>
                <p:cNvSpPr/>
                <p:nvPr/>
              </p:nvSpPr>
              <p:spPr>
                <a:xfrm>
                  <a:off x="566936" y="356238"/>
                  <a:ext cx="12035" cy="11130"/>
                </a:xfrm>
                <a:custGeom>
                  <a:rect b="b" l="l" r="r" t="t"/>
                  <a:pathLst>
                    <a:path extrusionOk="0" h="394" w="426">
                      <a:moveTo>
                        <a:pt x="238" y="0"/>
                      </a:moveTo>
                      <a:cubicBezTo>
                        <a:pt x="206" y="0"/>
                        <a:pt x="168" y="20"/>
                        <a:pt x="122" y="67"/>
                      </a:cubicBezTo>
                      <a:cubicBezTo>
                        <a:pt x="0" y="158"/>
                        <a:pt x="0" y="188"/>
                        <a:pt x="61" y="279"/>
                      </a:cubicBezTo>
                      <a:cubicBezTo>
                        <a:pt x="79" y="353"/>
                        <a:pt x="142" y="393"/>
                        <a:pt x="209" y="393"/>
                      </a:cubicBezTo>
                      <a:cubicBezTo>
                        <a:pt x="253" y="393"/>
                        <a:pt x="298" y="376"/>
                        <a:pt x="334" y="340"/>
                      </a:cubicBezTo>
                      <a:cubicBezTo>
                        <a:pt x="395" y="310"/>
                        <a:pt x="426" y="219"/>
                        <a:pt x="365" y="127"/>
                      </a:cubicBezTo>
                      <a:cubicBezTo>
                        <a:pt x="327" y="52"/>
                        <a:pt x="290" y="0"/>
                        <a:pt x="238"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0"/>
                <p:cNvSpPr/>
                <p:nvPr/>
              </p:nvSpPr>
              <p:spPr>
                <a:xfrm>
                  <a:off x="508544" y="270613"/>
                  <a:ext cx="10311" cy="10226"/>
                </a:xfrm>
                <a:custGeom>
                  <a:rect b="b" l="l" r="r" t="t"/>
                  <a:pathLst>
                    <a:path extrusionOk="0" h="362" w="365">
                      <a:moveTo>
                        <a:pt x="159" y="0"/>
                      </a:moveTo>
                      <a:cubicBezTo>
                        <a:pt x="122" y="0"/>
                        <a:pt x="88" y="17"/>
                        <a:pt x="61" y="58"/>
                      </a:cubicBezTo>
                      <a:cubicBezTo>
                        <a:pt x="0" y="149"/>
                        <a:pt x="0" y="240"/>
                        <a:pt x="31" y="271"/>
                      </a:cubicBezTo>
                      <a:cubicBezTo>
                        <a:pt x="61" y="332"/>
                        <a:pt x="114" y="362"/>
                        <a:pt x="171" y="362"/>
                      </a:cubicBezTo>
                      <a:cubicBezTo>
                        <a:pt x="228" y="362"/>
                        <a:pt x="289" y="332"/>
                        <a:pt x="335" y="271"/>
                      </a:cubicBezTo>
                      <a:cubicBezTo>
                        <a:pt x="365" y="210"/>
                        <a:pt x="365" y="119"/>
                        <a:pt x="304" y="58"/>
                      </a:cubicBezTo>
                      <a:cubicBezTo>
                        <a:pt x="254" y="25"/>
                        <a:pt x="204" y="0"/>
                        <a:pt x="159"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0"/>
                <p:cNvSpPr/>
                <p:nvPr/>
              </p:nvSpPr>
              <p:spPr>
                <a:xfrm>
                  <a:off x="740389" y="813713"/>
                  <a:ext cx="12035" cy="10453"/>
                </a:xfrm>
                <a:custGeom>
                  <a:rect b="b" l="l" r="r" t="t"/>
                  <a:pathLst>
                    <a:path extrusionOk="0" h="370" w="426">
                      <a:moveTo>
                        <a:pt x="224" y="1"/>
                      </a:moveTo>
                      <a:cubicBezTo>
                        <a:pt x="179" y="1"/>
                        <a:pt x="132" y="16"/>
                        <a:pt x="91" y="43"/>
                      </a:cubicBezTo>
                      <a:cubicBezTo>
                        <a:pt x="0" y="104"/>
                        <a:pt x="0" y="195"/>
                        <a:pt x="61" y="286"/>
                      </a:cubicBezTo>
                      <a:cubicBezTo>
                        <a:pt x="91" y="347"/>
                        <a:pt x="137" y="370"/>
                        <a:pt x="186" y="370"/>
                      </a:cubicBezTo>
                      <a:cubicBezTo>
                        <a:pt x="236" y="370"/>
                        <a:pt x="289" y="347"/>
                        <a:pt x="334" y="317"/>
                      </a:cubicBezTo>
                      <a:cubicBezTo>
                        <a:pt x="395" y="256"/>
                        <a:pt x="426" y="165"/>
                        <a:pt x="365" y="73"/>
                      </a:cubicBezTo>
                      <a:cubicBezTo>
                        <a:pt x="331" y="23"/>
                        <a:pt x="279" y="1"/>
                        <a:pt x="22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0"/>
                <p:cNvSpPr/>
                <p:nvPr/>
              </p:nvSpPr>
              <p:spPr>
                <a:xfrm>
                  <a:off x="634764" y="976262"/>
                  <a:ext cx="12035" cy="10566"/>
                </a:xfrm>
                <a:custGeom>
                  <a:rect b="b" l="l" r="r" t="t"/>
                  <a:pathLst>
                    <a:path extrusionOk="0" h="374" w="426">
                      <a:moveTo>
                        <a:pt x="225" y="1"/>
                      </a:moveTo>
                      <a:cubicBezTo>
                        <a:pt x="192" y="1"/>
                        <a:pt x="157" y="11"/>
                        <a:pt x="122" y="34"/>
                      </a:cubicBezTo>
                      <a:cubicBezTo>
                        <a:pt x="31" y="64"/>
                        <a:pt x="0" y="186"/>
                        <a:pt x="61" y="247"/>
                      </a:cubicBezTo>
                      <a:cubicBezTo>
                        <a:pt x="118" y="322"/>
                        <a:pt x="174" y="374"/>
                        <a:pt x="237" y="374"/>
                      </a:cubicBezTo>
                      <a:cubicBezTo>
                        <a:pt x="277" y="374"/>
                        <a:pt x="319" y="354"/>
                        <a:pt x="365" y="307"/>
                      </a:cubicBezTo>
                      <a:cubicBezTo>
                        <a:pt x="426" y="247"/>
                        <a:pt x="426" y="125"/>
                        <a:pt x="365" y="64"/>
                      </a:cubicBezTo>
                      <a:cubicBezTo>
                        <a:pt x="328" y="27"/>
                        <a:pt x="278" y="1"/>
                        <a:pt x="225"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0"/>
                <p:cNvSpPr/>
                <p:nvPr/>
              </p:nvSpPr>
              <p:spPr>
                <a:xfrm>
                  <a:off x="1344875" y="462683"/>
                  <a:ext cx="17204" cy="17459"/>
                </a:xfrm>
                <a:custGeom>
                  <a:rect b="b" l="l" r="r" t="t"/>
                  <a:pathLst>
                    <a:path extrusionOk="0" h="618" w="609">
                      <a:moveTo>
                        <a:pt x="180" y="0"/>
                      </a:moveTo>
                      <a:cubicBezTo>
                        <a:pt x="101" y="0"/>
                        <a:pt x="39" y="86"/>
                        <a:pt x="1" y="220"/>
                      </a:cubicBezTo>
                      <a:cubicBezTo>
                        <a:pt x="31" y="280"/>
                        <a:pt x="61" y="372"/>
                        <a:pt x="122" y="432"/>
                      </a:cubicBezTo>
                      <a:cubicBezTo>
                        <a:pt x="165" y="518"/>
                        <a:pt x="222" y="618"/>
                        <a:pt x="305" y="618"/>
                      </a:cubicBezTo>
                      <a:cubicBezTo>
                        <a:pt x="341" y="618"/>
                        <a:pt x="381" y="599"/>
                        <a:pt x="426" y="554"/>
                      </a:cubicBezTo>
                      <a:cubicBezTo>
                        <a:pt x="609" y="402"/>
                        <a:pt x="457" y="220"/>
                        <a:pt x="335" y="98"/>
                      </a:cubicBezTo>
                      <a:cubicBezTo>
                        <a:pt x="278" y="30"/>
                        <a:pt x="226" y="0"/>
                        <a:pt x="18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30"/>
                <p:cNvSpPr/>
                <p:nvPr/>
              </p:nvSpPr>
              <p:spPr>
                <a:xfrm>
                  <a:off x="1157693" y="564692"/>
                  <a:ext cx="11950" cy="9238"/>
                </a:xfrm>
                <a:custGeom>
                  <a:rect b="b" l="l" r="r" t="t"/>
                  <a:pathLst>
                    <a:path extrusionOk="0" h="327" w="423">
                      <a:moveTo>
                        <a:pt x="227" y="1"/>
                      </a:moveTo>
                      <a:cubicBezTo>
                        <a:pt x="189" y="1"/>
                        <a:pt x="149" y="16"/>
                        <a:pt x="122" y="43"/>
                      </a:cubicBezTo>
                      <a:cubicBezTo>
                        <a:pt x="31" y="74"/>
                        <a:pt x="0" y="195"/>
                        <a:pt x="61" y="256"/>
                      </a:cubicBezTo>
                      <a:cubicBezTo>
                        <a:pt x="78" y="306"/>
                        <a:pt x="115" y="326"/>
                        <a:pt x="158" y="326"/>
                      </a:cubicBezTo>
                      <a:cubicBezTo>
                        <a:pt x="271" y="326"/>
                        <a:pt x="423" y="184"/>
                        <a:pt x="335" y="74"/>
                      </a:cubicBezTo>
                      <a:cubicBezTo>
                        <a:pt x="318" y="23"/>
                        <a:pt x="274" y="1"/>
                        <a:pt x="22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30"/>
                <p:cNvSpPr/>
                <p:nvPr/>
              </p:nvSpPr>
              <p:spPr>
                <a:xfrm>
                  <a:off x="1041756" y="581529"/>
                  <a:ext cx="11215" cy="10537"/>
                </a:xfrm>
                <a:custGeom>
                  <a:rect b="b" l="l" r="r" t="t"/>
                  <a:pathLst>
                    <a:path extrusionOk="0" h="373" w="397">
                      <a:moveTo>
                        <a:pt x="200" y="1"/>
                      </a:moveTo>
                      <a:cubicBezTo>
                        <a:pt x="174" y="1"/>
                        <a:pt x="147" y="9"/>
                        <a:pt x="123" y="25"/>
                      </a:cubicBezTo>
                      <a:cubicBezTo>
                        <a:pt x="31" y="86"/>
                        <a:pt x="1" y="146"/>
                        <a:pt x="1" y="238"/>
                      </a:cubicBezTo>
                      <a:cubicBezTo>
                        <a:pt x="41" y="319"/>
                        <a:pt x="95" y="373"/>
                        <a:pt x="172" y="373"/>
                      </a:cubicBezTo>
                      <a:cubicBezTo>
                        <a:pt x="210" y="373"/>
                        <a:pt x="254" y="359"/>
                        <a:pt x="305" y="329"/>
                      </a:cubicBezTo>
                      <a:cubicBezTo>
                        <a:pt x="335" y="298"/>
                        <a:pt x="396" y="207"/>
                        <a:pt x="366" y="146"/>
                      </a:cubicBezTo>
                      <a:cubicBezTo>
                        <a:pt x="343" y="57"/>
                        <a:pt x="272" y="1"/>
                        <a:pt x="200"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0"/>
                <p:cNvSpPr/>
                <p:nvPr/>
              </p:nvSpPr>
              <p:spPr>
                <a:xfrm>
                  <a:off x="675980" y="794475"/>
                  <a:ext cx="12910" cy="10565"/>
                </a:xfrm>
                <a:custGeom>
                  <a:rect b="b" l="l" r="r" t="t"/>
                  <a:pathLst>
                    <a:path extrusionOk="0" h="374" w="457">
                      <a:moveTo>
                        <a:pt x="217" y="0"/>
                      </a:moveTo>
                      <a:cubicBezTo>
                        <a:pt x="187" y="0"/>
                        <a:pt x="156" y="8"/>
                        <a:pt x="122" y="25"/>
                      </a:cubicBezTo>
                      <a:cubicBezTo>
                        <a:pt x="31" y="86"/>
                        <a:pt x="0" y="177"/>
                        <a:pt x="61" y="268"/>
                      </a:cubicBezTo>
                      <a:cubicBezTo>
                        <a:pt x="101" y="327"/>
                        <a:pt x="153" y="374"/>
                        <a:pt x="219" y="374"/>
                      </a:cubicBezTo>
                      <a:cubicBezTo>
                        <a:pt x="254" y="374"/>
                        <a:pt x="292" y="361"/>
                        <a:pt x="335" y="329"/>
                      </a:cubicBezTo>
                      <a:cubicBezTo>
                        <a:pt x="426" y="268"/>
                        <a:pt x="456" y="207"/>
                        <a:pt x="396" y="116"/>
                      </a:cubicBezTo>
                      <a:cubicBezTo>
                        <a:pt x="352" y="50"/>
                        <a:pt x="292"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0"/>
                <p:cNvSpPr/>
                <p:nvPr/>
              </p:nvSpPr>
              <p:spPr>
                <a:xfrm>
                  <a:off x="450152" y="910892"/>
                  <a:ext cx="12035" cy="10537"/>
                </a:xfrm>
                <a:custGeom>
                  <a:rect b="b" l="l" r="r" t="t"/>
                  <a:pathLst>
                    <a:path extrusionOk="0" h="373" w="426">
                      <a:moveTo>
                        <a:pt x="194" y="0"/>
                      </a:moveTo>
                      <a:cubicBezTo>
                        <a:pt x="153" y="0"/>
                        <a:pt x="110" y="19"/>
                        <a:pt x="61" y="68"/>
                      </a:cubicBezTo>
                      <a:cubicBezTo>
                        <a:pt x="31" y="129"/>
                        <a:pt x="0" y="190"/>
                        <a:pt x="31" y="281"/>
                      </a:cubicBezTo>
                      <a:cubicBezTo>
                        <a:pt x="91" y="342"/>
                        <a:pt x="152" y="372"/>
                        <a:pt x="243" y="372"/>
                      </a:cubicBezTo>
                      <a:cubicBezTo>
                        <a:pt x="365" y="342"/>
                        <a:pt x="426" y="220"/>
                        <a:pt x="365" y="99"/>
                      </a:cubicBezTo>
                      <a:cubicBezTo>
                        <a:pt x="310" y="44"/>
                        <a:pt x="256" y="0"/>
                        <a:pt x="194"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0"/>
                <p:cNvSpPr/>
                <p:nvPr/>
              </p:nvSpPr>
              <p:spPr>
                <a:xfrm>
                  <a:off x="779006" y="646503"/>
                  <a:ext cx="12063" cy="10565"/>
                </a:xfrm>
                <a:custGeom>
                  <a:rect b="b" l="l" r="r" t="t"/>
                  <a:pathLst>
                    <a:path extrusionOk="0" h="374" w="427">
                      <a:moveTo>
                        <a:pt x="215" y="0"/>
                      </a:moveTo>
                      <a:cubicBezTo>
                        <a:pt x="153" y="0"/>
                        <a:pt x="94" y="31"/>
                        <a:pt x="62" y="96"/>
                      </a:cubicBezTo>
                      <a:cubicBezTo>
                        <a:pt x="1" y="156"/>
                        <a:pt x="1" y="248"/>
                        <a:pt x="62" y="308"/>
                      </a:cubicBezTo>
                      <a:cubicBezTo>
                        <a:pt x="104" y="351"/>
                        <a:pt x="159" y="373"/>
                        <a:pt x="213" y="373"/>
                      </a:cubicBezTo>
                      <a:cubicBezTo>
                        <a:pt x="274" y="373"/>
                        <a:pt x="333" y="343"/>
                        <a:pt x="366" y="278"/>
                      </a:cubicBezTo>
                      <a:cubicBezTo>
                        <a:pt x="426" y="217"/>
                        <a:pt x="426" y="126"/>
                        <a:pt x="366" y="65"/>
                      </a:cubicBezTo>
                      <a:cubicBezTo>
                        <a:pt x="323" y="23"/>
                        <a:pt x="268" y="0"/>
                        <a:pt x="21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0"/>
                <p:cNvSpPr/>
                <p:nvPr/>
              </p:nvSpPr>
              <p:spPr>
                <a:xfrm>
                  <a:off x="680274" y="370561"/>
                  <a:ext cx="10340" cy="9746"/>
                </a:xfrm>
                <a:custGeom>
                  <a:rect b="b" l="l" r="r" t="t"/>
                  <a:pathLst>
                    <a:path extrusionOk="0" h="345" w="366">
                      <a:moveTo>
                        <a:pt x="183" y="0"/>
                      </a:moveTo>
                      <a:cubicBezTo>
                        <a:pt x="137" y="0"/>
                        <a:pt x="92" y="16"/>
                        <a:pt x="61" y="46"/>
                      </a:cubicBezTo>
                      <a:cubicBezTo>
                        <a:pt x="0" y="107"/>
                        <a:pt x="0" y="198"/>
                        <a:pt x="31" y="259"/>
                      </a:cubicBezTo>
                      <a:cubicBezTo>
                        <a:pt x="66" y="312"/>
                        <a:pt x="132" y="344"/>
                        <a:pt x="193" y="344"/>
                      </a:cubicBezTo>
                      <a:cubicBezTo>
                        <a:pt x="237" y="344"/>
                        <a:pt x="279" y="327"/>
                        <a:pt x="304" y="289"/>
                      </a:cubicBezTo>
                      <a:cubicBezTo>
                        <a:pt x="365" y="198"/>
                        <a:pt x="365" y="107"/>
                        <a:pt x="304" y="46"/>
                      </a:cubicBezTo>
                      <a:cubicBezTo>
                        <a:pt x="274" y="16"/>
                        <a:pt x="228" y="0"/>
                        <a:pt x="183"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0"/>
                <p:cNvSpPr/>
                <p:nvPr/>
              </p:nvSpPr>
              <p:spPr>
                <a:xfrm>
                  <a:off x="392607" y="567291"/>
                  <a:ext cx="11187" cy="10227"/>
                </a:xfrm>
                <a:custGeom>
                  <a:rect b="b" l="l" r="r" t="t"/>
                  <a:pathLst>
                    <a:path extrusionOk="0" h="362" w="396">
                      <a:moveTo>
                        <a:pt x="217" y="0"/>
                      </a:moveTo>
                      <a:cubicBezTo>
                        <a:pt x="183" y="0"/>
                        <a:pt x="150" y="15"/>
                        <a:pt x="122" y="42"/>
                      </a:cubicBezTo>
                      <a:cubicBezTo>
                        <a:pt x="1" y="103"/>
                        <a:pt x="1" y="255"/>
                        <a:pt x="122" y="316"/>
                      </a:cubicBezTo>
                      <a:cubicBezTo>
                        <a:pt x="153" y="346"/>
                        <a:pt x="191" y="362"/>
                        <a:pt x="229" y="362"/>
                      </a:cubicBezTo>
                      <a:cubicBezTo>
                        <a:pt x="267" y="362"/>
                        <a:pt x="305" y="346"/>
                        <a:pt x="335" y="316"/>
                      </a:cubicBezTo>
                      <a:cubicBezTo>
                        <a:pt x="396" y="225"/>
                        <a:pt x="396" y="134"/>
                        <a:pt x="335" y="73"/>
                      </a:cubicBezTo>
                      <a:cubicBezTo>
                        <a:pt x="302" y="23"/>
                        <a:pt x="259" y="0"/>
                        <a:pt x="217"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0"/>
                <p:cNvSpPr/>
                <p:nvPr/>
              </p:nvSpPr>
              <p:spPr>
                <a:xfrm>
                  <a:off x="541172" y="336944"/>
                  <a:ext cx="12035" cy="9549"/>
                </a:xfrm>
                <a:custGeom>
                  <a:rect b="b" l="l" r="r" t="t"/>
                  <a:pathLst>
                    <a:path extrusionOk="0" h="338" w="426">
                      <a:moveTo>
                        <a:pt x="200" y="0"/>
                      </a:moveTo>
                      <a:cubicBezTo>
                        <a:pt x="172" y="0"/>
                        <a:pt x="147" y="7"/>
                        <a:pt x="122" y="20"/>
                      </a:cubicBezTo>
                      <a:cubicBezTo>
                        <a:pt x="0" y="81"/>
                        <a:pt x="0" y="233"/>
                        <a:pt x="122" y="324"/>
                      </a:cubicBezTo>
                      <a:cubicBezTo>
                        <a:pt x="132" y="334"/>
                        <a:pt x="149" y="338"/>
                        <a:pt x="170" y="338"/>
                      </a:cubicBezTo>
                      <a:cubicBezTo>
                        <a:pt x="213" y="338"/>
                        <a:pt x="274" y="324"/>
                        <a:pt x="335" y="324"/>
                      </a:cubicBezTo>
                      <a:cubicBezTo>
                        <a:pt x="365" y="202"/>
                        <a:pt x="426" y="142"/>
                        <a:pt x="335" y="50"/>
                      </a:cubicBezTo>
                      <a:cubicBezTo>
                        <a:pt x="281" y="15"/>
                        <a:pt x="238" y="0"/>
                        <a:pt x="200"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30"/>
                <p:cNvSpPr/>
                <p:nvPr/>
              </p:nvSpPr>
              <p:spPr>
                <a:xfrm>
                  <a:off x="523121" y="352961"/>
                  <a:ext cx="904" cy="28"/>
                </a:xfrm>
                <a:custGeom>
                  <a:rect b="b" l="l" r="r" t="t"/>
                  <a:pathLst>
                    <a:path extrusionOk="0" h="1" w="32">
                      <a:moveTo>
                        <a:pt x="1" y="0"/>
                      </a:moveTo>
                      <a:lnTo>
                        <a:pt x="31" y="0"/>
                      </a:lnTo>
                      <a:lnTo>
                        <a:pt x="31" y="0"/>
                      </a:lnTo>
                      <a:lnTo>
                        <a:pt x="31" y="0"/>
                      </a:lnTo>
                      <a:lnTo>
                        <a:pt x="31" y="0"/>
                      </a:ln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30"/>
                <p:cNvSpPr/>
                <p:nvPr/>
              </p:nvSpPr>
              <p:spPr>
                <a:xfrm>
                  <a:off x="514533" y="352961"/>
                  <a:ext cx="14634" cy="12063"/>
                </a:xfrm>
                <a:custGeom>
                  <a:rect b="b" l="l" r="r" t="t"/>
                  <a:pathLst>
                    <a:path extrusionOk="0" h="427" w="518">
                      <a:moveTo>
                        <a:pt x="305" y="0"/>
                      </a:moveTo>
                      <a:cubicBezTo>
                        <a:pt x="153" y="61"/>
                        <a:pt x="1" y="122"/>
                        <a:pt x="92" y="335"/>
                      </a:cubicBezTo>
                      <a:cubicBezTo>
                        <a:pt x="112" y="393"/>
                        <a:pt x="157" y="427"/>
                        <a:pt x="211" y="427"/>
                      </a:cubicBezTo>
                      <a:cubicBezTo>
                        <a:pt x="240" y="427"/>
                        <a:pt x="273" y="417"/>
                        <a:pt x="305" y="395"/>
                      </a:cubicBezTo>
                      <a:cubicBezTo>
                        <a:pt x="518" y="274"/>
                        <a:pt x="366" y="122"/>
                        <a:pt x="305"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30"/>
                <p:cNvSpPr/>
                <p:nvPr/>
              </p:nvSpPr>
              <p:spPr>
                <a:xfrm>
                  <a:off x="1314761" y="496695"/>
                  <a:ext cx="11243" cy="9012"/>
                </a:xfrm>
                <a:custGeom>
                  <a:rect b="b" l="l" r="r" t="t"/>
                  <a:pathLst>
                    <a:path extrusionOk="0" h="319" w="398">
                      <a:moveTo>
                        <a:pt x="231" y="0"/>
                      </a:moveTo>
                      <a:cubicBezTo>
                        <a:pt x="203" y="0"/>
                        <a:pt x="177" y="8"/>
                        <a:pt x="155" y="19"/>
                      </a:cubicBezTo>
                      <a:cubicBezTo>
                        <a:pt x="0" y="70"/>
                        <a:pt x="108" y="319"/>
                        <a:pt x="237" y="319"/>
                      </a:cubicBezTo>
                      <a:cubicBezTo>
                        <a:pt x="260" y="319"/>
                        <a:pt x="284" y="311"/>
                        <a:pt x="307" y="292"/>
                      </a:cubicBezTo>
                      <a:cubicBezTo>
                        <a:pt x="398" y="231"/>
                        <a:pt x="398" y="140"/>
                        <a:pt x="368" y="79"/>
                      </a:cubicBezTo>
                      <a:cubicBezTo>
                        <a:pt x="329" y="22"/>
                        <a:pt x="278" y="0"/>
                        <a:pt x="231" y="0"/>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30"/>
                <p:cNvSpPr/>
                <p:nvPr/>
              </p:nvSpPr>
              <p:spPr>
                <a:xfrm>
                  <a:off x="712026" y="641108"/>
                  <a:ext cx="12910" cy="10735"/>
                </a:xfrm>
                <a:custGeom>
                  <a:rect b="b" l="l" r="r" t="t"/>
                  <a:pathLst>
                    <a:path extrusionOk="0" h="380" w="457">
                      <a:moveTo>
                        <a:pt x="314" y="1"/>
                      </a:moveTo>
                      <a:cubicBezTo>
                        <a:pt x="282" y="1"/>
                        <a:pt x="217" y="22"/>
                        <a:pt x="153" y="44"/>
                      </a:cubicBezTo>
                      <a:cubicBezTo>
                        <a:pt x="62" y="44"/>
                        <a:pt x="1" y="135"/>
                        <a:pt x="31" y="226"/>
                      </a:cubicBezTo>
                      <a:cubicBezTo>
                        <a:pt x="77" y="294"/>
                        <a:pt x="123" y="380"/>
                        <a:pt x="207" y="380"/>
                      </a:cubicBezTo>
                      <a:cubicBezTo>
                        <a:pt x="235" y="380"/>
                        <a:pt x="267" y="370"/>
                        <a:pt x="305" y="347"/>
                      </a:cubicBezTo>
                      <a:cubicBezTo>
                        <a:pt x="457" y="256"/>
                        <a:pt x="396" y="195"/>
                        <a:pt x="335" y="13"/>
                      </a:cubicBezTo>
                      <a:cubicBezTo>
                        <a:pt x="335" y="4"/>
                        <a:pt x="328" y="1"/>
                        <a:pt x="314"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30"/>
                <p:cNvSpPr/>
                <p:nvPr/>
              </p:nvSpPr>
              <p:spPr>
                <a:xfrm>
                  <a:off x="399472" y="856850"/>
                  <a:ext cx="12063" cy="9775"/>
                </a:xfrm>
                <a:custGeom>
                  <a:rect b="b" l="l" r="r" t="t"/>
                  <a:pathLst>
                    <a:path extrusionOk="0" h="346" w="427">
                      <a:moveTo>
                        <a:pt x="237" y="1"/>
                      </a:moveTo>
                      <a:cubicBezTo>
                        <a:pt x="206" y="1"/>
                        <a:pt x="177" y="5"/>
                        <a:pt x="153" y="5"/>
                      </a:cubicBezTo>
                      <a:cubicBezTo>
                        <a:pt x="62" y="36"/>
                        <a:pt x="1" y="127"/>
                        <a:pt x="62" y="218"/>
                      </a:cubicBezTo>
                      <a:cubicBezTo>
                        <a:pt x="88" y="271"/>
                        <a:pt x="160" y="346"/>
                        <a:pt x="218" y="346"/>
                      </a:cubicBezTo>
                      <a:cubicBezTo>
                        <a:pt x="227" y="346"/>
                        <a:pt x="236" y="344"/>
                        <a:pt x="244" y="340"/>
                      </a:cubicBezTo>
                      <a:cubicBezTo>
                        <a:pt x="366" y="309"/>
                        <a:pt x="426" y="188"/>
                        <a:pt x="366" y="66"/>
                      </a:cubicBezTo>
                      <a:cubicBezTo>
                        <a:pt x="329" y="11"/>
                        <a:pt x="282" y="1"/>
                        <a:pt x="237"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30"/>
                <p:cNvSpPr/>
                <p:nvPr/>
              </p:nvSpPr>
              <p:spPr>
                <a:xfrm>
                  <a:off x="665669" y="557602"/>
                  <a:ext cx="12910" cy="10255"/>
                </a:xfrm>
                <a:custGeom>
                  <a:rect b="b" l="l" r="r" t="t"/>
                  <a:pathLst>
                    <a:path extrusionOk="0" h="363" w="457">
                      <a:moveTo>
                        <a:pt x="262" y="1"/>
                      </a:moveTo>
                      <a:cubicBezTo>
                        <a:pt x="228" y="1"/>
                        <a:pt x="190" y="8"/>
                        <a:pt x="153" y="21"/>
                      </a:cubicBezTo>
                      <a:cubicBezTo>
                        <a:pt x="1" y="112"/>
                        <a:pt x="61" y="234"/>
                        <a:pt x="122" y="294"/>
                      </a:cubicBezTo>
                      <a:cubicBezTo>
                        <a:pt x="153" y="340"/>
                        <a:pt x="198" y="363"/>
                        <a:pt x="244" y="363"/>
                      </a:cubicBezTo>
                      <a:cubicBezTo>
                        <a:pt x="289" y="363"/>
                        <a:pt x="335" y="340"/>
                        <a:pt x="365" y="294"/>
                      </a:cubicBezTo>
                      <a:cubicBezTo>
                        <a:pt x="457" y="234"/>
                        <a:pt x="457" y="112"/>
                        <a:pt x="365" y="51"/>
                      </a:cubicBezTo>
                      <a:cubicBezTo>
                        <a:pt x="348" y="16"/>
                        <a:pt x="309" y="1"/>
                        <a:pt x="262" y="1"/>
                      </a:cubicBezTo>
                      <a:close/>
                    </a:path>
                  </a:pathLst>
                </a:custGeom>
                <a:solidFill>
                  <a:srgbClr val="4C4442">
                    <a:alpha val="9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12" name="Google Shape;1312;p30"/>
            <p:cNvSpPr/>
            <p:nvPr/>
          </p:nvSpPr>
          <p:spPr>
            <a:xfrm rot="1136302">
              <a:off x="7399701" y="3732773"/>
              <a:ext cx="860693" cy="881564"/>
            </a:xfrm>
            <a:custGeom>
              <a:rect b="b" l="l" r="r" t="t"/>
              <a:pathLst>
                <a:path extrusionOk="0" h="5969" w="5151">
                  <a:moveTo>
                    <a:pt x="3449" y="0"/>
                  </a:moveTo>
                  <a:lnTo>
                    <a:pt x="3273" y="241"/>
                  </a:lnTo>
                  <a:lnTo>
                    <a:pt x="161" y="4460"/>
                  </a:lnTo>
                  <a:lnTo>
                    <a:pt x="0" y="4701"/>
                  </a:lnTo>
                  <a:lnTo>
                    <a:pt x="321" y="4701"/>
                  </a:lnTo>
                  <a:lnTo>
                    <a:pt x="417" y="5022"/>
                  </a:lnTo>
                  <a:lnTo>
                    <a:pt x="770" y="5022"/>
                  </a:lnTo>
                  <a:lnTo>
                    <a:pt x="866" y="5327"/>
                  </a:lnTo>
                  <a:lnTo>
                    <a:pt x="1187" y="5327"/>
                  </a:lnTo>
                  <a:lnTo>
                    <a:pt x="1284" y="5648"/>
                  </a:lnTo>
                  <a:lnTo>
                    <a:pt x="1621" y="5648"/>
                  </a:lnTo>
                  <a:lnTo>
                    <a:pt x="1701" y="5968"/>
                  </a:lnTo>
                  <a:lnTo>
                    <a:pt x="1893" y="5728"/>
                  </a:lnTo>
                  <a:lnTo>
                    <a:pt x="4990" y="1492"/>
                  </a:lnTo>
                  <a:lnTo>
                    <a:pt x="5150" y="1268"/>
                  </a:lnTo>
                  <a:lnTo>
                    <a:pt x="4829" y="1268"/>
                  </a:lnTo>
                  <a:lnTo>
                    <a:pt x="4733" y="947"/>
                  </a:lnTo>
                  <a:lnTo>
                    <a:pt x="4396" y="947"/>
                  </a:lnTo>
                  <a:lnTo>
                    <a:pt x="4300" y="626"/>
                  </a:lnTo>
                  <a:lnTo>
                    <a:pt x="3979" y="626"/>
                  </a:lnTo>
                  <a:lnTo>
                    <a:pt x="3867" y="321"/>
                  </a:lnTo>
                  <a:lnTo>
                    <a:pt x="3546" y="321"/>
                  </a:lnTo>
                  <a:lnTo>
                    <a:pt x="3449" y="0"/>
                  </a:lnTo>
                  <a:close/>
                </a:path>
              </a:pathLst>
            </a:custGeom>
            <a:solidFill>
              <a:srgbClr val="D8BC88">
                <a:alpha val="811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3" name="Google Shape;1313;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314" name="Google Shape;1314;p30"/>
          <p:cNvSpPr txBox="1"/>
          <p:nvPr/>
        </p:nvSpPr>
        <p:spPr>
          <a:xfrm>
            <a:off x="74700" y="4762000"/>
            <a:ext cx="6146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6</a:t>
            </a:r>
            <a:endParaRPr b="1" sz="1000">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31"/>
          <p:cNvSpPr txBox="1"/>
          <p:nvPr>
            <p:ph type="title"/>
          </p:nvPr>
        </p:nvSpPr>
        <p:spPr>
          <a:xfrm>
            <a:off x="719988" y="1381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User Stories</a:t>
            </a:r>
            <a:endParaRPr/>
          </a:p>
        </p:txBody>
      </p:sp>
      <p:sp>
        <p:nvSpPr>
          <p:cNvPr id="1320" name="Google Shape;1320;p31"/>
          <p:cNvSpPr txBox="1"/>
          <p:nvPr>
            <p:ph idx="4294967295" type="subTitle"/>
          </p:nvPr>
        </p:nvSpPr>
        <p:spPr>
          <a:xfrm>
            <a:off x="43652" y="1322525"/>
            <a:ext cx="3137400" cy="1501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t>
            </a:r>
            <a:r>
              <a:rPr lang="en"/>
              <a:t>es user stories sont un outil essentiel pour capturer les besoins des utilisateurs de manière claire, facilitant la communication et la collaboration au sein des équipes de développement agile.</a:t>
            </a:r>
            <a:endParaRPr/>
          </a:p>
        </p:txBody>
      </p:sp>
      <p:sp>
        <p:nvSpPr>
          <p:cNvPr id="1321" name="Google Shape;1321;p31"/>
          <p:cNvSpPr txBox="1"/>
          <p:nvPr>
            <p:ph idx="4294967295" type="subTitle"/>
          </p:nvPr>
        </p:nvSpPr>
        <p:spPr>
          <a:xfrm>
            <a:off x="43650" y="888938"/>
            <a:ext cx="2746500" cy="48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600"/>
              <a:t>Définition</a:t>
            </a:r>
            <a:endParaRPr b="1" sz="1600"/>
          </a:p>
        </p:txBody>
      </p:sp>
      <p:sp>
        <p:nvSpPr>
          <p:cNvPr id="1322" name="Google Shape;1322;p31"/>
          <p:cNvSpPr/>
          <p:nvPr/>
        </p:nvSpPr>
        <p:spPr>
          <a:xfrm>
            <a:off x="2271713" y="6"/>
            <a:ext cx="909350" cy="848984"/>
          </a:xfrm>
          <a:custGeom>
            <a:rect b="b" l="l" r="r" t="t"/>
            <a:pathLst>
              <a:path extrusionOk="0" h="526" w="431">
                <a:moveTo>
                  <a:pt x="430" y="10"/>
                </a:moveTo>
                <a:cubicBezTo>
                  <a:pt x="422" y="10"/>
                  <a:pt x="414" y="10"/>
                  <a:pt x="405" y="8"/>
                </a:cubicBezTo>
                <a:cubicBezTo>
                  <a:pt x="394" y="7"/>
                  <a:pt x="383" y="7"/>
                  <a:pt x="372" y="5"/>
                </a:cubicBezTo>
                <a:cubicBezTo>
                  <a:pt x="363" y="3"/>
                  <a:pt x="353" y="1"/>
                  <a:pt x="344" y="1"/>
                </a:cubicBezTo>
                <a:cubicBezTo>
                  <a:pt x="338" y="1"/>
                  <a:pt x="331" y="0"/>
                  <a:pt x="326" y="1"/>
                </a:cubicBezTo>
                <a:cubicBezTo>
                  <a:pt x="319" y="2"/>
                  <a:pt x="313" y="3"/>
                  <a:pt x="306" y="3"/>
                </a:cubicBezTo>
                <a:cubicBezTo>
                  <a:pt x="304" y="3"/>
                  <a:pt x="301" y="2"/>
                  <a:pt x="299" y="2"/>
                </a:cubicBezTo>
                <a:cubicBezTo>
                  <a:pt x="296" y="3"/>
                  <a:pt x="295" y="4"/>
                  <a:pt x="292" y="5"/>
                </a:cubicBezTo>
                <a:cubicBezTo>
                  <a:pt x="290" y="5"/>
                  <a:pt x="287" y="6"/>
                  <a:pt x="284" y="6"/>
                </a:cubicBezTo>
                <a:cubicBezTo>
                  <a:pt x="282" y="7"/>
                  <a:pt x="279" y="8"/>
                  <a:pt x="277" y="8"/>
                </a:cubicBezTo>
                <a:cubicBezTo>
                  <a:pt x="275" y="8"/>
                  <a:pt x="270" y="6"/>
                  <a:pt x="268" y="6"/>
                </a:cubicBezTo>
                <a:cubicBezTo>
                  <a:pt x="262" y="4"/>
                  <a:pt x="244" y="2"/>
                  <a:pt x="241" y="5"/>
                </a:cubicBezTo>
                <a:cubicBezTo>
                  <a:pt x="238" y="7"/>
                  <a:pt x="235" y="6"/>
                  <a:pt x="232" y="6"/>
                </a:cubicBezTo>
                <a:cubicBezTo>
                  <a:pt x="225" y="6"/>
                  <a:pt x="219" y="4"/>
                  <a:pt x="212" y="4"/>
                </a:cubicBezTo>
                <a:cubicBezTo>
                  <a:pt x="205" y="4"/>
                  <a:pt x="199" y="3"/>
                  <a:pt x="193" y="2"/>
                </a:cubicBezTo>
                <a:cubicBezTo>
                  <a:pt x="185" y="1"/>
                  <a:pt x="178" y="1"/>
                  <a:pt x="170" y="1"/>
                </a:cubicBezTo>
                <a:cubicBezTo>
                  <a:pt x="167" y="1"/>
                  <a:pt x="163" y="0"/>
                  <a:pt x="161" y="1"/>
                </a:cubicBezTo>
                <a:cubicBezTo>
                  <a:pt x="159" y="2"/>
                  <a:pt x="158" y="5"/>
                  <a:pt x="157" y="5"/>
                </a:cubicBezTo>
                <a:cubicBezTo>
                  <a:pt x="156" y="6"/>
                  <a:pt x="155" y="6"/>
                  <a:pt x="154" y="6"/>
                </a:cubicBezTo>
                <a:cubicBezTo>
                  <a:pt x="148" y="8"/>
                  <a:pt x="145" y="11"/>
                  <a:pt x="141" y="15"/>
                </a:cubicBezTo>
                <a:cubicBezTo>
                  <a:pt x="134" y="21"/>
                  <a:pt x="132" y="17"/>
                  <a:pt x="125" y="14"/>
                </a:cubicBezTo>
                <a:cubicBezTo>
                  <a:pt x="119" y="12"/>
                  <a:pt x="111" y="14"/>
                  <a:pt x="104" y="14"/>
                </a:cubicBezTo>
                <a:cubicBezTo>
                  <a:pt x="99" y="13"/>
                  <a:pt x="95" y="11"/>
                  <a:pt x="90" y="12"/>
                </a:cubicBezTo>
                <a:cubicBezTo>
                  <a:pt x="83" y="13"/>
                  <a:pt x="77" y="15"/>
                  <a:pt x="70" y="15"/>
                </a:cubicBezTo>
                <a:cubicBezTo>
                  <a:pt x="62" y="15"/>
                  <a:pt x="57" y="18"/>
                  <a:pt x="49" y="20"/>
                </a:cubicBezTo>
                <a:cubicBezTo>
                  <a:pt x="43" y="21"/>
                  <a:pt x="38" y="20"/>
                  <a:pt x="32" y="21"/>
                </a:cubicBezTo>
                <a:cubicBezTo>
                  <a:pt x="22" y="22"/>
                  <a:pt x="15" y="25"/>
                  <a:pt x="4" y="23"/>
                </a:cubicBezTo>
                <a:cubicBezTo>
                  <a:pt x="3" y="23"/>
                  <a:pt x="1" y="23"/>
                  <a:pt x="0" y="23"/>
                </a:cubicBezTo>
                <a:cubicBezTo>
                  <a:pt x="0" y="217"/>
                  <a:pt x="0" y="217"/>
                  <a:pt x="0" y="217"/>
                </a:cubicBezTo>
                <a:cubicBezTo>
                  <a:pt x="0" y="308"/>
                  <a:pt x="0" y="308"/>
                  <a:pt x="0" y="308"/>
                </a:cubicBezTo>
                <a:cubicBezTo>
                  <a:pt x="0" y="511"/>
                  <a:pt x="0" y="511"/>
                  <a:pt x="0" y="511"/>
                </a:cubicBezTo>
                <a:cubicBezTo>
                  <a:pt x="0" y="512"/>
                  <a:pt x="0" y="514"/>
                  <a:pt x="0" y="515"/>
                </a:cubicBezTo>
                <a:cubicBezTo>
                  <a:pt x="9" y="515"/>
                  <a:pt x="17" y="516"/>
                  <a:pt x="25" y="517"/>
                </a:cubicBezTo>
                <a:cubicBezTo>
                  <a:pt x="37" y="518"/>
                  <a:pt x="48" y="519"/>
                  <a:pt x="59" y="520"/>
                </a:cubicBezTo>
                <a:cubicBezTo>
                  <a:pt x="68" y="522"/>
                  <a:pt x="77" y="525"/>
                  <a:pt x="86" y="525"/>
                </a:cubicBezTo>
                <a:cubicBezTo>
                  <a:pt x="92" y="525"/>
                  <a:pt x="99" y="526"/>
                  <a:pt x="104" y="525"/>
                </a:cubicBezTo>
                <a:cubicBezTo>
                  <a:pt x="111" y="523"/>
                  <a:pt x="118" y="523"/>
                  <a:pt x="125" y="523"/>
                </a:cubicBezTo>
                <a:cubicBezTo>
                  <a:pt x="127" y="523"/>
                  <a:pt x="130" y="523"/>
                  <a:pt x="132" y="523"/>
                </a:cubicBezTo>
                <a:cubicBezTo>
                  <a:pt x="134" y="522"/>
                  <a:pt x="135" y="521"/>
                  <a:pt x="138" y="520"/>
                </a:cubicBezTo>
                <a:cubicBezTo>
                  <a:pt x="141" y="520"/>
                  <a:pt x="144" y="520"/>
                  <a:pt x="146" y="519"/>
                </a:cubicBezTo>
                <a:cubicBezTo>
                  <a:pt x="149" y="519"/>
                  <a:pt x="152" y="517"/>
                  <a:pt x="154" y="517"/>
                </a:cubicBezTo>
                <a:cubicBezTo>
                  <a:pt x="155" y="517"/>
                  <a:pt x="161" y="519"/>
                  <a:pt x="163" y="520"/>
                </a:cubicBezTo>
                <a:cubicBezTo>
                  <a:pt x="168" y="521"/>
                  <a:pt x="186" y="524"/>
                  <a:pt x="190" y="521"/>
                </a:cubicBezTo>
                <a:cubicBezTo>
                  <a:pt x="193" y="518"/>
                  <a:pt x="195" y="519"/>
                  <a:pt x="199" y="519"/>
                </a:cubicBezTo>
                <a:cubicBezTo>
                  <a:pt x="206" y="519"/>
                  <a:pt x="212" y="521"/>
                  <a:pt x="219" y="521"/>
                </a:cubicBezTo>
                <a:cubicBezTo>
                  <a:pt x="225" y="521"/>
                  <a:pt x="231" y="522"/>
                  <a:pt x="237" y="523"/>
                </a:cubicBezTo>
                <a:cubicBezTo>
                  <a:pt x="245" y="524"/>
                  <a:pt x="253" y="525"/>
                  <a:pt x="261" y="525"/>
                </a:cubicBezTo>
                <a:cubicBezTo>
                  <a:pt x="263" y="525"/>
                  <a:pt x="267" y="525"/>
                  <a:pt x="270" y="524"/>
                </a:cubicBezTo>
                <a:cubicBezTo>
                  <a:pt x="271" y="524"/>
                  <a:pt x="272" y="521"/>
                  <a:pt x="273" y="520"/>
                </a:cubicBezTo>
                <a:cubicBezTo>
                  <a:pt x="275" y="519"/>
                  <a:pt x="275" y="520"/>
                  <a:pt x="277" y="519"/>
                </a:cubicBezTo>
                <a:cubicBezTo>
                  <a:pt x="282" y="518"/>
                  <a:pt x="285" y="514"/>
                  <a:pt x="289" y="510"/>
                </a:cubicBezTo>
                <a:cubicBezTo>
                  <a:pt x="296" y="504"/>
                  <a:pt x="298" y="508"/>
                  <a:pt x="305" y="511"/>
                </a:cubicBezTo>
                <a:cubicBezTo>
                  <a:pt x="312" y="513"/>
                  <a:pt x="319" y="511"/>
                  <a:pt x="326" y="512"/>
                </a:cubicBezTo>
                <a:cubicBezTo>
                  <a:pt x="331" y="512"/>
                  <a:pt x="335" y="514"/>
                  <a:pt x="341" y="513"/>
                </a:cubicBezTo>
                <a:cubicBezTo>
                  <a:pt x="348" y="512"/>
                  <a:pt x="353" y="510"/>
                  <a:pt x="361" y="510"/>
                </a:cubicBezTo>
                <a:cubicBezTo>
                  <a:pt x="368" y="510"/>
                  <a:pt x="374" y="507"/>
                  <a:pt x="381" y="506"/>
                </a:cubicBezTo>
                <a:cubicBezTo>
                  <a:pt x="387" y="504"/>
                  <a:pt x="393" y="505"/>
                  <a:pt x="399" y="504"/>
                </a:cubicBezTo>
                <a:cubicBezTo>
                  <a:pt x="409" y="503"/>
                  <a:pt x="416" y="500"/>
                  <a:pt x="426" y="502"/>
                </a:cubicBezTo>
                <a:cubicBezTo>
                  <a:pt x="428" y="502"/>
                  <a:pt x="429" y="502"/>
                  <a:pt x="431" y="502"/>
                </a:cubicBezTo>
                <a:cubicBezTo>
                  <a:pt x="431" y="308"/>
                  <a:pt x="431" y="308"/>
                  <a:pt x="431" y="308"/>
                </a:cubicBezTo>
                <a:cubicBezTo>
                  <a:pt x="431" y="217"/>
                  <a:pt x="431" y="217"/>
                  <a:pt x="431" y="217"/>
                </a:cubicBezTo>
                <a:cubicBezTo>
                  <a:pt x="431" y="15"/>
                  <a:pt x="431" y="15"/>
                  <a:pt x="431" y="15"/>
                </a:cubicBezTo>
                <a:cubicBezTo>
                  <a:pt x="431" y="13"/>
                  <a:pt x="431" y="11"/>
                  <a:pt x="430" y="10"/>
                </a:cubicBezTo>
                <a:close/>
              </a:path>
            </a:pathLst>
          </a:custGeom>
          <a:solidFill>
            <a:schemeClr val="dk2"/>
          </a:solidFill>
          <a:ln>
            <a:noFill/>
          </a:ln>
          <a:effectLst>
            <a:outerShdw blurRad="42863" rotWithShape="0" algn="bl" dir="5400000" dist="19050">
              <a:srgbClr val="000000">
                <a:alpha val="26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323" name="Google Shape;1323;p31"/>
          <p:cNvGrpSpPr/>
          <p:nvPr/>
        </p:nvGrpSpPr>
        <p:grpSpPr>
          <a:xfrm>
            <a:off x="2537320" y="176498"/>
            <a:ext cx="378135" cy="495990"/>
            <a:chOff x="1805901" y="2064426"/>
            <a:chExt cx="284847" cy="373627"/>
          </a:xfrm>
        </p:grpSpPr>
        <p:sp>
          <p:nvSpPr>
            <p:cNvPr id="1324" name="Google Shape;1324;p31"/>
            <p:cNvSpPr/>
            <p:nvPr/>
          </p:nvSpPr>
          <p:spPr>
            <a:xfrm>
              <a:off x="1805901" y="2064426"/>
              <a:ext cx="284847" cy="373627"/>
            </a:xfrm>
            <a:custGeom>
              <a:rect b="b" l="l" r="r" t="t"/>
              <a:pathLst>
                <a:path extrusionOk="0" h="11729" w="8942">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31"/>
            <p:cNvSpPr/>
            <p:nvPr/>
          </p:nvSpPr>
          <p:spPr>
            <a:xfrm>
              <a:off x="1841929" y="2295249"/>
              <a:ext cx="165773" cy="13315"/>
            </a:xfrm>
            <a:custGeom>
              <a:rect b="b" l="l" r="r" t="t"/>
              <a:pathLst>
                <a:path extrusionOk="0" h="418" w="5204">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6" name="Google Shape;1326;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327" name="Google Shape;1327;p31"/>
          <p:cNvSpPr txBox="1"/>
          <p:nvPr/>
        </p:nvSpPr>
        <p:spPr>
          <a:xfrm>
            <a:off x="1087750" y="47620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6</a:t>
            </a:r>
            <a:endParaRPr b="1" sz="1000">
              <a:solidFill>
                <a:schemeClr val="dk1"/>
              </a:solidFill>
              <a:latin typeface="Poppins"/>
              <a:ea typeface="Poppins"/>
              <a:cs typeface="Poppins"/>
              <a:sym typeface="Poppins"/>
            </a:endParaRPr>
          </a:p>
        </p:txBody>
      </p:sp>
      <p:pic>
        <p:nvPicPr>
          <p:cNvPr id="1328" name="Google Shape;1328;p31"/>
          <p:cNvPicPr preferRelativeResize="0"/>
          <p:nvPr/>
        </p:nvPicPr>
        <p:blipFill>
          <a:blip r:embed="rId3">
            <a:alphaModFix/>
          </a:blip>
          <a:stretch>
            <a:fillRect/>
          </a:stretch>
        </p:blipFill>
        <p:spPr>
          <a:xfrm>
            <a:off x="3242077" y="849000"/>
            <a:ext cx="5207475" cy="4203784"/>
          </a:xfrm>
          <a:prstGeom prst="rect">
            <a:avLst/>
          </a:prstGeom>
          <a:noFill/>
          <a:ln cap="flat" cmpd="sng" w="28575">
            <a:solidFill>
              <a:schemeClr val="dk1"/>
            </a:solidFill>
            <a:prstDash val="solid"/>
            <a:round/>
            <a:headEnd len="sm" w="sm" type="none"/>
            <a:tailEnd len="sm" w="sm" type="none"/>
          </a:ln>
        </p:spPr>
      </p:pic>
      <p:pic>
        <p:nvPicPr>
          <p:cNvPr id="1329" name="Google Shape;1329;p31"/>
          <p:cNvPicPr preferRelativeResize="0"/>
          <p:nvPr/>
        </p:nvPicPr>
        <p:blipFill rotWithShape="1">
          <a:blip r:embed="rId4">
            <a:alphaModFix/>
          </a:blip>
          <a:srcRect b="74579" l="18129" r="48184" t="8142"/>
          <a:stretch/>
        </p:blipFill>
        <p:spPr>
          <a:xfrm>
            <a:off x="-3613" y="2824017"/>
            <a:ext cx="3231926" cy="12432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32"/>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Diagramme de cas d’utilisation</a:t>
            </a:r>
            <a:endParaRPr u="sng"/>
          </a:p>
        </p:txBody>
      </p:sp>
      <p:sp>
        <p:nvSpPr>
          <p:cNvPr id="1335" name="Google Shape;1335;p32"/>
          <p:cNvSpPr txBox="1"/>
          <p:nvPr>
            <p:ph idx="4" type="subTitle"/>
          </p:nvPr>
        </p:nvSpPr>
        <p:spPr>
          <a:xfrm>
            <a:off x="0" y="1016750"/>
            <a:ext cx="4285500" cy="1106400"/>
          </a:xfrm>
          <a:prstGeom prst="rect">
            <a:avLst/>
          </a:prstGeom>
        </p:spPr>
        <p:txBody>
          <a:bodyPr anchorCtr="0" anchor="b" bIns="91425" lIns="91425" spcFirstLastPara="1" rIns="91425" wrap="square" tIns="91425">
            <a:noAutofit/>
          </a:bodyPr>
          <a:lstStyle/>
          <a:p>
            <a:pPr indent="0" lvl="0" marL="0" rtl="0" algn="l">
              <a:lnSpc>
                <a:spcPct val="115000"/>
              </a:lnSpc>
              <a:spcBef>
                <a:spcPts val="1400"/>
              </a:spcBef>
              <a:spcAft>
                <a:spcPts val="400"/>
              </a:spcAft>
              <a:buNone/>
            </a:pPr>
            <a:r>
              <a:rPr lang="en" sz="1900">
                <a:solidFill>
                  <a:srgbClr val="000000"/>
                </a:solidFill>
              </a:rPr>
              <a:t>Fonction et Utilité d'un Diagramme de Cas d'Utilisation</a:t>
            </a:r>
            <a:endParaRPr sz="1900"/>
          </a:p>
        </p:txBody>
      </p:sp>
      <p:sp>
        <p:nvSpPr>
          <p:cNvPr id="1336" name="Google Shape;1336;p32"/>
          <p:cNvSpPr txBox="1"/>
          <p:nvPr>
            <p:ph idx="1" type="subTitle"/>
          </p:nvPr>
        </p:nvSpPr>
        <p:spPr>
          <a:xfrm>
            <a:off x="70475" y="2073950"/>
            <a:ext cx="3021900" cy="25413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rgbClr val="000000"/>
                </a:solidFill>
              </a:rPr>
              <a:t>Fonction :</a:t>
            </a:r>
            <a:r>
              <a:rPr lang="en">
                <a:solidFill>
                  <a:srgbClr val="000000"/>
                </a:solidFill>
              </a:rPr>
              <a:t> Visualiser les interactions entre les utilisateurs (acteurs) et les systèmes (cas d'utilisation) pour décrire les fonctionnalités du système.</a:t>
            </a:r>
            <a:endParaRPr>
              <a:solidFill>
                <a:srgbClr val="000000"/>
              </a:solidFill>
            </a:endParaRPr>
          </a:p>
          <a:p>
            <a:pPr indent="0" lvl="0" marL="0" rtl="0" algn="l">
              <a:lnSpc>
                <a:spcPct val="115000"/>
              </a:lnSpc>
              <a:spcBef>
                <a:spcPts val="1200"/>
              </a:spcBef>
              <a:spcAft>
                <a:spcPts val="0"/>
              </a:spcAft>
              <a:buNone/>
            </a:pPr>
            <a:r>
              <a:rPr b="1" lang="en">
                <a:solidFill>
                  <a:srgbClr val="000000"/>
                </a:solidFill>
              </a:rPr>
              <a:t>Utilité :</a:t>
            </a:r>
            <a:r>
              <a:rPr lang="en">
                <a:solidFill>
                  <a:srgbClr val="000000"/>
                </a:solidFill>
              </a:rPr>
              <a:t> Aider à comprendre les exigences fonctionnelles, clarifier le périmètre du système, et faciliter la communication entre les parties prenantes.</a:t>
            </a:r>
            <a:endParaRPr>
              <a:solidFill>
                <a:srgbClr val="000000"/>
              </a:solidFill>
            </a:endParaRPr>
          </a:p>
          <a:p>
            <a:pPr indent="0" lvl="0" marL="0" rtl="0" algn="l">
              <a:spcBef>
                <a:spcPts val="1200"/>
              </a:spcBef>
              <a:spcAft>
                <a:spcPts val="0"/>
              </a:spcAft>
              <a:buNone/>
            </a:pPr>
            <a:r>
              <a:t/>
            </a:r>
            <a:endParaRPr b="1"/>
          </a:p>
          <a:p>
            <a:pPr indent="0" lvl="0" marL="0" rtl="0" algn="l">
              <a:spcBef>
                <a:spcPts val="0"/>
              </a:spcBef>
              <a:spcAft>
                <a:spcPts val="0"/>
              </a:spcAft>
              <a:buNone/>
            </a:pPr>
            <a:r>
              <a:t/>
            </a:r>
            <a:endParaRPr b="1"/>
          </a:p>
        </p:txBody>
      </p:sp>
      <p:sp>
        <p:nvSpPr>
          <p:cNvPr id="1337" name="Google Shape;1337;p32"/>
          <p:cNvSpPr txBox="1"/>
          <p:nvPr>
            <p:ph idx="12" type="sldNum"/>
          </p:nvPr>
        </p:nvSpPr>
        <p:spPr>
          <a:xfrm>
            <a:off x="8556784" y="4850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338" name="Google Shape;1338;p32"/>
          <p:cNvPicPr preferRelativeResize="0"/>
          <p:nvPr/>
        </p:nvPicPr>
        <p:blipFill rotWithShape="1">
          <a:blip r:embed="rId3">
            <a:alphaModFix/>
          </a:blip>
          <a:srcRect b="0" l="777" r="767" t="0"/>
          <a:stretch/>
        </p:blipFill>
        <p:spPr>
          <a:xfrm>
            <a:off x="2997709" y="1076874"/>
            <a:ext cx="5881917" cy="3296351"/>
          </a:xfrm>
          <a:prstGeom prst="rect">
            <a:avLst/>
          </a:prstGeom>
          <a:noFill/>
          <a:ln>
            <a:noFill/>
          </a:ln>
        </p:spPr>
      </p:pic>
      <p:sp>
        <p:nvSpPr>
          <p:cNvPr id="1339" name="Google Shape;1339;p32"/>
          <p:cNvSpPr txBox="1"/>
          <p:nvPr/>
        </p:nvSpPr>
        <p:spPr>
          <a:xfrm>
            <a:off x="81425" y="47498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a:t>
            </a:r>
            <a:endParaRPr b="1" sz="1000">
              <a:solidFill>
                <a:schemeClr val="dk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3" name="Shape 1343"/>
        <p:cNvGrpSpPr/>
        <p:nvPr/>
      </p:nvGrpSpPr>
      <p:grpSpPr>
        <a:xfrm>
          <a:off x="0" y="0"/>
          <a:ext cx="0" cy="0"/>
          <a:chOff x="0" y="0"/>
          <a:chExt cx="0" cy="0"/>
        </a:xfrm>
      </p:grpSpPr>
      <p:sp>
        <p:nvSpPr>
          <p:cNvPr id="1344" name="Google Shape;1344;p33"/>
          <p:cNvSpPr txBox="1"/>
          <p:nvPr>
            <p:ph idx="6" type="subTitle"/>
          </p:nvPr>
        </p:nvSpPr>
        <p:spPr>
          <a:xfrm>
            <a:off x="2671200" y="2899163"/>
            <a:ext cx="3801600" cy="47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Pull Requests (PR)</a:t>
            </a:r>
            <a:endParaRPr/>
          </a:p>
        </p:txBody>
      </p:sp>
      <p:sp>
        <p:nvSpPr>
          <p:cNvPr id="1345" name="Google Shape;1345;p33"/>
          <p:cNvSpPr txBox="1"/>
          <p:nvPr>
            <p:ph type="title"/>
          </p:nvPr>
        </p:nvSpPr>
        <p:spPr>
          <a:xfrm>
            <a:off x="720000" y="3063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Workflow Git/Github</a:t>
            </a:r>
            <a:endParaRPr u="sng"/>
          </a:p>
          <a:p>
            <a:pPr indent="0" lvl="0" marL="0" rtl="0" algn="ctr">
              <a:spcBef>
                <a:spcPts val="0"/>
              </a:spcBef>
              <a:spcAft>
                <a:spcPts val="0"/>
              </a:spcAft>
              <a:buNone/>
            </a:pPr>
            <a:r>
              <a:t/>
            </a:r>
            <a:endParaRPr/>
          </a:p>
        </p:txBody>
      </p:sp>
      <p:sp>
        <p:nvSpPr>
          <p:cNvPr id="1346" name="Google Shape;1346;p33"/>
          <p:cNvSpPr txBox="1"/>
          <p:nvPr>
            <p:ph idx="1" type="subTitle"/>
          </p:nvPr>
        </p:nvSpPr>
        <p:spPr>
          <a:xfrm>
            <a:off x="713250" y="1594450"/>
            <a:ext cx="3801600" cy="12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Utilisation de Git pour suivre l'historique des modifications du code, permettant de revenir facilement à une version antérieure en cas de besoin.</a:t>
            </a:r>
            <a:endParaRPr sz="1400"/>
          </a:p>
        </p:txBody>
      </p:sp>
      <p:sp>
        <p:nvSpPr>
          <p:cNvPr id="1347" name="Google Shape;1347;p33"/>
          <p:cNvSpPr txBox="1"/>
          <p:nvPr>
            <p:ph idx="2" type="subTitle"/>
          </p:nvPr>
        </p:nvSpPr>
        <p:spPr>
          <a:xfrm>
            <a:off x="4629152" y="1594450"/>
            <a:ext cx="3801600" cy="12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Création de branches pour chaque fonctionnalité ou bug à corriger, garantissant un développement isolé et évitant les conflits sur la branche principale.</a:t>
            </a:r>
            <a:endParaRPr sz="1400"/>
          </a:p>
        </p:txBody>
      </p:sp>
      <p:sp>
        <p:nvSpPr>
          <p:cNvPr id="1348" name="Google Shape;1348;p33"/>
          <p:cNvSpPr txBox="1"/>
          <p:nvPr>
            <p:ph idx="3" type="subTitle"/>
          </p:nvPr>
        </p:nvSpPr>
        <p:spPr>
          <a:xfrm>
            <a:off x="2671200" y="3370588"/>
            <a:ext cx="3801600" cy="1309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400"/>
              <a:t>Soumission de pull requests pour intégrer les branches fonctionnelles dans la branche principale, permettant une revue de code par les pairs avant la fusion.</a:t>
            </a:r>
            <a:endParaRPr sz="1400"/>
          </a:p>
          <a:p>
            <a:pPr indent="0" lvl="0" marL="0" rtl="0" algn="l">
              <a:spcBef>
                <a:spcPts val="0"/>
              </a:spcBef>
              <a:spcAft>
                <a:spcPts val="0"/>
              </a:spcAft>
              <a:buNone/>
            </a:pPr>
            <a:r>
              <a:t/>
            </a:r>
            <a:endParaRPr/>
          </a:p>
        </p:txBody>
      </p:sp>
      <p:sp>
        <p:nvSpPr>
          <p:cNvPr id="1349" name="Google Shape;1349;p33"/>
          <p:cNvSpPr txBox="1"/>
          <p:nvPr>
            <p:ph idx="5" type="subTitle"/>
          </p:nvPr>
        </p:nvSpPr>
        <p:spPr>
          <a:xfrm>
            <a:off x="713250" y="1122875"/>
            <a:ext cx="3801600" cy="47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Gestion des Versions</a:t>
            </a:r>
            <a:endParaRPr/>
          </a:p>
        </p:txBody>
      </p:sp>
      <p:sp>
        <p:nvSpPr>
          <p:cNvPr id="1350" name="Google Shape;1350;p33"/>
          <p:cNvSpPr txBox="1"/>
          <p:nvPr>
            <p:ph idx="7" type="subTitle"/>
          </p:nvPr>
        </p:nvSpPr>
        <p:spPr>
          <a:xfrm>
            <a:off x="4629124" y="1122875"/>
            <a:ext cx="3801600" cy="479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Branches Fonctionnelles</a:t>
            </a:r>
            <a:endParaRPr/>
          </a:p>
        </p:txBody>
      </p:sp>
      <p:sp>
        <p:nvSpPr>
          <p:cNvPr id="1351" name="Google Shape;1351;p33"/>
          <p:cNvSpPr txBox="1"/>
          <p:nvPr>
            <p:ph idx="12" type="sldNum"/>
          </p:nvPr>
        </p:nvSpPr>
        <p:spPr>
          <a:xfrm>
            <a:off x="8511299" y="4749850"/>
            <a:ext cx="6327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10</a:t>
            </a:r>
            <a:r>
              <a:rPr b="1" lang="en"/>
              <a:t>/72</a:t>
            </a:r>
            <a:endParaRPr b="1"/>
          </a:p>
        </p:txBody>
      </p:sp>
      <p:sp>
        <p:nvSpPr>
          <p:cNvPr id="1352" name="Google Shape;1352;p33"/>
          <p:cNvSpPr txBox="1"/>
          <p:nvPr/>
        </p:nvSpPr>
        <p:spPr>
          <a:xfrm>
            <a:off x="896375"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a:t>
            </a:r>
            <a:endParaRPr b="1" sz="1000">
              <a:solidFill>
                <a:schemeClr val="dk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6" name="Shape 1356"/>
        <p:cNvGrpSpPr/>
        <p:nvPr/>
      </p:nvGrpSpPr>
      <p:grpSpPr>
        <a:xfrm>
          <a:off x="0" y="0"/>
          <a:ext cx="0" cy="0"/>
          <a:chOff x="0" y="0"/>
          <a:chExt cx="0" cy="0"/>
        </a:xfrm>
      </p:grpSpPr>
      <p:sp>
        <p:nvSpPr>
          <p:cNvPr id="1357" name="Google Shape;1357;p34"/>
          <p:cNvSpPr txBox="1"/>
          <p:nvPr>
            <p:ph type="title"/>
          </p:nvPr>
        </p:nvSpPr>
        <p:spPr>
          <a:xfrm>
            <a:off x="-118200" y="472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Branches</a:t>
            </a:r>
            <a:endParaRPr/>
          </a:p>
        </p:txBody>
      </p:sp>
      <p:sp>
        <p:nvSpPr>
          <p:cNvPr id="1358" name="Google Shape;1358;p34"/>
          <p:cNvSpPr txBox="1"/>
          <p:nvPr>
            <p:ph idx="12" type="sldNum"/>
          </p:nvPr>
        </p:nvSpPr>
        <p:spPr>
          <a:xfrm>
            <a:off x="8372872" y="4749850"/>
            <a:ext cx="732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359" name="Google Shape;1359;p34"/>
          <p:cNvPicPr preferRelativeResize="0"/>
          <p:nvPr/>
        </p:nvPicPr>
        <p:blipFill>
          <a:blip r:embed="rId4">
            <a:alphaModFix/>
          </a:blip>
          <a:stretch>
            <a:fillRect/>
          </a:stretch>
        </p:blipFill>
        <p:spPr>
          <a:xfrm>
            <a:off x="529525" y="697600"/>
            <a:ext cx="7975400" cy="3979725"/>
          </a:xfrm>
          <a:prstGeom prst="rect">
            <a:avLst/>
          </a:prstGeom>
          <a:noFill/>
          <a:ln cap="flat" cmpd="sng" w="28575">
            <a:solidFill>
              <a:schemeClr val="dk1"/>
            </a:solidFill>
            <a:prstDash val="solid"/>
            <a:round/>
            <a:headEnd len="sm" w="sm" type="none"/>
            <a:tailEnd len="sm" w="sm" type="none"/>
          </a:ln>
        </p:spPr>
      </p:pic>
      <p:sp>
        <p:nvSpPr>
          <p:cNvPr id="1360" name="Google Shape;1360;p34"/>
          <p:cNvSpPr txBox="1"/>
          <p:nvPr/>
        </p:nvSpPr>
        <p:spPr>
          <a:xfrm>
            <a:off x="0"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a:t>
            </a:r>
            <a:endParaRPr b="1" sz="1000">
              <a:solidFill>
                <a:schemeClr val="dk1"/>
              </a:solidFill>
              <a:latin typeface="Poppins"/>
              <a:ea typeface="Poppins"/>
              <a:cs typeface="Poppins"/>
              <a:sym typeface="Poppins"/>
            </a:endParaRPr>
          </a:p>
        </p:txBody>
      </p:sp>
      <p:pic>
        <p:nvPicPr>
          <p:cNvPr id="1361" name="Google Shape;1361;p34"/>
          <p:cNvPicPr preferRelativeResize="0"/>
          <p:nvPr/>
        </p:nvPicPr>
        <p:blipFill>
          <a:blip r:embed="rId3">
            <a:alphaModFix/>
          </a:blip>
          <a:stretch>
            <a:fillRect/>
          </a:stretch>
        </p:blipFill>
        <p:spPr>
          <a:xfrm>
            <a:off x="4861825" y="52313"/>
            <a:ext cx="548701" cy="56247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sp>
        <p:nvSpPr>
          <p:cNvPr id="1366" name="Google Shape;1366;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Global</a:t>
            </a:r>
            <a:endParaRPr/>
          </a:p>
        </p:txBody>
      </p:sp>
      <p:sp>
        <p:nvSpPr>
          <p:cNvPr id="1367" name="Google Shape;1367;p35"/>
          <p:cNvSpPr txBox="1"/>
          <p:nvPr>
            <p:ph idx="2" type="title"/>
          </p:nvPr>
        </p:nvSpPr>
        <p:spPr>
          <a:xfrm>
            <a:off x="1291650" y="163297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4</a:t>
            </a:r>
            <a:endParaRPr/>
          </a:p>
        </p:txBody>
      </p:sp>
      <p:sp>
        <p:nvSpPr>
          <p:cNvPr id="1368" name="Google Shape;1368;p35"/>
          <p:cNvSpPr txBox="1"/>
          <p:nvPr>
            <p:ph idx="4" type="title"/>
          </p:nvPr>
        </p:nvSpPr>
        <p:spPr>
          <a:xfrm>
            <a:off x="3900650" y="2766450"/>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369" name="Google Shape;1369;p35"/>
          <p:cNvSpPr txBox="1"/>
          <p:nvPr>
            <p:ph idx="6" type="title"/>
          </p:nvPr>
        </p:nvSpPr>
        <p:spPr>
          <a:xfrm>
            <a:off x="6915150" y="163297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a:t>
            </a:r>
            <a:endParaRPr/>
          </a:p>
        </p:txBody>
      </p:sp>
      <p:sp>
        <p:nvSpPr>
          <p:cNvPr id="1370" name="Google Shape;1370;p35"/>
          <p:cNvSpPr txBox="1"/>
          <p:nvPr>
            <p:ph idx="1" type="subTitle"/>
          </p:nvPr>
        </p:nvSpPr>
        <p:spPr>
          <a:xfrm>
            <a:off x="720000" y="233270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SiteMap</a:t>
            </a:r>
            <a:endParaRPr/>
          </a:p>
        </p:txBody>
      </p:sp>
      <p:sp>
        <p:nvSpPr>
          <p:cNvPr id="1371" name="Google Shape;1371;p35"/>
          <p:cNvSpPr txBox="1"/>
          <p:nvPr>
            <p:ph idx="8" type="subTitle"/>
          </p:nvPr>
        </p:nvSpPr>
        <p:spPr>
          <a:xfrm>
            <a:off x="3329000" y="3476850"/>
            <a:ext cx="2080500" cy="88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Charte Graphique</a:t>
            </a:r>
            <a:endParaRPr/>
          </a:p>
        </p:txBody>
      </p:sp>
      <p:sp>
        <p:nvSpPr>
          <p:cNvPr id="1372" name="Google Shape;1372;p35"/>
          <p:cNvSpPr txBox="1"/>
          <p:nvPr>
            <p:ph idx="9" type="subTitle"/>
          </p:nvPr>
        </p:nvSpPr>
        <p:spPr>
          <a:xfrm>
            <a:off x="6343500" y="233270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Wireframes et</a:t>
            </a:r>
            <a:endParaRPr/>
          </a:p>
          <a:p>
            <a:pPr indent="0" lvl="0" marL="0" rtl="0" algn="ctr">
              <a:spcBef>
                <a:spcPts val="0"/>
              </a:spcBef>
              <a:spcAft>
                <a:spcPts val="0"/>
              </a:spcAft>
              <a:buNone/>
            </a:pPr>
            <a:r>
              <a:rPr lang="en"/>
              <a:t>Maquettes</a:t>
            </a:r>
            <a:endParaRPr/>
          </a:p>
        </p:txBody>
      </p:sp>
      <p:sp>
        <p:nvSpPr>
          <p:cNvPr id="1373" name="Google Shape;1373;p35"/>
          <p:cNvSpPr txBox="1"/>
          <p:nvPr>
            <p:ph idx="12" type="sldNum"/>
          </p:nvPr>
        </p:nvSpPr>
        <p:spPr>
          <a:xfrm>
            <a:off x="8423998" y="4749850"/>
            <a:ext cx="681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sp>
        <p:nvSpPr>
          <p:cNvPr id="1378" name="Google Shape;1378;p36"/>
          <p:cNvSpPr txBox="1"/>
          <p:nvPr>
            <p:ph idx="2" type="title"/>
          </p:nvPr>
        </p:nvSpPr>
        <p:spPr>
          <a:xfrm>
            <a:off x="2825688" y="53389"/>
            <a:ext cx="3492600" cy="768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Sitemap</a:t>
            </a:r>
            <a:endParaRPr/>
          </a:p>
        </p:txBody>
      </p:sp>
      <p:sp>
        <p:nvSpPr>
          <p:cNvPr id="1379" name="Google Shape;1379;p36"/>
          <p:cNvSpPr txBox="1"/>
          <p:nvPr>
            <p:ph idx="12" type="sldNum"/>
          </p:nvPr>
        </p:nvSpPr>
        <p:spPr>
          <a:xfrm>
            <a:off x="8492074" y="4749850"/>
            <a:ext cx="6135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380" name="Google Shape;1380;p36"/>
          <p:cNvSpPr txBox="1"/>
          <p:nvPr/>
        </p:nvSpPr>
        <p:spPr>
          <a:xfrm>
            <a:off x="331830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a:t>
            </a:r>
            <a:endParaRPr b="1" sz="1000">
              <a:solidFill>
                <a:schemeClr val="dk1"/>
              </a:solidFill>
              <a:latin typeface="Poppins"/>
              <a:ea typeface="Poppins"/>
              <a:cs typeface="Poppins"/>
              <a:sym typeface="Poppins"/>
            </a:endParaRPr>
          </a:p>
        </p:txBody>
      </p:sp>
      <p:pic>
        <p:nvPicPr>
          <p:cNvPr id="1381" name="Google Shape;1381;p36"/>
          <p:cNvPicPr preferRelativeResize="0"/>
          <p:nvPr/>
        </p:nvPicPr>
        <p:blipFill rotWithShape="1">
          <a:blip r:embed="rId3">
            <a:alphaModFix/>
          </a:blip>
          <a:srcRect b="0" l="0" r="0" t="2874"/>
          <a:stretch/>
        </p:blipFill>
        <p:spPr>
          <a:xfrm>
            <a:off x="1104250" y="934900"/>
            <a:ext cx="6935501" cy="3571824"/>
          </a:xfrm>
          <a:prstGeom prst="rect">
            <a:avLst/>
          </a:prstGeom>
          <a:noFill/>
          <a:ln>
            <a:noFill/>
          </a:ln>
        </p:spPr>
      </p:pic>
      <p:pic>
        <p:nvPicPr>
          <p:cNvPr id="1382" name="Google Shape;1382;p36"/>
          <p:cNvPicPr preferRelativeResize="0"/>
          <p:nvPr/>
        </p:nvPicPr>
        <p:blipFill>
          <a:blip r:embed="rId4">
            <a:alphaModFix/>
          </a:blip>
          <a:stretch>
            <a:fillRect/>
          </a:stretch>
        </p:blipFill>
        <p:spPr>
          <a:xfrm rot="635880">
            <a:off x="7252931" y="3454522"/>
            <a:ext cx="1181392" cy="14411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82"/>
                                        </p:tgtEl>
                                        <p:attrNameLst>
                                          <p:attrName>style.visibility</p:attrName>
                                        </p:attrNameLst>
                                      </p:cBhvr>
                                      <p:to>
                                        <p:strVal val="visible"/>
                                      </p:to>
                                    </p:set>
                                    <p:animEffect filter="fade" transition="in">
                                      <p:cBhvr>
                                        <p:cTn dur="1000"/>
                                        <p:tgtEl>
                                          <p:spTgt spid="1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37"/>
          <p:cNvSpPr txBox="1"/>
          <p:nvPr>
            <p:ph type="title"/>
          </p:nvPr>
        </p:nvSpPr>
        <p:spPr>
          <a:xfrm>
            <a:off x="713225" y="539500"/>
            <a:ext cx="4294800" cy="588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Charte Graphique</a:t>
            </a:r>
            <a:endParaRPr/>
          </a:p>
        </p:txBody>
      </p:sp>
      <p:sp>
        <p:nvSpPr>
          <p:cNvPr id="1388" name="Google Shape;1388;p37"/>
          <p:cNvSpPr txBox="1"/>
          <p:nvPr>
            <p:ph idx="1" type="subTitle"/>
          </p:nvPr>
        </p:nvSpPr>
        <p:spPr>
          <a:xfrm>
            <a:off x="713225" y="1127800"/>
            <a:ext cx="4294800" cy="36222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t>La charte graphique est un ensemble de règles et de lignes directrices visuelles qui définissent l'identité visuelle d'une application web. Elle inclut des éléments tels que les couleurs, les typographies, les logos, les icônes et les styles visuels, assurant une cohérence esthétique sur l'ensemble de l'application.</a:t>
            </a:r>
            <a:endParaRPr sz="1100"/>
          </a:p>
          <a:p>
            <a:pPr indent="0" lvl="0" marL="0" rtl="0" algn="l">
              <a:lnSpc>
                <a:spcPct val="115000"/>
              </a:lnSpc>
              <a:spcBef>
                <a:spcPts val="1200"/>
              </a:spcBef>
              <a:spcAft>
                <a:spcPts val="0"/>
              </a:spcAft>
              <a:buNone/>
            </a:pPr>
            <a:r>
              <a:rPr b="1" lang="en" sz="1100"/>
              <a:t>Avantages</a:t>
            </a:r>
            <a:endParaRPr b="1" sz="1100"/>
          </a:p>
          <a:p>
            <a:pPr indent="-298450" lvl="0" marL="457200" rtl="0" algn="l">
              <a:lnSpc>
                <a:spcPct val="115000"/>
              </a:lnSpc>
              <a:spcBef>
                <a:spcPts val="1200"/>
              </a:spcBef>
              <a:spcAft>
                <a:spcPts val="0"/>
              </a:spcAft>
              <a:buClr>
                <a:schemeClr val="dk1"/>
              </a:buClr>
              <a:buSzPts val="1100"/>
              <a:buFont typeface="Arial"/>
              <a:buAutoNum type="arabicPeriod"/>
            </a:pPr>
            <a:r>
              <a:rPr b="1" lang="en" sz="1100"/>
              <a:t>Cohérence Visuelle</a:t>
            </a:r>
            <a:r>
              <a:rPr lang="en" sz="1100"/>
              <a:t> : Une charte graphique assure que tous les éléments de l'application sont visuellement harmonisés, ce qui renforce la crédibilité et la reconnaissance de la marque.</a:t>
            </a:r>
            <a:endParaRPr sz="1100"/>
          </a:p>
          <a:p>
            <a:pPr indent="-298450" lvl="0" marL="457200" rtl="0" algn="l">
              <a:lnSpc>
                <a:spcPct val="115000"/>
              </a:lnSpc>
              <a:spcBef>
                <a:spcPts val="0"/>
              </a:spcBef>
              <a:spcAft>
                <a:spcPts val="0"/>
              </a:spcAft>
              <a:buClr>
                <a:schemeClr val="dk1"/>
              </a:buClr>
              <a:buSzPts val="1100"/>
              <a:buFont typeface="Arial"/>
              <a:buAutoNum type="arabicPeriod"/>
            </a:pPr>
            <a:r>
              <a:rPr b="1" lang="en" sz="1100"/>
              <a:t>Expérience Utilisateur Optimisée</a:t>
            </a:r>
            <a:r>
              <a:rPr lang="en" sz="1100"/>
              <a:t> : En maintenant des styles visuels cohérents, les utilisateurs trouvent l'application plus intuitive et agréable à utiliser, améliorant ainsi leur satisfaction et leur engagement.</a:t>
            </a:r>
            <a:endParaRPr/>
          </a:p>
        </p:txBody>
      </p:sp>
      <p:pic>
        <p:nvPicPr>
          <p:cNvPr id="1389" name="Google Shape;1389;p37"/>
          <p:cNvPicPr preferRelativeResize="0"/>
          <p:nvPr>
            <p:ph idx="2" type="pic"/>
          </p:nvPr>
        </p:nvPicPr>
        <p:blipFill rotWithShape="1">
          <a:blip r:embed="rId3">
            <a:alphaModFix/>
          </a:blip>
          <a:srcRect b="0" l="0" r="0" t="0"/>
          <a:stretch/>
        </p:blipFill>
        <p:spPr>
          <a:xfrm>
            <a:off x="5470004" y="3296800"/>
            <a:ext cx="3531120" cy="1480500"/>
          </a:xfrm>
          <a:prstGeom prst="rect">
            <a:avLst/>
          </a:prstGeom>
        </p:spPr>
      </p:pic>
      <p:sp>
        <p:nvSpPr>
          <p:cNvPr id="1390" name="Google Shape;1390;p37"/>
          <p:cNvSpPr txBox="1"/>
          <p:nvPr>
            <p:ph idx="12" type="sldNum"/>
          </p:nvPr>
        </p:nvSpPr>
        <p:spPr>
          <a:xfrm>
            <a:off x="8395497" y="4777300"/>
            <a:ext cx="7485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391" name="Google Shape;1391;p37"/>
          <p:cNvPicPr preferRelativeResize="0"/>
          <p:nvPr/>
        </p:nvPicPr>
        <p:blipFill>
          <a:blip r:embed="rId4">
            <a:alphaModFix/>
          </a:blip>
          <a:stretch>
            <a:fillRect/>
          </a:stretch>
        </p:blipFill>
        <p:spPr>
          <a:xfrm>
            <a:off x="6086213" y="1719550"/>
            <a:ext cx="939538" cy="1146151"/>
          </a:xfrm>
          <a:prstGeom prst="rect">
            <a:avLst/>
          </a:prstGeom>
          <a:noFill/>
          <a:ln>
            <a:noFill/>
          </a:ln>
        </p:spPr>
      </p:pic>
      <p:pic>
        <p:nvPicPr>
          <p:cNvPr id="1392" name="Google Shape;1392;p37"/>
          <p:cNvPicPr preferRelativeResize="0"/>
          <p:nvPr/>
        </p:nvPicPr>
        <p:blipFill>
          <a:blip r:embed="rId5">
            <a:alphaModFix/>
          </a:blip>
          <a:stretch>
            <a:fillRect/>
          </a:stretch>
        </p:blipFill>
        <p:spPr>
          <a:xfrm>
            <a:off x="7187681" y="1719536"/>
            <a:ext cx="939550" cy="1146176"/>
          </a:xfrm>
          <a:prstGeom prst="rect">
            <a:avLst/>
          </a:prstGeom>
          <a:noFill/>
          <a:ln>
            <a:noFill/>
          </a:ln>
        </p:spPr>
      </p:pic>
      <p:sp>
        <p:nvSpPr>
          <p:cNvPr id="1393" name="Google Shape;1393;p37"/>
          <p:cNvSpPr txBox="1"/>
          <p:nvPr/>
        </p:nvSpPr>
        <p:spPr>
          <a:xfrm>
            <a:off x="6701875" y="1288425"/>
            <a:ext cx="809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600">
                <a:solidFill>
                  <a:schemeClr val="dk1"/>
                </a:solidFill>
                <a:latin typeface="Poppins"/>
                <a:ea typeface="Poppins"/>
                <a:cs typeface="Poppins"/>
                <a:sym typeface="Poppins"/>
              </a:rPr>
              <a:t>Logos</a:t>
            </a:r>
            <a:endParaRPr b="1" i="1" sz="1600">
              <a:solidFill>
                <a:schemeClr val="dk1"/>
              </a:solidFill>
              <a:latin typeface="Poppins"/>
              <a:ea typeface="Poppins"/>
              <a:cs typeface="Poppins"/>
              <a:sym typeface="Poppins"/>
            </a:endParaRPr>
          </a:p>
        </p:txBody>
      </p:sp>
      <p:sp>
        <p:nvSpPr>
          <p:cNvPr id="1394" name="Google Shape;1394;p37"/>
          <p:cNvSpPr txBox="1"/>
          <p:nvPr/>
        </p:nvSpPr>
        <p:spPr>
          <a:xfrm>
            <a:off x="6066400" y="2922850"/>
            <a:ext cx="2409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600">
                <a:solidFill>
                  <a:schemeClr val="dk1"/>
                </a:solidFill>
                <a:latin typeface="Poppins"/>
                <a:ea typeface="Poppins"/>
                <a:cs typeface="Poppins"/>
                <a:sym typeface="Poppins"/>
              </a:rPr>
              <a:t>Palette de couleurs</a:t>
            </a:r>
            <a:endParaRPr b="1" i="1" sz="1600">
              <a:solidFill>
                <a:schemeClr val="dk1"/>
              </a:solidFill>
              <a:latin typeface="Poppins"/>
              <a:ea typeface="Poppins"/>
              <a:cs typeface="Poppins"/>
              <a:sym typeface="Poppins"/>
            </a:endParaRPr>
          </a:p>
        </p:txBody>
      </p:sp>
      <p:sp>
        <p:nvSpPr>
          <p:cNvPr id="1395" name="Google Shape;1395;p37"/>
          <p:cNvSpPr txBox="1"/>
          <p:nvPr/>
        </p:nvSpPr>
        <p:spPr>
          <a:xfrm>
            <a:off x="5383075" y="248800"/>
            <a:ext cx="1938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600">
                <a:solidFill>
                  <a:schemeClr val="dk1"/>
                </a:solidFill>
                <a:latin typeface="Poppins"/>
                <a:ea typeface="Poppins"/>
                <a:cs typeface="Poppins"/>
                <a:sym typeface="Poppins"/>
              </a:rPr>
              <a:t>Typographies </a:t>
            </a:r>
            <a:endParaRPr b="1" i="1" sz="1600">
              <a:solidFill>
                <a:schemeClr val="dk1"/>
              </a:solidFill>
              <a:latin typeface="Poppins"/>
              <a:ea typeface="Poppins"/>
              <a:cs typeface="Poppins"/>
              <a:sym typeface="Poppins"/>
            </a:endParaRPr>
          </a:p>
          <a:p>
            <a:pPr indent="0" lvl="0" marL="0" rtl="0" algn="l">
              <a:spcBef>
                <a:spcPts val="0"/>
              </a:spcBef>
              <a:spcAft>
                <a:spcPts val="0"/>
              </a:spcAft>
              <a:buNone/>
            </a:pPr>
            <a:r>
              <a:t/>
            </a:r>
            <a:endParaRPr sz="1200">
              <a:solidFill>
                <a:schemeClr val="dk1"/>
              </a:solidFill>
              <a:latin typeface="Poppins"/>
              <a:ea typeface="Poppins"/>
              <a:cs typeface="Poppins"/>
              <a:sym typeface="Poppins"/>
            </a:endParaRPr>
          </a:p>
          <a:p>
            <a:pPr indent="0" lvl="0" marL="0" rtl="0" algn="ctr">
              <a:spcBef>
                <a:spcPts val="0"/>
              </a:spcBef>
              <a:spcAft>
                <a:spcPts val="0"/>
              </a:spcAft>
              <a:buNone/>
            </a:pPr>
            <a:r>
              <a:rPr b="1" lang="en" sz="1800">
                <a:solidFill>
                  <a:schemeClr val="dk1"/>
                </a:solidFill>
                <a:latin typeface="Laila"/>
                <a:ea typeface="Laila"/>
                <a:cs typeface="Laila"/>
                <a:sym typeface="Laila"/>
              </a:rPr>
              <a:t>Laila </a:t>
            </a:r>
            <a:r>
              <a:rPr lang="en" sz="1800">
                <a:solidFill>
                  <a:schemeClr val="dk1"/>
                </a:solidFill>
                <a:latin typeface="Laila"/>
                <a:ea typeface="Laila"/>
                <a:cs typeface="Laila"/>
                <a:sym typeface="Laila"/>
              </a:rPr>
              <a:t>(Titre)</a:t>
            </a:r>
            <a:endParaRPr sz="1800">
              <a:solidFill>
                <a:schemeClr val="dk1"/>
              </a:solidFill>
              <a:latin typeface="Laila"/>
              <a:ea typeface="Laila"/>
              <a:cs typeface="Laila"/>
              <a:sym typeface="Laila"/>
            </a:endParaRPr>
          </a:p>
          <a:p>
            <a:pPr indent="0" lvl="0" marL="0" rtl="0" algn="ctr">
              <a:spcBef>
                <a:spcPts val="0"/>
              </a:spcBef>
              <a:spcAft>
                <a:spcPts val="0"/>
              </a:spcAft>
              <a:buNone/>
            </a:pPr>
            <a:r>
              <a:rPr b="1" lang="en" sz="1800">
                <a:solidFill>
                  <a:schemeClr val="dk1"/>
                </a:solidFill>
                <a:latin typeface="Imprima"/>
                <a:ea typeface="Imprima"/>
                <a:cs typeface="Imprima"/>
                <a:sym typeface="Imprima"/>
              </a:rPr>
              <a:t>Imprima </a:t>
            </a:r>
            <a:r>
              <a:rPr lang="en" sz="1800">
                <a:solidFill>
                  <a:schemeClr val="dk1"/>
                </a:solidFill>
                <a:latin typeface="Imprima"/>
                <a:ea typeface="Imprima"/>
                <a:cs typeface="Imprima"/>
                <a:sym typeface="Imprima"/>
              </a:rPr>
              <a:t>(texte)</a:t>
            </a:r>
            <a:endParaRPr sz="1800">
              <a:solidFill>
                <a:schemeClr val="dk1"/>
              </a:solidFill>
              <a:latin typeface="Imprima"/>
              <a:ea typeface="Imprima"/>
              <a:cs typeface="Imprima"/>
              <a:sym typeface="Imprima"/>
            </a:endParaRPr>
          </a:p>
        </p:txBody>
      </p:sp>
      <p:sp>
        <p:nvSpPr>
          <p:cNvPr id="1396" name="Google Shape;1396;p37"/>
          <p:cNvSpPr txBox="1"/>
          <p:nvPr/>
        </p:nvSpPr>
        <p:spPr>
          <a:xfrm>
            <a:off x="8020125" y="248800"/>
            <a:ext cx="98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600">
                <a:solidFill>
                  <a:schemeClr val="dk1"/>
                </a:solidFill>
                <a:latin typeface="Poppins"/>
                <a:ea typeface="Poppins"/>
                <a:cs typeface="Poppins"/>
                <a:sym typeface="Poppins"/>
              </a:rPr>
              <a:t>Icônes</a:t>
            </a:r>
            <a:endParaRPr b="1" i="1" sz="1600">
              <a:solidFill>
                <a:schemeClr val="dk1"/>
              </a:solidFill>
              <a:latin typeface="Poppins"/>
              <a:ea typeface="Poppins"/>
              <a:cs typeface="Poppins"/>
              <a:sym typeface="Poppins"/>
            </a:endParaRPr>
          </a:p>
        </p:txBody>
      </p:sp>
      <p:pic>
        <p:nvPicPr>
          <p:cNvPr id="1397" name="Google Shape;1397;p37"/>
          <p:cNvPicPr preferRelativeResize="0"/>
          <p:nvPr/>
        </p:nvPicPr>
        <p:blipFill>
          <a:blip r:embed="rId6">
            <a:alphaModFix/>
          </a:blip>
          <a:stretch>
            <a:fillRect/>
          </a:stretch>
        </p:blipFill>
        <p:spPr>
          <a:xfrm>
            <a:off x="7511571" y="813948"/>
            <a:ext cx="1492603" cy="340425"/>
          </a:xfrm>
          <a:prstGeom prst="rect">
            <a:avLst/>
          </a:prstGeom>
          <a:noFill/>
          <a:ln>
            <a:noFill/>
          </a:ln>
        </p:spPr>
      </p:pic>
      <p:sp>
        <p:nvSpPr>
          <p:cNvPr id="1398" name="Google Shape;1398;p37"/>
          <p:cNvSpPr txBox="1"/>
          <p:nvPr/>
        </p:nvSpPr>
        <p:spPr>
          <a:xfrm>
            <a:off x="0" y="4777300"/>
            <a:ext cx="2254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10</a:t>
            </a:r>
            <a:endParaRPr b="1" sz="1000">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38"/>
          <p:cNvSpPr txBox="1"/>
          <p:nvPr>
            <p:ph type="title"/>
          </p:nvPr>
        </p:nvSpPr>
        <p:spPr>
          <a:xfrm>
            <a:off x="1716900" y="109250"/>
            <a:ext cx="5067300" cy="7770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Wireframes</a:t>
            </a:r>
            <a:endParaRPr sz="4800"/>
          </a:p>
        </p:txBody>
      </p:sp>
      <p:sp>
        <p:nvSpPr>
          <p:cNvPr id="1404" name="Google Shape;1404;p38"/>
          <p:cNvSpPr txBox="1"/>
          <p:nvPr>
            <p:ph idx="1" type="subTitle"/>
          </p:nvPr>
        </p:nvSpPr>
        <p:spPr>
          <a:xfrm>
            <a:off x="661600" y="886250"/>
            <a:ext cx="3339900" cy="44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Qu'est-ce qu'un Wireframe ?</a:t>
            </a:r>
            <a:endParaRPr/>
          </a:p>
        </p:txBody>
      </p:sp>
      <p:sp>
        <p:nvSpPr>
          <p:cNvPr id="1405" name="Google Shape;1405;p38"/>
          <p:cNvSpPr txBox="1"/>
          <p:nvPr>
            <p:ph idx="12" type="sldNum"/>
          </p:nvPr>
        </p:nvSpPr>
        <p:spPr>
          <a:xfrm>
            <a:off x="8434173" y="4749850"/>
            <a:ext cx="6714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406" name="Google Shape;1406;p38"/>
          <p:cNvSpPr txBox="1"/>
          <p:nvPr/>
        </p:nvSpPr>
        <p:spPr>
          <a:xfrm>
            <a:off x="287950" y="1412600"/>
            <a:ext cx="4087200" cy="1821300"/>
          </a:xfrm>
          <a:prstGeom prst="rect">
            <a:avLst/>
          </a:prstGeom>
          <a:noFill/>
          <a:ln>
            <a:noFill/>
          </a:ln>
        </p:spPr>
        <p:txBody>
          <a:bodyPr anchorCtr="0" anchor="t" bIns="91425" lIns="91425" spcFirstLastPara="1" rIns="91425" wrap="square" tIns="91425">
            <a:spAutoFit/>
          </a:bodyPr>
          <a:lstStyle/>
          <a:p>
            <a:pPr indent="-317500" lvl="0" marL="457200" rtl="0" algn="just">
              <a:spcBef>
                <a:spcPts val="0"/>
              </a:spcBef>
              <a:spcAft>
                <a:spcPts val="0"/>
              </a:spcAft>
              <a:buSzPts val="1400"/>
              <a:buFont typeface="Poppins"/>
              <a:buChar char="●"/>
            </a:pPr>
            <a:r>
              <a:rPr lang="en">
                <a:latin typeface="Poppins"/>
                <a:ea typeface="Poppins"/>
                <a:cs typeface="Poppins"/>
                <a:sym typeface="Poppins"/>
              </a:rPr>
              <a:t>Un wireframe est un schéma ou une maquette visuelle de la structure d'une page web ou d'une application.</a:t>
            </a:r>
            <a:endParaRPr>
              <a:latin typeface="Poppins"/>
              <a:ea typeface="Poppins"/>
              <a:cs typeface="Poppins"/>
              <a:sym typeface="Poppins"/>
            </a:endParaRPr>
          </a:p>
          <a:p>
            <a:pPr indent="-317500" lvl="0" marL="457200" rtl="0" algn="just">
              <a:spcBef>
                <a:spcPts val="1000"/>
              </a:spcBef>
              <a:spcAft>
                <a:spcPts val="0"/>
              </a:spcAft>
              <a:buSzPts val="1400"/>
              <a:buFont typeface="Poppins"/>
              <a:buChar char="●"/>
            </a:pPr>
            <a:r>
              <a:rPr lang="en">
                <a:latin typeface="Poppins"/>
                <a:ea typeface="Poppins"/>
                <a:cs typeface="Poppins"/>
                <a:sym typeface="Poppins"/>
              </a:rPr>
              <a:t>Il se concentre sur l'agencement et la disposition des éléments, sans se soucier des aspects graphiques ou stylistiques.</a:t>
            </a:r>
            <a:endParaRPr>
              <a:latin typeface="Poppins"/>
              <a:ea typeface="Poppins"/>
              <a:cs typeface="Poppins"/>
              <a:sym typeface="Poppins"/>
            </a:endParaRPr>
          </a:p>
        </p:txBody>
      </p:sp>
      <p:sp>
        <p:nvSpPr>
          <p:cNvPr id="1407" name="Google Shape;1407;p38"/>
          <p:cNvSpPr txBox="1"/>
          <p:nvPr>
            <p:ph idx="1" type="subTitle"/>
          </p:nvPr>
        </p:nvSpPr>
        <p:spPr>
          <a:xfrm>
            <a:off x="5132950" y="886250"/>
            <a:ext cx="3339900" cy="44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À quoi sert un Wireframe ?</a:t>
            </a:r>
            <a:endParaRPr/>
          </a:p>
        </p:txBody>
      </p:sp>
      <p:sp>
        <p:nvSpPr>
          <p:cNvPr id="1408" name="Google Shape;1408;p38"/>
          <p:cNvSpPr txBox="1"/>
          <p:nvPr/>
        </p:nvSpPr>
        <p:spPr>
          <a:xfrm>
            <a:off x="4759300" y="1412600"/>
            <a:ext cx="4087200" cy="30426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SzPts val="1300"/>
              <a:buFont typeface="Poppins"/>
              <a:buChar char="●"/>
            </a:pPr>
            <a:r>
              <a:rPr b="1" lang="en" sz="1300">
                <a:latin typeface="Poppins"/>
                <a:ea typeface="Poppins"/>
                <a:cs typeface="Poppins"/>
                <a:sym typeface="Poppins"/>
              </a:rPr>
              <a:t>Planification de la Structure</a:t>
            </a:r>
            <a:r>
              <a:rPr lang="en" sz="1300">
                <a:latin typeface="Poppins"/>
                <a:ea typeface="Poppins"/>
                <a:cs typeface="Poppins"/>
                <a:sym typeface="Poppins"/>
              </a:rPr>
              <a:t> : Il permet de définir l'architecture de l'interface et de placer les éléments de manière logique.</a:t>
            </a:r>
            <a:endParaRPr sz="1300">
              <a:latin typeface="Poppins"/>
              <a:ea typeface="Poppins"/>
              <a:cs typeface="Poppins"/>
              <a:sym typeface="Poppins"/>
            </a:endParaRPr>
          </a:p>
          <a:p>
            <a:pPr indent="-311150" lvl="0" marL="457200" rtl="0" algn="l">
              <a:spcBef>
                <a:spcPts val="1000"/>
              </a:spcBef>
              <a:spcAft>
                <a:spcPts val="0"/>
              </a:spcAft>
              <a:buSzPts val="1300"/>
              <a:buFont typeface="Poppins"/>
              <a:buChar char="●"/>
            </a:pPr>
            <a:r>
              <a:rPr b="1" lang="en" sz="1300">
                <a:latin typeface="Poppins"/>
                <a:ea typeface="Poppins"/>
                <a:cs typeface="Poppins"/>
                <a:sym typeface="Poppins"/>
              </a:rPr>
              <a:t>Communication</a:t>
            </a:r>
            <a:r>
              <a:rPr lang="en" sz="1300">
                <a:latin typeface="Poppins"/>
                <a:ea typeface="Poppins"/>
                <a:cs typeface="Poppins"/>
                <a:sym typeface="Poppins"/>
              </a:rPr>
              <a:t> : Sert de support visuel pour communiquer des idées entre les concepteurs, développeurs et parties prenantes.</a:t>
            </a:r>
            <a:endParaRPr sz="1300">
              <a:latin typeface="Poppins"/>
              <a:ea typeface="Poppins"/>
              <a:cs typeface="Poppins"/>
              <a:sym typeface="Poppins"/>
            </a:endParaRPr>
          </a:p>
          <a:p>
            <a:pPr indent="-311150" lvl="0" marL="457200" rtl="0" algn="l">
              <a:spcBef>
                <a:spcPts val="1000"/>
              </a:spcBef>
              <a:spcAft>
                <a:spcPts val="1000"/>
              </a:spcAft>
              <a:buSzPts val="1300"/>
              <a:buFont typeface="Poppins"/>
              <a:buChar char="●"/>
            </a:pPr>
            <a:r>
              <a:rPr b="1" lang="en" sz="1300">
                <a:latin typeface="Poppins"/>
                <a:ea typeface="Poppins"/>
                <a:cs typeface="Poppins"/>
                <a:sym typeface="Poppins"/>
              </a:rPr>
              <a:t>Validation Précoce</a:t>
            </a:r>
            <a:r>
              <a:rPr lang="en" sz="1300">
                <a:latin typeface="Poppins"/>
                <a:ea typeface="Poppins"/>
                <a:cs typeface="Poppins"/>
                <a:sym typeface="Poppins"/>
              </a:rPr>
              <a:t> : Facilite la validation de la disposition et des fonctionnalités principales avant de s'engager dans des étapes plus coûteuses de design et de développement.</a:t>
            </a:r>
            <a:endParaRPr sz="1300">
              <a:latin typeface="Poppins"/>
              <a:ea typeface="Poppins"/>
              <a:cs typeface="Poppins"/>
              <a:sym typeface="Poppins"/>
            </a:endParaRPr>
          </a:p>
        </p:txBody>
      </p:sp>
      <p:sp>
        <p:nvSpPr>
          <p:cNvPr id="1409" name="Google Shape;1409;p38"/>
          <p:cNvSpPr txBox="1"/>
          <p:nvPr/>
        </p:nvSpPr>
        <p:spPr>
          <a:xfrm>
            <a:off x="2626150"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9-11</a:t>
            </a:r>
            <a:endParaRPr b="1" sz="1000">
              <a:solidFill>
                <a:schemeClr val="dk1"/>
              </a:solidFill>
              <a:latin typeface="Poppins"/>
              <a:ea typeface="Poppins"/>
              <a:cs typeface="Poppins"/>
              <a:sym typeface="Poppins"/>
            </a:endParaRPr>
          </a:p>
        </p:txBody>
      </p:sp>
      <p:pic>
        <p:nvPicPr>
          <p:cNvPr id="1410" name="Google Shape;1410;p38"/>
          <p:cNvPicPr preferRelativeResize="0"/>
          <p:nvPr/>
        </p:nvPicPr>
        <p:blipFill rotWithShape="1">
          <a:blip r:embed="rId3">
            <a:alphaModFix/>
          </a:blip>
          <a:srcRect b="16183" l="0" r="0" t="16553"/>
          <a:stretch/>
        </p:blipFill>
        <p:spPr>
          <a:xfrm>
            <a:off x="5969013" y="66800"/>
            <a:ext cx="1556977" cy="7389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39"/>
          <p:cNvSpPr txBox="1"/>
          <p:nvPr>
            <p:ph idx="12" type="sldNum"/>
          </p:nvPr>
        </p:nvSpPr>
        <p:spPr>
          <a:xfrm>
            <a:off x="8472774" y="4749850"/>
            <a:ext cx="632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416" name="Google Shape;1416;p39"/>
          <p:cNvPicPr preferRelativeResize="0"/>
          <p:nvPr/>
        </p:nvPicPr>
        <p:blipFill>
          <a:blip r:embed="rId3">
            <a:alphaModFix/>
          </a:blip>
          <a:stretch>
            <a:fillRect/>
          </a:stretch>
        </p:blipFill>
        <p:spPr>
          <a:xfrm>
            <a:off x="67450" y="850713"/>
            <a:ext cx="6119299" cy="3442106"/>
          </a:xfrm>
          <a:prstGeom prst="rect">
            <a:avLst/>
          </a:prstGeom>
          <a:noFill/>
          <a:ln cap="flat" cmpd="sng" w="28575">
            <a:solidFill>
              <a:schemeClr val="dk1"/>
            </a:solidFill>
            <a:prstDash val="solid"/>
            <a:round/>
            <a:headEnd len="sm" w="sm" type="none"/>
            <a:tailEnd len="sm" w="sm" type="none"/>
          </a:ln>
        </p:spPr>
      </p:pic>
      <p:pic>
        <p:nvPicPr>
          <p:cNvPr id="1417" name="Google Shape;1417;p39"/>
          <p:cNvPicPr preferRelativeResize="0"/>
          <p:nvPr/>
        </p:nvPicPr>
        <p:blipFill>
          <a:blip r:embed="rId4">
            <a:alphaModFix/>
          </a:blip>
          <a:stretch>
            <a:fillRect/>
          </a:stretch>
        </p:blipFill>
        <p:spPr>
          <a:xfrm>
            <a:off x="6595549" y="152400"/>
            <a:ext cx="1198091" cy="4838701"/>
          </a:xfrm>
          <a:prstGeom prst="rect">
            <a:avLst/>
          </a:prstGeom>
          <a:noFill/>
          <a:ln cap="flat" cmpd="sng" w="28575">
            <a:solidFill>
              <a:schemeClr val="dk1"/>
            </a:solidFill>
            <a:prstDash val="solid"/>
            <a:round/>
            <a:headEnd len="sm" w="sm" type="none"/>
            <a:tailEnd len="sm" w="sm" type="none"/>
          </a:ln>
        </p:spPr>
      </p:pic>
      <p:sp>
        <p:nvSpPr>
          <p:cNvPr id="1418" name="Google Shape;1418;p39"/>
          <p:cNvSpPr txBox="1"/>
          <p:nvPr/>
        </p:nvSpPr>
        <p:spPr>
          <a:xfrm>
            <a:off x="1711350" y="240875"/>
            <a:ext cx="4475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dk1"/>
                </a:solidFill>
                <a:latin typeface="Aref Ruqaa"/>
                <a:ea typeface="Aref Ruqaa"/>
                <a:cs typeface="Aref Ruqaa"/>
                <a:sym typeface="Aref Ruqaa"/>
              </a:rPr>
              <a:t>Exemple de mes Wireframes</a:t>
            </a:r>
            <a:endParaRPr b="1" sz="2400">
              <a:solidFill>
                <a:schemeClr val="dk1"/>
              </a:solidFill>
              <a:latin typeface="Aref Ruqaa"/>
              <a:ea typeface="Aref Ruqaa"/>
              <a:cs typeface="Aref Ruqaa"/>
              <a:sym typeface="Aref Ruqaa"/>
            </a:endParaRPr>
          </a:p>
        </p:txBody>
      </p:sp>
      <p:sp>
        <p:nvSpPr>
          <p:cNvPr id="1419" name="Google Shape;1419;p39"/>
          <p:cNvSpPr txBox="1"/>
          <p:nvPr/>
        </p:nvSpPr>
        <p:spPr>
          <a:xfrm>
            <a:off x="3072000"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9-11</a:t>
            </a:r>
            <a:endParaRPr b="1" sz="1000">
              <a:solidFill>
                <a:schemeClr val="dk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3" name="Shape 1423"/>
        <p:cNvGrpSpPr/>
        <p:nvPr/>
      </p:nvGrpSpPr>
      <p:grpSpPr>
        <a:xfrm>
          <a:off x="0" y="0"/>
          <a:ext cx="0" cy="0"/>
          <a:chOff x="0" y="0"/>
          <a:chExt cx="0" cy="0"/>
        </a:xfrm>
      </p:grpSpPr>
      <p:sp>
        <p:nvSpPr>
          <p:cNvPr id="1424" name="Google Shape;1424;p40"/>
          <p:cNvSpPr txBox="1"/>
          <p:nvPr/>
        </p:nvSpPr>
        <p:spPr>
          <a:xfrm>
            <a:off x="2043425"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9-12</a:t>
            </a:r>
            <a:endParaRPr b="1" sz="1000">
              <a:solidFill>
                <a:schemeClr val="dk1"/>
              </a:solidFill>
              <a:latin typeface="Poppins"/>
              <a:ea typeface="Poppins"/>
              <a:cs typeface="Poppins"/>
              <a:sym typeface="Poppins"/>
            </a:endParaRPr>
          </a:p>
        </p:txBody>
      </p:sp>
      <p:sp>
        <p:nvSpPr>
          <p:cNvPr id="1425" name="Google Shape;1425;p40"/>
          <p:cNvSpPr txBox="1"/>
          <p:nvPr/>
        </p:nvSpPr>
        <p:spPr>
          <a:xfrm>
            <a:off x="3277950" y="0"/>
            <a:ext cx="2588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u="sng">
                <a:solidFill>
                  <a:schemeClr val="dk1"/>
                </a:solidFill>
                <a:latin typeface="Aref Ruqaa"/>
                <a:ea typeface="Aref Ruqaa"/>
                <a:cs typeface="Aref Ruqaa"/>
                <a:sym typeface="Aref Ruqaa"/>
              </a:rPr>
              <a:t>Maquettes</a:t>
            </a:r>
            <a:endParaRPr b="1" sz="3600" u="sng">
              <a:solidFill>
                <a:schemeClr val="dk1"/>
              </a:solidFill>
              <a:latin typeface="Aref Ruqaa"/>
              <a:ea typeface="Aref Ruqaa"/>
              <a:cs typeface="Aref Ruqaa"/>
              <a:sym typeface="Aref Ruqaa"/>
            </a:endParaRPr>
          </a:p>
        </p:txBody>
      </p:sp>
      <p:pic>
        <p:nvPicPr>
          <p:cNvPr id="1426" name="Google Shape;1426;p40"/>
          <p:cNvPicPr preferRelativeResize="0"/>
          <p:nvPr/>
        </p:nvPicPr>
        <p:blipFill rotWithShape="1">
          <a:blip r:embed="rId3">
            <a:alphaModFix/>
          </a:blip>
          <a:srcRect b="16183" l="0" r="0" t="16553"/>
          <a:stretch/>
        </p:blipFill>
        <p:spPr>
          <a:xfrm>
            <a:off x="5762338" y="66675"/>
            <a:ext cx="1556977" cy="738901"/>
          </a:xfrm>
          <a:prstGeom prst="rect">
            <a:avLst/>
          </a:prstGeom>
          <a:noFill/>
          <a:ln>
            <a:noFill/>
          </a:ln>
        </p:spPr>
      </p:pic>
      <p:sp>
        <p:nvSpPr>
          <p:cNvPr id="1427" name="Google Shape;1427;p40"/>
          <p:cNvSpPr txBox="1"/>
          <p:nvPr/>
        </p:nvSpPr>
        <p:spPr>
          <a:xfrm>
            <a:off x="466200" y="707638"/>
            <a:ext cx="80097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200">
                <a:solidFill>
                  <a:schemeClr val="dk1"/>
                </a:solidFill>
                <a:latin typeface="Poppins"/>
                <a:ea typeface="Poppins"/>
                <a:cs typeface="Poppins"/>
                <a:sym typeface="Poppins"/>
              </a:rPr>
              <a:t>Évolution du Wireframe vers la Maquette Graphique</a:t>
            </a:r>
            <a:endParaRPr b="1" sz="2200">
              <a:solidFill>
                <a:schemeClr val="dk1"/>
              </a:solidFill>
              <a:latin typeface="Poppins"/>
              <a:ea typeface="Poppins"/>
              <a:cs typeface="Poppins"/>
              <a:sym typeface="Poppins"/>
            </a:endParaRPr>
          </a:p>
        </p:txBody>
      </p:sp>
      <p:sp>
        <p:nvSpPr>
          <p:cNvPr id="1428" name="Google Shape;1428;p40"/>
          <p:cNvSpPr txBox="1"/>
          <p:nvPr/>
        </p:nvSpPr>
        <p:spPr>
          <a:xfrm>
            <a:off x="539550" y="1230850"/>
            <a:ext cx="8064900" cy="158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Poppins"/>
                <a:ea typeface="Poppins"/>
                <a:cs typeface="Poppins"/>
                <a:sym typeface="Poppins"/>
              </a:rPr>
              <a:t>Le processus de développement de Deadline Drive a commencé par la création de wireframes, des esquisses simples et épurées destinées à organiser les éléments de l'interface utilisateur. Ces wireframes ont servi de guide pour la structure et la disposition des pages de l'application.</a:t>
            </a:r>
            <a:endParaRPr sz="1200">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rPr lang="en" sz="1200">
                <a:solidFill>
                  <a:schemeClr val="dk1"/>
                </a:solidFill>
                <a:latin typeface="Poppins"/>
                <a:ea typeface="Poppins"/>
                <a:cs typeface="Poppins"/>
                <a:sym typeface="Poppins"/>
              </a:rPr>
              <a:t>Une fois les wireframes approuvés, nous sommes passés à la conception des maquettes graphiques. Ces maquettes intègrent les aspects visuels détaillés, y compris les couleurs, les typographies et les images, offrant ainsi une représentation fidèle de l'apparence finale de l'application.</a:t>
            </a:r>
            <a:endParaRPr sz="1200">
              <a:solidFill>
                <a:schemeClr val="dk1"/>
              </a:solidFill>
              <a:latin typeface="Poppins"/>
              <a:ea typeface="Poppins"/>
              <a:cs typeface="Poppins"/>
              <a:sym typeface="Poppins"/>
            </a:endParaRPr>
          </a:p>
        </p:txBody>
      </p:sp>
      <p:sp>
        <p:nvSpPr>
          <p:cNvPr id="1429" name="Google Shape;1429;p40"/>
          <p:cNvSpPr txBox="1"/>
          <p:nvPr/>
        </p:nvSpPr>
        <p:spPr>
          <a:xfrm>
            <a:off x="466200" y="2756225"/>
            <a:ext cx="8138100" cy="52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2200">
                <a:solidFill>
                  <a:schemeClr val="dk1"/>
                </a:solidFill>
                <a:latin typeface="Poppins"/>
                <a:ea typeface="Poppins"/>
                <a:cs typeface="Poppins"/>
                <a:sym typeface="Poppins"/>
              </a:rPr>
              <a:t>Points Clés de la Maquette Graphique</a:t>
            </a:r>
            <a:endParaRPr b="1" sz="2200">
              <a:solidFill>
                <a:schemeClr val="dk1"/>
              </a:solidFill>
              <a:latin typeface="Poppins"/>
              <a:ea typeface="Poppins"/>
              <a:cs typeface="Poppins"/>
              <a:sym typeface="Poppins"/>
            </a:endParaRPr>
          </a:p>
        </p:txBody>
      </p:sp>
      <p:sp>
        <p:nvSpPr>
          <p:cNvPr id="1430" name="Google Shape;1430;p40"/>
          <p:cNvSpPr txBox="1"/>
          <p:nvPr/>
        </p:nvSpPr>
        <p:spPr>
          <a:xfrm>
            <a:off x="4288888" y="3199175"/>
            <a:ext cx="4503900" cy="1847100"/>
          </a:xfrm>
          <a:prstGeom prst="rect">
            <a:avLst/>
          </a:prstGeom>
          <a:noFill/>
          <a:ln>
            <a:noFill/>
          </a:ln>
        </p:spPr>
        <p:txBody>
          <a:bodyPr anchorCtr="0" anchor="t" bIns="91425" lIns="91425" spcFirstLastPara="1" rIns="91425" wrap="square" tIns="91425">
            <a:spAutoFit/>
          </a:bodyPr>
          <a:lstStyle/>
          <a:p>
            <a:pPr indent="-304800" lvl="0" marL="457200" rtl="0" algn="just">
              <a:spcBef>
                <a:spcPts val="0"/>
              </a:spcBef>
              <a:spcAft>
                <a:spcPts val="0"/>
              </a:spcAft>
              <a:buClr>
                <a:schemeClr val="dk1"/>
              </a:buClr>
              <a:buSzPts val="1200"/>
              <a:buFont typeface="Poppins"/>
              <a:buChar char="●"/>
            </a:pPr>
            <a:r>
              <a:rPr b="1" lang="en" sz="1200">
                <a:solidFill>
                  <a:schemeClr val="dk1"/>
                </a:solidFill>
                <a:latin typeface="Poppins"/>
                <a:ea typeface="Poppins"/>
                <a:cs typeface="Poppins"/>
                <a:sym typeface="Poppins"/>
              </a:rPr>
              <a:t>Notifications Visuelles</a:t>
            </a:r>
            <a:r>
              <a:rPr lang="en" sz="1200">
                <a:solidFill>
                  <a:schemeClr val="dk1"/>
                </a:solidFill>
                <a:latin typeface="Poppins"/>
                <a:ea typeface="Poppins"/>
                <a:cs typeface="Poppins"/>
                <a:sym typeface="Poppins"/>
              </a:rPr>
              <a:t> : Des alertes bien conçues qui apparaissent à l'écran pour informer les utilisateurs des échéances à venir et des nouvelles citations du jour.</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b="1" lang="en" sz="1200">
                <a:solidFill>
                  <a:schemeClr val="dk1"/>
                </a:solidFill>
                <a:latin typeface="Poppins"/>
                <a:ea typeface="Poppins"/>
                <a:cs typeface="Poppins"/>
                <a:sym typeface="Poppins"/>
              </a:rPr>
              <a:t>Page à Propos</a:t>
            </a:r>
            <a:r>
              <a:rPr lang="en" sz="1200">
                <a:solidFill>
                  <a:schemeClr val="dk1"/>
                </a:solidFill>
                <a:latin typeface="Poppins"/>
                <a:ea typeface="Poppins"/>
                <a:cs typeface="Poppins"/>
                <a:sym typeface="Poppins"/>
              </a:rPr>
              <a:t> </a:t>
            </a:r>
            <a:r>
              <a:rPr b="1" lang="en" sz="1200">
                <a:solidFill>
                  <a:schemeClr val="dk1"/>
                </a:solidFill>
                <a:latin typeface="Poppins"/>
                <a:ea typeface="Poppins"/>
                <a:cs typeface="Poppins"/>
                <a:sym typeface="Poppins"/>
              </a:rPr>
              <a:t>:</a:t>
            </a:r>
            <a:r>
              <a:rPr lang="en" sz="1200">
                <a:solidFill>
                  <a:schemeClr val="dk1"/>
                </a:solidFill>
                <a:latin typeface="Poppins"/>
                <a:ea typeface="Poppins"/>
                <a:cs typeface="Poppins"/>
                <a:sym typeface="Poppins"/>
              </a:rPr>
              <a:t> Page descriptive de notre application web avec une section FAQ.</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b="1" lang="en" sz="1200">
                <a:solidFill>
                  <a:schemeClr val="dk1"/>
                </a:solidFill>
                <a:latin typeface="Poppins"/>
                <a:ea typeface="Poppins"/>
                <a:cs typeface="Poppins"/>
                <a:sym typeface="Poppins"/>
              </a:rPr>
              <a:t>Modal de citations :</a:t>
            </a:r>
            <a:r>
              <a:rPr lang="en" sz="1200">
                <a:solidFill>
                  <a:schemeClr val="dk1"/>
                </a:solidFill>
                <a:latin typeface="Poppins"/>
                <a:ea typeface="Poppins"/>
                <a:cs typeface="Poppins"/>
                <a:sym typeface="Poppins"/>
              </a:rPr>
              <a:t> Visuel de l’espace commentaire avec les commentaires et favoris, Upvote et downvote.</a:t>
            </a:r>
            <a:endParaRPr sz="1200">
              <a:solidFill>
                <a:schemeClr val="dk1"/>
              </a:solidFill>
              <a:latin typeface="Poppins"/>
              <a:ea typeface="Poppins"/>
              <a:cs typeface="Poppins"/>
              <a:sym typeface="Poppins"/>
            </a:endParaRPr>
          </a:p>
        </p:txBody>
      </p:sp>
      <p:sp>
        <p:nvSpPr>
          <p:cNvPr id="1431" name="Google Shape;1431;p40"/>
          <p:cNvSpPr txBox="1"/>
          <p:nvPr/>
        </p:nvSpPr>
        <p:spPr>
          <a:xfrm>
            <a:off x="0" y="3199175"/>
            <a:ext cx="4503900" cy="1662300"/>
          </a:xfrm>
          <a:prstGeom prst="rect">
            <a:avLst/>
          </a:prstGeom>
          <a:noFill/>
          <a:ln>
            <a:noFill/>
          </a:ln>
        </p:spPr>
        <p:txBody>
          <a:bodyPr anchorCtr="0" anchor="t" bIns="91425" lIns="91425" spcFirstLastPara="1" rIns="91425" wrap="square" tIns="91425">
            <a:spAutoFit/>
          </a:bodyPr>
          <a:lstStyle/>
          <a:p>
            <a:pPr indent="-304800" lvl="0" marL="457200" rtl="0" algn="just">
              <a:spcBef>
                <a:spcPts val="0"/>
              </a:spcBef>
              <a:spcAft>
                <a:spcPts val="0"/>
              </a:spcAft>
              <a:buClr>
                <a:schemeClr val="dk1"/>
              </a:buClr>
              <a:buSzPts val="1200"/>
              <a:buChar char="●"/>
            </a:pPr>
            <a:r>
              <a:rPr b="1" lang="en" sz="1200">
                <a:solidFill>
                  <a:schemeClr val="dk1"/>
                </a:solidFill>
                <a:latin typeface="Poppins"/>
                <a:ea typeface="Poppins"/>
                <a:cs typeface="Poppins"/>
                <a:sym typeface="Poppins"/>
              </a:rPr>
              <a:t>Design Réactif</a:t>
            </a:r>
            <a:r>
              <a:rPr lang="en" sz="1200">
                <a:solidFill>
                  <a:schemeClr val="dk1"/>
                </a:solidFill>
                <a:latin typeface="Poppins"/>
                <a:ea typeface="Poppins"/>
                <a:cs typeface="Poppins"/>
                <a:sym typeface="Poppins"/>
              </a:rPr>
              <a:t> : Une mise en page responsive assurant une expérience utilisateur cohérente et agréable sur divers appareils, qu'il s'agisse de smartphones, de tablettes ou d'ordinateurs de bureau.</a:t>
            </a:r>
            <a:endParaRPr sz="1200">
              <a:solidFill>
                <a:schemeClr val="dk1"/>
              </a:solidFill>
              <a:latin typeface="Poppins"/>
              <a:ea typeface="Poppins"/>
              <a:cs typeface="Poppins"/>
              <a:sym typeface="Poppins"/>
            </a:endParaRPr>
          </a:p>
          <a:p>
            <a:pPr indent="-304800" lvl="0" marL="457200" rtl="0" algn="just">
              <a:spcBef>
                <a:spcPts val="0"/>
              </a:spcBef>
              <a:spcAft>
                <a:spcPts val="0"/>
              </a:spcAft>
              <a:buClr>
                <a:schemeClr val="dk1"/>
              </a:buClr>
              <a:buSzPts val="1200"/>
              <a:buFont typeface="Poppins"/>
              <a:buChar char="●"/>
            </a:pPr>
            <a:r>
              <a:rPr b="1" lang="en" sz="1200">
                <a:solidFill>
                  <a:schemeClr val="dk1"/>
                </a:solidFill>
                <a:latin typeface="Poppins"/>
                <a:ea typeface="Poppins"/>
                <a:cs typeface="Poppins"/>
                <a:sym typeface="Poppins"/>
              </a:rPr>
              <a:t>Interface de connexion/inscription : </a:t>
            </a:r>
            <a:r>
              <a:rPr lang="en" sz="1200">
                <a:solidFill>
                  <a:schemeClr val="dk1"/>
                </a:solidFill>
                <a:latin typeface="Poppins"/>
                <a:ea typeface="Poppins"/>
                <a:cs typeface="Poppins"/>
                <a:sym typeface="Poppins"/>
              </a:rPr>
              <a:t>Mise en page de l’interface de connexion et d’inscription pour les utilisateurs.</a:t>
            </a:r>
            <a:endParaRPr sz="1200">
              <a:solidFill>
                <a:schemeClr val="dk1"/>
              </a:solidFill>
              <a:latin typeface="Poppins"/>
              <a:ea typeface="Poppins"/>
              <a:cs typeface="Poppins"/>
              <a:sym typeface="Poppins"/>
            </a:endParaRPr>
          </a:p>
        </p:txBody>
      </p:sp>
      <p:sp>
        <p:nvSpPr>
          <p:cNvPr id="1432" name="Google Shape;1432;p40"/>
          <p:cNvSpPr txBox="1"/>
          <p:nvPr>
            <p:ph idx="12" type="sldNum"/>
          </p:nvPr>
        </p:nvSpPr>
        <p:spPr>
          <a:xfrm>
            <a:off x="8475898" y="4749850"/>
            <a:ext cx="629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lang="en"/>
              <a:t>/72</a:t>
            </a:r>
            <a:endParaRPr b="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6" name="Shape 1436"/>
        <p:cNvGrpSpPr/>
        <p:nvPr/>
      </p:nvGrpSpPr>
      <p:grpSpPr>
        <a:xfrm>
          <a:off x="0" y="0"/>
          <a:ext cx="0" cy="0"/>
          <a:chOff x="0" y="0"/>
          <a:chExt cx="0" cy="0"/>
        </a:xfrm>
      </p:grpSpPr>
      <p:pic>
        <p:nvPicPr>
          <p:cNvPr id="1437" name="Google Shape;1437;p41"/>
          <p:cNvPicPr preferRelativeResize="0"/>
          <p:nvPr>
            <p:ph idx="2" type="pic"/>
          </p:nvPr>
        </p:nvPicPr>
        <p:blipFill rotWithShape="1">
          <a:blip r:embed="rId3">
            <a:alphaModFix/>
          </a:blip>
          <a:srcRect b="0" l="0" r="0" t="0"/>
          <a:stretch/>
        </p:blipFill>
        <p:spPr>
          <a:xfrm>
            <a:off x="0" y="0"/>
            <a:ext cx="9144000" cy="5143500"/>
          </a:xfrm>
          <a:prstGeom prst="rect">
            <a:avLst/>
          </a:prstGeom>
        </p:spPr>
      </p:pic>
      <p:sp>
        <p:nvSpPr>
          <p:cNvPr id="1438" name="Google Shape;1438;p41"/>
          <p:cNvSpPr txBox="1"/>
          <p:nvPr>
            <p:ph type="title"/>
          </p:nvPr>
        </p:nvSpPr>
        <p:spPr>
          <a:xfrm>
            <a:off x="1607250" y="3998900"/>
            <a:ext cx="5929500" cy="44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Exemple de maquette avec la page de Connexion</a:t>
            </a:r>
            <a:endParaRPr>
              <a:solidFill>
                <a:schemeClr val="dk1"/>
              </a:solidFill>
            </a:endParaRPr>
          </a:p>
        </p:txBody>
      </p:sp>
      <p:sp>
        <p:nvSpPr>
          <p:cNvPr id="1439" name="Google Shape;1439;p41"/>
          <p:cNvSpPr txBox="1"/>
          <p:nvPr>
            <p:ph idx="12" type="sldNum"/>
          </p:nvPr>
        </p:nvSpPr>
        <p:spPr>
          <a:xfrm>
            <a:off x="8424523" y="4749850"/>
            <a:ext cx="6810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42"/>
          <p:cNvSpPr txBox="1"/>
          <p:nvPr>
            <p:ph type="title"/>
          </p:nvPr>
        </p:nvSpPr>
        <p:spPr>
          <a:xfrm>
            <a:off x="3980500" y="2029350"/>
            <a:ext cx="4383600" cy="108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3100"/>
              <a:t>Exemple de maquette (format mobile)</a:t>
            </a:r>
            <a:endParaRPr sz="3100"/>
          </a:p>
        </p:txBody>
      </p:sp>
      <p:pic>
        <p:nvPicPr>
          <p:cNvPr id="1445" name="Google Shape;1445;p42"/>
          <p:cNvPicPr preferRelativeResize="0"/>
          <p:nvPr>
            <p:ph idx="3" type="pic"/>
          </p:nvPr>
        </p:nvPicPr>
        <p:blipFill rotWithShape="1">
          <a:blip r:embed="rId3">
            <a:alphaModFix/>
          </a:blip>
          <a:srcRect b="1293" l="0" r="0" t="0"/>
          <a:stretch/>
        </p:blipFill>
        <p:spPr>
          <a:xfrm>
            <a:off x="1043825" y="59075"/>
            <a:ext cx="2261350" cy="4960600"/>
          </a:xfrm>
          <a:prstGeom prst="rect">
            <a:avLst/>
          </a:prstGeom>
          <a:ln cap="flat" cmpd="sng" w="28575">
            <a:solidFill>
              <a:schemeClr val="dk1"/>
            </a:solidFill>
            <a:prstDash val="solid"/>
            <a:round/>
            <a:headEnd len="sm" w="sm" type="none"/>
            <a:tailEnd len="sm" w="sm" type="none"/>
          </a:ln>
        </p:spPr>
      </p:pic>
      <p:sp>
        <p:nvSpPr>
          <p:cNvPr id="1446" name="Google Shape;1446;p42"/>
          <p:cNvSpPr txBox="1"/>
          <p:nvPr>
            <p:ph idx="12" type="sldNum"/>
          </p:nvPr>
        </p:nvSpPr>
        <p:spPr>
          <a:xfrm>
            <a:off x="8501699" y="5019675"/>
            <a:ext cx="642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pic>
        <p:nvPicPr>
          <p:cNvPr id="1451" name="Google Shape;1451;p43"/>
          <p:cNvPicPr preferRelativeResize="0"/>
          <p:nvPr>
            <p:ph idx="2" type="pic"/>
          </p:nvPr>
        </p:nvPicPr>
        <p:blipFill rotWithShape="1">
          <a:blip r:embed="rId3">
            <a:alphaModFix/>
          </a:blip>
          <a:srcRect b="0" l="0" r="0" t="0"/>
          <a:stretch/>
        </p:blipFill>
        <p:spPr>
          <a:xfrm>
            <a:off x="4322000" y="65725"/>
            <a:ext cx="4131401" cy="4919224"/>
          </a:xfrm>
          <a:prstGeom prst="rect">
            <a:avLst/>
          </a:prstGeom>
          <a:ln cap="flat" cmpd="sng" w="28575">
            <a:solidFill>
              <a:schemeClr val="dk1"/>
            </a:solidFill>
            <a:prstDash val="solid"/>
            <a:round/>
            <a:headEnd len="sm" w="sm" type="none"/>
            <a:tailEnd len="sm" w="sm" type="none"/>
          </a:ln>
        </p:spPr>
      </p:pic>
      <p:sp>
        <p:nvSpPr>
          <p:cNvPr id="1452" name="Google Shape;1452;p43"/>
          <p:cNvSpPr txBox="1"/>
          <p:nvPr>
            <p:ph type="title"/>
          </p:nvPr>
        </p:nvSpPr>
        <p:spPr>
          <a:xfrm>
            <a:off x="696225" y="65725"/>
            <a:ext cx="3516000" cy="154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900"/>
              <a:t>Maquette</a:t>
            </a:r>
            <a:endParaRPr sz="2900"/>
          </a:p>
          <a:p>
            <a:pPr indent="0" lvl="0" marL="0" rtl="0" algn="l">
              <a:spcBef>
                <a:spcPts val="0"/>
              </a:spcBef>
              <a:spcAft>
                <a:spcPts val="0"/>
              </a:spcAft>
              <a:buNone/>
            </a:pPr>
            <a:r>
              <a:rPr lang="en" sz="2900"/>
              <a:t>Page à propos</a:t>
            </a:r>
            <a:endParaRPr sz="2900"/>
          </a:p>
          <a:p>
            <a:pPr indent="0" lvl="0" marL="0" rtl="0" algn="l">
              <a:spcBef>
                <a:spcPts val="0"/>
              </a:spcBef>
              <a:spcAft>
                <a:spcPts val="0"/>
              </a:spcAft>
              <a:buNone/>
            </a:pPr>
            <a:r>
              <a:rPr lang="en" sz="2900"/>
              <a:t>(Format Desktop)</a:t>
            </a:r>
            <a:endParaRPr sz="2900">
              <a:solidFill>
                <a:schemeClr val="dk1"/>
              </a:solidFill>
            </a:endParaRPr>
          </a:p>
        </p:txBody>
      </p:sp>
      <p:sp>
        <p:nvSpPr>
          <p:cNvPr id="1453" name="Google Shape;1453;p43"/>
          <p:cNvSpPr txBox="1"/>
          <p:nvPr>
            <p:ph idx="12" type="sldNum"/>
          </p:nvPr>
        </p:nvSpPr>
        <p:spPr>
          <a:xfrm>
            <a:off x="8453398" y="4749900"/>
            <a:ext cx="690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454" name="Google Shape;1454;p43"/>
          <p:cNvSpPr txBox="1"/>
          <p:nvPr/>
        </p:nvSpPr>
        <p:spPr>
          <a:xfrm>
            <a:off x="696225" y="47773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9-12</a:t>
            </a:r>
            <a:endParaRPr b="1" sz="1000">
              <a:solidFill>
                <a:schemeClr val="dk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44"/>
          <p:cNvSpPr txBox="1"/>
          <p:nvPr>
            <p:ph idx="2" type="title"/>
          </p:nvPr>
        </p:nvSpPr>
        <p:spPr>
          <a:xfrm>
            <a:off x="1291650" y="132817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7</a:t>
            </a:r>
            <a:endParaRPr/>
          </a:p>
        </p:txBody>
      </p:sp>
      <p:sp>
        <p:nvSpPr>
          <p:cNvPr id="1460" name="Google Shape;1460;p44"/>
          <p:cNvSpPr txBox="1"/>
          <p:nvPr>
            <p:ph idx="4" type="title"/>
          </p:nvPr>
        </p:nvSpPr>
        <p:spPr>
          <a:xfrm>
            <a:off x="4103400" y="2600600"/>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461" name="Google Shape;1461;p44"/>
          <p:cNvSpPr txBox="1"/>
          <p:nvPr>
            <p:ph idx="6" type="title"/>
          </p:nvPr>
        </p:nvSpPr>
        <p:spPr>
          <a:xfrm>
            <a:off x="6915150" y="132817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462" name="Google Shape;1462;p44"/>
          <p:cNvSpPr txBox="1"/>
          <p:nvPr>
            <p:ph idx="1" type="subTitle"/>
          </p:nvPr>
        </p:nvSpPr>
        <p:spPr>
          <a:xfrm>
            <a:off x="720000" y="202790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Base de données</a:t>
            </a:r>
            <a:endParaRPr sz="2400"/>
          </a:p>
        </p:txBody>
      </p:sp>
      <p:sp>
        <p:nvSpPr>
          <p:cNvPr id="1463" name="Google Shape;1463;p44"/>
          <p:cNvSpPr txBox="1"/>
          <p:nvPr>
            <p:ph idx="8" type="subTitle"/>
          </p:nvPr>
        </p:nvSpPr>
        <p:spPr>
          <a:xfrm>
            <a:off x="3531750" y="3300325"/>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Création de l’API Rest</a:t>
            </a:r>
            <a:endParaRPr sz="2400"/>
          </a:p>
        </p:txBody>
      </p:sp>
      <p:sp>
        <p:nvSpPr>
          <p:cNvPr id="1464" name="Google Shape;1464;p44"/>
          <p:cNvSpPr txBox="1"/>
          <p:nvPr>
            <p:ph idx="9" type="subTitle"/>
          </p:nvPr>
        </p:nvSpPr>
        <p:spPr>
          <a:xfrm>
            <a:off x="6343500" y="202790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MVC</a:t>
            </a:r>
            <a:endParaRPr sz="2400"/>
          </a:p>
        </p:txBody>
      </p:sp>
      <p:sp>
        <p:nvSpPr>
          <p:cNvPr id="1465" name="Google Shape;1465;p44"/>
          <p:cNvSpPr txBox="1"/>
          <p:nvPr>
            <p:ph idx="12" type="sldNum"/>
          </p:nvPr>
        </p:nvSpPr>
        <p:spPr>
          <a:xfrm>
            <a:off x="8423997"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sp>
        <p:nvSpPr>
          <p:cNvPr id="1470" name="Google Shape;1470;p45"/>
          <p:cNvSpPr txBox="1"/>
          <p:nvPr>
            <p:ph type="title"/>
          </p:nvPr>
        </p:nvSpPr>
        <p:spPr>
          <a:xfrm>
            <a:off x="713250" y="6717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Méthode Merise</a:t>
            </a:r>
            <a:endParaRPr u="sng"/>
          </a:p>
        </p:txBody>
      </p:sp>
      <p:sp>
        <p:nvSpPr>
          <p:cNvPr id="1471" name="Google Shape;1471;p45"/>
          <p:cNvSpPr/>
          <p:nvPr/>
        </p:nvSpPr>
        <p:spPr>
          <a:xfrm>
            <a:off x="2447675" y="886025"/>
            <a:ext cx="176400" cy="176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2" name="Google Shape;1472;p45"/>
          <p:cNvCxnSpPr>
            <a:stCxn id="1473" idx="2"/>
            <a:endCxn id="1474" idx="0"/>
          </p:cNvCxnSpPr>
          <p:nvPr/>
        </p:nvCxnSpPr>
        <p:spPr>
          <a:xfrm>
            <a:off x="2535875" y="2262088"/>
            <a:ext cx="1926000" cy="1103100"/>
          </a:xfrm>
          <a:prstGeom prst="straightConnector1">
            <a:avLst/>
          </a:prstGeom>
          <a:noFill/>
          <a:ln cap="flat" cmpd="sng" w="38100">
            <a:solidFill>
              <a:schemeClr val="accent1"/>
            </a:solidFill>
            <a:prstDash val="solid"/>
            <a:round/>
            <a:headEnd len="med" w="med" type="none"/>
            <a:tailEnd len="med" w="med" type="stealth"/>
          </a:ln>
        </p:spPr>
      </p:cxnSp>
      <p:cxnSp>
        <p:nvCxnSpPr>
          <p:cNvPr id="1475" name="Google Shape;1475;p45"/>
          <p:cNvCxnSpPr>
            <a:stCxn id="1471" idx="2"/>
            <a:endCxn id="1473" idx="0"/>
          </p:cNvCxnSpPr>
          <p:nvPr/>
        </p:nvCxnSpPr>
        <p:spPr>
          <a:xfrm>
            <a:off x="2535875" y="1062425"/>
            <a:ext cx="0" cy="399300"/>
          </a:xfrm>
          <a:prstGeom prst="straightConnector1">
            <a:avLst/>
          </a:prstGeom>
          <a:noFill/>
          <a:ln cap="flat" cmpd="sng" w="38100">
            <a:solidFill>
              <a:schemeClr val="accent1"/>
            </a:solidFill>
            <a:prstDash val="solid"/>
            <a:round/>
            <a:headEnd len="med" w="med" type="none"/>
            <a:tailEnd len="med" w="med" type="stealth"/>
          </a:ln>
        </p:spPr>
      </p:cxnSp>
      <p:sp>
        <p:nvSpPr>
          <p:cNvPr id="1473" name="Google Shape;1473;p45"/>
          <p:cNvSpPr txBox="1"/>
          <p:nvPr/>
        </p:nvSpPr>
        <p:spPr>
          <a:xfrm>
            <a:off x="408425" y="1461688"/>
            <a:ext cx="4254900" cy="8004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latin typeface="Aref Ruqaa"/>
                <a:ea typeface="Aref Ruqaa"/>
                <a:cs typeface="Aref Ruqaa"/>
                <a:sym typeface="Aref Ruqaa"/>
              </a:rPr>
              <a:t>MCD</a:t>
            </a:r>
            <a:endParaRPr b="1" sz="2000">
              <a:latin typeface="Aref Ruqaa"/>
              <a:ea typeface="Aref Ruqaa"/>
              <a:cs typeface="Aref Ruqaa"/>
              <a:sym typeface="Aref Ruqaa"/>
            </a:endParaRPr>
          </a:p>
          <a:p>
            <a:pPr indent="0" lvl="0" marL="0" rtl="0" algn="ctr">
              <a:spcBef>
                <a:spcPts val="0"/>
              </a:spcBef>
              <a:spcAft>
                <a:spcPts val="0"/>
              </a:spcAft>
              <a:buNone/>
            </a:pPr>
            <a:r>
              <a:rPr b="1" lang="en" sz="2000">
                <a:latin typeface="Aref Ruqaa"/>
                <a:ea typeface="Aref Ruqaa"/>
                <a:cs typeface="Aref Ruqaa"/>
                <a:sym typeface="Aref Ruqaa"/>
              </a:rPr>
              <a:t>(Modèle Conceptuel de Données)</a:t>
            </a:r>
            <a:endParaRPr b="1" sz="2000">
              <a:latin typeface="Aref Ruqaa"/>
              <a:ea typeface="Aref Ruqaa"/>
              <a:cs typeface="Aref Ruqaa"/>
              <a:sym typeface="Aref Ruqaa"/>
            </a:endParaRPr>
          </a:p>
        </p:txBody>
      </p:sp>
      <p:sp>
        <p:nvSpPr>
          <p:cNvPr id="1474" name="Google Shape;1474;p45"/>
          <p:cNvSpPr txBox="1"/>
          <p:nvPr/>
        </p:nvSpPr>
        <p:spPr>
          <a:xfrm>
            <a:off x="2535875" y="3365200"/>
            <a:ext cx="3851700" cy="10260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None/>
            </a:pPr>
            <a:r>
              <a:rPr b="1" lang="en" sz="2000">
                <a:latin typeface="Aref Ruqaa"/>
                <a:ea typeface="Aref Ruqaa"/>
                <a:cs typeface="Aref Ruqaa"/>
                <a:sym typeface="Aref Ruqaa"/>
              </a:rPr>
              <a:t>MLD</a:t>
            </a:r>
            <a:endParaRPr b="1" sz="2000">
              <a:latin typeface="Aref Ruqaa"/>
              <a:ea typeface="Aref Ruqaa"/>
              <a:cs typeface="Aref Ruqaa"/>
              <a:sym typeface="Aref Ruqaa"/>
            </a:endParaRPr>
          </a:p>
          <a:p>
            <a:pPr indent="0" lvl="0" marL="0" rtl="0" algn="ctr">
              <a:lnSpc>
                <a:spcPct val="115000"/>
              </a:lnSpc>
              <a:spcBef>
                <a:spcPts val="1400"/>
              </a:spcBef>
              <a:spcAft>
                <a:spcPts val="400"/>
              </a:spcAft>
              <a:buNone/>
            </a:pPr>
            <a:r>
              <a:rPr b="1" lang="en" sz="2000">
                <a:latin typeface="Aref Ruqaa"/>
                <a:ea typeface="Aref Ruqaa"/>
                <a:cs typeface="Aref Ruqaa"/>
                <a:sym typeface="Aref Ruqaa"/>
              </a:rPr>
              <a:t>(Modèle Logique de Données)</a:t>
            </a:r>
            <a:endParaRPr sz="2000">
              <a:latin typeface="Aref Ruqaa"/>
              <a:ea typeface="Aref Ruqaa"/>
              <a:cs typeface="Aref Ruqaa"/>
              <a:sym typeface="Aref Ruqaa"/>
            </a:endParaRPr>
          </a:p>
        </p:txBody>
      </p:sp>
      <p:sp>
        <p:nvSpPr>
          <p:cNvPr id="1476" name="Google Shape;1476;p45"/>
          <p:cNvSpPr txBox="1"/>
          <p:nvPr/>
        </p:nvSpPr>
        <p:spPr>
          <a:xfrm>
            <a:off x="5248375" y="808500"/>
            <a:ext cx="3731100" cy="1108200"/>
          </a:xfrm>
          <a:prstGeom prst="rect">
            <a:avLst/>
          </a:prstGeom>
          <a:no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2000">
                <a:solidFill>
                  <a:srgbClr val="212121"/>
                </a:solidFill>
                <a:latin typeface="Aref Ruqaa"/>
                <a:ea typeface="Aref Ruqaa"/>
                <a:cs typeface="Aref Ruqaa"/>
                <a:sym typeface="Aref Ruqaa"/>
              </a:rPr>
              <a:t>MPD</a:t>
            </a:r>
            <a:endParaRPr b="1" sz="2000">
              <a:solidFill>
                <a:srgbClr val="212121"/>
              </a:solidFill>
              <a:latin typeface="Aref Ruqaa"/>
              <a:ea typeface="Aref Ruqaa"/>
              <a:cs typeface="Aref Ruqaa"/>
              <a:sym typeface="Aref Ruqaa"/>
            </a:endParaRPr>
          </a:p>
          <a:p>
            <a:pPr indent="0" lvl="0" marL="0" rtl="0" algn="ctr">
              <a:spcBef>
                <a:spcPts val="0"/>
              </a:spcBef>
              <a:spcAft>
                <a:spcPts val="0"/>
              </a:spcAft>
              <a:buNone/>
            </a:pPr>
            <a:r>
              <a:rPr b="1" lang="en" sz="2000">
                <a:solidFill>
                  <a:srgbClr val="212121"/>
                </a:solidFill>
                <a:latin typeface="Aref Ruqaa"/>
                <a:ea typeface="Aref Ruqaa"/>
                <a:cs typeface="Aref Ruqaa"/>
                <a:sym typeface="Aref Ruqaa"/>
              </a:rPr>
              <a:t> (Modèle Physique de Données)</a:t>
            </a:r>
            <a:endParaRPr b="1" sz="2000">
              <a:solidFill>
                <a:srgbClr val="212121"/>
              </a:solidFill>
              <a:latin typeface="Aref Ruqaa"/>
              <a:ea typeface="Aref Ruqaa"/>
              <a:cs typeface="Aref Ruqaa"/>
              <a:sym typeface="Aref Ruqaa"/>
            </a:endParaRPr>
          </a:p>
        </p:txBody>
      </p:sp>
      <p:cxnSp>
        <p:nvCxnSpPr>
          <p:cNvPr id="1477" name="Google Shape;1477;p45"/>
          <p:cNvCxnSpPr>
            <a:stCxn id="1476" idx="2"/>
            <a:endCxn id="1474" idx="3"/>
          </p:cNvCxnSpPr>
          <p:nvPr/>
        </p:nvCxnSpPr>
        <p:spPr>
          <a:xfrm flipH="1">
            <a:off x="6387625" y="1916700"/>
            <a:ext cx="726300" cy="1961400"/>
          </a:xfrm>
          <a:prstGeom prst="straightConnector1">
            <a:avLst/>
          </a:prstGeom>
          <a:noFill/>
          <a:ln cap="flat" cmpd="sng" w="38100">
            <a:solidFill>
              <a:schemeClr val="accent1"/>
            </a:solidFill>
            <a:prstDash val="solid"/>
            <a:round/>
            <a:headEnd len="med" w="med" type="stealth"/>
            <a:tailEnd len="med" w="med" type="none"/>
          </a:ln>
        </p:spPr>
      </p:cxnSp>
      <p:sp>
        <p:nvSpPr>
          <p:cNvPr id="1478" name="Google Shape;1478;p45"/>
          <p:cNvSpPr txBox="1"/>
          <p:nvPr>
            <p:ph idx="12" type="sldNum"/>
          </p:nvPr>
        </p:nvSpPr>
        <p:spPr>
          <a:xfrm>
            <a:off x="8250822" y="4738425"/>
            <a:ext cx="72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lang="en"/>
              <a:t>/72</a:t>
            </a:r>
            <a:endParaRPr b="1"/>
          </a:p>
        </p:txBody>
      </p:sp>
      <p:sp>
        <p:nvSpPr>
          <p:cNvPr id="1479" name="Google Shape;1479;p45"/>
          <p:cNvSpPr txBox="1"/>
          <p:nvPr/>
        </p:nvSpPr>
        <p:spPr>
          <a:xfrm>
            <a:off x="2081900" y="47723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14-21</a:t>
            </a:r>
            <a:endParaRPr b="1" sz="1000">
              <a:solidFill>
                <a:schemeClr val="dk1"/>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46"/>
          <p:cNvSpPr txBox="1"/>
          <p:nvPr>
            <p:ph type="title"/>
          </p:nvPr>
        </p:nvSpPr>
        <p:spPr>
          <a:xfrm>
            <a:off x="713250" y="182525"/>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u="sng"/>
              <a:t>MCD (Modèle Conceptuel de Données)</a:t>
            </a:r>
            <a:endParaRPr sz="3100" u="sng"/>
          </a:p>
          <a:p>
            <a:pPr indent="0" lvl="0" marL="0" rtl="0" algn="ctr">
              <a:spcBef>
                <a:spcPts val="0"/>
              </a:spcBef>
              <a:spcAft>
                <a:spcPts val="0"/>
              </a:spcAft>
              <a:buNone/>
            </a:pPr>
            <a:r>
              <a:t/>
            </a:r>
            <a:endParaRPr/>
          </a:p>
        </p:txBody>
      </p:sp>
      <p:sp>
        <p:nvSpPr>
          <p:cNvPr id="1485" name="Google Shape;1485;p46"/>
          <p:cNvSpPr txBox="1"/>
          <p:nvPr>
            <p:ph idx="12" type="sldNum"/>
          </p:nvPr>
        </p:nvSpPr>
        <p:spPr>
          <a:xfrm>
            <a:off x="8302400" y="4749850"/>
            <a:ext cx="8031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lang="en"/>
              <a:t>/72</a:t>
            </a:r>
            <a:endParaRPr b="1"/>
          </a:p>
        </p:txBody>
      </p:sp>
      <p:pic>
        <p:nvPicPr>
          <p:cNvPr id="1486" name="Google Shape;1486;p46"/>
          <p:cNvPicPr preferRelativeResize="0"/>
          <p:nvPr/>
        </p:nvPicPr>
        <p:blipFill>
          <a:blip r:embed="rId3">
            <a:alphaModFix/>
          </a:blip>
          <a:stretch>
            <a:fillRect/>
          </a:stretch>
        </p:blipFill>
        <p:spPr>
          <a:xfrm>
            <a:off x="2561400" y="859350"/>
            <a:ext cx="5995374" cy="4208650"/>
          </a:xfrm>
          <a:prstGeom prst="rect">
            <a:avLst/>
          </a:prstGeom>
          <a:noFill/>
          <a:ln>
            <a:noFill/>
          </a:ln>
        </p:spPr>
      </p:pic>
      <p:sp>
        <p:nvSpPr>
          <p:cNvPr id="1487" name="Google Shape;1487;p46"/>
          <p:cNvSpPr txBox="1"/>
          <p:nvPr/>
        </p:nvSpPr>
        <p:spPr>
          <a:xfrm flipH="1">
            <a:off x="139775" y="1235375"/>
            <a:ext cx="2478600" cy="33747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Poppins"/>
              <a:buChar char="➔"/>
            </a:pPr>
            <a:r>
              <a:rPr lang="en" sz="1600">
                <a:solidFill>
                  <a:schemeClr val="dk1"/>
                </a:solidFill>
                <a:latin typeface="Poppins"/>
                <a:ea typeface="Poppins"/>
                <a:cs typeface="Poppins"/>
                <a:sym typeface="Poppins"/>
              </a:rPr>
              <a:t>Identification des entités (tables) et de leurs attributs (colonnes).</a:t>
            </a:r>
            <a:endParaRPr sz="1600">
              <a:solidFill>
                <a:schemeClr val="dk1"/>
              </a:solidFill>
              <a:latin typeface="Poppins"/>
              <a:ea typeface="Poppins"/>
              <a:cs typeface="Poppins"/>
              <a:sym typeface="Poppins"/>
            </a:endParaRPr>
          </a:p>
          <a:p>
            <a:pPr indent="-330200" lvl="0" marL="457200" rtl="0" algn="l">
              <a:spcBef>
                <a:spcPts val="1000"/>
              </a:spcBef>
              <a:spcAft>
                <a:spcPts val="0"/>
              </a:spcAft>
              <a:buClr>
                <a:schemeClr val="dk1"/>
              </a:buClr>
              <a:buSzPts val="1600"/>
              <a:buFont typeface="Poppins"/>
              <a:buChar char="➔"/>
            </a:pPr>
            <a:r>
              <a:rPr lang="en" sz="1600">
                <a:solidFill>
                  <a:schemeClr val="dk1"/>
                </a:solidFill>
                <a:latin typeface="Poppins"/>
                <a:ea typeface="Poppins"/>
                <a:cs typeface="Poppins"/>
                <a:sym typeface="Poppins"/>
              </a:rPr>
              <a:t>Définition des relations entre les entités.</a:t>
            </a:r>
            <a:endParaRPr sz="1600">
              <a:solidFill>
                <a:schemeClr val="dk1"/>
              </a:solidFill>
              <a:latin typeface="Poppins"/>
              <a:ea typeface="Poppins"/>
              <a:cs typeface="Poppins"/>
              <a:sym typeface="Poppins"/>
            </a:endParaRPr>
          </a:p>
          <a:p>
            <a:pPr indent="-330200" lvl="0" marL="457200" rtl="0" algn="l">
              <a:spcBef>
                <a:spcPts val="1000"/>
              </a:spcBef>
              <a:spcAft>
                <a:spcPts val="1000"/>
              </a:spcAft>
              <a:buClr>
                <a:schemeClr val="dk1"/>
              </a:buClr>
              <a:buSzPts val="1600"/>
              <a:buFont typeface="Poppins"/>
              <a:buChar char="➔"/>
            </a:pPr>
            <a:r>
              <a:rPr lang="en" sz="1600">
                <a:solidFill>
                  <a:schemeClr val="dk1"/>
                </a:solidFill>
                <a:latin typeface="Poppins"/>
                <a:ea typeface="Poppins"/>
                <a:cs typeface="Poppins"/>
                <a:sym typeface="Poppins"/>
              </a:rPr>
              <a:t>Spécification des règles de gestion et des contraintes d'intégrité.</a:t>
            </a:r>
            <a:endParaRPr sz="1600">
              <a:solidFill>
                <a:schemeClr val="dk1"/>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47"/>
          <p:cNvSpPr txBox="1"/>
          <p:nvPr>
            <p:ph type="title"/>
          </p:nvPr>
        </p:nvSpPr>
        <p:spPr>
          <a:xfrm>
            <a:off x="713225" y="31867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MCD</a:t>
            </a:r>
            <a:endParaRPr u="sng"/>
          </a:p>
        </p:txBody>
      </p:sp>
      <p:sp>
        <p:nvSpPr>
          <p:cNvPr id="1493" name="Google Shape;1493;p47"/>
          <p:cNvSpPr txBox="1"/>
          <p:nvPr>
            <p:ph idx="12" type="sldNum"/>
          </p:nvPr>
        </p:nvSpPr>
        <p:spPr>
          <a:xfrm>
            <a:off x="8430723"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494" name="Google Shape;1494;p47"/>
          <p:cNvPicPr preferRelativeResize="0"/>
          <p:nvPr/>
        </p:nvPicPr>
        <p:blipFill rotWithShape="1">
          <a:blip r:embed="rId3">
            <a:alphaModFix/>
          </a:blip>
          <a:srcRect b="0" l="0" r="0" t="5740"/>
          <a:stretch/>
        </p:blipFill>
        <p:spPr>
          <a:xfrm>
            <a:off x="576425" y="798125"/>
            <a:ext cx="7991112" cy="3641262"/>
          </a:xfrm>
          <a:prstGeom prst="rect">
            <a:avLst/>
          </a:prstGeom>
          <a:noFill/>
          <a:ln>
            <a:noFill/>
          </a:ln>
        </p:spPr>
      </p:pic>
      <p:sp>
        <p:nvSpPr>
          <p:cNvPr id="1495" name="Google Shape;1495;p47"/>
          <p:cNvSpPr/>
          <p:nvPr/>
        </p:nvSpPr>
        <p:spPr>
          <a:xfrm>
            <a:off x="1464150" y="591725"/>
            <a:ext cx="1297200" cy="1115100"/>
          </a:xfrm>
          <a:prstGeom prst="rect">
            <a:avLst/>
          </a:prstGeom>
          <a:solidFill>
            <a:srgbClr val="EEE3D1"/>
          </a:solidFill>
          <a:ln cap="flat" cmpd="sng" w="9525">
            <a:solidFill>
              <a:srgbClr val="EEE3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9" name="Shape 1499"/>
        <p:cNvGrpSpPr/>
        <p:nvPr/>
      </p:nvGrpSpPr>
      <p:grpSpPr>
        <a:xfrm>
          <a:off x="0" y="0"/>
          <a:ext cx="0" cy="0"/>
          <a:chOff x="0" y="0"/>
          <a:chExt cx="0" cy="0"/>
        </a:xfrm>
      </p:grpSpPr>
      <p:sp>
        <p:nvSpPr>
          <p:cNvPr id="1500" name="Google Shape;1500;p48"/>
          <p:cNvSpPr txBox="1"/>
          <p:nvPr>
            <p:ph type="title"/>
          </p:nvPr>
        </p:nvSpPr>
        <p:spPr>
          <a:xfrm>
            <a:off x="713250" y="73400"/>
            <a:ext cx="77175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400" u="sng"/>
              <a:t>MLD (Modèle Logique de Données)</a:t>
            </a:r>
            <a:endParaRPr b="0" sz="3400" u="sng"/>
          </a:p>
          <a:p>
            <a:pPr indent="0" lvl="0" marL="0" rtl="0" algn="ctr">
              <a:spcBef>
                <a:spcPts val="0"/>
              </a:spcBef>
              <a:spcAft>
                <a:spcPts val="0"/>
              </a:spcAft>
              <a:buNone/>
            </a:pPr>
            <a:r>
              <a:t/>
            </a:r>
            <a:endParaRPr/>
          </a:p>
        </p:txBody>
      </p:sp>
      <p:sp>
        <p:nvSpPr>
          <p:cNvPr id="1501" name="Google Shape;1501;p48"/>
          <p:cNvSpPr txBox="1"/>
          <p:nvPr>
            <p:ph idx="12" type="sldNum"/>
          </p:nvPr>
        </p:nvSpPr>
        <p:spPr>
          <a:xfrm>
            <a:off x="8489175" y="4749900"/>
            <a:ext cx="7248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502" name="Google Shape;1502;p48"/>
          <p:cNvSpPr txBox="1"/>
          <p:nvPr/>
        </p:nvSpPr>
        <p:spPr>
          <a:xfrm flipH="1">
            <a:off x="245375" y="1182425"/>
            <a:ext cx="3733800" cy="32568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Poppins"/>
              <a:buChar char="➔"/>
            </a:pPr>
            <a:r>
              <a:rPr lang="en" sz="2000">
                <a:solidFill>
                  <a:schemeClr val="dk1"/>
                </a:solidFill>
                <a:latin typeface="Poppins"/>
                <a:ea typeface="Poppins"/>
                <a:cs typeface="Poppins"/>
                <a:sym typeface="Poppins"/>
              </a:rPr>
              <a:t>Conversion des entités en tables de base de données.</a:t>
            </a:r>
            <a:endParaRPr sz="2000">
              <a:solidFill>
                <a:schemeClr val="dk1"/>
              </a:solidFill>
              <a:latin typeface="Poppins"/>
              <a:ea typeface="Poppins"/>
              <a:cs typeface="Poppins"/>
              <a:sym typeface="Poppins"/>
            </a:endParaRPr>
          </a:p>
          <a:p>
            <a:pPr indent="-355600" lvl="0" marL="457200" rtl="0" algn="l">
              <a:spcBef>
                <a:spcPts val="1000"/>
              </a:spcBef>
              <a:spcAft>
                <a:spcPts val="0"/>
              </a:spcAft>
              <a:buClr>
                <a:schemeClr val="dk1"/>
              </a:buClr>
              <a:buSzPts val="2000"/>
              <a:buFont typeface="Poppins"/>
              <a:buChar char="➔"/>
            </a:pPr>
            <a:r>
              <a:rPr lang="en" sz="2000">
                <a:solidFill>
                  <a:schemeClr val="dk1"/>
                </a:solidFill>
                <a:latin typeface="Poppins"/>
                <a:ea typeface="Poppins"/>
                <a:cs typeface="Poppins"/>
                <a:sym typeface="Poppins"/>
              </a:rPr>
              <a:t>Définition des clés primaires et étrangères.</a:t>
            </a:r>
            <a:endParaRPr sz="2000">
              <a:solidFill>
                <a:schemeClr val="dk1"/>
              </a:solidFill>
              <a:latin typeface="Poppins"/>
              <a:ea typeface="Poppins"/>
              <a:cs typeface="Poppins"/>
              <a:sym typeface="Poppins"/>
            </a:endParaRPr>
          </a:p>
          <a:p>
            <a:pPr indent="-355600" lvl="0" marL="457200" rtl="0" algn="l">
              <a:spcBef>
                <a:spcPts val="1000"/>
              </a:spcBef>
              <a:spcAft>
                <a:spcPts val="1000"/>
              </a:spcAft>
              <a:buClr>
                <a:schemeClr val="dk1"/>
              </a:buClr>
              <a:buSzPts val="2000"/>
              <a:buFont typeface="Poppins"/>
              <a:buChar char="➔"/>
            </a:pPr>
            <a:r>
              <a:rPr lang="en" sz="2000">
                <a:solidFill>
                  <a:schemeClr val="dk1"/>
                </a:solidFill>
                <a:latin typeface="Poppins"/>
                <a:ea typeface="Poppins"/>
                <a:cs typeface="Poppins"/>
                <a:sym typeface="Poppins"/>
              </a:rPr>
              <a:t>Normalisation des tables pour éliminer les redondances et améliorer l'intégrité des données.</a:t>
            </a:r>
            <a:endParaRPr sz="2000">
              <a:solidFill>
                <a:schemeClr val="dk1"/>
              </a:solidFill>
              <a:latin typeface="Poppins"/>
              <a:ea typeface="Poppins"/>
              <a:cs typeface="Poppins"/>
              <a:sym typeface="Poppins"/>
            </a:endParaRPr>
          </a:p>
        </p:txBody>
      </p:sp>
      <p:pic>
        <p:nvPicPr>
          <p:cNvPr id="1503" name="Google Shape;1503;p48"/>
          <p:cNvPicPr preferRelativeResize="0"/>
          <p:nvPr/>
        </p:nvPicPr>
        <p:blipFill rotWithShape="1">
          <a:blip r:embed="rId3">
            <a:alphaModFix/>
          </a:blip>
          <a:srcRect b="0" l="0" r="0" t="0"/>
          <a:stretch/>
        </p:blipFill>
        <p:spPr>
          <a:xfrm>
            <a:off x="4075250" y="781650"/>
            <a:ext cx="4523650" cy="42707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sp>
        <p:nvSpPr>
          <p:cNvPr id="1508" name="Google Shape;1508;p49"/>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MPD (Modèle Physique de Données)</a:t>
            </a:r>
            <a:endParaRPr u="sng"/>
          </a:p>
          <a:p>
            <a:pPr indent="0" lvl="0" marL="0" rtl="0" algn="ctr">
              <a:spcBef>
                <a:spcPts val="0"/>
              </a:spcBef>
              <a:spcAft>
                <a:spcPts val="0"/>
              </a:spcAft>
              <a:buNone/>
            </a:pPr>
            <a:r>
              <a:t/>
            </a:r>
            <a:endParaRPr/>
          </a:p>
        </p:txBody>
      </p:sp>
      <p:sp>
        <p:nvSpPr>
          <p:cNvPr id="1509" name="Google Shape;1509;p49"/>
          <p:cNvSpPr txBox="1"/>
          <p:nvPr>
            <p:ph idx="12" type="sldNum"/>
          </p:nvPr>
        </p:nvSpPr>
        <p:spPr>
          <a:xfrm>
            <a:off x="8469298" y="474990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510" name="Google Shape;1510;p49"/>
          <p:cNvSpPr txBox="1"/>
          <p:nvPr/>
        </p:nvSpPr>
        <p:spPr>
          <a:xfrm flipH="1">
            <a:off x="444900" y="729600"/>
            <a:ext cx="3228900" cy="16158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Traduction du MLD en structures physiques de la base de données.</a:t>
            </a:r>
            <a:endParaRPr sz="1900">
              <a:solidFill>
                <a:schemeClr val="dk1"/>
              </a:solidFill>
              <a:latin typeface="Poppins"/>
              <a:ea typeface="Poppins"/>
              <a:cs typeface="Poppins"/>
              <a:sym typeface="Poppins"/>
            </a:endParaRPr>
          </a:p>
          <a:p>
            <a:pPr indent="-349250" lvl="0" marL="457200" rtl="0" algn="l">
              <a:spcBef>
                <a:spcPts val="100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Optimisation des tables et des index pour les performances.</a:t>
            </a:r>
            <a:endParaRPr sz="1900">
              <a:solidFill>
                <a:schemeClr val="dk1"/>
              </a:solidFill>
              <a:latin typeface="Poppins"/>
              <a:ea typeface="Poppins"/>
              <a:cs typeface="Poppins"/>
              <a:sym typeface="Poppins"/>
            </a:endParaRPr>
          </a:p>
          <a:p>
            <a:pPr indent="-349250" lvl="0" marL="457200" rtl="0" algn="l">
              <a:spcBef>
                <a:spcPts val="1000"/>
              </a:spcBef>
              <a:spcAft>
                <a:spcPts val="1000"/>
              </a:spcAft>
              <a:buClr>
                <a:schemeClr val="dk1"/>
              </a:buClr>
              <a:buSzPts val="1900"/>
              <a:buFont typeface="Poppins"/>
              <a:buChar char="➔"/>
            </a:pPr>
            <a:r>
              <a:rPr lang="en" sz="1900">
                <a:solidFill>
                  <a:schemeClr val="dk1"/>
                </a:solidFill>
                <a:latin typeface="Poppins"/>
                <a:ea typeface="Poppins"/>
                <a:cs typeface="Poppins"/>
                <a:sym typeface="Poppins"/>
              </a:rPr>
              <a:t>Définition des paramètres de stockage et de gestion des données dans le SGBD.</a:t>
            </a:r>
            <a:endParaRPr sz="1900">
              <a:solidFill>
                <a:schemeClr val="dk1"/>
              </a:solidFill>
              <a:latin typeface="Poppins"/>
              <a:ea typeface="Poppins"/>
              <a:cs typeface="Poppins"/>
              <a:sym typeface="Poppins"/>
            </a:endParaRPr>
          </a:p>
        </p:txBody>
      </p:sp>
      <p:pic>
        <p:nvPicPr>
          <p:cNvPr id="1511" name="Google Shape;1511;p49"/>
          <p:cNvPicPr preferRelativeResize="0"/>
          <p:nvPr/>
        </p:nvPicPr>
        <p:blipFill>
          <a:blip r:embed="rId3">
            <a:alphaModFix/>
          </a:blip>
          <a:stretch>
            <a:fillRect/>
          </a:stretch>
        </p:blipFill>
        <p:spPr>
          <a:xfrm>
            <a:off x="3604700" y="671000"/>
            <a:ext cx="5072026" cy="4078898"/>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Google Shape;1516;p50"/>
          <p:cNvSpPr txBox="1"/>
          <p:nvPr>
            <p:ph type="title"/>
          </p:nvPr>
        </p:nvSpPr>
        <p:spPr>
          <a:xfrm>
            <a:off x="713250" y="0"/>
            <a:ext cx="7717500" cy="772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100" u="sng"/>
              <a:t>Ajout de table dans la base de données</a:t>
            </a:r>
            <a:endParaRPr sz="3100" u="sng"/>
          </a:p>
        </p:txBody>
      </p:sp>
      <p:sp>
        <p:nvSpPr>
          <p:cNvPr id="1517" name="Google Shape;1517;p50"/>
          <p:cNvSpPr txBox="1"/>
          <p:nvPr>
            <p:ph idx="12" type="sldNum"/>
          </p:nvPr>
        </p:nvSpPr>
        <p:spPr>
          <a:xfrm>
            <a:off x="8430750"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518" name="Google Shape;1518;p50"/>
          <p:cNvPicPr preferRelativeResize="0"/>
          <p:nvPr/>
        </p:nvPicPr>
        <p:blipFill rotWithShape="1">
          <a:blip r:embed="rId3">
            <a:alphaModFix/>
          </a:blip>
          <a:srcRect b="15125" l="11742" r="12597" t="15775"/>
          <a:stretch/>
        </p:blipFill>
        <p:spPr>
          <a:xfrm>
            <a:off x="495150" y="689129"/>
            <a:ext cx="3025000" cy="2128372"/>
          </a:xfrm>
          <a:prstGeom prst="rect">
            <a:avLst/>
          </a:prstGeom>
          <a:noFill/>
          <a:ln cap="flat" cmpd="sng" w="28575">
            <a:solidFill>
              <a:schemeClr val="dk1"/>
            </a:solidFill>
            <a:prstDash val="solid"/>
            <a:round/>
            <a:headEnd len="sm" w="sm" type="none"/>
            <a:tailEnd len="sm" w="sm" type="none"/>
          </a:ln>
        </p:spPr>
      </p:pic>
      <p:pic>
        <p:nvPicPr>
          <p:cNvPr id="1519" name="Google Shape;1519;p50"/>
          <p:cNvPicPr preferRelativeResize="0"/>
          <p:nvPr/>
        </p:nvPicPr>
        <p:blipFill rotWithShape="1">
          <a:blip r:embed="rId4">
            <a:alphaModFix/>
          </a:blip>
          <a:srcRect b="15213" l="11888" r="11459" t="14354"/>
          <a:stretch/>
        </p:blipFill>
        <p:spPr>
          <a:xfrm>
            <a:off x="5852000" y="689112"/>
            <a:ext cx="2970825" cy="2106849"/>
          </a:xfrm>
          <a:prstGeom prst="rect">
            <a:avLst/>
          </a:prstGeom>
          <a:noFill/>
          <a:ln cap="flat" cmpd="sng" w="28575">
            <a:solidFill>
              <a:schemeClr val="dk1"/>
            </a:solidFill>
            <a:prstDash val="solid"/>
            <a:round/>
            <a:headEnd len="sm" w="sm" type="none"/>
            <a:tailEnd len="sm" w="sm" type="none"/>
          </a:ln>
        </p:spPr>
      </p:pic>
      <p:pic>
        <p:nvPicPr>
          <p:cNvPr id="1520" name="Google Shape;1520;p50"/>
          <p:cNvPicPr preferRelativeResize="0"/>
          <p:nvPr/>
        </p:nvPicPr>
        <p:blipFill rotWithShape="1">
          <a:blip r:embed="rId5">
            <a:alphaModFix/>
          </a:blip>
          <a:srcRect b="13770" l="5900" r="6418" t="14281"/>
          <a:stretch/>
        </p:blipFill>
        <p:spPr>
          <a:xfrm>
            <a:off x="2093850" y="2978200"/>
            <a:ext cx="5812896" cy="2106824"/>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Backend</a:t>
            </a:r>
            <a:endParaRPr u="sng"/>
          </a:p>
        </p:txBody>
      </p:sp>
      <p:sp>
        <p:nvSpPr>
          <p:cNvPr id="1526" name="Google Shape;1526;p51"/>
          <p:cNvSpPr txBox="1"/>
          <p:nvPr>
            <p:ph idx="12" type="sldNum"/>
          </p:nvPr>
        </p:nvSpPr>
        <p:spPr>
          <a:xfrm>
            <a:off x="8423998"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27" name="Google Shape;1527;p51"/>
          <p:cNvSpPr txBox="1"/>
          <p:nvPr>
            <p:ph idx="2" type="title"/>
          </p:nvPr>
        </p:nvSpPr>
        <p:spPr>
          <a:xfrm>
            <a:off x="1369350" y="154162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8</a:t>
            </a:r>
            <a:endParaRPr/>
          </a:p>
        </p:txBody>
      </p:sp>
      <p:sp>
        <p:nvSpPr>
          <p:cNvPr id="1528" name="Google Shape;1528;p51"/>
          <p:cNvSpPr txBox="1"/>
          <p:nvPr>
            <p:ph idx="4" type="title"/>
          </p:nvPr>
        </p:nvSpPr>
        <p:spPr>
          <a:xfrm>
            <a:off x="4181100" y="2675100"/>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529" name="Google Shape;1529;p51"/>
          <p:cNvSpPr txBox="1"/>
          <p:nvPr>
            <p:ph idx="6" type="title"/>
          </p:nvPr>
        </p:nvSpPr>
        <p:spPr>
          <a:xfrm>
            <a:off x="6992850" y="154162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1530" name="Google Shape;1530;p51"/>
          <p:cNvSpPr txBox="1"/>
          <p:nvPr>
            <p:ph idx="1" type="subTitle"/>
          </p:nvPr>
        </p:nvSpPr>
        <p:spPr>
          <a:xfrm>
            <a:off x="797700" y="224135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API Restful</a:t>
            </a:r>
            <a:endParaRPr/>
          </a:p>
        </p:txBody>
      </p:sp>
      <p:sp>
        <p:nvSpPr>
          <p:cNvPr id="1531" name="Google Shape;1531;p51"/>
          <p:cNvSpPr txBox="1"/>
          <p:nvPr>
            <p:ph idx="8" type="subTitle"/>
          </p:nvPr>
        </p:nvSpPr>
        <p:spPr>
          <a:xfrm>
            <a:off x="3609450" y="3374825"/>
            <a:ext cx="2080500" cy="88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MVC</a:t>
            </a:r>
            <a:endParaRPr/>
          </a:p>
        </p:txBody>
      </p:sp>
      <p:sp>
        <p:nvSpPr>
          <p:cNvPr id="1532" name="Google Shape;1532;p51"/>
          <p:cNvSpPr txBox="1"/>
          <p:nvPr>
            <p:ph idx="9" type="subTitle"/>
          </p:nvPr>
        </p:nvSpPr>
        <p:spPr>
          <a:xfrm>
            <a:off x="6421200" y="224135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POO</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52"/>
          <p:cNvSpPr txBox="1"/>
          <p:nvPr>
            <p:ph type="title"/>
          </p:nvPr>
        </p:nvSpPr>
        <p:spPr>
          <a:xfrm>
            <a:off x="720000" y="1328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API RESTFUL</a:t>
            </a:r>
            <a:endParaRPr u="sng"/>
          </a:p>
        </p:txBody>
      </p:sp>
      <p:graphicFrame>
        <p:nvGraphicFramePr>
          <p:cNvPr id="1538" name="Google Shape;1538;p52"/>
          <p:cNvGraphicFramePr/>
          <p:nvPr/>
        </p:nvGraphicFramePr>
        <p:xfrm>
          <a:off x="4460475" y="1555438"/>
          <a:ext cx="3000000" cy="3000000"/>
        </p:xfrm>
        <a:graphic>
          <a:graphicData uri="http://schemas.openxmlformats.org/drawingml/2006/table">
            <a:tbl>
              <a:tblPr>
                <a:noFill/>
                <a:tableStyleId>{1EFA8229-D43F-449B-B948-48CD0B558B5B}</a:tableStyleId>
              </a:tblPr>
              <a:tblGrid>
                <a:gridCol w="1247650"/>
                <a:gridCol w="694475"/>
                <a:gridCol w="2154175"/>
              </a:tblGrid>
              <a:tr h="492425">
                <a:tc>
                  <a:txBody>
                    <a:bodyPr/>
                    <a:lstStyle/>
                    <a:p>
                      <a:pPr indent="0" lvl="0" marL="0" rtl="0" algn="l">
                        <a:spcBef>
                          <a:spcPts val="0"/>
                        </a:spcBef>
                        <a:spcAft>
                          <a:spcPts val="0"/>
                        </a:spcAft>
                        <a:buNone/>
                      </a:pPr>
                      <a:r>
                        <a:rPr b="1" lang="en" sz="1200">
                          <a:solidFill>
                            <a:schemeClr val="dk1"/>
                          </a:solidFill>
                          <a:latin typeface="Aref Ruqaa"/>
                          <a:ea typeface="Aref Ruqaa"/>
                          <a:cs typeface="Aref Ruqaa"/>
                          <a:sym typeface="Aref Ruqaa"/>
                        </a:rPr>
                        <a:t>Catégorie</a:t>
                      </a:r>
                      <a:endParaRPr b="1" sz="1200">
                        <a:solidFill>
                          <a:schemeClr val="dk1"/>
                        </a:solidFill>
                        <a:latin typeface="Aref Ruqaa"/>
                        <a:ea typeface="Aref Ruqaa"/>
                        <a:cs typeface="Aref Ruqaa"/>
                        <a:sym typeface="Aref Ruqaa"/>
                      </a:endParaRPr>
                    </a:p>
                  </a:txBody>
                  <a:tcPr marT="45700" marB="457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sz="1200">
                          <a:solidFill>
                            <a:schemeClr val="dk1"/>
                          </a:solidFill>
                          <a:latin typeface="Aref Ruqaa"/>
                          <a:ea typeface="Aref Ruqaa"/>
                          <a:cs typeface="Aref Ruqaa"/>
                          <a:sym typeface="Aref Ruqaa"/>
                        </a:rPr>
                        <a:t>Code</a:t>
                      </a:r>
                      <a:endParaRPr b="1" sz="1200">
                        <a:solidFill>
                          <a:schemeClr val="dk1"/>
                        </a:solidFill>
                        <a:latin typeface="Aref Ruqaa"/>
                        <a:ea typeface="Aref Ruqaa"/>
                        <a:cs typeface="Aref Ruqaa"/>
                        <a:sym typeface="Aref Ruqaa"/>
                      </a:endParaRPr>
                    </a:p>
                  </a:txBody>
                  <a:tcPr marT="45700" marB="457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sz="1200">
                          <a:solidFill>
                            <a:schemeClr val="dk1"/>
                          </a:solidFill>
                          <a:latin typeface="Aref Ruqaa"/>
                          <a:ea typeface="Aref Ruqaa"/>
                          <a:cs typeface="Aref Ruqaa"/>
                          <a:sym typeface="Aref Ruqaa"/>
                        </a:rPr>
                        <a:t>Signification</a:t>
                      </a:r>
                      <a:endParaRPr b="1" sz="1200">
                        <a:solidFill>
                          <a:schemeClr val="dk1"/>
                        </a:solidFill>
                        <a:latin typeface="Aref Ruqaa"/>
                        <a:ea typeface="Aref Ruqaa"/>
                        <a:cs typeface="Aref Ruqaa"/>
                        <a:sym typeface="Aref Ruqaa"/>
                      </a:endParaRPr>
                    </a:p>
                  </a:txBody>
                  <a:tcPr marT="45700" marB="4570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accent2"/>
                    </a:solidFill>
                  </a:tcPr>
                </a:tc>
              </a:tr>
              <a:tr h="408775">
                <a:tc>
                  <a:txBody>
                    <a:bodyPr/>
                    <a:lstStyle/>
                    <a:p>
                      <a:pPr indent="0" lvl="0" marL="0" rtl="0" algn="l">
                        <a:spcBef>
                          <a:spcPts val="0"/>
                        </a:spcBef>
                        <a:spcAft>
                          <a:spcPts val="0"/>
                        </a:spcAft>
                        <a:buNone/>
                      </a:pPr>
                      <a:r>
                        <a:rPr b="1" lang="en" sz="1100">
                          <a:solidFill>
                            <a:schemeClr val="dk1"/>
                          </a:solidFill>
                          <a:latin typeface="Aref Ruqaa"/>
                          <a:ea typeface="Aref Ruqaa"/>
                          <a:cs typeface="Aref Ruqaa"/>
                          <a:sym typeface="Aref Ruqaa"/>
                        </a:rPr>
                        <a:t>1XX - Informationnel</a:t>
                      </a:r>
                      <a:endParaRPr b="1" sz="1100">
                        <a:solidFill>
                          <a:schemeClr val="dk1"/>
                        </a:solidFill>
                        <a:latin typeface="Aref Ruqaa"/>
                        <a:ea typeface="Aref Ruqaa"/>
                        <a:cs typeface="Aref Ruqaa"/>
                        <a:sym typeface="Aref Ruqa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100</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Continuer</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8775">
                <a:tc>
                  <a:txBody>
                    <a:bodyPr/>
                    <a:lstStyle/>
                    <a:p>
                      <a:pPr indent="0" lvl="0" marL="0" rtl="0" algn="l">
                        <a:spcBef>
                          <a:spcPts val="0"/>
                        </a:spcBef>
                        <a:spcAft>
                          <a:spcPts val="0"/>
                        </a:spcAft>
                        <a:buNone/>
                      </a:pPr>
                      <a:r>
                        <a:rPr b="1" lang="en" sz="1100">
                          <a:solidFill>
                            <a:schemeClr val="dk1"/>
                          </a:solidFill>
                          <a:latin typeface="Aref Ruqaa"/>
                          <a:ea typeface="Aref Ruqaa"/>
                          <a:cs typeface="Aref Ruqaa"/>
                          <a:sym typeface="Aref Ruqaa"/>
                        </a:rPr>
                        <a:t>2XX - Succès</a:t>
                      </a:r>
                      <a:endParaRPr b="1" sz="1100">
                        <a:solidFill>
                          <a:schemeClr val="dk1"/>
                        </a:solidFill>
                        <a:latin typeface="Aref Ruqaa"/>
                        <a:ea typeface="Aref Ruqaa"/>
                        <a:cs typeface="Aref Ruqaa"/>
                        <a:sym typeface="Aref Ruqa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200</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OK</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8775">
                <a:tc>
                  <a:txBody>
                    <a:bodyPr/>
                    <a:lstStyle/>
                    <a:p>
                      <a:pPr indent="0" lvl="0" marL="0" rtl="0" algn="l">
                        <a:spcBef>
                          <a:spcPts val="0"/>
                        </a:spcBef>
                        <a:spcAft>
                          <a:spcPts val="0"/>
                        </a:spcAft>
                        <a:buNone/>
                      </a:pPr>
                      <a:r>
                        <a:rPr b="1" lang="en" sz="1100">
                          <a:solidFill>
                            <a:schemeClr val="dk1"/>
                          </a:solidFill>
                          <a:latin typeface="Aref Ruqaa"/>
                          <a:ea typeface="Aref Ruqaa"/>
                          <a:cs typeface="Aref Ruqaa"/>
                          <a:sym typeface="Aref Ruqaa"/>
                        </a:rPr>
                        <a:t>3XX </a:t>
                      </a:r>
                      <a:endParaRPr b="1" sz="1100">
                        <a:solidFill>
                          <a:schemeClr val="dk1"/>
                        </a:solidFill>
                        <a:latin typeface="Aref Ruqaa"/>
                        <a:ea typeface="Aref Ruqaa"/>
                        <a:cs typeface="Aref Ruqaa"/>
                        <a:sym typeface="Aref Ruqa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302</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Trouvé (Redirection temporaire)</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8775">
                <a:tc>
                  <a:txBody>
                    <a:bodyPr/>
                    <a:lstStyle/>
                    <a:p>
                      <a:pPr indent="0" lvl="0" marL="0" rtl="0" algn="l">
                        <a:spcBef>
                          <a:spcPts val="0"/>
                        </a:spcBef>
                        <a:spcAft>
                          <a:spcPts val="0"/>
                        </a:spcAft>
                        <a:buNone/>
                      </a:pPr>
                      <a:r>
                        <a:rPr b="1" lang="en" sz="1100">
                          <a:solidFill>
                            <a:schemeClr val="dk1"/>
                          </a:solidFill>
                          <a:latin typeface="Aref Ruqaa"/>
                          <a:ea typeface="Aref Ruqaa"/>
                          <a:cs typeface="Aref Ruqaa"/>
                          <a:sym typeface="Aref Ruqaa"/>
                        </a:rPr>
                        <a:t>4XX - Erreur Client</a:t>
                      </a:r>
                      <a:endParaRPr b="1" sz="1100">
                        <a:solidFill>
                          <a:schemeClr val="dk1"/>
                        </a:solidFill>
                        <a:latin typeface="Aref Ruqaa"/>
                        <a:ea typeface="Aref Ruqaa"/>
                        <a:cs typeface="Aref Ruqaa"/>
                        <a:sym typeface="Aref Ruqa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400</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Mauvaise Requête</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8775">
                <a:tc>
                  <a:txBody>
                    <a:bodyPr/>
                    <a:lstStyle/>
                    <a:p>
                      <a:pPr indent="0" lvl="0" marL="0" rtl="0" algn="l">
                        <a:spcBef>
                          <a:spcPts val="0"/>
                        </a:spcBef>
                        <a:spcAft>
                          <a:spcPts val="0"/>
                        </a:spcAft>
                        <a:buNone/>
                      </a:pPr>
                      <a:r>
                        <a:t/>
                      </a:r>
                      <a:endParaRPr b="1" sz="1100">
                        <a:solidFill>
                          <a:schemeClr val="dk1"/>
                        </a:solidFill>
                        <a:latin typeface="Aref Ruqaa"/>
                        <a:ea typeface="Aref Ruqaa"/>
                        <a:cs typeface="Aref Ruqaa"/>
                        <a:sym typeface="Aref Ruqa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401</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Non autorisé</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08775">
                <a:tc>
                  <a:txBody>
                    <a:bodyPr/>
                    <a:lstStyle/>
                    <a:p>
                      <a:pPr indent="0" lvl="0" marL="0" rtl="0" algn="l">
                        <a:spcBef>
                          <a:spcPts val="0"/>
                        </a:spcBef>
                        <a:spcAft>
                          <a:spcPts val="0"/>
                        </a:spcAft>
                        <a:buNone/>
                      </a:pPr>
                      <a:r>
                        <a:rPr b="1" lang="en" sz="1100">
                          <a:solidFill>
                            <a:srgbClr val="434343"/>
                          </a:solidFill>
                          <a:latin typeface="Aref Ruqaa"/>
                          <a:ea typeface="Aref Ruqaa"/>
                          <a:cs typeface="Aref Ruqaa"/>
                          <a:sym typeface="Aref Ruqaa"/>
                        </a:rPr>
                        <a:t>5XX - Erreur serveur</a:t>
                      </a:r>
                      <a:endParaRPr b="1" sz="1100">
                        <a:solidFill>
                          <a:schemeClr val="dk1"/>
                        </a:solidFill>
                        <a:latin typeface="Aref Ruqaa"/>
                        <a:ea typeface="Aref Ruqaa"/>
                        <a:cs typeface="Aref Ruqaa"/>
                        <a:sym typeface="Aref Ruqaa"/>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500</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Erreur interne du serveur</a:t>
                      </a:r>
                      <a:endParaRPr sz="1100">
                        <a:solidFill>
                          <a:schemeClr val="dk1"/>
                        </a:solidFill>
                        <a:latin typeface="Poppins"/>
                        <a:ea typeface="Poppins"/>
                        <a:cs typeface="Poppins"/>
                        <a:sym typeface="Poppi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539" name="Google Shape;1539;p52"/>
          <p:cNvSpPr txBox="1"/>
          <p:nvPr>
            <p:ph idx="12" type="sldNum"/>
          </p:nvPr>
        </p:nvSpPr>
        <p:spPr>
          <a:xfrm>
            <a:off x="8318100" y="4749850"/>
            <a:ext cx="7875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40" name="Google Shape;1540;p52"/>
          <p:cNvSpPr txBox="1"/>
          <p:nvPr/>
        </p:nvSpPr>
        <p:spPr>
          <a:xfrm>
            <a:off x="128525" y="867825"/>
            <a:ext cx="39891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Poppins"/>
                <a:ea typeface="Poppins"/>
                <a:cs typeface="Poppins"/>
                <a:sym typeface="Poppins"/>
              </a:rPr>
              <a:t>Dans notre projet, une API RESTful a été développée pour faciliter la communication entre le frontend et le backend. </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Structurée autour des principes REST, cette API utilise des méthodes HTTP standards telles que GET, POST, PUT, et DELETE pour effectuer des opérations CRUD (Create, Read, Update, Delete) sur les ressources comme les utilisateurs, les commentaires, et les notifications.</a:t>
            </a:r>
            <a:endParaRPr>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a:p>
            <a:pPr indent="0" lvl="0" marL="0" rtl="0" algn="l">
              <a:spcBef>
                <a:spcPts val="0"/>
              </a:spcBef>
              <a:spcAft>
                <a:spcPts val="0"/>
              </a:spcAft>
              <a:buNone/>
            </a:pPr>
            <a:r>
              <a:rPr lang="en">
                <a:latin typeface="Poppins"/>
                <a:ea typeface="Poppins"/>
                <a:cs typeface="Poppins"/>
                <a:sym typeface="Poppins"/>
              </a:rPr>
              <a:t>Elle renvoie des données en format JSON, assurant une interaction fluide et efficace avec l'interface utilisateur React du projet.</a:t>
            </a:r>
            <a:endParaRPr>
              <a:latin typeface="Poppins"/>
              <a:ea typeface="Poppins"/>
              <a:cs typeface="Poppins"/>
              <a:sym typeface="Poppins"/>
            </a:endParaRPr>
          </a:p>
        </p:txBody>
      </p:sp>
      <p:sp>
        <p:nvSpPr>
          <p:cNvPr id="1541" name="Google Shape;1541;p52"/>
          <p:cNvSpPr txBox="1"/>
          <p:nvPr/>
        </p:nvSpPr>
        <p:spPr>
          <a:xfrm>
            <a:off x="4460475" y="988575"/>
            <a:ext cx="37758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dk1"/>
                </a:solidFill>
                <a:latin typeface="Poppins"/>
                <a:ea typeface="Poppins"/>
                <a:cs typeface="Poppins"/>
                <a:sym typeface="Poppins"/>
              </a:rPr>
              <a:t>Gestion des erreurs</a:t>
            </a:r>
            <a:endParaRPr b="1" sz="1500">
              <a:solidFill>
                <a:schemeClr val="dk1"/>
              </a:solidFill>
              <a:latin typeface="Poppins"/>
              <a:ea typeface="Poppins"/>
              <a:cs typeface="Poppins"/>
              <a:sym typeface="Poppins"/>
            </a:endParaRPr>
          </a:p>
        </p:txBody>
      </p:sp>
      <p:sp>
        <p:nvSpPr>
          <p:cNvPr id="1542" name="Google Shape;1542;p52"/>
          <p:cNvSpPr txBox="1"/>
          <p:nvPr/>
        </p:nvSpPr>
        <p:spPr>
          <a:xfrm>
            <a:off x="2996975"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49</a:t>
            </a:r>
            <a:endParaRPr b="1" sz="1000">
              <a:solidFill>
                <a:schemeClr val="dk1"/>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sp>
        <p:nvSpPr>
          <p:cNvPr id="1547" name="Google Shape;1547;p53"/>
          <p:cNvSpPr txBox="1"/>
          <p:nvPr>
            <p:ph type="title"/>
          </p:nvPr>
        </p:nvSpPr>
        <p:spPr>
          <a:xfrm>
            <a:off x="720000" y="1031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MVC</a:t>
            </a:r>
            <a:endParaRPr u="sng"/>
          </a:p>
        </p:txBody>
      </p:sp>
      <p:sp>
        <p:nvSpPr>
          <p:cNvPr id="1548" name="Google Shape;1548;p53"/>
          <p:cNvSpPr txBox="1"/>
          <p:nvPr>
            <p:ph idx="12" type="sldNum"/>
          </p:nvPr>
        </p:nvSpPr>
        <p:spPr>
          <a:xfrm>
            <a:off x="8423998"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549" name="Google Shape;1549;p53"/>
          <p:cNvPicPr preferRelativeResize="0"/>
          <p:nvPr/>
        </p:nvPicPr>
        <p:blipFill>
          <a:blip r:embed="rId3">
            <a:alphaModFix/>
          </a:blip>
          <a:stretch>
            <a:fillRect/>
          </a:stretch>
        </p:blipFill>
        <p:spPr>
          <a:xfrm>
            <a:off x="314575" y="496413"/>
            <a:ext cx="8514852" cy="3579726"/>
          </a:xfrm>
          <a:prstGeom prst="rect">
            <a:avLst/>
          </a:prstGeom>
          <a:noFill/>
          <a:ln>
            <a:noFill/>
          </a:ln>
        </p:spPr>
      </p:pic>
      <p:sp>
        <p:nvSpPr>
          <p:cNvPr id="1550" name="Google Shape;1550;p53"/>
          <p:cNvSpPr txBox="1"/>
          <p:nvPr/>
        </p:nvSpPr>
        <p:spPr>
          <a:xfrm>
            <a:off x="615100" y="2282650"/>
            <a:ext cx="3438900" cy="1954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000">
                <a:solidFill>
                  <a:schemeClr val="dk1"/>
                </a:solidFill>
                <a:latin typeface="Poppins"/>
                <a:ea typeface="Poppins"/>
                <a:cs typeface="Poppins"/>
                <a:sym typeface="Poppins"/>
              </a:rPr>
              <a:t>Le modèle MVC (Modèle-Vue-Contrôleur) est un design pattern qui sépare une application en trois composants principaux :</a:t>
            </a:r>
            <a:endParaRPr b="1" sz="10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 sz="1000">
                <a:solidFill>
                  <a:schemeClr val="dk1"/>
                </a:solidFill>
                <a:latin typeface="Poppins"/>
                <a:ea typeface="Poppins"/>
                <a:cs typeface="Poppins"/>
                <a:sym typeface="Poppins"/>
              </a:rPr>
              <a:t>le modèle gère la logique et les données,</a:t>
            </a:r>
            <a:endParaRPr b="1" sz="10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 sz="1000">
                <a:solidFill>
                  <a:schemeClr val="dk1"/>
                </a:solidFill>
                <a:latin typeface="Poppins"/>
                <a:ea typeface="Poppins"/>
                <a:cs typeface="Poppins"/>
                <a:sym typeface="Poppins"/>
              </a:rPr>
              <a:t>la vue affiche les données à l'utilisateur, et</a:t>
            </a:r>
            <a:endParaRPr b="1" sz="10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b="1" lang="en" sz="1000">
                <a:solidFill>
                  <a:schemeClr val="dk1"/>
                </a:solidFill>
                <a:latin typeface="Poppins"/>
                <a:ea typeface="Poppins"/>
                <a:cs typeface="Poppins"/>
                <a:sym typeface="Poppins"/>
              </a:rPr>
              <a:t>le contrôleur interagit entre les modèles et les vues, gérant le flux de données et la logique de contrôle. </a:t>
            </a:r>
            <a:endParaRPr b="1" sz="1000">
              <a:solidFill>
                <a:schemeClr val="dk1"/>
              </a:solidFill>
              <a:latin typeface="Poppins"/>
              <a:ea typeface="Poppins"/>
              <a:cs typeface="Poppins"/>
              <a:sym typeface="Poppins"/>
            </a:endParaRPr>
          </a:p>
        </p:txBody>
      </p:sp>
      <p:sp>
        <p:nvSpPr>
          <p:cNvPr id="1551" name="Google Shape;1551;p53"/>
          <p:cNvSpPr txBox="1"/>
          <p:nvPr/>
        </p:nvSpPr>
        <p:spPr>
          <a:xfrm>
            <a:off x="4054000" y="4076150"/>
            <a:ext cx="3880500" cy="800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000">
                <a:solidFill>
                  <a:schemeClr val="dk1"/>
                </a:solidFill>
                <a:latin typeface="Poppins"/>
                <a:ea typeface="Poppins"/>
                <a:cs typeface="Poppins"/>
                <a:sym typeface="Poppins"/>
              </a:rPr>
              <a:t>Ce pattern est idéal pour organiser le code de manière claire et faciliter la maintenance et l'évolutivité des applications web.</a:t>
            </a:r>
            <a:endParaRPr/>
          </a:p>
        </p:txBody>
      </p:sp>
      <p:sp>
        <p:nvSpPr>
          <p:cNvPr id="1552" name="Google Shape;1552;p53"/>
          <p:cNvSpPr txBox="1"/>
          <p:nvPr/>
        </p:nvSpPr>
        <p:spPr>
          <a:xfrm>
            <a:off x="615100"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49</a:t>
            </a:r>
            <a:endParaRPr b="1" sz="1000">
              <a:solidFill>
                <a:schemeClr val="dk1"/>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54"/>
          <p:cNvSpPr txBox="1"/>
          <p:nvPr>
            <p:ph type="title"/>
          </p:nvPr>
        </p:nvSpPr>
        <p:spPr>
          <a:xfrm>
            <a:off x="720000" y="585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CRUD      Système de commentaire</a:t>
            </a:r>
            <a:endParaRPr u="sng"/>
          </a:p>
        </p:txBody>
      </p:sp>
      <p:sp>
        <p:nvSpPr>
          <p:cNvPr id="1558" name="Google Shape;1558;p54"/>
          <p:cNvSpPr txBox="1"/>
          <p:nvPr>
            <p:ph idx="12" type="sldNum"/>
          </p:nvPr>
        </p:nvSpPr>
        <p:spPr>
          <a:xfrm>
            <a:off x="8423998"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59" name="Google Shape;1559;p54"/>
          <p:cNvSpPr/>
          <p:nvPr/>
        </p:nvSpPr>
        <p:spPr>
          <a:xfrm>
            <a:off x="2185225" y="275025"/>
            <a:ext cx="548700" cy="319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latin typeface="Poppins"/>
              <a:ea typeface="Poppins"/>
              <a:cs typeface="Poppins"/>
              <a:sym typeface="Poppins"/>
            </a:endParaRPr>
          </a:p>
        </p:txBody>
      </p:sp>
      <p:sp>
        <p:nvSpPr>
          <p:cNvPr id="1560" name="Google Shape;1560;p54"/>
          <p:cNvSpPr txBox="1"/>
          <p:nvPr/>
        </p:nvSpPr>
        <p:spPr>
          <a:xfrm>
            <a:off x="267600" y="811663"/>
            <a:ext cx="3000000" cy="303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Poppins"/>
                <a:ea typeface="Poppins"/>
                <a:cs typeface="Poppins"/>
                <a:sym typeface="Poppins"/>
              </a:rPr>
              <a:t>Créer (Create)</a:t>
            </a:r>
            <a:endParaRPr b="1">
              <a:latin typeface="Poppins"/>
              <a:ea typeface="Poppins"/>
              <a:cs typeface="Poppins"/>
              <a:sym typeface="Poppins"/>
            </a:endParaRPr>
          </a:p>
          <a:p>
            <a:pPr indent="0" lvl="0" marL="0" rtl="0" algn="l">
              <a:lnSpc>
                <a:spcPct val="115000"/>
              </a:lnSpc>
              <a:spcBef>
                <a:spcPts val="1200"/>
              </a:spcBef>
              <a:spcAft>
                <a:spcPts val="1200"/>
              </a:spcAft>
              <a:buNone/>
            </a:pPr>
            <a:r>
              <a:rPr b="1" lang="en">
                <a:latin typeface="Poppins"/>
                <a:ea typeface="Poppins"/>
                <a:cs typeface="Poppins"/>
                <a:sym typeface="Poppins"/>
              </a:rPr>
              <a:t>Ajout d'un commentaire :</a:t>
            </a:r>
            <a:r>
              <a:rPr lang="en">
                <a:latin typeface="Poppins"/>
                <a:ea typeface="Poppins"/>
                <a:cs typeface="Poppins"/>
                <a:sym typeface="Poppins"/>
              </a:rPr>
              <a:t> Le serveur reçoit les données du commentaire, les valide pour s'assurer qu'elles sont correctes, puis les insère dans la base de données. Une réponse est envoyée indiquant le succès de l'opération avec le nouvel ID du commentaire créé.</a:t>
            </a:r>
            <a:endParaRPr>
              <a:latin typeface="Poppins"/>
              <a:ea typeface="Poppins"/>
              <a:cs typeface="Poppins"/>
              <a:sym typeface="Poppins"/>
            </a:endParaRPr>
          </a:p>
        </p:txBody>
      </p:sp>
      <p:pic>
        <p:nvPicPr>
          <p:cNvPr id="1561" name="Google Shape;1561;p54"/>
          <p:cNvPicPr preferRelativeResize="0"/>
          <p:nvPr/>
        </p:nvPicPr>
        <p:blipFill rotWithShape="1">
          <a:blip r:embed="rId3">
            <a:alphaModFix/>
          </a:blip>
          <a:srcRect b="11993" l="8003" r="8104" t="12197"/>
          <a:stretch/>
        </p:blipFill>
        <p:spPr>
          <a:xfrm>
            <a:off x="3619775" y="1248700"/>
            <a:ext cx="5339227" cy="3151526"/>
          </a:xfrm>
          <a:prstGeom prst="rect">
            <a:avLst/>
          </a:prstGeom>
          <a:noFill/>
          <a:ln cap="flat" cmpd="sng" w="28575">
            <a:solidFill>
              <a:schemeClr val="dk1"/>
            </a:solidFill>
            <a:prstDash val="solid"/>
            <a:round/>
            <a:headEnd len="sm" w="sm" type="none"/>
            <a:tailEnd len="sm" w="sm" type="none"/>
          </a:ln>
        </p:spPr>
      </p:pic>
      <p:sp>
        <p:nvSpPr>
          <p:cNvPr id="1562" name="Google Shape;1562;p54"/>
          <p:cNvSpPr txBox="1"/>
          <p:nvPr/>
        </p:nvSpPr>
        <p:spPr>
          <a:xfrm>
            <a:off x="267600" y="38440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oppins"/>
                <a:ea typeface="Poppins"/>
                <a:cs typeface="Poppins"/>
                <a:sym typeface="Poppins"/>
              </a:rPr>
              <a:t>Endpoint</a:t>
            </a:r>
            <a:r>
              <a:rPr lang="en">
                <a:latin typeface="Poppins"/>
                <a:ea typeface="Poppins"/>
                <a:cs typeface="Poppins"/>
                <a:sym typeface="Poppins"/>
              </a:rPr>
              <a:t>: </a:t>
            </a:r>
            <a:r>
              <a:rPr lang="en">
                <a:solidFill>
                  <a:srgbClr val="188038"/>
                </a:solidFill>
                <a:latin typeface="Poppins"/>
                <a:ea typeface="Poppins"/>
                <a:cs typeface="Poppins"/>
                <a:sym typeface="Poppins"/>
              </a:rPr>
              <a:t>POST /comments</a:t>
            </a:r>
            <a:endParaRPr>
              <a:latin typeface="Poppins"/>
              <a:ea typeface="Poppins"/>
              <a:cs typeface="Poppins"/>
              <a:sym typeface="Poppins"/>
            </a:endParaRPr>
          </a:p>
        </p:txBody>
      </p:sp>
      <p:sp>
        <p:nvSpPr>
          <p:cNvPr id="1563" name="Google Shape;1563;p54"/>
          <p:cNvSpPr txBox="1"/>
          <p:nvPr/>
        </p:nvSpPr>
        <p:spPr>
          <a:xfrm>
            <a:off x="2996975"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45-47</a:t>
            </a:r>
            <a:endParaRPr b="1" sz="1000">
              <a:solidFill>
                <a:schemeClr val="dk1"/>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7" name="Shape 1567"/>
        <p:cNvGrpSpPr/>
        <p:nvPr/>
      </p:nvGrpSpPr>
      <p:grpSpPr>
        <a:xfrm>
          <a:off x="0" y="0"/>
          <a:ext cx="0" cy="0"/>
          <a:chOff x="0" y="0"/>
          <a:chExt cx="0" cy="0"/>
        </a:xfrm>
      </p:grpSpPr>
      <p:sp>
        <p:nvSpPr>
          <p:cNvPr id="1568" name="Google Shape;1568;p55"/>
          <p:cNvSpPr txBox="1"/>
          <p:nvPr>
            <p:ph idx="12" type="sldNum"/>
          </p:nvPr>
        </p:nvSpPr>
        <p:spPr>
          <a:xfrm>
            <a:off x="8424000" y="4749850"/>
            <a:ext cx="681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69" name="Google Shape;1569;p55"/>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CRUD      Système de commentaire</a:t>
            </a:r>
            <a:endParaRPr u="sng"/>
          </a:p>
        </p:txBody>
      </p:sp>
      <p:sp>
        <p:nvSpPr>
          <p:cNvPr id="1570" name="Google Shape;1570;p55"/>
          <p:cNvSpPr/>
          <p:nvPr/>
        </p:nvSpPr>
        <p:spPr>
          <a:xfrm>
            <a:off x="2185225" y="208125"/>
            <a:ext cx="548700" cy="319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latin typeface="Poppins"/>
              <a:ea typeface="Poppins"/>
              <a:cs typeface="Poppins"/>
              <a:sym typeface="Poppins"/>
            </a:endParaRPr>
          </a:p>
        </p:txBody>
      </p:sp>
      <p:sp>
        <p:nvSpPr>
          <p:cNvPr id="1571" name="Google Shape;1571;p55"/>
          <p:cNvSpPr txBox="1"/>
          <p:nvPr/>
        </p:nvSpPr>
        <p:spPr>
          <a:xfrm>
            <a:off x="70100" y="951375"/>
            <a:ext cx="30000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Poppins"/>
                <a:ea typeface="Poppins"/>
                <a:cs typeface="Poppins"/>
                <a:sym typeface="Poppins"/>
              </a:rPr>
              <a:t>Lire (Read)</a:t>
            </a:r>
            <a:endParaRPr b="1">
              <a:latin typeface="Poppins"/>
              <a:ea typeface="Poppins"/>
              <a:cs typeface="Poppins"/>
              <a:sym typeface="Poppins"/>
            </a:endParaRPr>
          </a:p>
          <a:p>
            <a:pPr indent="0" lvl="0" marL="0" rtl="0" algn="l">
              <a:lnSpc>
                <a:spcPct val="115000"/>
              </a:lnSpc>
              <a:spcBef>
                <a:spcPts val="1200"/>
              </a:spcBef>
              <a:spcAft>
                <a:spcPts val="1200"/>
              </a:spcAft>
              <a:buNone/>
            </a:pPr>
            <a:r>
              <a:rPr b="1" lang="en">
                <a:latin typeface="Poppins"/>
                <a:ea typeface="Poppins"/>
                <a:cs typeface="Poppins"/>
                <a:sym typeface="Poppins"/>
              </a:rPr>
              <a:t>Récupération de tous les commentaires :</a:t>
            </a:r>
            <a:r>
              <a:rPr lang="en">
                <a:latin typeface="Poppins"/>
                <a:ea typeface="Poppins"/>
                <a:cs typeface="Poppins"/>
                <a:sym typeface="Poppins"/>
              </a:rPr>
              <a:t> Cette fonction extrait tous les commentaires de la base de données et les renvoie au client.</a:t>
            </a:r>
            <a:endParaRPr>
              <a:latin typeface="Poppins"/>
              <a:ea typeface="Poppins"/>
              <a:cs typeface="Poppins"/>
              <a:sym typeface="Poppins"/>
            </a:endParaRPr>
          </a:p>
        </p:txBody>
      </p:sp>
      <p:pic>
        <p:nvPicPr>
          <p:cNvPr id="1572" name="Google Shape;1572;p55"/>
          <p:cNvPicPr preferRelativeResize="0"/>
          <p:nvPr/>
        </p:nvPicPr>
        <p:blipFill rotWithShape="1">
          <a:blip r:embed="rId3">
            <a:alphaModFix/>
          </a:blip>
          <a:srcRect b="16226" l="10037" r="9724" t="15681"/>
          <a:stretch/>
        </p:blipFill>
        <p:spPr>
          <a:xfrm>
            <a:off x="3214200" y="951375"/>
            <a:ext cx="5304076" cy="2793603"/>
          </a:xfrm>
          <a:prstGeom prst="rect">
            <a:avLst/>
          </a:prstGeom>
          <a:noFill/>
          <a:ln cap="flat" cmpd="sng" w="28575">
            <a:solidFill>
              <a:schemeClr val="dk1"/>
            </a:solidFill>
            <a:prstDash val="solid"/>
            <a:round/>
            <a:headEnd len="sm" w="sm" type="none"/>
            <a:tailEnd len="sm" w="sm" type="none"/>
          </a:ln>
        </p:spPr>
      </p:pic>
      <p:sp>
        <p:nvSpPr>
          <p:cNvPr id="1573" name="Google Shape;1573;p55"/>
          <p:cNvSpPr txBox="1"/>
          <p:nvPr/>
        </p:nvSpPr>
        <p:spPr>
          <a:xfrm>
            <a:off x="70100" y="2913675"/>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oppins"/>
                <a:ea typeface="Poppins"/>
                <a:cs typeface="Poppins"/>
                <a:sym typeface="Poppins"/>
              </a:rPr>
              <a:t>Endpoints</a:t>
            </a:r>
            <a:r>
              <a:rPr lang="en">
                <a:latin typeface="Poppins"/>
                <a:ea typeface="Poppins"/>
                <a:cs typeface="Poppins"/>
                <a:sym typeface="Poppins"/>
              </a:rPr>
              <a:t>: </a:t>
            </a:r>
            <a:r>
              <a:rPr lang="en">
                <a:solidFill>
                  <a:srgbClr val="188038"/>
                </a:solidFill>
                <a:latin typeface="Poppins"/>
                <a:ea typeface="Poppins"/>
                <a:cs typeface="Poppins"/>
                <a:sym typeface="Poppins"/>
              </a:rPr>
              <a:t>GET /comments</a:t>
            </a:r>
            <a:endParaRPr>
              <a:solidFill>
                <a:srgbClr val="188038"/>
              </a:solidFill>
              <a:latin typeface="Poppins"/>
              <a:ea typeface="Poppins"/>
              <a:cs typeface="Poppins"/>
              <a:sym typeface="Poppins"/>
            </a:endParaRPr>
          </a:p>
          <a:p>
            <a:pPr indent="0" lvl="0" marL="0" rtl="0" algn="l">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56"/>
          <p:cNvSpPr txBox="1"/>
          <p:nvPr>
            <p:ph idx="12" type="sldNum"/>
          </p:nvPr>
        </p:nvSpPr>
        <p:spPr>
          <a:xfrm>
            <a:off x="8423998"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79" name="Google Shape;1579;p56"/>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CRUD      Système de commentaire</a:t>
            </a:r>
            <a:endParaRPr u="sng"/>
          </a:p>
        </p:txBody>
      </p:sp>
      <p:sp>
        <p:nvSpPr>
          <p:cNvPr id="1580" name="Google Shape;1580;p56"/>
          <p:cNvSpPr/>
          <p:nvPr/>
        </p:nvSpPr>
        <p:spPr>
          <a:xfrm>
            <a:off x="2185225" y="208125"/>
            <a:ext cx="548700" cy="319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latin typeface="Poppins"/>
              <a:ea typeface="Poppins"/>
              <a:cs typeface="Poppins"/>
              <a:sym typeface="Poppins"/>
            </a:endParaRPr>
          </a:p>
        </p:txBody>
      </p:sp>
      <p:sp>
        <p:nvSpPr>
          <p:cNvPr id="1581" name="Google Shape;1581;p56"/>
          <p:cNvSpPr txBox="1"/>
          <p:nvPr/>
        </p:nvSpPr>
        <p:spPr>
          <a:xfrm>
            <a:off x="468275" y="972700"/>
            <a:ext cx="3000000" cy="303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Poppins"/>
                <a:ea typeface="Poppins"/>
                <a:cs typeface="Poppins"/>
                <a:sym typeface="Poppins"/>
              </a:rPr>
              <a:t>Mettre à jour (Update)</a:t>
            </a:r>
            <a:endParaRPr b="1">
              <a:latin typeface="Poppins"/>
              <a:ea typeface="Poppins"/>
              <a:cs typeface="Poppins"/>
              <a:sym typeface="Poppins"/>
            </a:endParaRPr>
          </a:p>
          <a:p>
            <a:pPr indent="0" lvl="0" marL="0" rtl="0" algn="l">
              <a:lnSpc>
                <a:spcPct val="115000"/>
              </a:lnSpc>
              <a:spcBef>
                <a:spcPts val="1200"/>
              </a:spcBef>
              <a:spcAft>
                <a:spcPts val="1200"/>
              </a:spcAft>
              <a:buNone/>
            </a:pPr>
            <a:r>
              <a:rPr b="1" lang="en">
                <a:latin typeface="Poppins"/>
                <a:ea typeface="Poppins"/>
                <a:cs typeface="Poppins"/>
                <a:sym typeface="Poppins"/>
              </a:rPr>
              <a:t>Modification d'un commentaire existant :</a:t>
            </a:r>
            <a:r>
              <a:rPr lang="en">
                <a:latin typeface="Poppins"/>
                <a:ea typeface="Poppins"/>
                <a:cs typeface="Poppins"/>
                <a:sym typeface="Poppins"/>
              </a:rPr>
              <a:t> Après validation des données envoyées, le commentaire spécifié par l'ID est mis à jour dans la base de données. Une réponse est envoyée pour indiquer que la mise à jour a été effectuée sans renvoyer de contenu.</a:t>
            </a:r>
            <a:endParaRPr>
              <a:latin typeface="Poppins"/>
              <a:ea typeface="Poppins"/>
              <a:cs typeface="Poppins"/>
              <a:sym typeface="Poppins"/>
            </a:endParaRPr>
          </a:p>
        </p:txBody>
      </p:sp>
      <p:pic>
        <p:nvPicPr>
          <p:cNvPr id="1582" name="Google Shape;1582;p56"/>
          <p:cNvPicPr preferRelativeResize="0"/>
          <p:nvPr/>
        </p:nvPicPr>
        <p:blipFill rotWithShape="1">
          <a:blip r:embed="rId3">
            <a:alphaModFix/>
          </a:blip>
          <a:srcRect b="12965" l="8006" r="7981" t="12480"/>
          <a:stretch/>
        </p:blipFill>
        <p:spPr>
          <a:xfrm>
            <a:off x="3694100" y="1174563"/>
            <a:ext cx="5347353" cy="2973436"/>
          </a:xfrm>
          <a:prstGeom prst="rect">
            <a:avLst/>
          </a:prstGeom>
          <a:noFill/>
          <a:ln cap="flat" cmpd="sng" w="28575">
            <a:solidFill>
              <a:schemeClr val="dk1"/>
            </a:solidFill>
            <a:prstDash val="solid"/>
            <a:round/>
            <a:headEnd len="sm" w="sm" type="none"/>
            <a:tailEnd len="sm" w="sm" type="none"/>
          </a:ln>
        </p:spPr>
      </p:pic>
      <p:sp>
        <p:nvSpPr>
          <p:cNvPr id="1583" name="Google Shape;1583;p56"/>
          <p:cNvSpPr txBox="1"/>
          <p:nvPr/>
        </p:nvSpPr>
        <p:spPr>
          <a:xfrm>
            <a:off x="468275" y="39180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oppins"/>
                <a:ea typeface="Poppins"/>
                <a:cs typeface="Poppins"/>
                <a:sym typeface="Poppins"/>
              </a:rPr>
              <a:t>Endpoint</a:t>
            </a:r>
            <a:r>
              <a:rPr lang="en">
                <a:latin typeface="Poppins"/>
                <a:ea typeface="Poppins"/>
                <a:cs typeface="Poppins"/>
                <a:sym typeface="Poppins"/>
              </a:rPr>
              <a:t>: </a:t>
            </a:r>
            <a:r>
              <a:rPr lang="en">
                <a:solidFill>
                  <a:srgbClr val="188038"/>
                </a:solidFill>
                <a:latin typeface="Poppins"/>
                <a:ea typeface="Poppins"/>
                <a:cs typeface="Poppins"/>
                <a:sym typeface="Poppins"/>
              </a:rPr>
              <a:t>PUT /comments/:id</a:t>
            </a:r>
            <a:endParaRPr>
              <a:latin typeface="Poppins"/>
              <a:ea typeface="Poppins"/>
              <a:cs typeface="Poppins"/>
              <a:sym typeface="Poppi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57"/>
          <p:cNvSpPr txBox="1"/>
          <p:nvPr>
            <p:ph idx="12" type="sldNum"/>
          </p:nvPr>
        </p:nvSpPr>
        <p:spPr>
          <a:xfrm>
            <a:off x="8322400" y="4749850"/>
            <a:ext cx="7830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89" name="Google Shape;1589;p57"/>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CRUD      Système de commentaire</a:t>
            </a:r>
            <a:endParaRPr u="sng"/>
          </a:p>
        </p:txBody>
      </p:sp>
      <p:sp>
        <p:nvSpPr>
          <p:cNvPr id="1590" name="Google Shape;1590;p57"/>
          <p:cNvSpPr/>
          <p:nvPr/>
        </p:nvSpPr>
        <p:spPr>
          <a:xfrm>
            <a:off x="2185225" y="208125"/>
            <a:ext cx="548700" cy="319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latin typeface="Poppins"/>
              <a:ea typeface="Poppins"/>
              <a:cs typeface="Poppins"/>
              <a:sym typeface="Poppins"/>
            </a:endParaRPr>
          </a:p>
        </p:txBody>
      </p:sp>
      <p:sp>
        <p:nvSpPr>
          <p:cNvPr id="1591" name="Google Shape;1591;p57"/>
          <p:cNvSpPr txBox="1"/>
          <p:nvPr/>
        </p:nvSpPr>
        <p:spPr>
          <a:xfrm>
            <a:off x="222975" y="1130400"/>
            <a:ext cx="3000000" cy="228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Poppins"/>
                <a:ea typeface="Poppins"/>
                <a:cs typeface="Poppins"/>
                <a:sym typeface="Poppins"/>
              </a:rPr>
              <a:t>Supprimer (Delete)</a:t>
            </a:r>
            <a:endParaRPr b="1">
              <a:latin typeface="Poppins"/>
              <a:ea typeface="Poppins"/>
              <a:cs typeface="Poppins"/>
              <a:sym typeface="Poppins"/>
            </a:endParaRPr>
          </a:p>
          <a:p>
            <a:pPr indent="0" lvl="0" marL="0" rtl="0" algn="l">
              <a:lnSpc>
                <a:spcPct val="115000"/>
              </a:lnSpc>
              <a:spcBef>
                <a:spcPts val="1200"/>
              </a:spcBef>
              <a:spcAft>
                <a:spcPts val="1200"/>
              </a:spcAft>
              <a:buNone/>
            </a:pPr>
            <a:r>
              <a:rPr b="1" lang="en">
                <a:latin typeface="Poppins"/>
                <a:ea typeface="Poppins"/>
                <a:cs typeface="Poppins"/>
                <a:sym typeface="Poppins"/>
              </a:rPr>
              <a:t>Suppression d'un commentaire :</a:t>
            </a:r>
            <a:r>
              <a:rPr lang="en">
                <a:latin typeface="Poppins"/>
                <a:ea typeface="Poppins"/>
                <a:cs typeface="Poppins"/>
                <a:sym typeface="Poppins"/>
              </a:rPr>
              <a:t> Cette fonction supprime un commentaire identifié par son ID. Une réponse indique si la suppression a été réussie ou si l'élément n'a pas été trouvé.</a:t>
            </a:r>
            <a:endParaRPr>
              <a:latin typeface="Poppins"/>
              <a:ea typeface="Poppins"/>
              <a:cs typeface="Poppins"/>
              <a:sym typeface="Poppins"/>
            </a:endParaRPr>
          </a:p>
        </p:txBody>
      </p:sp>
      <p:pic>
        <p:nvPicPr>
          <p:cNvPr id="1592" name="Google Shape;1592;p57"/>
          <p:cNvPicPr preferRelativeResize="0"/>
          <p:nvPr/>
        </p:nvPicPr>
        <p:blipFill rotWithShape="1">
          <a:blip r:embed="rId3">
            <a:alphaModFix/>
          </a:blip>
          <a:srcRect b="16298" l="8355" r="8338" t="16129"/>
          <a:stretch/>
        </p:blipFill>
        <p:spPr>
          <a:xfrm>
            <a:off x="3701525" y="1204125"/>
            <a:ext cx="5307749" cy="2214975"/>
          </a:xfrm>
          <a:prstGeom prst="rect">
            <a:avLst/>
          </a:prstGeom>
          <a:noFill/>
          <a:ln cap="flat" cmpd="sng" w="28575">
            <a:solidFill>
              <a:schemeClr val="dk1"/>
            </a:solidFill>
            <a:prstDash val="solid"/>
            <a:round/>
            <a:headEnd len="sm" w="sm" type="none"/>
            <a:tailEnd len="sm" w="sm" type="none"/>
          </a:ln>
        </p:spPr>
      </p:pic>
      <p:sp>
        <p:nvSpPr>
          <p:cNvPr id="1593" name="Google Shape;1593;p57"/>
          <p:cNvSpPr txBox="1"/>
          <p:nvPr/>
        </p:nvSpPr>
        <p:spPr>
          <a:xfrm>
            <a:off x="222975" y="3486500"/>
            <a:ext cx="3478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oppins"/>
                <a:ea typeface="Poppins"/>
                <a:cs typeface="Poppins"/>
                <a:sym typeface="Poppins"/>
              </a:rPr>
              <a:t>Endpoint</a:t>
            </a:r>
            <a:r>
              <a:rPr lang="en">
                <a:latin typeface="Poppins"/>
                <a:ea typeface="Poppins"/>
                <a:cs typeface="Poppins"/>
                <a:sym typeface="Poppins"/>
              </a:rPr>
              <a:t>: </a:t>
            </a:r>
            <a:r>
              <a:rPr lang="en">
                <a:solidFill>
                  <a:srgbClr val="188038"/>
                </a:solidFill>
                <a:latin typeface="Poppins"/>
                <a:ea typeface="Poppins"/>
                <a:cs typeface="Poppins"/>
                <a:sym typeface="Poppins"/>
              </a:rPr>
              <a:t>DELETE /comments/:id</a:t>
            </a:r>
            <a:endParaRPr>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7" name="Shape 1597"/>
        <p:cNvGrpSpPr/>
        <p:nvPr/>
      </p:nvGrpSpPr>
      <p:grpSpPr>
        <a:xfrm>
          <a:off x="0" y="0"/>
          <a:ext cx="0" cy="0"/>
          <a:chOff x="0" y="0"/>
          <a:chExt cx="0" cy="0"/>
        </a:xfrm>
      </p:grpSpPr>
      <p:sp>
        <p:nvSpPr>
          <p:cNvPr id="1598" name="Google Shape;1598;p58"/>
          <p:cNvSpPr txBox="1"/>
          <p:nvPr>
            <p:ph idx="12" type="sldNum"/>
          </p:nvPr>
        </p:nvSpPr>
        <p:spPr>
          <a:xfrm>
            <a:off x="8462398" y="474990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599" name="Google Shape;1599;p58"/>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CRUD      Système de notifications</a:t>
            </a:r>
            <a:endParaRPr u="sng"/>
          </a:p>
        </p:txBody>
      </p:sp>
      <p:sp>
        <p:nvSpPr>
          <p:cNvPr id="1600" name="Google Shape;1600;p58"/>
          <p:cNvSpPr/>
          <p:nvPr/>
        </p:nvSpPr>
        <p:spPr>
          <a:xfrm>
            <a:off x="2185225" y="208125"/>
            <a:ext cx="548700" cy="3195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latin typeface="Poppins"/>
              <a:ea typeface="Poppins"/>
              <a:cs typeface="Poppins"/>
              <a:sym typeface="Poppins"/>
            </a:endParaRPr>
          </a:p>
        </p:txBody>
      </p:sp>
      <p:sp>
        <p:nvSpPr>
          <p:cNvPr id="1601" name="Google Shape;1601;p58"/>
          <p:cNvSpPr txBox="1"/>
          <p:nvPr/>
        </p:nvSpPr>
        <p:spPr>
          <a:xfrm>
            <a:off x="230425" y="773000"/>
            <a:ext cx="3430200" cy="328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Poppins"/>
                <a:ea typeface="Poppins"/>
                <a:cs typeface="Poppins"/>
                <a:sym typeface="Poppins"/>
              </a:rPr>
              <a:t>Mise à Jour des Notifications (Update)</a:t>
            </a:r>
            <a:endParaRPr b="1">
              <a:latin typeface="Poppins"/>
              <a:ea typeface="Poppins"/>
              <a:cs typeface="Poppins"/>
              <a:sym typeface="Poppins"/>
            </a:endParaRPr>
          </a:p>
          <a:p>
            <a:pPr indent="0" lvl="0" marL="0" rtl="0" algn="l">
              <a:lnSpc>
                <a:spcPct val="115000"/>
              </a:lnSpc>
              <a:spcBef>
                <a:spcPts val="1200"/>
              </a:spcBef>
              <a:spcAft>
                <a:spcPts val="1200"/>
              </a:spcAft>
              <a:buNone/>
            </a:pPr>
            <a:r>
              <a:rPr lang="en">
                <a:latin typeface="Poppins"/>
                <a:ea typeface="Poppins"/>
                <a:cs typeface="Poppins"/>
                <a:sym typeface="Poppins"/>
              </a:rPr>
              <a:t>Dans le système de gestion des notifications, la mise à jour se distingue par sa capacité à modifier le statut de lecture d'une notification via un simple changement de valeur booléenne. Contrairement à d'autres mises à jour qui peuvent impliquer plusieurs champs, celle-ci se concentre uniquement sur l'état de lecture.</a:t>
            </a:r>
            <a:endParaRPr>
              <a:latin typeface="Poppins"/>
              <a:ea typeface="Poppins"/>
              <a:cs typeface="Poppins"/>
              <a:sym typeface="Poppins"/>
            </a:endParaRPr>
          </a:p>
        </p:txBody>
      </p:sp>
      <p:pic>
        <p:nvPicPr>
          <p:cNvPr id="1602" name="Google Shape;1602;p58"/>
          <p:cNvPicPr preferRelativeResize="0"/>
          <p:nvPr/>
        </p:nvPicPr>
        <p:blipFill rotWithShape="1">
          <a:blip r:embed="rId3">
            <a:alphaModFix/>
          </a:blip>
          <a:srcRect b="12602" l="7260" r="7217" t="12513"/>
          <a:stretch/>
        </p:blipFill>
        <p:spPr>
          <a:xfrm>
            <a:off x="3660625" y="1237021"/>
            <a:ext cx="5385474" cy="2816178"/>
          </a:xfrm>
          <a:prstGeom prst="rect">
            <a:avLst/>
          </a:prstGeom>
          <a:noFill/>
          <a:ln cap="flat" cmpd="sng" w="28575">
            <a:solidFill>
              <a:schemeClr val="dk1"/>
            </a:solidFill>
            <a:prstDash val="solid"/>
            <a:round/>
            <a:headEnd len="sm" w="sm" type="none"/>
            <a:tailEnd len="sm" w="sm" type="none"/>
          </a:ln>
        </p:spPr>
      </p:pic>
      <p:sp>
        <p:nvSpPr>
          <p:cNvPr id="1603" name="Google Shape;1603;p58"/>
          <p:cNvSpPr txBox="1"/>
          <p:nvPr/>
        </p:nvSpPr>
        <p:spPr>
          <a:xfrm>
            <a:off x="230425" y="4053200"/>
            <a:ext cx="350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Poppins"/>
                <a:ea typeface="Poppins"/>
                <a:cs typeface="Poppins"/>
                <a:sym typeface="Poppins"/>
              </a:rPr>
              <a:t>Endpoint</a:t>
            </a:r>
            <a:r>
              <a:rPr lang="en">
                <a:latin typeface="Poppins"/>
                <a:ea typeface="Poppins"/>
                <a:cs typeface="Poppins"/>
                <a:sym typeface="Poppins"/>
              </a:rPr>
              <a:t>: </a:t>
            </a:r>
            <a:r>
              <a:rPr lang="en">
                <a:solidFill>
                  <a:srgbClr val="188038"/>
                </a:solidFill>
                <a:latin typeface="Poppins"/>
                <a:ea typeface="Poppins"/>
                <a:cs typeface="Poppins"/>
                <a:sym typeface="Poppins"/>
              </a:rPr>
              <a:t>PUT /notifications/:id/read</a:t>
            </a:r>
            <a:endParaRPr>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59"/>
          <p:cNvSpPr txBox="1"/>
          <p:nvPr>
            <p:ph idx="12" type="sldNum"/>
          </p:nvPr>
        </p:nvSpPr>
        <p:spPr>
          <a:xfrm>
            <a:off x="8424000" y="4865650"/>
            <a:ext cx="681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09" name="Google Shape;1609;p59"/>
          <p:cNvSpPr txBox="1"/>
          <p:nvPr>
            <p:ph type="title"/>
          </p:nvPr>
        </p:nvSpPr>
        <p:spPr>
          <a:xfrm>
            <a:off x="720000" y="733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u="sng"/>
              <a:t>Programmation Orientée Objet</a:t>
            </a:r>
            <a:endParaRPr sz="3600" u="sng"/>
          </a:p>
        </p:txBody>
      </p:sp>
      <p:pic>
        <p:nvPicPr>
          <p:cNvPr id="1610" name="Google Shape;1610;p59"/>
          <p:cNvPicPr preferRelativeResize="0"/>
          <p:nvPr/>
        </p:nvPicPr>
        <p:blipFill rotWithShape="1">
          <a:blip r:embed="rId3">
            <a:alphaModFix/>
          </a:blip>
          <a:srcRect b="10475" l="7146" r="7163" t="11289"/>
          <a:stretch/>
        </p:blipFill>
        <p:spPr>
          <a:xfrm>
            <a:off x="3215000" y="1114800"/>
            <a:ext cx="5890472" cy="3486224"/>
          </a:xfrm>
          <a:prstGeom prst="rect">
            <a:avLst/>
          </a:prstGeom>
          <a:noFill/>
          <a:ln cap="flat" cmpd="sng" w="28575">
            <a:solidFill>
              <a:schemeClr val="dk1"/>
            </a:solidFill>
            <a:prstDash val="solid"/>
            <a:round/>
            <a:headEnd len="sm" w="sm" type="none"/>
            <a:tailEnd len="sm" w="sm" type="none"/>
          </a:ln>
        </p:spPr>
      </p:pic>
      <p:sp>
        <p:nvSpPr>
          <p:cNvPr id="1611" name="Google Shape;1611;p59"/>
          <p:cNvSpPr txBox="1"/>
          <p:nvPr/>
        </p:nvSpPr>
        <p:spPr>
          <a:xfrm>
            <a:off x="144800" y="1466400"/>
            <a:ext cx="3070200" cy="312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2400"/>
              <a:t>1. Abstraction</a:t>
            </a:r>
            <a:endParaRPr b="1" sz="2400"/>
          </a:p>
          <a:p>
            <a:pPr indent="0" lvl="0" marL="0" rtl="0" algn="l">
              <a:spcBef>
                <a:spcPts val="400"/>
              </a:spcBef>
              <a:spcAft>
                <a:spcPts val="0"/>
              </a:spcAft>
              <a:buNone/>
            </a:pPr>
            <a:r>
              <a:rPr lang="en" sz="1600"/>
              <a:t>La classe </a:t>
            </a:r>
            <a:r>
              <a:rPr lang="en" sz="1600">
                <a:solidFill>
                  <a:srgbClr val="188038"/>
                </a:solidFill>
                <a:latin typeface="Roboto Mono"/>
                <a:ea typeface="Roboto Mono"/>
                <a:cs typeface="Roboto Mono"/>
                <a:sym typeface="Roboto Mono"/>
              </a:rPr>
              <a:t>AbstractManager</a:t>
            </a:r>
            <a:r>
              <a:rPr lang="en" sz="1600"/>
              <a:t> sert de classe de base pour tous les gestionnaires spécifiques de la base de données. Elle fournit une abstraction en cachant la complexité des requêtes SQL derrière des méthodes simples comme </a:t>
            </a:r>
            <a:r>
              <a:rPr lang="en" sz="1600">
                <a:solidFill>
                  <a:srgbClr val="188038"/>
                </a:solidFill>
                <a:latin typeface="Roboto Mono"/>
                <a:ea typeface="Roboto Mono"/>
                <a:cs typeface="Roboto Mono"/>
                <a:sym typeface="Roboto Mono"/>
              </a:rPr>
              <a:t>find</a:t>
            </a:r>
            <a:r>
              <a:rPr lang="en" sz="1600"/>
              <a:t>, </a:t>
            </a:r>
            <a:r>
              <a:rPr lang="en" sz="1600">
                <a:solidFill>
                  <a:srgbClr val="188038"/>
                </a:solidFill>
                <a:latin typeface="Roboto Mono"/>
                <a:ea typeface="Roboto Mono"/>
                <a:cs typeface="Roboto Mono"/>
                <a:sym typeface="Roboto Mono"/>
              </a:rPr>
              <a:t>findAll</a:t>
            </a:r>
            <a:r>
              <a:rPr lang="en" sz="1600"/>
              <a:t>, et </a:t>
            </a:r>
            <a:r>
              <a:rPr lang="en" sz="1600">
                <a:solidFill>
                  <a:srgbClr val="188038"/>
                </a:solidFill>
                <a:latin typeface="Roboto Mono"/>
                <a:ea typeface="Roboto Mono"/>
                <a:cs typeface="Roboto Mono"/>
                <a:sym typeface="Roboto Mono"/>
              </a:rPr>
              <a:t>delete</a:t>
            </a:r>
            <a:r>
              <a:rPr lang="en" sz="1600"/>
              <a:t>.</a:t>
            </a:r>
            <a:endParaRPr sz="19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5" name="Shape 1615"/>
        <p:cNvGrpSpPr/>
        <p:nvPr/>
      </p:nvGrpSpPr>
      <p:grpSpPr>
        <a:xfrm>
          <a:off x="0" y="0"/>
          <a:ext cx="0" cy="0"/>
          <a:chOff x="0" y="0"/>
          <a:chExt cx="0" cy="0"/>
        </a:xfrm>
      </p:grpSpPr>
      <p:sp>
        <p:nvSpPr>
          <p:cNvPr id="1616" name="Google Shape;1616;p60"/>
          <p:cNvSpPr txBox="1"/>
          <p:nvPr>
            <p:ph type="title"/>
          </p:nvPr>
        </p:nvSpPr>
        <p:spPr>
          <a:xfrm>
            <a:off x="720000" y="10347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POO</a:t>
            </a:r>
            <a:endParaRPr u="sng"/>
          </a:p>
        </p:txBody>
      </p:sp>
      <p:sp>
        <p:nvSpPr>
          <p:cNvPr id="1617" name="Google Shape;1617;p60"/>
          <p:cNvSpPr txBox="1"/>
          <p:nvPr>
            <p:ph idx="12" type="sldNum"/>
          </p:nvPr>
        </p:nvSpPr>
        <p:spPr>
          <a:xfrm>
            <a:off x="8423999" y="4827050"/>
            <a:ext cx="642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618" name="Google Shape;1618;p60"/>
          <p:cNvPicPr preferRelativeResize="0"/>
          <p:nvPr/>
        </p:nvPicPr>
        <p:blipFill rotWithShape="1">
          <a:blip r:embed="rId3">
            <a:alphaModFix/>
          </a:blip>
          <a:srcRect b="13594" l="7141" r="7337" t="12320"/>
          <a:stretch/>
        </p:blipFill>
        <p:spPr>
          <a:xfrm>
            <a:off x="3164775" y="1029900"/>
            <a:ext cx="5876849" cy="3083700"/>
          </a:xfrm>
          <a:prstGeom prst="rect">
            <a:avLst/>
          </a:prstGeom>
          <a:noFill/>
          <a:ln cap="flat" cmpd="sng" w="28575">
            <a:solidFill>
              <a:schemeClr val="dk1"/>
            </a:solidFill>
            <a:prstDash val="solid"/>
            <a:round/>
            <a:headEnd len="sm" w="sm" type="none"/>
            <a:tailEnd len="sm" w="sm" type="none"/>
          </a:ln>
        </p:spPr>
      </p:pic>
      <p:sp>
        <p:nvSpPr>
          <p:cNvPr id="1619" name="Google Shape;1619;p60"/>
          <p:cNvSpPr txBox="1"/>
          <p:nvPr/>
        </p:nvSpPr>
        <p:spPr>
          <a:xfrm>
            <a:off x="94575" y="959400"/>
            <a:ext cx="3070200" cy="166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latin typeface="Poppins"/>
                <a:ea typeface="Poppins"/>
                <a:cs typeface="Poppins"/>
                <a:sym typeface="Poppins"/>
              </a:rPr>
              <a:t>2. Polymorphisme</a:t>
            </a:r>
            <a:endParaRPr b="1" sz="1300">
              <a:latin typeface="Poppins"/>
              <a:ea typeface="Poppins"/>
              <a:cs typeface="Poppins"/>
              <a:sym typeface="Poppins"/>
            </a:endParaRPr>
          </a:p>
          <a:p>
            <a:pPr indent="0" lvl="0" marL="0" rtl="0" algn="l">
              <a:spcBef>
                <a:spcPts val="400"/>
              </a:spcBef>
              <a:spcAft>
                <a:spcPts val="0"/>
              </a:spcAft>
              <a:buNone/>
            </a:pPr>
            <a:r>
              <a:rPr lang="en" sz="1300">
                <a:latin typeface="Poppins"/>
                <a:ea typeface="Poppins"/>
                <a:cs typeface="Poppins"/>
                <a:sym typeface="Poppins"/>
              </a:rPr>
              <a:t>La classe </a:t>
            </a:r>
            <a:r>
              <a:rPr lang="en" sz="1300">
                <a:solidFill>
                  <a:srgbClr val="188038"/>
                </a:solidFill>
                <a:latin typeface="Poppins"/>
                <a:ea typeface="Poppins"/>
                <a:cs typeface="Poppins"/>
                <a:sym typeface="Poppins"/>
              </a:rPr>
              <a:t>UserManager</a:t>
            </a:r>
            <a:r>
              <a:rPr lang="en" sz="1300">
                <a:latin typeface="Poppins"/>
                <a:ea typeface="Poppins"/>
                <a:cs typeface="Poppins"/>
                <a:sym typeface="Poppins"/>
              </a:rPr>
              <a:t> étend </a:t>
            </a:r>
            <a:r>
              <a:rPr lang="en" sz="1300">
                <a:solidFill>
                  <a:srgbClr val="188038"/>
                </a:solidFill>
                <a:latin typeface="Poppins"/>
                <a:ea typeface="Poppins"/>
                <a:cs typeface="Poppins"/>
                <a:sym typeface="Poppins"/>
              </a:rPr>
              <a:t>AbstractManager</a:t>
            </a:r>
            <a:r>
              <a:rPr lang="en" sz="1300">
                <a:latin typeface="Poppins"/>
                <a:ea typeface="Poppins"/>
                <a:cs typeface="Poppins"/>
                <a:sym typeface="Poppins"/>
              </a:rPr>
              <a:t>, et utilise le polymorphisme pour redéfinir ou ajouter de nouvelles méthodes comme </a:t>
            </a:r>
            <a:r>
              <a:rPr lang="en" sz="1300">
                <a:solidFill>
                  <a:srgbClr val="188038"/>
                </a:solidFill>
                <a:latin typeface="Poppins"/>
                <a:ea typeface="Poppins"/>
                <a:cs typeface="Poppins"/>
                <a:sym typeface="Poppins"/>
              </a:rPr>
              <a:t>insert</a:t>
            </a:r>
            <a:r>
              <a:rPr lang="en" sz="1300">
                <a:latin typeface="Poppins"/>
                <a:ea typeface="Poppins"/>
                <a:cs typeface="Poppins"/>
                <a:sym typeface="Poppins"/>
              </a:rPr>
              <a:t> qui sont spécifiques à la manipulation des utilisateurs.</a:t>
            </a:r>
            <a:endParaRPr b="1" sz="1300">
              <a:latin typeface="Poppins"/>
              <a:ea typeface="Poppins"/>
              <a:cs typeface="Poppins"/>
              <a:sym typeface="Poppins"/>
            </a:endParaRPr>
          </a:p>
        </p:txBody>
      </p:sp>
      <p:sp>
        <p:nvSpPr>
          <p:cNvPr id="1620" name="Google Shape;1620;p60"/>
          <p:cNvSpPr txBox="1"/>
          <p:nvPr/>
        </p:nvSpPr>
        <p:spPr>
          <a:xfrm>
            <a:off x="94575" y="2533800"/>
            <a:ext cx="3070200" cy="260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latin typeface="Poppins"/>
                <a:ea typeface="Poppins"/>
                <a:cs typeface="Poppins"/>
                <a:sym typeface="Poppins"/>
              </a:rPr>
              <a:t>3. Héritage</a:t>
            </a:r>
            <a:endParaRPr b="1" sz="1300">
              <a:latin typeface="Poppins"/>
              <a:ea typeface="Poppins"/>
              <a:cs typeface="Poppins"/>
              <a:sym typeface="Poppins"/>
            </a:endParaRPr>
          </a:p>
          <a:p>
            <a:pPr indent="0" lvl="0" marL="0" rtl="0" algn="l">
              <a:lnSpc>
                <a:spcPct val="115000"/>
              </a:lnSpc>
              <a:spcBef>
                <a:spcPts val="1200"/>
              </a:spcBef>
              <a:spcAft>
                <a:spcPts val="1200"/>
              </a:spcAft>
              <a:buNone/>
            </a:pPr>
            <a:r>
              <a:rPr b="1" lang="en" sz="1300">
                <a:latin typeface="Poppins"/>
                <a:ea typeface="Poppins"/>
                <a:cs typeface="Poppins"/>
                <a:sym typeface="Poppins"/>
              </a:rPr>
              <a:t>Les Lignes 3 et 4</a:t>
            </a:r>
            <a:r>
              <a:rPr lang="en" sz="1300">
                <a:latin typeface="Poppins"/>
                <a:ea typeface="Poppins"/>
                <a:cs typeface="Poppins"/>
                <a:sym typeface="Poppins"/>
              </a:rPr>
              <a:t> de </a:t>
            </a:r>
            <a:r>
              <a:rPr lang="en" sz="1300">
                <a:solidFill>
                  <a:srgbClr val="188038"/>
                </a:solidFill>
                <a:latin typeface="Poppins"/>
                <a:ea typeface="Poppins"/>
                <a:cs typeface="Poppins"/>
                <a:sym typeface="Poppins"/>
              </a:rPr>
              <a:t>UserManager.js</a:t>
            </a:r>
            <a:r>
              <a:rPr lang="en" sz="1300">
                <a:latin typeface="Poppins"/>
                <a:ea typeface="Poppins"/>
                <a:cs typeface="Poppins"/>
                <a:sym typeface="Poppins"/>
              </a:rPr>
              <a:t> illustrent l'héritage. </a:t>
            </a:r>
            <a:r>
              <a:rPr lang="en" sz="1300">
                <a:solidFill>
                  <a:srgbClr val="188038"/>
                </a:solidFill>
                <a:latin typeface="Poppins"/>
                <a:ea typeface="Poppins"/>
                <a:cs typeface="Poppins"/>
                <a:sym typeface="Poppins"/>
              </a:rPr>
              <a:t>UserManager</a:t>
            </a:r>
            <a:r>
              <a:rPr lang="en" sz="1300">
                <a:latin typeface="Poppins"/>
                <a:ea typeface="Poppins"/>
                <a:cs typeface="Poppins"/>
                <a:sym typeface="Poppins"/>
              </a:rPr>
              <a:t> hérite de </a:t>
            </a:r>
            <a:r>
              <a:rPr lang="en" sz="1300">
                <a:solidFill>
                  <a:srgbClr val="188038"/>
                </a:solidFill>
                <a:latin typeface="Poppins"/>
                <a:ea typeface="Poppins"/>
                <a:cs typeface="Poppins"/>
                <a:sym typeface="Poppins"/>
              </a:rPr>
              <a:t>AbstractManager</a:t>
            </a:r>
            <a:r>
              <a:rPr lang="en" sz="1300">
                <a:latin typeface="Poppins"/>
                <a:ea typeface="Poppins"/>
                <a:cs typeface="Poppins"/>
                <a:sym typeface="Poppins"/>
              </a:rPr>
              <a:t> en utilisant </a:t>
            </a:r>
            <a:r>
              <a:rPr lang="en" sz="1300">
                <a:solidFill>
                  <a:srgbClr val="188038"/>
                </a:solidFill>
                <a:latin typeface="Poppins"/>
                <a:ea typeface="Poppins"/>
                <a:cs typeface="Poppins"/>
                <a:sym typeface="Poppins"/>
              </a:rPr>
              <a:t>extends</a:t>
            </a:r>
            <a:r>
              <a:rPr lang="en" sz="1300">
                <a:latin typeface="Poppins"/>
                <a:ea typeface="Poppins"/>
                <a:cs typeface="Poppins"/>
                <a:sym typeface="Poppins"/>
              </a:rPr>
              <a:t>. Cela permet à </a:t>
            </a:r>
            <a:r>
              <a:rPr lang="en" sz="1300">
                <a:solidFill>
                  <a:srgbClr val="188038"/>
                </a:solidFill>
                <a:latin typeface="Poppins"/>
                <a:ea typeface="Poppins"/>
                <a:cs typeface="Poppins"/>
                <a:sym typeface="Poppins"/>
              </a:rPr>
              <a:t>UserManager</a:t>
            </a:r>
            <a:r>
              <a:rPr lang="en" sz="1300">
                <a:latin typeface="Poppins"/>
                <a:ea typeface="Poppins"/>
                <a:cs typeface="Poppins"/>
                <a:sym typeface="Poppins"/>
              </a:rPr>
              <a:t> de bénéficier de toutes les méthodes de </a:t>
            </a:r>
            <a:r>
              <a:rPr lang="en" sz="1300">
                <a:solidFill>
                  <a:srgbClr val="188038"/>
                </a:solidFill>
                <a:latin typeface="Poppins"/>
                <a:ea typeface="Poppins"/>
                <a:cs typeface="Poppins"/>
                <a:sym typeface="Poppins"/>
              </a:rPr>
              <a:t>AbstractManager</a:t>
            </a:r>
            <a:r>
              <a:rPr lang="en" sz="1300">
                <a:latin typeface="Poppins"/>
                <a:ea typeface="Poppins"/>
                <a:cs typeface="Poppins"/>
                <a:sym typeface="Poppins"/>
              </a:rPr>
              <a:t>, telles que </a:t>
            </a:r>
            <a:r>
              <a:rPr lang="en" sz="1300">
                <a:solidFill>
                  <a:srgbClr val="188038"/>
                </a:solidFill>
                <a:latin typeface="Poppins"/>
                <a:ea typeface="Poppins"/>
                <a:cs typeface="Poppins"/>
                <a:sym typeface="Poppins"/>
              </a:rPr>
              <a:t>find</a:t>
            </a:r>
            <a:r>
              <a:rPr lang="en" sz="1300">
                <a:latin typeface="Poppins"/>
                <a:ea typeface="Poppins"/>
                <a:cs typeface="Poppins"/>
                <a:sym typeface="Poppins"/>
              </a:rPr>
              <a:t>, </a:t>
            </a:r>
            <a:r>
              <a:rPr lang="en" sz="1300">
                <a:solidFill>
                  <a:srgbClr val="188038"/>
                </a:solidFill>
                <a:latin typeface="Poppins"/>
                <a:ea typeface="Poppins"/>
                <a:cs typeface="Poppins"/>
                <a:sym typeface="Poppins"/>
              </a:rPr>
              <a:t>findAll</a:t>
            </a:r>
            <a:r>
              <a:rPr lang="en" sz="1300">
                <a:latin typeface="Poppins"/>
                <a:ea typeface="Poppins"/>
                <a:cs typeface="Poppins"/>
                <a:sym typeface="Poppins"/>
              </a:rPr>
              <a:t>, et </a:t>
            </a:r>
            <a:r>
              <a:rPr lang="en" sz="1300">
                <a:solidFill>
                  <a:srgbClr val="188038"/>
                </a:solidFill>
                <a:latin typeface="Poppins"/>
                <a:ea typeface="Poppins"/>
                <a:cs typeface="Poppins"/>
                <a:sym typeface="Poppins"/>
              </a:rPr>
              <a:t>delete</a:t>
            </a:r>
            <a:r>
              <a:rPr lang="en" sz="1300">
                <a:latin typeface="Poppins"/>
                <a:ea typeface="Poppins"/>
                <a:cs typeface="Poppins"/>
                <a:sym typeface="Poppins"/>
              </a:rPr>
              <a:t>.</a:t>
            </a:r>
            <a:endParaRPr sz="1300">
              <a:latin typeface="Poppins"/>
              <a:ea typeface="Poppins"/>
              <a:cs typeface="Poppins"/>
              <a:sym typeface="Poppi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61"/>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POO</a:t>
            </a:r>
            <a:endParaRPr u="sng"/>
          </a:p>
        </p:txBody>
      </p:sp>
      <p:sp>
        <p:nvSpPr>
          <p:cNvPr id="1626" name="Google Shape;1626;p61"/>
          <p:cNvSpPr txBox="1"/>
          <p:nvPr>
            <p:ph idx="12" type="sldNum"/>
          </p:nvPr>
        </p:nvSpPr>
        <p:spPr>
          <a:xfrm>
            <a:off x="8423998" y="474990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27" name="Google Shape;1627;p61"/>
          <p:cNvSpPr txBox="1"/>
          <p:nvPr/>
        </p:nvSpPr>
        <p:spPr>
          <a:xfrm>
            <a:off x="263300" y="911175"/>
            <a:ext cx="3000000" cy="42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600">
                <a:latin typeface="Poppins"/>
                <a:ea typeface="Poppins"/>
                <a:cs typeface="Poppins"/>
                <a:sym typeface="Poppins"/>
              </a:rPr>
              <a:t>4. Encapsulation</a:t>
            </a:r>
            <a:endParaRPr b="1" sz="1600">
              <a:latin typeface="Poppins"/>
              <a:ea typeface="Poppins"/>
              <a:cs typeface="Poppins"/>
              <a:sym typeface="Poppins"/>
            </a:endParaRPr>
          </a:p>
          <a:p>
            <a:pPr indent="0" lvl="0" marL="0" rtl="0" algn="l">
              <a:lnSpc>
                <a:spcPct val="115000"/>
              </a:lnSpc>
              <a:spcBef>
                <a:spcPts val="1200"/>
              </a:spcBef>
              <a:spcAft>
                <a:spcPts val="1200"/>
              </a:spcAft>
              <a:buNone/>
            </a:pPr>
            <a:r>
              <a:rPr lang="en" sz="1600">
                <a:solidFill>
                  <a:srgbClr val="188038"/>
                </a:solidFill>
                <a:latin typeface="Poppins"/>
                <a:ea typeface="Poppins"/>
                <a:cs typeface="Poppins"/>
                <a:sym typeface="Poppins"/>
              </a:rPr>
              <a:t>AbstractManager.js</a:t>
            </a:r>
            <a:r>
              <a:rPr lang="en" sz="1600">
                <a:latin typeface="Poppins"/>
                <a:ea typeface="Poppins"/>
                <a:cs typeface="Poppins"/>
                <a:sym typeface="Poppins"/>
              </a:rPr>
              <a:t> montrent aussi l'encapsulation. Les détails de l'implémentation des méthodes de base de données sont cachés à l'utilisateur. Les propriétés de la classe comme </a:t>
            </a:r>
            <a:r>
              <a:rPr lang="en" sz="1600">
                <a:solidFill>
                  <a:srgbClr val="188038"/>
                </a:solidFill>
                <a:latin typeface="Poppins"/>
                <a:ea typeface="Poppins"/>
                <a:cs typeface="Poppins"/>
                <a:sym typeface="Poppins"/>
              </a:rPr>
              <a:t>this.table</a:t>
            </a:r>
            <a:r>
              <a:rPr lang="en" sz="1600">
                <a:latin typeface="Poppins"/>
                <a:ea typeface="Poppins"/>
                <a:cs typeface="Poppins"/>
                <a:sym typeface="Poppins"/>
              </a:rPr>
              <a:t> et </a:t>
            </a:r>
            <a:r>
              <a:rPr lang="en" sz="1600">
                <a:solidFill>
                  <a:srgbClr val="188038"/>
                </a:solidFill>
                <a:latin typeface="Poppins"/>
                <a:ea typeface="Poppins"/>
                <a:cs typeface="Poppins"/>
                <a:sym typeface="Poppins"/>
              </a:rPr>
              <a:t>this.database</a:t>
            </a:r>
            <a:r>
              <a:rPr lang="en" sz="1600">
                <a:latin typeface="Poppins"/>
                <a:ea typeface="Poppins"/>
                <a:cs typeface="Poppins"/>
                <a:sym typeface="Poppins"/>
              </a:rPr>
              <a:t> sont protégées de l'accès direct et manipulées seulement à travers les méthodes de la classe.</a:t>
            </a:r>
            <a:endParaRPr sz="1600">
              <a:latin typeface="Poppins"/>
              <a:ea typeface="Poppins"/>
              <a:cs typeface="Poppins"/>
              <a:sym typeface="Poppins"/>
            </a:endParaRPr>
          </a:p>
        </p:txBody>
      </p:sp>
      <p:pic>
        <p:nvPicPr>
          <p:cNvPr id="1628" name="Google Shape;1628;p61"/>
          <p:cNvPicPr preferRelativeResize="0"/>
          <p:nvPr/>
        </p:nvPicPr>
        <p:blipFill rotWithShape="1">
          <a:blip r:embed="rId3">
            <a:alphaModFix/>
          </a:blip>
          <a:srcRect b="10475" l="7146" r="7163" t="11289"/>
          <a:stretch/>
        </p:blipFill>
        <p:spPr>
          <a:xfrm>
            <a:off x="3493925" y="911175"/>
            <a:ext cx="5611550" cy="3321146"/>
          </a:xfrm>
          <a:prstGeom prst="rect">
            <a:avLst/>
          </a:prstGeom>
          <a:noFill/>
          <a:ln cap="flat" cmpd="sng" w="28575">
            <a:solidFill>
              <a:schemeClr val="dk1"/>
            </a:solidFill>
            <a:prstDash val="solid"/>
            <a:round/>
            <a:headEnd len="sm" w="sm" type="none"/>
            <a:tailEnd len="sm" w="sm" type="none"/>
          </a:ln>
        </p:spPr>
      </p:pic>
      <p:sp>
        <p:nvSpPr>
          <p:cNvPr id="1629" name="Google Shape;1629;p61"/>
          <p:cNvSpPr txBox="1"/>
          <p:nvPr/>
        </p:nvSpPr>
        <p:spPr>
          <a:xfrm>
            <a:off x="2996975"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43-43</a:t>
            </a:r>
            <a:endParaRPr b="1" sz="1000">
              <a:solidFill>
                <a:schemeClr val="dk1"/>
              </a:solidFill>
              <a:latin typeface="Poppins"/>
              <a:ea typeface="Poppins"/>
              <a:cs typeface="Poppins"/>
              <a:sym typeface="Poppi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62"/>
          <p:cNvSpPr txBox="1"/>
          <p:nvPr>
            <p:ph idx="4294967295" type="title"/>
          </p:nvPr>
        </p:nvSpPr>
        <p:spPr>
          <a:xfrm>
            <a:off x="720000" y="262050"/>
            <a:ext cx="7704000" cy="39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Sécurité et Authentification</a:t>
            </a:r>
            <a:endParaRPr u="sng"/>
          </a:p>
        </p:txBody>
      </p:sp>
      <p:sp>
        <p:nvSpPr>
          <p:cNvPr id="1635" name="Google Shape;1635;p62"/>
          <p:cNvSpPr txBox="1"/>
          <p:nvPr>
            <p:ph idx="12" type="sldNum"/>
          </p:nvPr>
        </p:nvSpPr>
        <p:spPr>
          <a:xfrm>
            <a:off x="8424000" y="4749850"/>
            <a:ext cx="681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36" name="Google Shape;1636;p62"/>
          <p:cNvSpPr txBox="1"/>
          <p:nvPr/>
        </p:nvSpPr>
        <p:spPr>
          <a:xfrm>
            <a:off x="279175" y="910100"/>
            <a:ext cx="8214600" cy="69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100">
                <a:latin typeface="Poppins"/>
                <a:ea typeface="Poppins"/>
                <a:cs typeface="Poppins"/>
                <a:sym typeface="Poppins"/>
              </a:rPr>
              <a:t>La sécurité de notre API REST est renforcée par l'utilisation de tokens JWT (JSON Web Tokens) pour l'authentification et l'autorisation des requêtes. Chaque requête nécessitant une vérification d'identité est interceptée par des middlewares qui valident le token fourni avant de permettre l'accès aux ressources protégées.</a:t>
            </a:r>
            <a:endParaRPr>
              <a:latin typeface="Poppins"/>
              <a:ea typeface="Poppins"/>
              <a:cs typeface="Poppins"/>
              <a:sym typeface="Poppins"/>
            </a:endParaRPr>
          </a:p>
        </p:txBody>
      </p:sp>
      <p:pic>
        <p:nvPicPr>
          <p:cNvPr id="1637" name="Google Shape;1637;p62"/>
          <p:cNvPicPr preferRelativeResize="0"/>
          <p:nvPr/>
        </p:nvPicPr>
        <p:blipFill rotWithShape="1">
          <a:blip r:embed="rId3">
            <a:alphaModFix/>
          </a:blip>
          <a:srcRect b="18798" l="0" r="0" t="2380"/>
          <a:stretch/>
        </p:blipFill>
        <p:spPr>
          <a:xfrm>
            <a:off x="1836025" y="1622750"/>
            <a:ext cx="5665751" cy="3349225"/>
          </a:xfrm>
          <a:prstGeom prst="rect">
            <a:avLst/>
          </a:prstGeom>
          <a:noFill/>
          <a:ln cap="flat" cmpd="sng" w="28575">
            <a:solidFill>
              <a:schemeClr val="dk1"/>
            </a:solidFill>
            <a:prstDash val="solid"/>
            <a:round/>
            <a:headEnd len="sm" w="sm" type="none"/>
            <a:tailEnd len="sm" w="sm" type="none"/>
          </a:ln>
        </p:spPr>
      </p:pic>
      <p:pic>
        <p:nvPicPr>
          <p:cNvPr id="1638" name="Google Shape;1638;p62"/>
          <p:cNvPicPr preferRelativeResize="0"/>
          <p:nvPr/>
        </p:nvPicPr>
        <p:blipFill>
          <a:blip r:embed="rId4">
            <a:alphaModFix/>
          </a:blip>
          <a:stretch>
            <a:fillRect/>
          </a:stretch>
        </p:blipFill>
        <p:spPr>
          <a:xfrm>
            <a:off x="7886174" y="3076026"/>
            <a:ext cx="885350" cy="442675"/>
          </a:xfrm>
          <a:prstGeom prst="rect">
            <a:avLst/>
          </a:prstGeom>
          <a:noFill/>
          <a:ln>
            <a:noFill/>
          </a:ln>
        </p:spPr>
      </p:pic>
      <p:sp>
        <p:nvSpPr>
          <p:cNvPr id="1639" name="Google Shape;1639;p62"/>
          <p:cNvSpPr txBox="1"/>
          <p:nvPr/>
        </p:nvSpPr>
        <p:spPr>
          <a:xfrm>
            <a:off x="4886175" y="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50-53</a:t>
            </a:r>
            <a:endParaRPr b="1" sz="1000">
              <a:solidFill>
                <a:schemeClr val="dk1"/>
              </a:solidFill>
              <a:latin typeface="Poppins"/>
              <a:ea typeface="Poppins"/>
              <a:cs typeface="Poppins"/>
              <a:sym typeface="Poppi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3" name="Shape 1643"/>
        <p:cNvGrpSpPr/>
        <p:nvPr/>
      </p:nvGrpSpPr>
      <p:grpSpPr>
        <a:xfrm>
          <a:off x="0" y="0"/>
          <a:ext cx="0" cy="0"/>
          <a:chOff x="0" y="0"/>
          <a:chExt cx="0" cy="0"/>
        </a:xfrm>
      </p:grpSpPr>
      <p:sp>
        <p:nvSpPr>
          <p:cNvPr id="1644" name="Google Shape;1644;p63"/>
          <p:cNvSpPr txBox="1"/>
          <p:nvPr>
            <p:ph idx="12" type="sldNum"/>
          </p:nvPr>
        </p:nvSpPr>
        <p:spPr>
          <a:xfrm>
            <a:off x="8390400" y="4828850"/>
            <a:ext cx="753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45" name="Google Shape;1645;p63"/>
          <p:cNvSpPr txBox="1"/>
          <p:nvPr/>
        </p:nvSpPr>
        <p:spPr>
          <a:xfrm>
            <a:off x="466350" y="96600"/>
            <a:ext cx="8211300" cy="47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900" u="sng">
                <a:solidFill>
                  <a:srgbClr val="434343"/>
                </a:solidFill>
                <a:latin typeface="Aref Ruqaa"/>
                <a:ea typeface="Aref Ruqaa"/>
                <a:cs typeface="Aref Ruqaa"/>
                <a:sym typeface="Aref Ruqaa"/>
              </a:rPr>
              <a:t>Requête HTTP avec middleware, Utilisation de Express Validator</a:t>
            </a:r>
            <a:endParaRPr sz="1700" u="sng">
              <a:solidFill>
                <a:schemeClr val="dk1"/>
              </a:solidFill>
              <a:latin typeface="Aref Ruqaa"/>
              <a:ea typeface="Aref Ruqaa"/>
              <a:cs typeface="Aref Ruqaa"/>
              <a:sym typeface="Aref Ruqaa"/>
            </a:endParaRPr>
          </a:p>
        </p:txBody>
      </p:sp>
      <p:pic>
        <p:nvPicPr>
          <p:cNvPr id="1646" name="Google Shape;1646;p63"/>
          <p:cNvPicPr preferRelativeResize="0"/>
          <p:nvPr/>
        </p:nvPicPr>
        <p:blipFill rotWithShape="1">
          <a:blip r:embed="rId3">
            <a:alphaModFix/>
          </a:blip>
          <a:srcRect b="17678" l="5525" r="5640" t="17085"/>
          <a:stretch/>
        </p:blipFill>
        <p:spPr>
          <a:xfrm>
            <a:off x="752250" y="573600"/>
            <a:ext cx="7639475" cy="1840766"/>
          </a:xfrm>
          <a:prstGeom prst="rect">
            <a:avLst/>
          </a:prstGeom>
          <a:noFill/>
          <a:ln cap="flat" cmpd="sng" w="28575">
            <a:solidFill>
              <a:schemeClr val="dk1"/>
            </a:solidFill>
            <a:prstDash val="solid"/>
            <a:round/>
            <a:headEnd len="sm" w="sm" type="none"/>
            <a:tailEnd len="sm" w="sm" type="none"/>
          </a:ln>
        </p:spPr>
      </p:pic>
      <p:pic>
        <p:nvPicPr>
          <p:cNvPr id="1647" name="Google Shape;1647;p63"/>
          <p:cNvPicPr preferRelativeResize="0"/>
          <p:nvPr/>
        </p:nvPicPr>
        <p:blipFill rotWithShape="1">
          <a:blip r:embed="rId4">
            <a:alphaModFix/>
          </a:blip>
          <a:srcRect b="16064" l="6329" r="6005" t="16064"/>
          <a:stretch/>
        </p:blipFill>
        <p:spPr>
          <a:xfrm>
            <a:off x="752250" y="2542025"/>
            <a:ext cx="7639469" cy="22078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64"/>
          <p:cNvSpPr txBox="1"/>
          <p:nvPr>
            <p:ph idx="12" type="sldNum"/>
          </p:nvPr>
        </p:nvSpPr>
        <p:spPr>
          <a:xfrm>
            <a:off x="8384250" y="4830625"/>
            <a:ext cx="7140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53" name="Google Shape;1653;p64"/>
          <p:cNvSpPr txBox="1"/>
          <p:nvPr/>
        </p:nvSpPr>
        <p:spPr>
          <a:xfrm>
            <a:off x="2530675" y="0"/>
            <a:ext cx="4097400" cy="477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900" u="sng">
                <a:solidFill>
                  <a:srgbClr val="434343"/>
                </a:solidFill>
                <a:latin typeface="Aref Ruqaa"/>
                <a:ea typeface="Aref Ruqaa"/>
                <a:cs typeface="Aref Ruqaa"/>
                <a:sym typeface="Aref Ruqaa"/>
              </a:rPr>
              <a:t>Requête HTTP avec middleware</a:t>
            </a:r>
            <a:endParaRPr sz="1700" u="sng">
              <a:solidFill>
                <a:schemeClr val="dk1"/>
              </a:solidFill>
              <a:latin typeface="Aref Ruqaa"/>
              <a:ea typeface="Aref Ruqaa"/>
              <a:cs typeface="Aref Ruqaa"/>
              <a:sym typeface="Aref Ruqaa"/>
            </a:endParaRPr>
          </a:p>
        </p:txBody>
      </p:sp>
      <p:pic>
        <p:nvPicPr>
          <p:cNvPr id="1654" name="Google Shape;1654;p64"/>
          <p:cNvPicPr preferRelativeResize="0"/>
          <p:nvPr/>
        </p:nvPicPr>
        <p:blipFill rotWithShape="1">
          <a:blip r:embed="rId3">
            <a:alphaModFix/>
          </a:blip>
          <a:srcRect b="33916" l="7454" r="7053" t="21561"/>
          <a:stretch/>
        </p:blipFill>
        <p:spPr>
          <a:xfrm>
            <a:off x="767125" y="646650"/>
            <a:ext cx="7624500" cy="1274756"/>
          </a:xfrm>
          <a:prstGeom prst="rect">
            <a:avLst/>
          </a:prstGeom>
          <a:noFill/>
          <a:ln cap="flat" cmpd="sng" w="28575">
            <a:solidFill>
              <a:schemeClr val="dk1"/>
            </a:solidFill>
            <a:prstDash val="solid"/>
            <a:round/>
            <a:headEnd len="sm" w="sm" type="none"/>
            <a:tailEnd len="sm" w="sm" type="none"/>
          </a:ln>
        </p:spPr>
      </p:pic>
      <p:pic>
        <p:nvPicPr>
          <p:cNvPr id="1655" name="Google Shape;1655;p64"/>
          <p:cNvPicPr preferRelativeResize="0"/>
          <p:nvPr/>
        </p:nvPicPr>
        <p:blipFill rotWithShape="1">
          <a:blip r:embed="rId4">
            <a:alphaModFix/>
          </a:blip>
          <a:srcRect b="25325" l="6952" r="6788" t="25404"/>
          <a:stretch/>
        </p:blipFill>
        <p:spPr>
          <a:xfrm>
            <a:off x="759750" y="2047113"/>
            <a:ext cx="7624501" cy="1189250"/>
          </a:xfrm>
          <a:prstGeom prst="rect">
            <a:avLst/>
          </a:prstGeom>
          <a:noFill/>
          <a:ln cap="flat" cmpd="sng" w="28575">
            <a:solidFill>
              <a:schemeClr val="dk1"/>
            </a:solidFill>
            <a:prstDash val="solid"/>
            <a:round/>
            <a:headEnd len="sm" w="sm" type="none"/>
            <a:tailEnd len="sm" w="sm" type="none"/>
          </a:ln>
        </p:spPr>
      </p:pic>
      <p:pic>
        <p:nvPicPr>
          <p:cNvPr id="1656" name="Google Shape;1656;p64"/>
          <p:cNvPicPr preferRelativeResize="0"/>
          <p:nvPr/>
        </p:nvPicPr>
        <p:blipFill rotWithShape="1">
          <a:blip r:embed="rId5">
            <a:alphaModFix/>
          </a:blip>
          <a:srcRect b="23887" l="6322" r="5989" t="21586"/>
          <a:stretch/>
        </p:blipFill>
        <p:spPr>
          <a:xfrm>
            <a:off x="759749" y="3362075"/>
            <a:ext cx="7624502" cy="134283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0" name="Shape 1660"/>
        <p:cNvGrpSpPr/>
        <p:nvPr/>
      </p:nvGrpSpPr>
      <p:grpSpPr>
        <a:xfrm>
          <a:off x="0" y="0"/>
          <a:ext cx="0" cy="0"/>
          <a:chOff x="0" y="0"/>
          <a:chExt cx="0" cy="0"/>
        </a:xfrm>
      </p:grpSpPr>
      <p:sp>
        <p:nvSpPr>
          <p:cNvPr id="1661" name="Google Shape;1661;p65"/>
          <p:cNvSpPr txBox="1"/>
          <p:nvPr>
            <p:ph idx="12" type="sldNum"/>
          </p:nvPr>
        </p:nvSpPr>
        <p:spPr>
          <a:xfrm>
            <a:off x="8397322" y="4749850"/>
            <a:ext cx="708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62" name="Google Shape;1662;p65"/>
          <p:cNvSpPr txBox="1"/>
          <p:nvPr/>
        </p:nvSpPr>
        <p:spPr>
          <a:xfrm>
            <a:off x="1983625" y="-41900"/>
            <a:ext cx="4888800" cy="69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3300" u="sng">
                <a:solidFill>
                  <a:srgbClr val="434343"/>
                </a:solidFill>
                <a:latin typeface="Aref Ruqaa"/>
                <a:ea typeface="Aref Ruqaa"/>
                <a:cs typeface="Aref Ruqaa"/>
                <a:sym typeface="Aref Ruqaa"/>
              </a:rPr>
              <a:t>Requête SQL préparée</a:t>
            </a:r>
            <a:endParaRPr sz="3300" u="sng">
              <a:solidFill>
                <a:schemeClr val="dk1"/>
              </a:solidFill>
              <a:latin typeface="Aref Ruqaa"/>
              <a:ea typeface="Aref Ruqaa"/>
              <a:cs typeface="Aref Ruqaa"/>
              <a:sym typeface="Aref Ruqaa"/>
            </a:endParaRPr>
          </a:p>
        </p:txBody>
      </p:sp>
      <p:pic>
        <p:nvPicPr>
          <p:cNvPr id="1663" name="Google Shape;1663;p65"/>
          <p:cNvPicPr preferRelativeResize="0"/>
          <p:nvPr/>
        </p:nvPicPr>
        <p:blipFill rotWithShape="1">
          <a:blip r:embed="rId3">
            <a:alphaModFix/>
          </a:blip>
          <a:srcRect b="12294" l="5714" r="5554" t="12460"/>
          <a:stretch/>
        </p:blipFill>
        <p:spPr>
          <a:xfrm>
            <a:off x="549000" y="650800"/>
            <a:ext cx="8046054" cy="2984950"/>
          </a:xfrm>
          <a:prstGeom prst="rect">
            <a:avLst/>
          </a:prstGeom>
          <a:noFill/>
          <a:ln cap="flat" cmpd="sng" w="28575">
            <a:solidFill>
              <a:schemeClr val="dk1"/>
            </a:solidFill>
            <a:prstDash val="solid"/>
            <a:round/>
            <a:headEnd len="sm" w="sm" type="none"/>
            <a:tailEnd len="sm" w="sm" type="none"/>
          </a:ln>
        </p:spPr>
      </p:pic>
      <p:sp>
        <p:nvSpPr>
          <p:cNvPr id="1664" name="Google Shape;1664;p65"/>
          <p:cNvSpPr txBox="1"/>
          <p:nvPr/>
        </p:nvSpPr>
        <p:spPr>
          <a:xfrm>
            <a:off x="617575" y="3757925"/>
            <a:ext cx="7908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Les requêtes SQL préparées servent principalement à améliorer la sécurité et les performances des applications bases de données.</a:t>
            </a:r>
            <a:endParaRPr sz="1800">
              <a:latin typeface="Poppins"/>
              <a:ea typeface="Poppins"/>
              <a:cs typeface="Poppins"/>
              <a:sym typeface="Poppi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66"/>
          <p:cNvSpPr txBox="1"/>
          <p:nvPr>
            <p:ph idx="12" type="sldNum"/>
          </p:nvPr>
        </p:nvSpPr>
        <p:spPr>
          <a:xfrm>
            <a:off x="8426700" y="4875300"/>
            <a:ext cx="717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70" name="Google Shape;1670;p66"/>
          <p:cNvSpPr txBox="1"/>
          <p:nvPr/>
        </p:nvSpPr>
        <p:spPr>
          <a:xfrm>
            <a:off x="1363950" y="0"/>
            <a:ext cx="6416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200" u="sng">
                <a:solidFill>
                  <a:schemeClr val="dk1"/>
                </a:solidFill>
                <a:latin typeface="Poppins"/>
                <a:ea typeface="Poppins"/>
                <a:cs typeface="Poppins"/>
                <a:sym typeface="Poppins"/>
              </a:rPr>
              <a:t>Middleware HashPassword</a:t>
            </a:r>
            <a:endParaRPr sz="3200" u="sng">
              <a:solidFill>
                <a:schemeClr val="dk1"/>
              </a:solidFill>
              <a:latin typeface="Poppins"/>
              <a:ea typeface="Poppins"/>
              <a:cs typeface="Poppins"/>
              <a:sym typeface="Poppins"/>
            </a:endParaRPr>
          </a:p>
        </p:txBody>
      </p:sp>
      <p:pic>
        <p:nvPicPr>
          <p:cNvPr id="1671" name="Google Shape;1671;p66"/>
          <p:cNvPicPr preferRelativeResize="0"/>
          <p:nvPr/>
        </p:nvPicPr>
        <p:blipFill rotWithShape="1">
          <a:blip r:embed="rId3">
            <a:alphaModFix/>
          </a:blip>
          <a:srcRect b="13405" l="5900" r="5643" t="12859"/>
          <a:stretch/>
        </p:blipFill>
        <p:spPr>
          <a:xfrm>
            <a:off x="717300" y="708393"/>
            <a:ext cx="7709399" cy="2782794"/>
          </a:xfrm>
          <a:prstGeom prst="rect">
            <a:avLst/>
          </a:prstGeom>
          <a:noFill/>
          <a:ln cap="flat" cmpd="sng" w="28575">
            <a:solidFill>
              <a:schemeClr val="dk1"/>
            </a:solidFill>
            <a:prstDash val="solid"/>
            <a:round/>
            <a:headEnd len="sm" w="sm" type="none"/>
            <a:tailEnd len="sm" w="sm" type="none"/>
          </a:ln>
        </p:spPr>
      </p:pic>
      <p:sp>
        <p:nvSpPr>
          <p:cNvPr id="1672" name="Google Shape;1672;p66"/>
          <p:cNvSpPr txBox="1"/>
          <p:nvPr/>
        </p:nvSpPr>
        <p:spPr>
          <a:xfrm>
            <a:off x="520275" y="3522475"/>
            <a:ext cx="86238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Poppins"/>
                <a:ea typeface="Poppins"/>
                <a:cs typeface="Poppins"/>
                <a:sym typeface="Poppins"/>
              </a:rPr>
              <a:t>Utiliser Argon2 aide à protéger les informations des utilisateurs contre les vols de données et les attaques par force brute, car même si un attaquant accède à la base de données, il ne peut pas facilement retrouver les mots de passe originaux.</a:t>
            </a:r>
            <a:endParaRPr sz="1900">
              <a:latin typeface="Poppins"/>
              <a:ea typeface="Poppins"/>
              <a:cs typeface="Poppins"/>
              <a:sym typeface="Poppi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67"/>
          <p:cNvSpPr txBox="1"/>
          <p:nvPr>
            <p:ph type="title"/>
          </p:nvPr>
        </p:nvSpPr>
        <p:spPr>
          <a:xfrm>
            <a:off x="987575" y="51100"/>
            <a:ext cx="8385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u="sng"/>
              <a:t>Node-Cron pour les Tâches Programmées</a:t>
            </a:r>
            <a:endParaRPr sz="3000" u="sng"/>
          </a:p>
        </p:txBody>
      </p:sp>
      <p:sp>
        <p:nvSpPr>
          <p:cNvPr id="1678" name="Google Shape;1678;p67"/>
          <p:cNvSpPr txBox="1"/>
          <p:nvPr>
            <p:ph idx="12" type="sldNum"/>
          </p:nvPr>
        </p:nvSpPr>
        <p:spPr>
          <a:xfrm>
            <a:off x="8373400" y="4749850"/>
            <a:ext cx="7320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79" name="Google Shape;1679;p67"/>
          <p:cNvSpPr txBox="1"/>
          <p:nvPr/>
        </p:nvSpPr>
        <p:spPr>
          <a:xfrm>
            <a:off x="111475" y="1256150"/>
            <a:ext cx="3252600" cy="25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Node-Cron est utilisé pour programmer des tâches régulières, essentielles pour envoyer automatiquement des notifications de citations quotidiennes aux utilisateurs.</a:t>
            </a:r>
            <a:endParaRPr>
              <a:solidFill>
                <a:schemeClr val="dk1"/>
              </a:solidFill>
              <a:latin typeface="Poppins"/>
              <a:ea typeface="Poppins"/>
              <a:cs typeface="Poppins"/>
              <a:sym typeface="Poppins"/>
            </a:endParaRPr>
          </a:p>
          <a:p>
            <a:pPr indent="0" lvl="0" marL="0" rtl="0" algn="l">
              <a:lnSpc>
                <a:spcPct val="115000"/>
              </a:lnSpc>
              <a:spcBef>
                <a:spcPts val="1200"/>
              </a:spcBef>
              <a:spcAft>
                <a:spcPts val="1200"/>
              </a:spcAft>
              <a:buNone/>
            </a:pPr>
            <a:r>
              <a:rPr b="1" lang="en">
                <a:solidFill>
                  <a:schemeClr val="dk1"/>
                </a:solidFill>
                <a:latin typeface="Poppins"/>
                <a:ea typeface="Poppins"/>
                <a:cs typeface="Poppins"/>
                <a:sym typeface="Poppins"/>
              </a:rPr>
              <a:t>Exemple d'utilisation de Node-Cron pour envoyer des notifications quotidiennes :</a:t>
            </a:r>
            <a:endParaRPr b="1">
              <a:solidFill>
                <a:schemeClr val="dk1"/>
              </a:solidFill>
              <a:latin typeface="Poppins"/>
              <a:ea typeface="Poppins"/>
              <a:cs typeface="Poppins"/>
              <a:sym typeface="Poppins"/>
            </a:endParaRPr>
          </a:p>
        </p:txBody>
      </p:sp>
      <p:pic>
        <p:nvPicPr>
          <p:cNvPr id="1680" name="Google Shape;1680;p67"/>
          <p:cNvPicPr preferRelativeResize="0"/>
          <p:nvPr/>
        </p:nvPicPr>
        <p:blipFill rotWithShape="1">
          <a:blip r:embed="rId3">
            <a:alphaModFix/>
          </a:blip>
          <a:srcRect b="16036" l="8277" r="8527" t="15750"/>
          <a:stretch/>
        </p:blipFill>
        <p:spPr>
          <a:xfrm>
            <a:off x="3321575" y="1256150"/>
            <a:ext cx="5720375" cy="2453524"/>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68"/>
          <p:cNvSpPr txBox="1"/>
          <p:nvPr>
            <p:ph idx="12" type="sldNum"/>
          </p:nvPr>
        </p:nvSpPr>
        <p:spPr>
          <a:xfrm>
            <a:off x="8240650" y="4807800"/>
            <a:ext cx="864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86" name="Google Shape;1686;p68"/>
          <p:cNvSpPr txBox="1"/>
          <p:nvPr>
            <p:ph type="title"/>
          </p:nvPr>
        </p:nvSpPr>
        <p:spPr>
          <a:xfrm>
            <a:off x="987575" y="51100"/>
            <a:ext cx="8385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3000" u="sng"/>
              <a:t>Node-Cron pour les Tâches Programmées</a:t>
            </a:r>
            <a:endParaRPr sz="3000" u="sng"/>
          </a:p>
        </p:txBody>
      </p:sp>
      <p:pic>
        <p:nvPicPr>
          <p:cNvPr id="1687" name="Google Shape;1687;p68"/>
          <p:cNvPicPr preferRelativeResize="0"/>
          <p:nvPr/>
        </p:nvPicPr>
        <p:blipFill rotWithShape="1">
          <a:blip r:embed="rId3">
            <a:alphaModFix/>
          </a:blip>
          <a:srcRect b="22743" l="6929" r="6878" t="18425"/>
          <a:stretch/>
        </p:blipFill>
        <p:spPr>
          <a:xfrm>
            <a:off x="762700" y="661500"/>
            <a:ext cx="7618626" cy="2006825"/>
          </a:xfrm>
          <a:prstGeom prst="rect">
            <a:avLst/>
          </a:prstGeom>
          <a:noFill/>
          <a:ln cap="flat" cmpd="sng" w="28575">
            <a:solidFill>
              <a:schemeClr val="dk1"/>
            </a:solidFill>
            <a:prstDash val="solid"/>
            <a:round/>
            <a:headEnd len="sm" w="sm" type="none"/>
            <a:tailEnd len="sm" w="sm" type="none"/>
          </a:ln>
        </p:spPr>
      </p:pic>
      <p:pic>
        <p:nvPicPr>
          <p:cNvPr id="1688" name="Google Shape;1688;p68"/>
          <p:cNvPicPr preferRelativeResize="0"/>
          <p:nvPr/>
        </p:nvPicPr>
        <p:blipFill rotWithShape="1">
          <a:blip r:embed="rId4">
            <a:alphaModFix/>
          </a:blip>
          <a:srcRect b="14997" l="8070" r="8204" t="13517"/>
          <a:stretch/>
        </p:blipFill>
        <p:spPr>
          <a:xfrm>
            <a:off x="182950" y="2794725"/>
            <a:ext cx="3880149" cy="1925099"/>
          </a:xfrm>
          <a:prstGeom prst="rect">
            <a:avLst/>
          </a:prstGeom>
          <a:noFill/>
          <a:ln cap="flat" cmpd="sng" w="28575">
            <a:solidFill>
              <a:schemeClr val="dk1"/>
            </a:solidFill>
            <a:prstDash val="solid"/>
            <a:round/>
            <a:headEnd len="sm" w="sm" type="none"/>
            <a:tailEnd len="sm" w="sm" type="none"/>
          </a:ln>
        </p:spPr>
      </p:pic>
      <p:pic>
        <p:nvPicPr>
          <p:cNvPr id="1689" name="Google Shape;1689;p68"/>
          <p:cNvPicPr preferRelativeResize="0"/>
          <p:nvPr/>
        </p:nvPicPr>
        <p:blipFill rotWithShape="1">
          <a:blip r:embed="rId5">
            <a:alphaModFix/>
          </a:blip>
          <a:srcRect b="16606" l="9193" r="9372" t="16270"/>
          <a:stretch/>
        </p:blipFill>
        <p:spPr>
          <a:xfrm>
            <a:off x="4263775" y="2794725"/>
            <a:ext cx="4203821" cy="1925099"/>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3" name="Shape 1693"/>
        <p:cNvGrpSpPr/>
        <p:nvPr/>
      </p:nvGrpSpPr>
      <p:grpSpPr>
        <a:xfrm>
          <a:off x="0" y="0"/>
          <a:ext cx="0" cy="0"/>
          <a:chOff x="0" y="0"/>
          <a:chExt cx="0" cy="0"/>
        </a:xfrm>
      </p:grpSpPr>
      <p:sp>
        <p:nvSpPr>
          <p:cNvPr id="1694" name="Google Shape;1694;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Frontend</a:t>
            </a:r>
            <a:endParaRPr u="sng"/>
          </a:p>
        </p:txBody>
      </p:sp>
      <p:sp>
        <p:nvSpPr>
          <p:cNvPr id="1695" name="Google Shape;1695;p69"/>
          <p:cNvSpPr txBox="1"/>
          <p:nvPr>
            <p:ph idx="12" type="sldNum"/>
          </p:nvPr>
        </p:nvSpPr>
        <p:spPr>
          <a:xfrm>
            <a:off x="8424000"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696" name="Google Shape;1696;p69"/>
          <p:cNvSpPr txBox="1"/>
          <p:nvPr>
            <p:ph idx="2" type="title"/>
          </p:nvPr>
        </p:nvSpPr>
        <p:spPr>
          <a:xfrm>
            <a:off x="1369350" y="154162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11</a:t>
            </a:r>
            <a:endParaRPr/>
          </a:p>
        </p:txBody>
      </p:sp>
      <p:sp>
        <p:nvSpPr>
          <p:cNvPr id="1697" name="Google Shape;1697;p69"/>
          <p:cNvSpPr txBox="1"/>
          <p:nvPr>
            <p:ph idx="4" type="title"/>
          </p:nvPr>
        </p:nvSpPr>
        <p:spPr>
          <a:xfrm>
            <a:off x="4181100" y="2675100"/>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12</a:t>
            </a:r>
            <a:endParaRPr/>
          </a:p>
        </p:txBody>
      </p:sp>
      <p:sp>
        <p:nvSpPr>
          <p:cNvPr id="1698" name="Google Shape;1698;p69"/>
          <p:cNvSpPr txBox="1"/>
          <p:nvPr>
            <p:ph idx="6" type="title"/>
          </p:nvPr>
        </p:nvSpPr>
        <p:spPr>
          <a:xfrm>
            <a:off x="6992850" y="154162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13</a:t>
            </a:r>
            <a:endParaRPr/>
          </a:p>
        </p:txBody>
      </p:sp>
      <p:sp>
        <p:nvSpPr>
          <p:cNvPr id="1699" name="Google Shape;1699;p69"/>
          <p:cNvSpPr txBox="1"/>
          <p:nvPr>
            <p:ph idx="1" type="subTitle"/>
          </p:nvPr>
        </p:nvSpPr>
        <p:spPr>
          <a:xfrm>
            <a:off x="797700" y="224135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Responsive Design</a:t>
            </a:r>
            <a:endParaRPr/>
          </a:p>
        </p:txBody>
      </p:sp>
      <p:sp>
        <p:nvSpPr>
          <p:cNvPr id="1700" name="Google Shape;1700;p69"/>
          <p:cNvSpPr txBox="1"/>
          <p:nvPr>
            <p:ph idx="8" type="subTitle"/>
          </p:nvPr>
        </p:nvSpPr>
        <p:spPr>
          <a:xfrm>
            <a:off x="3609450" y="3374825"/>
            <a:ext cx="2080500" cy="88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Contenu Dynamique</a:t>
            </a:r>
            <a:endParaRPr/>
          </a:p>
        </p:txBody>
      </p:sp>
      <p:sp>
        <p:nvSpPr>
          <p:cNvPr id="1701" name="Google Shape;1701;p69"/>
          <p:cNvSpPr txBox="1"/>
          <p:nvPr>
            <p:ph idx="9" type="subTitle"/>
          </p:nvPr>
        </p:nvSpPr>
        <p:spPr>
          <a:xfrm>
            <a:off x="6421200" y="2241350"/>
            <a:ext cx="2379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Accessibilité</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70"/>
          <p:cNvSpPr txBox="1"/>
          <p:nvPr>
            <p:ph idx="12" type="sldNum"/>
          </p:nvPr>
        </p:nvSpPr>
        <p:spPr>
          <a:xfrm>
            <a:off x="8471998" y="4817400"/>
            <a:ext cx="6720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707" name="Google Shape;1707;p70"/>
          <p:cNvSpPr txBox="1"/>
          <p:nvPr/>
        </p:nvSpPr>
        <p:spPr>
          <a:xfrm>
            <a:off x="494725" y="632800"/>
            <a:ext cx="3000000" cy="218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212121"/>
                </a:solidFill>
                <a:latin typeface="Poppins"/>
                <a:ea typeface="Poppins"/>
                <a:cs typeface="Poppins"/>
                <a:sym typeface="Poppins"/>
              </a:rPr>
              <a:t>Nos composants React utilisent des techniques modernes pour garantir une expérience utilisateur fluide sur tous les appareils. Grâce à l'utilisation judicieuse de CSS et de bibliothèques comme Tailwind, chaque élément s'adapte parfaitement aux différentes tailles d'écran.</a:t>
            </a:r>
            <a:endParaRPr sz="1300">
              <a:solidFill>
                <a:srgbClr val="212121"/>
              </a:solidFill>
              <a:latin typeface="Poppins"/>
              <a:ea typeface="Poppins"/>
              <a:cs typeface="Poppins"/>
              <a:sym typeface="Poppins"/>
            </a:endParaRPr>
          </a:p>
        </p:txBody>
      </p:sp>
      <p:pic>
        <p:nvPicPr>
          <p:cNvPr id="1708" name="Google Shape;1708;p70"/>
          <p:cNvPicPr preferRelativeResize="0"/>
          <p:nvPr/>
        </p:nvPicPr>
        <p:blipFill rotWithShape="1">
          <a:blip r:embed="rId3">
            <a:alphaModFix/>
          </a:blip>
          <a:srcRect b="14492" l="7080" r="7200" t="14740"/>
          <a:stretch/>
        </p:blipFill>
        <p:spPr>
          <a:xfrm>
            <a:off x="3369175" y="566650"/>
            <a:ext cx="5666530" cy="2318100"/>
          </a:xfrm>
          <a:prstGeom prst="rect">
            <a:avLst/>
          </a:prstGeom>
          <a:noFill/>
          <a:ln cap="flat" cmpd="sng" w="28575">
            <a:solidFill>
              <a:schemeClr val="dk1"/>
            </a:solidFill>
            <a:prstDash val="solid"/>
            <a:round/>
            <a:headEnd len="sm" w="sm" type="none"/>
            <a:tailEnd len="sm" w="sm" type="none"/>
          </a:ln>
        </p:spPr>
      </p:pic>
      <p:sp>
        <p:nvSpPr>
          <p:cNvPr id="1709" name="Google Shape;1709;p70"/>
          <p:cNvSpPr txBox="1"/>
          <p:nvPr>
            <p:ph idx="4294967295" type="subTitle"/>
          </p:nvPr>
        </p:nvSpPr>
        <p:spPr>
          <a:xfrm>
            <a:off x="2343800" y="-75950"/>
            <a:ext cx="4264500" cy="64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u="sng">
                <a:latin typeface="Aref Ruqaa"/>
                <a:ea typeface="Aref Ruqaa"/>
                <a:cs typeface="Aref Ruqaa"/>
                <a:sym typeface="Aref Ruqaa"/>
              </a:rPr>
              <a:t>Responsive Design</a:t>
            </a:r>
            <a:endParaRPr b="1" sz="3300" u="sng">
              <a:latin typeface="Aref Ruqaa"/>
              <a:ea typeface="Aref Ruqaa"/>
              <a:cs typeface="Aref Ruqaa"/>
              <a:sym typeface="Aref Ruqaa"/>
            </a:endParaRPr>
          </a:p>
        </p:txBody>
      </p:sp>
      <p:pic>
        <p:nvPicPr>
          <p:cNvPr id="1710" name="Google Shape;1710;p70"/>
          <p:cNvPicPr preferRelativeResize="0"/>
          <p:nvPr/>
        </p:nvPicPr>
        <p:blipFill rotWithShape="1">
          <a:blip r:embed="rId4">
            <a:alphaModFix/>
          </a:blip>
          <a:srcRect b="3157" l="0" r="1009" t="3157"/>
          <a:stretch/>
        </p:blipFill>
        <p:spPr>
          <a:xfrm>
            <a:off x="559075" y="3015125"/>
            <a:ext cx="7710584" cy="332100"/>
          </a:xfrm>
          <a:prstGeom prst="rect">
            <a:avLst/>
          </a:prstGeom>
          <a:noFill/>
          <a:ln cap="flat" cmpd="sng" w="28575">
            <a:solidFill>
              <a:schemeClr val="dk1"/>
            </a:solidFill>
            <a:prstDash val="solid"/>
            <a:round/>
            <a:headEnd len="sm" w="sm" type="none"/>
            <a:tailEnd len="sm" w="sm" type="none"/>
          </a:ln>
        </p:spPr>
      </p:pic>
      <p:pic>
        <p:nvPicPr>
          <p:cNvPr id="1711" name="Google Shape;1711;p70"/>
          <p:cNvPicPr preferRelativeResize="0"/>
          <p:nvPr/>
        </p:nvPicPr>
        <p:blipFill>
          <a:blip r:embed="rId5">
            <a:alphaModFix/>
          </a:blip>
          <a:stretch>
            <a:fillRect/>
          </a:stretch>
        </p:blipFill>
        <p:spPr>
          <a:xfrm>
            <a:off x="601900" y="3911550"/>
            <a:ext cx="3197400" cy="710525"/>
          </a:xfrm>
          <a:prstGeom prst="rect">
            <a:avLst/>
          </a:prstGeom>
          <a:noFill/>
          <a:ln cap="flat" cmpd="sng" w="28575">
            <a:solidFill>
              <a:schemeClr val="dk1"/>
            </a:solidFill>
            <a:prstDash val="solid"/>
            <a:round/>
            <a:headEnd len="sm" w="sm" type="none"/>
            <a:tailEnd len="sm" w="sm" type="none"/>
          </a:ln>
        </p:spPr>
      </p:pic>
      <p:pic>
        <p:nvPicPr>
          <p:cNvPr id="1712" name="Google Shape;1712;p70"/>
          <p:cNvPicPr preferRelativeResize="0"/>
          <p:nvPr/>
        </p:nvPicPr>
        <p:blipFill>
          <a:blip r:embed="rId6">
            <a:alphaModFix/>
          </a:blip>
          <a:stretch>
            <a:fillRect/>
          </a:stretch>
        </p:blipFill>
        <p:spPr>
          <a:xfrm>
            <a:off x="4545250" y="3560025"/>
            <a:ext cx="1972425" cy="1583425"/>
          </a:xfrm>
          <a:prstGeom prst="rect">
            <a:avLst/>
          </a:prstGeom>
          <a:noFill/>
          <a:ln cap="flat" cmpd="sng" w="28575">
            <a:solidFill>
              <a:schemeClr val="dk1"/>
            </a:solidFill>
            <a:prstDash val="solid"/>
            <a:round/>
            <a:headEnd len="sm" w="sm" type="none"/>
            <a:tailEnd len="sm" w="sm" type="none"/>
          </a:ln>
        </p:spPr>
      </p:pic>
      <p:sp>
        <p:nvSpPr>
          <p:cNvPr id="1713" name="Google Shape;1713;p70"/>
          <p:cNvSpPr/>
          <p:nvPr/>
        </p:nvSpPr>
        <p:spPr>
          <a:xfrm>
            <a:off x="8363700" y="1901825"/>
            <a:ext cx="672000" cy="1445400"/>
          </a:xfrm>
          <a:prstGeom prst="curvedLeftArrow">
            <a:avLst>
              <a:gd fmla="val 25000" name="adj1"/>
              <a:gd fmla="val 50000" name="adj2"/>
              <a:gd fmla="val 25000" name="adj3"/>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714" name="Google Shape;1714;p70"/>
          <p:cNvSpPr txBox="1"/>
          <p:nvPr/>
        </p:nvSpPr>
        <p:spPr>
          <a:xfrm>
            <a:off x="296175" y="48174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26-42</a:t>
            </a:r>
            <a:endParaRPr b="1" sz="1000">
              <a:solidFill>
                <a:schemeClr val="dk1"/>
              </a:solidFill>
              <a:latin typeface="Poppins"/>
              <a:ea typeface="Poppins"/>
              <a:cs typeface="Poppins"/>
              <a:sym typeface="Poppi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sp>
        <p:nvSpPr>
          <p:cNvPr id="1719" name="Google Shape;1719;p71"/>
          <p:cNvSpPr txBox="1"/>
          <p:nvPr>
            <p:ph idx="12" type="sldNum"/>
          </p:nvPr>
        </p:nvSpPr>
        <p:spPr>
          <a:xfrm>
            <a:off x="8405225" y="4749850"/>
            <a:ext cx="7002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720" name="Google Shape;1720;p71"/>
          <p:cNvPicPr preferRelativeResize="0"/>
          <p:nvPr/>
        </p:nvPicPr>
        <p:blipFill rotWithShape="1">
          <a:blip r:embed="rId3">
            <a:alphaModFix/>
          </a:blip>
          <a:srcRect b="17025" l="7995" r="8020" t="17137"/>
          <a:stretch/>
        </p:blipFill>
        <p:spPr>
          <a:xfrm>
            <a:off x="3569400" y="508550"/>
            <a:ext cx="5103400" cy="1859274"/>
          </a:xfrm>
          <a:prstGeom prst="rect">
            <a:avLst/>
          </a:prstGeom>
          <a:noFill/>
          <a:ln cap="flat" cmpd="sng" w="28575">
            <a:solidFill>
              <a:schemeClr val="dk1"/>
            </a:solidFill>
            <a:prstDash val="solid"/>
            <a:round/>
            <a:headEnd len="sm" w="sm" type="none"/>
            <a:tailEnd len="sm" w="sm" type="none"/>
          </a:ln>
        </p:spPr>
      </p:pic>
      <p:sp>
        <p:nvSpPr>
          <p:cNvPr id="1721" name="Google Shape;1721;p71"/>
          <p:cNvSpPr txBox="1"/>
          <p:nvPr/>
        </p:nvSpPr>
        <p:spPr>
          <a:xfrm>
            <a:off x="486650" y="601775"/>
            <a:ext cx="3000000" cy="158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latin typeface="Poppins"/>
                <a:ea typeface="Poppins"/>
                <a:cs typeface="Poppins"/>
                <a:sym typeface="Poppins"/>
              </a:rPr>
              <a:t>Les cartes s'adaptent pour afficher une, deux ou trois par ligne selon la taille de l'écran. Cette grille réactive est conçue pour maximiser l'utilisation de l'espace disponible et améliorer la lisibilité.</a:t>
            </a:r>
            <a:endParaRPr sz="1300">
              <a:latin typeface="Poppins"/>
              <a:ea typeface="Poppins"/>
              <a:cs typeface="Poppins"/>
              <a:sym typeface="Poppins"/>
            </a:endParaRPr>
          </a:p>
        </p:txBody>
      </p:sp>
      <p:pic>
        <p:nvPicPr>
          <p:cNvPr id="1722" name="Google Shape;1722;p71"/>
          <p:cNvPicPr preferRelativeResize="0"/>
          <p:nvPr/>
        </p:nvPicPr>
        <p:blipFill rotWithShape="1">
          <a:blip r:embed="rId4">
            <a:alphaModFix/>
          </a:blip>
          <a:srcRect b="0" l="6646" r="6472" t="0"/>
          <a:stretch/>
        </p:blipFill>
        <p:spPr>
          <a:xfrm>
            <a:off x="100175" y="2486963"/>
            <a:ext cx="3772951" cy="2386000"/>
          </a:xfrm>
          <a:prstGeom prst="rect">
            <a:avLst/>
          </a:prstGeom>
          <a:noFill/>
          <a:ln cap="flat" cmpd="sng" w="28575">
            <a:solidFill>
              <a:schemeClr val="dk1"/>
            </a:solidFill>
            <a:prstDash val="solid"/>
            <a:round/>
            <a:headEnd len="sm" w="sm" type="none"/>
            <a:tailEnd len="sm" w="sm" type="none"/>
          </a:ln>
        </p:spPr>
      </p:pic>
      <p:pic>
        <p:nvPicPr>
          <p:cNvPr id="1723" name="Google Shape;1723;p71"/>
          <p:cNvPicPr preferRelativeResize="0"/>
          <p:nvPr/>
        </p:nvPicPr>
        <p:blipFill rotWithShape="1">
          <a:blip r:embed="rId5">
            <a:alphaModFix/>
          </a:blip>
          <a:srcRect b="0" l="7002" r="7702" t="0"/>
          <a:stretch/>
        </p:blipFill>
        <p:spPr>
          <a:xfrm>
            <a:off x="3993500" y="2467263"/>
            <a:ext cx="2654450" cy="2425375"/>
          </a:xfrm>
          <a:prstGeom prst="rect">
            <a:avLst/>
          </a:prstGeom>
          <a:noFill/>
          <a:ln cap="flat" cmpd="sng" w="28575">
            <a:solidFill>
              <a:schemeClr val="dk1"/>
            </a:solidFill>
            <a:prstDash val="solid"/>
            <a:round/>
            <a:headEnd len="sm" w="sm" type="none"/>
            <a:tailEnd len="sm" w="sm" type="none"/>
          </a:ln>
        </p:spPr>
      </p:pic>
      <p:pic>
        <p:nvPicPr>
          <p:cNvPr id="1724" name="Google Shape;1724;p71"/>
          <p:cNvPicPr preferRelativeResize="0"/>
          <p:nvPr/>
        </p:nvPicPr>
        <p:blipFill>
          <a:blip r:embed="rId6">
            <a:alphaModFix/>
          </a:blip>
          <a:stretch>
            <a:fillRect/>
          </a:stretch>
        </p:blipFill>
        <p:spPr>
          <a:xfrm>
            <a:off x="6821275" y="2467275"/>
            <a:ext cx="1681518" cy="2425375"/>
          </a:xfrm>
          <a:prstGeom prst="rect">
            <a:avLst/>
          </a:prstGeom>
          <a:noFill/>
          <a:ln cap="flat" cmpd="sng" w="28575">
            <a:solidFill>
              <a:schemeClr val="dk1"/>
            </a:solidFill>
            <a:prstDash val="solid"/>
            <a:round/>
            <a:headEnd len="sm" w="sm" type="none"/>
            <a:tailEnd len="sm" w="sm" type="none"/>
          </a:ln>
        </p:spPr>
      </p:pic>
      <p:sp>
        <p:nvSpPr>
          <p:cNvPr id="1725" name="Google Shape;1725;p71"/>
          <p:cNvSpPr txBox="1"/>
          <p:nvPr>
            <p:ph idx="4294967295" type="subTitle"/>
          </p:nvPr>
        </p:nvSpPr>
        <p:spPr>
          <a:xfrm>
            <a:off x="2343800" y="-134050"/>
            <a:ext cx="4264500" cy="64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u="sng">
                <a:latin typeface="Aref Ruqaa"/>
                <a:ea typeface="Aref Ruqaa"/>
                <a:cs typeface="Aref Ruqaa"/>
                <a:sym typeface="Aref Ruqaa"/>
              </a:rPr>
              <a:t>Responsive Design</a:t>
            </a:r>
            <a:endParaRPr b="1" sz="3300" u="sng">
              <a:latin typeface="Aref Ruqaa"/>
              <a:ea typeface="Aref Ruqaa"/>
              <a:cs typeface="Aref Ruqaa"/>
              <a:sym typeface="Aref Ruqaa"/>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72"/>
          <p:cNvSpPr txBox="1"/>
          <p:nvPr>
            <p:ph idx="12" type="sldNum"/>
          </p:nvPr>
        </p:nvSpPr>
        <p:spPr>
          <a:xfrm>
            <a:off x="8405225" y="4749850"/>
            <a:ext cx="7002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731" name="Google Shape;1731;p72"/>
          <p:cNvSpPr txBox="1"/>
          <p:nvPr>
            <p:ph idx="4294967295" type="subTitle"/>
          </p:nvPr>
        </p:nvSpPr>
        <p:spPr>
          <a:xfrm>
            <a:off x="2584800" y="0"/>
            <a:ext cx="397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u="sng">
                <a:latin typeface="Aref Ruqaa"/>
                <a:ea typeface="Aref Ruqaa"/>
                <a:cs typeface="Aref Ruqaa"/>
                <a:sym typeface="Aref Ruqaa"/>
              </a:rPr>
              <a:t>Responsive Design</a:t>
            </a:r>
            <a:endParaRPr b="1" sz="3300" u="sng">
              <a:latin typeface="Aref Ruqaa"/>
              <a:ea typeface="Aref Ruqaa"/>
              <a:cs typeface="Aref Ruqaa"/>
              <a:sym typeface="Aref Ruqaa"/>
            </a:endParaRPr>
          </a:p>
        </p:txBody>
      </p:sp>
      <p:pic>
        <p:nvPicPr>
          <p:cNvPr id="1732" name="Google Shape;1732;p72"/>
          <p:cNvPicPr preferRelativeResize="0"/>
          <p:nvPr/>
        </p:nvPicPr>
        <p:blipFill rotWithShape="1">
          <a:blip r:embed="rId3">
            <a:alphaModFix/>
          </a:blip>
          <a:srcRect b="11761" l="6522" r="6156" t="12795"/>
          <a:stretch/>
        </p:blipFill>
        <p:spPr>
          <a:xfrm>
            <a:off x="2672625" y="1179025"/>
            <a:ext cx="5982525" cy="2785450"/>
          </a:xfrm>
          <a:prstGeom prst="rect">
            <a:avLst/>
          </a:prstGeom>
          <a:noFill/>
          <a:ln cap="flat" cmpd="sng" w="28575">
            <a:solidFill>
              <a:schemeClr val="dk1"/>
            </a:solidFill>
            <a:prstDash val="solid"/>
            <a:round/>
            <a:headEnd len="sm" w="sm" type="none"/>
            <a:tailEnd len="sm" w="sm" type="none"/>
          </a:ln>
        </p:spPr>
      </p:pic>
      <p:sp>
        <p:nvSpPr>
          <p:cNvPr id="1733" name="Google Shape;1733;p72"/>
          <p:cNvSpPr txBox="1"/>
          <p:nvPr/>
        </p:nvSpPr>
        <p:spPr>
          <a:xfrm>
            <a:off x="2555425" y="3964475"/>
            <a:ext cx="60996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Ce composant modal utilise </a:t>
            </a:r>
            <a:r>
              <a:rPr lang="en" sz="1600">
                <a:solidFill>
                  <a:srgbClr val="188038"/>
                </a:solidFill>
                <a:latin typeface="Roboto Mono"/>
                <a:ea typeface="Roboto Mono"/>
                <a:cs typeface="Roboto Mono"/>
                <a:sym typeface="Roboto Mono"/>
              </a:rPr>
              <a:t>framer-motion</a:t>
            </a:r>
            <a:r>
              <a:rPr lang="en" sz="1600"/>
              <a:t> pour gérer les transitions et est conçu pour s'adapter à la vue centrale de l'écran sur tous les appareils, assurant que les interactions sont clairement visibles et accessibles.</a:t>
            </a:r>
            <a:endParaRPr sz="1900"/>
          </a:p>
        </p:txBody>
      </p:sp>
      <p:pic>
        <p:nvPicPr>
          <p:cNvPr id="1734" name="Google Shape;1734;p72"/>
          <p:cNvPicPr preferRelativeResize="0"/>
          <p:nvPr/>
        </p:nvPicPr>
        <p:blipFill>
          <a:blip r:embed="rId4">
            <a:alphaModFix/>
          </a:blip>
          <a:stretch>
            <a:fillRect/>
          </a:stretch>
        </p:blipFill>
        <p:spPr>
          <a:xfrm>
            <a:off x="621838" y="428625"/>
            <a:ext cx="1933575" cy="428625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8" name="Shape 1738"/>
        <p:cNvGrpSpPr/>
        <p:nvPr/>
      </p:nvGrpSpPr>
      <p:grpSpPr>
        <a:xfrm>
          <a:off x="0" y="0"/>
          <a:ext cx="0" cy="0"/>
          <a:chOff x="0" y="0"/>
          <a:chExt cx="0" cy="0"/>
        </a:xfrm>
      </p:grpSpPr>
      <p:sp>
        <p:nvSpPr>
          <p:cNvPr id="1739" name="Google Shape;1739;p73"/>
          <p:cNvSpPr txBox="1"/>
          <p:nvPr>
            <p:ph idx="12" type="sldNum"/>
          </p:nvPr>
        </p:nvSpPr>
        <p:spPr>
          <a:xfrm>
            <a:off x="8430748"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740" name="Google Shape;1740;p73"/>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Contenu Dynamique</a:t>
            </a:r>
            <a:endParaRPr u="sng"/>
          </a:p>
        </p:txBody>
      </p:sp>
      <p:pic>
        <p:nvPicPr>
          <p:cNvPr id="1741" name="Google Shape;1741;p73"/>
          <p:cNvPicPr preferRelativeResize="0"/>
          <p:nvPr/>
        </p:nvPicPr>
        <p:blipFill>
          <a:blip r:embed="rId3">
            <a:alphaModFix/>
          </a:blip>
          <a:stretch>
            <a:fillRect/>
          </a:stretch>
        </p:blipFill>
        <p:spPr>
          <a:xfrm>
            <a:off x="6980113" y="2607150"/>
            <a:ext cx="1446575" cy="791100"/>
          </a:xfrm>
          <a:prstGeom prst="rect">
            <a:avLst/>
          </a:prstGeom>
          <a:noFill/>
          <a:ln>
            <a:noFill/>
          </a:ln>
        </p:spPr>
      </p:pic>
      <p:sp>
        <p:nvSpPr>
          <p:cNvPr id="1742" name="Google Shape;1742;p73"/>
          <p:cNvSpPr txBox="1"/>
          <p:nvPr/>
        </p:nvSpPr>
        <p:spPr>
          <a:xfrm>
            <a:off x="6301350" y="1745250"/>
            <a:ext cx="28041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200">
                <a:solidFill>
                  <a:schemeClr val="dk1"/>
                </a:solidFill>
                <a:latin typeface="Poppins"/>
                <a:ea typeface="Poppins"/>
                <a:cs typeface="Poppins"/>
                <a:sym typeface="Poppins"/>
              </a:rPr>
              <a:t>Navigation</a:t>
            </a:r>
            <a:endParaRPr b="1" sz="2200">
              <a:solidFill>
                <a:schemeClr val="dk1"/>
              </a:solidFill>
              <a:latin typeface="Poppins"/>
              <a:ea typeface="Poppins"/>
              <a:cs typeface="Poppins"/>
              <a:sym typeface="Poppins"/>
            </a:endParaRPr>
          </a:p>
          <a:p>
            <a:pPr indent="0" lvl="0" marL="0" rtl="0" algn="l">
              <a:spcBef>
                <a:spcPts val="0"/>
              </a:spcBef>
              <a:spcAft>
                <a:spcPts val="0"/>
              </a:spcAft>
              <a:buNone/>
            </a:pPr>
            <a:r>
              <a:rPr b="1" lang="en" sz="2200">
                <a:solidFill>
                  <a:schemeClr val="dk1"/>
                </a:solidFill>
                <a:latin typeface="Poppins"/>
                <a:ea typeface="Poppins"/>
                <a:cs typeface="Poppins"/>
                <a:sym typeface="Poppins"/>
              </a:rPr>
              <a:t>Avec React Router</a:t>
            </a:r>
            <a:endParaRPr b="1" sz="2200">
              <a:solidFill>
                <a:schemeClr val="dk1"/>
              </a:solidFill>
              <a:latin typeface="Poppins"/>
              <a:ea typeface="Poppins"/>
              <a:cs typeface="Poppins"/>
              <a:sym typeface="Poppins"/>
            </a:endParaRPr>
          </a:p>
        </p:txBody>
      </p:sp>
      <p:pic>
        <p:nvPicPr>
          <p:cNvPr id="1743" name="Google Shape;1743;p73"/>
          <p:cNvPicPr preferRelativeResize="0"/>
          <p:nvPr/>
        </p:nvPicPr>
        <p:blipFill rotWithShape="1">
          <a:blip r:embed="rId4">
            <a:alphaModFix/>
          </a:blip>
          <a:srcRect b="14672" l="7530" r="7283" t="9149"/>
          <a:stretch/>
        </p:blipFill>
        <p:spPr>
          <a:xfrm>
            <a:off x="511975" y="1047600"/>
            <a:ext cx="5742149" cy="3699124"/>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74"/>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Contenu Dynamique</a:t>
            </a:r>
            <a:endParaRPr u="sng"/>
          </a:p>
        </p:txBody>
      </p:sp>
      <p:sp>
        <p:nvSpPr>
          <p:cNvPr id="1749" name="Google Shape;1749;p74"/>
          <p:cNvSpPr txBox="1"/>
          <p:nvPr>
            <p:ph idx="12" type="sldNum"/>
          </p:nvPr>
        </p:nvSpPr>
        <p:spPr>
          <a:xfrm>
            <a:off x="8430747"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750" name="Google Shape;1750;p74"/>
          <p:cNvSpPr txBox="1"/>
          <p:nvPr/>
        </p:nvSpPr>
        <p:spPr>
          <a:xfrm>
            <a:off x="2378500" y="747750"/>
            <a:ext cx="6265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est une librairie qui permet de </a:t>
            </a:r>
            <a:r>
              <a:rPr lang="en">
                <a:solidFill>
                  <a:schemeClr val="dk1"/>
                </a:solidFill>
                <a:latin typeface="Poppins"/>
                <a:ea typeface="Poppins"/>
                <a:cs typeface="Poppins"/>
                <a:sym typeface="Poppins"/>
              </a:rPr>
              <a:t>créer</a:t>
            </a:r>
            <a:r>
              <a:rPr lang="en">
                <a:solidFill>
                  <a:schemeClr val="dk1"/>
                </a:solidFill>
                <a:latin typeface="Poppins"/>
                <a:ea typeface="Poppins"/>
                <a:cs typeface="Poppins"/>
                <a:sym typeface="Poppins"/>
              </a:rPr>
              <a:t> des </a:t>
            </a:r>
            <a:r>
              <a:rPr lang="en">
                <a:solidFill>
                  <a:schemeClr val="dk1"/>
                </a:solidFill>
                <a:latin typeface="Poppins"/>
                <a:ea typeface="Poppins"/>
                <a:cs typeface="Poppins"/>
                <a:sym typeface="Poppins"/>
              </a:rPr>
              <a:t>requêtes</a:t>
            </a:r>
            <a:r>
              <a:rPr lang="en">
                <a:solidFill>
                  <a:schemeClr val="dk1"/>
                </a:solidFill>
                <a:latin typeface="Poppins"/>
                <a:ea typeface="Poppins"/>
                <a:cs typeface="Poppins"/>
                <a:sym typeface="Poppins"/>
              </a:rPr>
              <a:t> HTTP sécurisées</a:t>
            </a:r>
            <a:endParaRPr>
              <a:solidFill>
                <a:schemeClr val="dk1"/>
              </a:solidFill>
              <a:latin typeface="Poppins"/>
              <a:ea typeface="Poppins"/>
              <a:cs typeface="Poppins"/>
              <a:sym typeface="Poppins"/>
            </a:endParaRPr>
          </a:p>
        </p:txBody>
      </p:sp>
      <p:pic>
        <p:nvPicPr>
          <p:cNvPr id="1751" name="Google Shape;1751;p74"/>
          <p:cNvPicPr preferRelativeResize="0"/>
          <p:nvPr/>
        </p:nvPicPr>
        <p:blipFill rotWithShape="1">
          <a:blip r:embed="rId3">
            <a:alphaModFix/>
          </a:blip>
          <a:srcRect b="10968" l="7312" r="7559" t="10686"/>
          <a:stretch/>
        </p:blipFill>
        <p:spPr>
          <a:xfrm>
            <a:off x="3353375" y="1269850"/>
            <a:ext cx="5393626" cy="3433924"/>
          </a:xfrm>
          <a:prstGeom prst="rect">
            <a:avLst/>
          </a:prstGeom>
          <a:noFill/>
          <a:ln cap="flat" cmpd="sng" w="28575">
            <a:solidFill>
              <a:schemeClr val="dk1"/>
            </a:solidFill>
            <a:prstDash val="solid"/>
            <a:round/>
            <a:headEnd len="sm" w="sm" type="none"/>
            <a:tailEnd len="sm" w="sm" type="none"/>
          </a:ln>
        </p:spPr>
      </p:pic>
      <p:sp>
        <p:nvSpPr>
          <p:cNvPr id="1752" name="Google Shape;1752;p74"/>
          <p:cNvSpPr txBox="1"/>
          <p:nvPr/>
        </p:nvSpPr>
        <p:spPr>
          <a:xfrm>
            <a:off x="275550" y="1269850"/>
            <a:ext cx="31218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Poppins"/>
                <a:ea typeface="Poppins"/>
                <a:cs typeface="Poppins"/>
                <a:sym typeface="Poppins"/>
              </a:rPr>
              <a:t>Gestion des promesses :</a:t>
            </a:r>
            <a:r>
              <a:rPr lang="en" sz="1100">
                <a:latin typeface="Poppins"/>
                <a:ea typeface="Poppins"/>
                <a:cs typeface="Poppins"/>
                <a:sym typeface="Poppins"/>
              </a:rPr>
              <a:t> Axios simplifie la gestion des requêtes asynchrones, ce qui permet de traiter les réponses et les erreurs de manière plus claire et concise que l'API Fetch native de JavaScript.</a:t>
            </a:r>
            <a:endParaRPr sz="1100">
              <a:latin typeface="Poppins"/>
              <a:ea typeface="Poppins"/>
              <a:cs typeface="Poppins"/>
              <a:sym typeface="Poppins"/>
            </a:endParaRPr>
          </a:p>
          <a:p>
            <a:pPr indent="0" lvl="0" marL="0" rtl="0" algn="l">
              <a:spcBef>
                <a:spcPts val="0"/>
              </a:spcBef>
              <a:spcAft>
                <a:spcPts val="0"/>
              </a:spcAft>
              <a:buNone/>
            </a:pPr>
            <a:r>
              <a:t/>
            </a:r>
            <a:endParaRPr sz="1100">
              <a:latin typeface="Poppins"/>
              <a:ea typeface="Poppins"/>
              <a:cs typeface="Poppins"/>
              <a:sym typeface="Poppins"/>
            </a:endParaRPr>
          </a:p>
          <a:p>
            <a:pPr indent="0" lvl="0" marL="0" rtl="0" algn="l">
              <a:spcBef>
                <a:spcPts val="0"/>
              </a:spcBef>
              <a:spcAft>
                <a:spcPts val="0"/>
              </a:spcAft>
              <a:buNone/>
            </a:pPr>
            <a:r>
              <a:rPr b="1" lang="en" sz="1100">
                <a:latin typeface="Poppins"/>
                <a:ea typeface="Poppins"/>
                <a:cs typeface="Poppins"/>
                <a:sym typeface="Poppins"/>
              </a:rPr>
              <a:t>Interception des requêtes et des réponses :</a:t>
            </a:r>
            <a:r>
              <a:rPr lang="en" sz="1100">
                <a:latin typeface="Poppins"/>
                <a:ea typeface="Poppins"/>
                <a:cs typeface="Poppins"/>
                <a:sym typeface="Poppins"/>
              </a:rPr>
              <a:t> Axios permet d'intercepter les requêtes et les réponses avant qu'elles ne soient gérées par </a:t>
            </a:r>
            <a:r>
              <a:rPr lang="en" sz="1100">
                <a:solidFill>
                  <a:srgbClr val="188038"/>
                </a:solidFill>
                <a:latin typeface="Poppins"/>
                <a:ea typeface="Poppins"/>
                <a:cs typeface="Poppins"/>
                <a:sym typeface="Poppins"/>
              </a:rPr>
              <a:t>then</a:t>
            </a:r>
            <a:r>
              <a:rPr lang="en" sz="1100">
                <a:latin typeface="Poppins"/>
                <a:ea typeface="Poppins"/>
                <a:cs typeface="Poppins"/>
                <a:sym typeface="Poppins"/>
              </a:rPr>
              <a:t> ou </a:t>
            </a:r>
            <a:r>
              <a:rPr lang="en" sz="1100">
                <a:solidFill>
                  <a:srgbClr val="188038"/>
                </a:solidFill>
                <a:latin typeface="Poppins"/>
                <a:ea typeface="Poppins"/>
                <a:cs typeface="Poppins"/>
                <a:sym typeface="Poppins"/>
              </a:rPr>
              <a:t>catch</a:t>
            </a:r>
            <a:r>
              <a:rPr lang="en" sz="1100">
                <a:latin typeface="Poppins"/>
                <a:ea typeface="Poppins"/>
                <a:cs typeface="Poppins"/>
                <a:sym typeface="Poppins"/>
              </a:rPr>
              <a:t>, ce qui est utile pour implémenter des fonctionnalités comme les indicateurs de chargement ou la gestion centralisée des erreurs.</a:t>
            </a:r>
            <a:endParaRPr sz="1100">
              <a:latin typeface="Poppins"/>
              <a:ea typeface="Poppins"/>
              <a:cs typeface="Poppins"/>
              <a:sym typeface="Poppins"/>
            </a:endParaRPr>
          </a:p>
          <a:p>
            <a:pPr indent="0" lvl="0" marL="0" rtl="0" algn="l">
              <a:spcBef>
                <a:spcPts val="0"/>
              </a:spcBef>
              <a:spcAft>
                <a:spcPts val="0"/>
              </a:spcAft>
              <a:buNone/>
            </a:pPr>
            <a:r>
              <a:t/>
            </a:r>
            <a:endParaRPr sz="1100">
              <a:latin typeface="Poppins"/>
              <a:ea typeface="Poppins"/>
              <a:cs typeface="Poppins"/>
              <a:sym typeface="Poppins"/>
            </a:endParaRPr>
          </a:p>
          <a:p>
            <a:pPr indent="0" lvl="0" marL="0" rtl="0" algn="l">
              <a:spcBef>
                <a:spcPts val="0"/>
              </a:spcBef>
              <a:spcAft>
                <a:spcPts val="0"/>
              </a:spcAft>
              <a:buNone/>
            </a:pPr>
            <a:r>
              <a:rPr b="1" lang="en" sz="1100">
                <a:latin typeface="Poppins"/>
                <a:ea typeface="Poppins"/>
                <a:cs typeface="Poppins"/>
                <a:sym typeface="Poppins"/>
              </a:rPr>
              <a:t>Support de l'annulation de requêtes :</a:t>
            </a:r>
            <a:r>
              <a:rPr lang="en" sz="1100">
                <a:latin typeface="Poppins"/>
                <a:ea typeface="Poppins"/>
                <a:cs typeface="Poppins"/>
                <a:sym typeface="Poppins"/>
              </a:rPr>
              <a:t> Axios offre une API pour annuler des requêtes, ce qui peut être utile dans des situations où l'utilisateur quitte une page avant qu'une requête ne soit complétée.</a:t>
            </a:r>
            <a:endParaRPr sz="1100">
              <a:latin typeface="Poppins"/>
              <a:ea typeface="Poppins"/>
              <a:cs typeface="Poppins"/>
              <a:sym typeface="Poppins"/>
            </a:endParaRPr>
          </a:p>
          <a:p>
            <a:pPr indent="0" lvl="0" marL="0" rtl="0" algn="l">
              <a:spcBef>
                <a:spcPts val="0"/>
              </a:spcBef>
              <a:spcAft>
                <a:spcPts val="0"/>
              </a:spcAft>
              <a:buNone/>
            </a:pPr>
            <a:r>
              <a:t/>
            </a:r>
            <a:endParaRPr sz="1100"/>
          </a:p>
        </p:txBody>
      </p:sp>
      <p:pic>
        <p:nvPicPr>
          <p:cNvPr id="1753" name="Google Shape;1753;p74"/>
          <p:cNvPicPr preferRelativeResize="0"/>
          <p:nvPr/>
        </p:nvPicPr>
        <p:blipFill rotWithShape="1">
          <a:blip r:embed="rId4">
            <a:alphaModFix/>
          </a:blip>
          <a:srcRect b="34551" l="0" r="0" t="31999"/>
          <a:stretch/>
        </p:blipFill>
        <p:spPr>
          <a:xfrm>
            <a:off x="245200" y="572700"/>
            <a:ext cx="2296827" cy="61445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75"/>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Contenu Dynamique</a:t>
            </a:r>
            <a:endParaRPr u="sng"/>
          </a:p>
        </p:txBody>
      </p:sp>
      <p:sp>
        <p:nvSpPr>
          <p:cNvPr id="1759" name="Google Shape;1759;p75"/>
          <p:cNvSpPr txBox="1"/>
          <p:nvPr>
            <p:ph idx="12" type="sldNum"/>
          </p:nvPr>
        </p:nvSpPr>
        <p:spPr>
          <a:xfrm>
            <a:off x="8430749"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760" name="Google Shape;1760;p75"/>
          <p:cNvPicPr preferRelativeResize="0"/>
          <p:nvPr/>
        </p:nvPicPr>
        <p:blipFill rotWithShape="1">
          <a:blip r:embed="rId3">
            <a:alphaModFix/>
          </a:blip>
          <a:srcRect b="13874" l="5845" r="5854" t="14011"/>
          <a:stretch/>
        </p:blipFill>
        <p:spPr>
          <a:xfrm>
            <a:off x="443975" y="741600"/>
            <a:ext cx="8256048" cy="2813299"/>
          </a:xfrm>
          <a:prstGeom prst="rect">
            <a:avLst/>
          </a:prstGeom>
          <a:noFill/>
          <a:ln cap="flat" cmpd="sng" w="28575">
            <a:solidFill>
              <a:schemeClr val="dk1"/>
            </a:solidFill>
            <a:prstDash val="solid"/>
            <a:round/>
            <a:headEnd len="sm" w="sm" type="none"/>
            <a:tailEnd len="sm" w="sm" type="none"/>
          </a:ln>
        </p:spPr>
      </p:pic>
      <p:sp>
        <p:nvSpPr>
          <p:cNvPr id="1761" name="Google Shape;1761;p75"/>
          <p:cNvSpPr txBox="1"/>
          <p:nvPr/>
        </p:nvSpPr>
        <p:spPr>
          <a:xfrm>
            <a:off x="143125" y="3629075"/>
            <a:ext cx="85569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Poppins"/>
                <a:ea typeface="Poppins"/>
                <a:cs typeface="Poppins"/>
                <a:sym typeface="Poppins"/>
              </a:rPr>
              <a:t>Utiliser                             dans notre application front-end améliore la sécurité, la simplicité et la réactivité des interactions avec notre back-end. Cela garantit que notre application non seulement fonctionne efficacement mais est également sécurisée contre les accès non autorisés, en utilisant des techniques modernes de gestion des requêtes HTTP</a:t>
            </a:r>
            <a:endParaRPr sz="1500">
              <a:latin typeface="Poppins"/>
              <a:ea typeface="Poppins"/>
              <a:cs typeface="Poppins"/>
              <a:sym typeface="Poppins"/>
            </a:endParaRPr>
          </a:p>
        </p:txBody>
      </p:sp>
      <p:pic>
        <p:nvPicPr>
          <p:cNvPr id="1762" name="Google Shape;1762;p75"/>
          <p:cNvPicPr preferRelativeResize="0"/>
          <p:nvPr/>
        </p:nvPicPr>
        <p:blipFill rotWithShape="1">
          <a:blip r:embed="rId4">
            <a:alphaModFix/>
          </a:blip>
          <a:srcRect b="34551" l="0" r="0" t="31999"/>
          <a:stretch/>
        </p:blipFill>
        <p:spPr>
          <a:xfrm>
            <a:off x="787575" y="3591900"/>
            <a:ext cx="1605801" cy="42959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76"/>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Contenu Dynamique</a:t>
            </a:r>
            <a:endParaRPr u="sng"/>
          </a:p>
          <a:p>
            <a:pPr indent="0" lvl="0" marL="0" rtl="0" algn="ctr">
              <a:spcBef>
                <a:spcPts val="0"/>
              </a:spcBef>
              <a:spcAft>
                <a:spcPts val="0"/>
              </a:spcAft>
              <a:buNone/>
            </a:pPr>
            <a:r>
              <a:t/>
            </a:r>
            <a:endParaRPr/>
          </a:p>
        </p:txBody>
      </p:sp>
      <p:sp>
        <p:nvSpPr>
          <p:cNvPr id="1768" name="Google Shape;1768;p76"/>
          <p:cNvSpPr txBox="1"/>
          <p:nvPr>
            <p:ph idx="12" type="sldNum"/>
          </p:nvPr>
        </p:nvSpPr>
        <p:spPr>
          <a:xfrm>
            <a:off x="8430748"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769" name="Google Shape;1769;p76"/>
          <p:cNvPicPr preferRelativeResize="0"/>
          <p:nvPr/>
        </p:nvPicPr>
        <p:blipFill>
          <a:blip r:embed="rId3">
            <a:alphaModFix/>
          </a:blip>
          <a:stretch>
            <a:fillRect/>
          </a:stretch>
        </p:blipFill>
        <p:spPr>
          <a:xfrm>
            <a:off x="6572671" y="2950825"/>
            <a:ext cx="1083375" cy="934850"/>
          </a:xfrm>
          <a:prstGeom prst="rect">
            <a:avLst/>
          </a:prstGeom>
          <a:noFill/>
          <a:ln>
            <a:noFill/>
          </a:ln>
        </p:spPr>
      </p:pic>
      <p:sp>
        <p:nvSpPr>
          <p:cNvPr id="1770" name="Google Shape;1770;p76"/>
          <p:cNvSpPr txBox="1"/>
          <p:nvPr/>
        </p:nvSpPr>
        <p:spPr>
          <a:xfrm>
            <a:off x="587100" y="682375"/>
            <a:ext cx="7969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Poppins"/>
                <a:ea typeface="Poppins"/>
                <a:cs typeface="Poppins"/>
                <a:sym typeface="Poppins"/>
              </a:rPr>
              <a:t>Dans le composant </a:t>
            </a:r>
            <a:r>
              <a:rPr lang="en" sz="1100">
                <a:solidFill>
                  <a:srgbClr val="188038"/>
                </a:solidFill>
                <a:latin typeface="Poppins"/>
                <a:ea typeface="Poppins"/>
                <a:cs typeface="Poppins"/>
                <a:sym typeface="Poppins"/>
              </a:rPr>
              <a:t>SignupForm</a:t>
            </a:r>
            <a:r>
              <a:rPr lang="en" sz="1100">
                <a:latin typeface="Poppins"/>
                <a:ea typeface="Poppins"/>
                <a:cs typeface="Poppins"/>
                <a:sym typeface="Poppins"/>
              </a:rPr>
              <a:t> de notre projet, Formik est utilisé pour gérer la logique des formulaires, incluant la validation des champs et la gestion des soumissions, ce qui augmente l'efficacité et réduit la quantité de code nécessaire pour des opérations complexes. Voici un aperçu de son utilité dans ce contexte :</a:t>
            </a:r>
            <a:endParaRPr>
              <a:latin typeface="Poppins"/>
              <a:ea typeface="Poppins"/>
              <a:cs typeface="Poppins"/>
              <a:sym typeface="Poppins"/>
            </a:endParaRPr>
          </a:p>
        </p:txBody>
      </p:sp>
      <p:pic>
        <p:nvPicPr>
          <p:cNvPr id="1771" name="Google Shape;1771;p76"/>
          <p:cNvPicPr preferRelativeResize="0"/>
          <p:nvPr/>
        </p:nvPicPr>
        <p:blipFill rotWithShape="1">
          <a:blip r:embed="rId4">
            <a:alphaModFix/>
          </a:blip>
          <a:srcRect b="17975" l="18930" r="18818" t="18052"/>
          <a:stretch/>
        </p:blipFill>
        <p:spPr>
          <a:xfrm>
            <a:off x="3293274" y="2067775"/>
            <a:ext cx="2719850" cy="2943100"/>
          </a:xfrm>
          <a:prstGeom prst="rect">
            <a:avLst/>
          </a:prstGeom>
          <a:noFill/>
          <a:ln cap="flat" cmpd="sng" w="28575">
            <a:solidFill>
              <a:schemeClr val="dk1"/>
            </a:solidFill>
            <a:prstDash val="solid"/>
            <a:round/>
            <a:headEnd len="sm" w="sm" type="none"/>
            <a:tailEnd len="sm" w="sm" type="none"/>
          </a:ln>
        </p:spPr>
      </p:pic>
      <p:sp>
        <p:nvSpPr>
          <p:cNvPr id="1772" name="Google Shape;1772;p76"/>
          <p:cNvSpPr txBox="1"/>
          <p:nvPr/>
        </p:nvSpPr>
        <p:spPr>
          <a:xfrm>
            <a:off x="1650350" y="1375075"/>
            <a:ext cx="6005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latin typeface="Poppins"/>
                <a:ea typeface="Poppins"/>
                <a:cs typeface="Poppins"/>
                <a:sym typeface="Poppins"/>
              </a:rPr>
              <a:t>Initialisation des valeurs du formulaire</a:t>
            </a:r>
            <a:r>
              <a:rPr lang="en" sz="1100">
                <a:latin typeface="Poppins"/>
                <a:ea typeface="Poppins"/>
                <a:cs typeface="Poppins"/>
                <a:sym typeface="Poppins"/>
              </a:rPr>
              <a:t> : Formik commence par définir les valeurs initiales de chaque champ du formulaire, ce qui assure que chaque champ est contrôlé et que son état est géré par Formik.</a:t>
            </a:r>
            <a:endParaRPr>
              <a:latin typeface="Poppins"/>
              <a:ea typeface="Poppins"/>
              <a:cs typeface="Poppins"/>
              <a:sym typeface="Poppi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77"/>
          <p:cNvSpPr txBox="1"/>
          <p:nvPr>
            <p:ph type="title"/>
          </p:nvPr>
        </p:nvSpPr>
        <p:spPr>
          <a:xfrm>
            <a:off x="713225"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Contenu Dynamique</a:t>
            </a:r>
            <a:endParaRPr u="sng"/>
          </a:p>
        </p:txBody>
      </p:sp>
      <p:sp>
        <p:nvSpPr>
          <p:cNvPr id="1778" name="Google Shape;1778;p77"/>
          <p:cNvSpPr txBox="1"/>
          <p:nvPr>
            <p:ph idx="12" type="sldNum"/>
          </p:nvPr>
        </p:nvSpPr>
        <p:spPr>
          <a:xfrm>
            <a:off x="8365650" y="4749850"/>
            <a:ext cx="7398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pic>
        <p:nvPicPr>
          <p:cNvPr id="1779" name="Google Shape;1779;p77"/>
          <p:cNvPicPr preferRelativeResize="0"/>
          <p:nvPr/>
        </p:nvPicPr>
        <p:blipFill rotWithShape="1">
          <a:blip r:embed="rId3">
            <a:alphaModFix/>
          </a:blip>
          <a:srcRect b="20636" l="7191" r="6787" t="16466"/>
          <a:stretch/>
        </p:blipFill>
        <p:spPr>
          <a:xfrm>
            <a:off x="766050" y="1654675"/>
            <a:ext cx="7327976" cy="2431950"/>
          </a:xfrm>
          <a:prstGeom prst="rect">
            <a:avLst/>
          </a:prstGeom>
          <a:noFill/>
          <a:ln cap="flat" cmpd="sng" w="28575">
            <a:solidFill>
              <a:schemeClr val="dk1"/>
            </a:solidFill>
            <a:prstDash val="solid"/>
            <a:round/>
            <a:headEnd len="sm" w="sm" type="none"/>
            <a:tailEnd len="sm" w="sm" type="none"/>
          </a:ln>
        </p:spPr>
      </p:pic>
      <p:sp>
        <p:nvSpPr>
          <p:cNvPr id="1780" name="Google Shape;1780;p77"/>
          <p:cNvSpPr txBox="1"/>
          <p:nvPr/>
        </p:nvSpPr>
        <p:spPr>
          <a:xfrm>
            <a:off x="516438" y="804050"/>
            <a:ext cx="7849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latin typeface="Poppins"/>
                <a:ea typeface="Poppins"/>
                <a:cs typeface="Poppins"/>
                <a:sym typeface="Poppins"/>
              </a:rPr>
              <a:t>Validation des champs</a:t>
            </a:r>
            <a:r>
              <a:rPr lang="en" sz="1200">
                <a:latin typeface="Poppins"/>
                <a:ea typeface="Poppins"/>
                <a:cs typeface="Poppins"/>
                <a:sym typeface="Poppins"/>
              </a:rPr>
              <a:t> : Formik utilise un schéma de validation créé avec Yup pour assurer que les données entrées par l'utilisateur respectent certaines règles avant l'envoi du formulaire. Cela aide à prévenir les soumissions de formulaire avec des données erronées ou mal formatées.</a:t>
            </a:r>
            <a:endParaRPr sz="1200">
              <a:latin typeface="Poppins"/>
              <a:ea typeface="Poppins"/>
              <a:cs typeface="Poppins"/>
              <a:sym typeface="Poppins"/>
            </a:endParaRPr>
          </a:p>
        </p:txBody>
      </p:sp>
      <p:pic>
        <p:nvPicPr>
          <p:cNvPr id="1781" name="Google Shape;1781;p77"/>
          <p:cNvPicPr preferRelativeResize="0"/>
          <p:nvPr/>
        </p:nvPicPr>
        <p:blipFill>
          <a:blip r:embed="rId4">
            <a:alphaModFix/>
          </a:blip>
          <a:stretch>
            <a:fillRect/>
          </a:stretch>
        </p:blipFill>
        <p:spPr>
          <a:xfrm>
            <a:off x="7499699" y="4280850"/>
            <a:ext cx="792951" cy="6842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sp>
        <p:nvSpPr>
          <p:cNvPr id="1786" name="Google Shape;1786;p78"/>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Contenu Dynamique</a:t>
            </a:r>
            <a:endParaRPr u="sng"/>
          </a:p>
        </p:txBody>
      </p:sp>
      <p:sp>
        <p:nvSpPr>
          <p:cNvPr id="1787" name="Google Shape;1787;p78"/>
          <p:cNvSpPr txBox="1"/>
          <p:nvPr>
            <p:ph idx="12" type="sldNum"/>
          </p:nvPr>
        </p:nvSpPr>
        <p:spPr>
          <a:xfrm>
            <a:off x="8430749"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788" name="Google Shape;1788;p78"/>
          <p:cNvSpPr txBox="1"/>
          <p:nvPr/>
        </p:nvSpPr>
        <p:spPr>
          <a:xfrm>
            <a:off x="443100" y="628263"/>
            <a:ext cx="861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212121"/>
                </a:solidFill>
                <a:latin typeface="Poppins"/>
                <a:ea typeface="Poppins"/>
                <a:cs typeface="Poppins"/>
                <a:sym typeface="Poppins"/>
              </a:rPr>
              <a:t>Gestion de la soumission</a:t>
            </a:r>
            <a:r>
              <a:rPr lang="en">
                <a:solidFill>
                  <a:srgbClr val="212121"/>
                </a:solidFill>
                <a:latin typeface="Poppins"/>
                <a:ea typeface="Poppins"/>
                <a:cs typeface="Poppins"/>
                <a:sym typeface="Poppins"/>
              </a:rPr>
              <a:t> : Lors de la soumission, Formik exécute une fonction qui envoie les données à notre serveur via Axios et gère la logique post-soumission comme la redirection ou l'affichage des erreurs spécifiques qui pourraient être retournées par le serveur.</a:t>
            </a:r>
            <a:endParaRPr>
              <a:solidFill>
                <a:srgbClr val="212121"/>
              </a:solidFill>
              <a:latin typeface="Poppins"/>
              <a:ea typeface="Poppins"/>
              <a:cs typeface="Poppins"/>
              <a:sym typeface="Poppins"/>
            </a:endParaRPr>
          </a:p>
        </p:txBody>
      </p:sp>
      <p:pic>
        <p:nvPicPr>
          <p:cNvPr id="1789" name="Google Shape;1789;p78"/>
          <p:cNvPicPr preferRelativeResize="0"/>
          <p:nvPr/>
        </p:nvPicPr>
        <p:blipFill rotWithShape="1">
          <a:blip r:embed="rId3">
            <a:alphaModFix/>
          </a:blip>
          <a:srcRect b="12858" l="7407" r="7348" t="13117"/>
          <a:stretch/>
        </p:blipFill>
        <p:spPr>
          <a:xfrm>
            <a:off x="1377325" y="1515125"/>
            <a:ext cx="6741551" cy="3315700"/>
          </a:xfrm>
          <a:prstGeom prst="rect">
            <a:avLst/>
          </a:prstGeom>
          <a:noFill/>
          <a:ln cap="flat" cmpd="sng" w="28575">
            <a:solidFill>
              <a:schemeClr val="dk1"/>
            </a:solidFill>
            <a:prstDash val="solid"/>
            <a:round/>
            <a:headEnd len="sm" w="sm" type="none"/>
            <a:tailEnd len="sm" w="sm" type="none"/>
          </a:ln>
        </p:spPr>
      </p:pic>
      <p:pic>
        <p:nvPicPr>
          <p:cNvPr id="1790" name="Google Shape;1790;p78"/>
          <p:cNvPicPr preferRelativeResize="0"/>
          <p:nvPr/>
        </p:nvPicPr>
        <p:blipFill>
          <a:blip r:embed="rId4">
            <a:alphaModFix/>
          </a:blip>
          <a:stretch>
            <a:fillRect/>
          </a:stretch>
        </p:blipFill>
        <p:spPr>
          <a:xfrm>
            <a:off x="282449" y="3886925"/>
            <a:ext cx="792951" cy="6842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4" name="Shape 1794"/>
        <p:cNvGrpSpPr/>
        <p:nvPr/>
      </p:nvGrpSpPr>
      <p:grpSpPr>
        <a:xfrm>
          <a:off x="0" y="0"/>
          <a:ext cx="0" cy="0"/>
          <a:chOff x="0" y="0"/>
          <a:chExt cx="0" cy="0"/>
        </a:xfrm>
      </p:grpSpPr>
      <p:sp>
        <p:nvSpPr>
          <p:cNvPr id="1795" name="Google Shape;1795;p79"/>
          <p:cNvSpPr txBox="1"/>
          <p:nvPr>
            <p:ph idx="12" type="sldNum"/>
          </p:nvPr>
        </p:nvSpPr>
        <p:spPr>
          <a:xfrm>
            <a:off x="8424000"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796" name="Google Shape;1796;p79"/>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Contenu Dynamique</a:t>
            </a:r>
            <a:endParaRPr/>
          </a:p>
        </p:txBody>
      </p:sp>
      <p:sp>
        <p:nvSpPr>
          <p:cNvPr id="1797" name="Google Shape;1797;p79"/>
          <p:cNvSpPr txBox="1"/>
          <p:nvPr/>
        </p:nvSpPr>
        <p:spPr>
          <a:xfrm>
            <a:off x="0" y="1322825"/>
            <a:ext cx="18456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latin typeface="Poppins"/>
                <a:ea typeface="Poppins"/>
                <a:cs typeface="Poppins"/>
                <a:sym typeface="Poppins"/>
              </a:rPr>
              <a:t>Visuel du site web</a:t>
            </a:r>
            <a:endParaRPr b="1" sz="1200">
              <a:solidFill>
                <a:schemeClr val="dk1"/>
              </a:solidFill>
              <a:latin typeface="Poppins"/>
              <a:ea typeface="Poppins"/>
              <a:cs typeface="Poppins"/>
              <a:sym typeface="Poppins"/>
            </a:endParaRPr>
          </a:p>
        </p:txBody>
      </p:sp>
      <p:pic>
        <p:nvPicPr>
          <p:cNvPr id="1798" name="Google Shape;1798;p79"/>
          <p:cNvPicPr preferRelativeResize="0"/>
          <p:nvPr/>
        </p:nvPicPr>
        <p:blipFill>
          <a:blip r:embed="rId3">
            <a:alphaModFix/>
          </a:blip>
          <a:stretch>
            <a:fillRect/>
          </a:stretch>
        </p:blipFill>
        <p:spPr>
          <a:xfrm>
            <a:off x="1998000" y="725100"/>
            <a:ext cx="6599875" cy="373992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2" name="Shape 1802"/>
        <p:cNvGrpSpPr/>
        <p:nvPr/>
      </p:nvGrpSpPr>
      <p:grpSpPr>
        <a:xfrm>
          <a:off x="0" y="0"/>
          <a:ext cx="0" cy="0"/>
          <a:chOff x="0" y="0"/>
          <a:chExt cx="0" cy="0"/>
        </a:xfrm>
      </p:grpSpPr>
      <p:sp>
        <p:nvSpPr>
          <p:cNvPr id="1803" name="Google Shape;1803;p80"/>
          <p:cNvSpPr txBox="1"/>
          <p:nvPr>
            <p:ph type="title"/>
          </p:nvPr>
        </p:nvSpPr>
        <p:spPr>
          <a:xfrm>
            <a:off x="713250" y="0"/>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Contenu Dynamique</a:t>
            </a:r>
            <a:endParaRPr/>
          </a:p>
          <a:p>
            <a:pPr indent="0" lvl="0" marL="0" rtl="0" algn="ctr">
              <a:spcBef>
                <a:spcPts val="0"/>
              </a:spcBef>
              <a:spcAft>
                <a:spcPts val="0"/>
              </a:spcAft>
              <a:buNone/>
            </a:pPr>
            <a:r>
              <a:t/>
            </a:r>
            <a:endParaRPr/>
          </a:p>
        </p:txBody>
      </p:sp>
      <p:sp>
        <p:nvSpPr>
          <p:cNvPr id="1804" name="Google Shape;1804;p80"/>
          <p:cNvSpPr txBox="1"/>
          <p:nvPr>
            <p:ph idx="12" type="sldNum"/>
          </p:nvPr>
        </p:nvSpPr>
        <p:spPr>
          <a:xfrm>
            <a:off x="8430750"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r>
              <a:rPr lang="en"/>
              <a:t>/72</a:t>
            </a:r>
            <a:endParaRPr/>
          </a:p>
        </p:txBody>
      </p:sp>
      <p:sp>
        <p:nvSpPr>
          <p:cNvPr id="1805" name="Google Shape;1805;p80"/>
          <p:cNvSpPr txBox="1"/>
          <p:nvPr/>
        </p:nvSpPr>
        <p:spPr>
          <a:xfrm>
            <a:off x="468250" y="572700"/>
            <a:ext cx="88152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Poppins"/>
                <a:ea typeface="Poppins"/>
                <a:cs typeface="Poppins"/>
                <a:sym typeface="Poppins"/>
              </a:rPr>
              <a:t>Concernant le front-end, nous avons essayé </a:t>
            </a:r>
            <a:r>
              <a:rPr lang="en" sz="1700">
                <a:solidFill>
                  <a:schemeClr val="dk1"/>
                </a:solidFill>
                <a:latin typeface="Poppins"/>
                <a:ea typeface="Poppins"/>
                <a:cs typeface="Poppins"/>
                <a:sym typeface="Poppins"/>
              </a:rPr>
              <a:t>d'exploiter</a:t>
            </a:r>
            <a:r>
              <a:rPr lang="en" sz="1700">
                <a:solidFill>
                  <a:schemeClr val="dk1"/>
                </a:solidFill>
                <a:latin typeface="Poppins"/>
                <a:ea typeface="Poppins"/>
                <a:cs typeface="Poppins"/>
                <a:sym typeface="Poppins"/>
              </a:rPr>
              <a:t> les fonctionnalités de React.js pour répondre aux besoins de notre projet, voiçi quelques exemples : </a:t>
            </a:r>
            <a:endParaRPr sz="1700">
              <a:solidFill>
                <a:schemeClr val="dk1"/>
              </a:solidFill>
              <a:latin typeface="Poppins"/>
              <a:ea typeface="Poppins"/>
              <a:cs typeface="Poppins"/>
              <a:sym typeface="Poppins"/>
            </a:endParaRPr>
          </a:p>
        </p:txBody>
      </p:sp>
      <p:sp>
        <p:nvSpPr>
          <p:cNvPr id="1806" name="Google Shape;1806;p80"/>
          <p:cNvSpPr txBox="1"/>
          <p:nvPr/>
        </p:nvSpPr>
        <p:spPr>
          <a:xfrm>
            <a:off x="468250" y="1709525"/>
            <a:ext cx="8369400" cy="104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latin typeface="Poppins"/>
                <a:ea typeface="Poppins"/>
                <a:cs typeface="Poppins"/>
                <a:sym typeface="Poppins"/>
              </a:rPr>
              <a:t>Exemple d'utilisation de </a:t>
            </a:r>
            <a:r>
              <a:rPr b="1" lang="en">
                <a:solidFill>
                  <a:srgbClr val="188038"/>
                </a:solidFill>
                <a:latin typeface="Poppins"/>
                <a:ea typeface="Poppins"/>
                <a:cs typeface="Poppins"/>
                <a:sym typeface="Poppins"/>
              </a:rPr>
              <a:t>useState</a:t>
            </a:r>
            <a:endParaRPr b="1">
              <a:solidFill>
                <a:srgbClr val="188038"/>
              </a:solidFill>
              <a:latin typeface="Poppins"/>
              <a:ea typeface="Poppins"/>
              <a:cs typeface="Poppins"/>
              <a:sym typeface="Poppins"/>
            </a:endParaRPr>
          </a:p>
          <a:p>
            <a:pPr indent="0" lvl="0" marL="0" rtl="0" algn="l">
              <a:lnSpc>
                <a:spcPct val="115000"/>
              </a:lnSpc>
              <a:spcBef>
                <a:spcPts val="1200"/>
              </a:spcBef>
              <a:spcAft>
                <a:spcPts val="1200"/>
              </a:spcAft>
              <a:buNone/>
            </a:pPr>
            <a:r>
              <a:rPr lang="en">
                <a:latin typeface="Poppins"/>
                <a:ea typeface="Poppins"/>
                <a:cs typeface="Poppins"/>
                <a:sym typeface="Poppins"/>
              </a:rPr>
              <a:t>Dans </a:t>
            </a:r>
            <a:r>
              <a:rPr lang="en">
                <a:solidFill>
                  <a:srgbClr val="188038"/>
                </a:solidFill>
                <a:latin typeface="Poppins"/>
                <a:ea typeface="Poppins"/>
                <a:cs typeface="Poppins"/>
                <a:sym typeface="Poppins"/>
              </a:rPr>
              <a:t>CommentSection</a:t>
            </a:r>
            <a:r>
              <a:rPr lang="en">
                <a:latin typeface="Poppins"/>
                <a:ea typeface="Poppins"/>
                <a:cs typeface="Poppins"/>
                <a:sym typeface="Poppins"/>
              </a:rPr>
              <a:t>, </a:t>
            </a:r>
            <a:r>
              <a:rPr lang="en">
                <a:solidFill>
                  <a:srgbClr val="188038"/>
                </a:solidFill>
                <a:latin typeface="Poppins"/>
                <a:ea typeface="Poppins"/>
                <a:cs typeface="Poppins"/>
                <a:sym typeface="Poppins"/>
              </a:rPr>
              <a:t>useState</a:t>
            </a:r>
            <a:r>
              <a:rPr lang="en">
                <a:latin typeface="Poppins"/>
                <a:ea typeface="Poppins"/>
                <a:cs typeface="Poppins"/>
                <a:sym typeface="Poppins"/>
              </a:rPr>
              <a:t> est utilisé pour gérer l'état local des commentaires, des utilisateurs, et des données de nouveau commentaire :</a:t>
            </a:r>
            <a:endParaRPr>
              <a:latin typeface="Poppins"/>
              <a:ea typeface="Poppins"/>
              <a:cs typeface="Poppins"/>
              <a:sym typeface="Poppins"/>
            </a:endParaRPr>
          </a:p>
        </p:txBody>
      </p:sp>
      <p:pic>
        <p:nvPicPr>
          <p:cNvPr id="1807" name="Google Shape;1807;p80"/>
          <p:cNvPicPr preferRelativeResize="0"/>
          <p:nvPr/>
        </p:nvPicPr>
        <p:blipFill rotWithShape="1">
          <a:blip r:embed="rId3">
            <a:alphaModFix/>
          </a:blip>
          <a:srcRect b="31026" l="10853" r="10381" t="21799"/>
          <a:stretch/>
        </p:blipFill>
        <p:spPr>
          <a:xfrm>
            <a:off x="118925" y="2794400"/>
            <a:ext cx="5063500" cy="1455151"/>
          </a:xfrm>
          <a:prstGeom prst="rect">
            <a:avLst/>
          </a:prstGeom>
          <a:noFill/>
          <a:ln cap="flat" cmpd="sng" w="28575">
            <a:solidFill>
              <a:schemeClr val="dk1"/>
            </a:solidFill>
            <a:prstDash val="solid"/>
            <a:round/>
            <a:headEnd len="sm" w="sm" type="none"/>
            <a:tailEnd len="sm" w="sm" type="none"/>
          </a:ln>
        </p:spPr>
      </p:pic>
      <p:sp>
        <p:nvSpPr>
          <p:cNvPr id="1808" name="Google Shape;1808;p80"/>
          <p:cNvSpPr txBox="1"/>
          <p:nvPr/>
        </p:nvSpPr>
        <p:spPr>
          <a:xfrm>
            <a:off x="5507700" y="2592850"/>
            <a:ext cx="2923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88038"/>
                </a:solidFill>
                <a:latin typeface="Poppins"/>
                <a:ea typeface="Poppins"/>
                <a:cs typeface="Poppins"/>
                <a:sym typeface="Poppins"/>
              </a:rPr>
              <a:t>comments</a:t>
            </a:r>
            <a:r>
              <a:rPr lang="en">
                <a:latin typeface="Poppins"/>
                <a:ea typeface="Poppins"/>
                <a:cs typeface="Poppins"/>
                <a:sym typeface="Poppins"/>
              </a:rPr>
              <a:t> stocke la liste des commentaires actuels.</a:t>
            </a:r>
            <a:endParaRPr>
              <a:latin typeface="Poppins"/>
              <a:ea typeface="Poppins"/>
              <a:cs typeface="Poppins"/>
              <a:sym typeface="Poppins"/>
            </a:endParaRPr>
          </a:p>
        </p:txBody>
      </p:sp>
      <p:pic>
        <p:nvPicPr>
          <p:cNvPr id="1809" name="Google Shape;1809;p80"/>
          <p:cNvPicPr preferRelativeResize="0"/>
          <p:nvPr/>
        </p:nvPicPr>
        <p:blipFill>
          <a:blip r:embed="rId4">
            <a:alphaModFix/>
          </a:blip>
          <a:stretch>
            <a:fillRect/>
          </a:stretch>
        </p:blipFill>
        <p:spPr>
          <a:xfrm>
            <a:off x="4085150" y="1196700"/>
            <a:ext cx="973701" cy="973701"/>
          </a:xfrm>
          <a:prstGeom prst="rect">
            <a:avLst/>
          </a:prstGeom>
          <a:noFill/>
          <a:ln>
            <a:noFill/>
          </a:ln>
        </p:spPr>
      </p:pic>
      <p:sp>
        <p:nvSpPr>
          <p:cNvPr id="1810" name="Google Shape;1810;p80"/>
          <p:cNvSpPr txBox="1"/>
          <p:nvPr/>
        </p:nvSpPr>
        <p:spPr>
          <a:xfrm>
            <a:off x="5507700" y="3918550"/>
            <a:ext cx="3210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188038"/>
                </a:solidFill>
                <a:latin typeface="Poppins"/>
                <a:ea typeface="Poppins"/>
                <a:cs typeface="Poppins"/>
                <a:sym typeface="Poppins"/>
              </a:rPr>
              <a:t>newComment</a:t>
            </a:r>
            <a:r>
              <a:rPr lang="en">
                <a:latin typeface="Poppins"/>
                <a:ea typeface="Poppins"/>
                <a:cs typeface="Poppins"/>
                <a:sym typeface="Poppins"/>
              </a:rPr>
              <a:t> gère la saisie de texte pour un nouveau commentaire.</a:t>
            </a:r>
            <a:endParaRPr/>
          </a:p>
        </p:txBody>
      </p:sp>
      <p:sp>
        <p:nvSpPr>
          <p:cNvPr id="1811" name="Google Shape;1811;p80"/>
          <p:cNvSpPr/>
          <p:nvPr/>
        </p:nvSpPr>
        <p:spPr>
          <a:xfrm rot="10104794">
            <a:off x="4303640" y="2884132"/>
            <a:ext cx="1278555" cy="342070"/>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12" name="Google Shape;1812;p80"/>
          <p:cNvSpPr/>
          <p:nvPr/>
        </p:nvSpPr>
        <p:spPr>
          <a:xfrm rot="-9900894">
            <a:off x="4236565" y="3964709"/>
            <a:ext cx="1278581" cy="341951"/>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180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6" name="Shape 1816"/>
        <p:cNvGrpSpPr/>
        <p:nvPr/>
      </p:nvGrpSpPr>
      <p:grpSpPr>
        <a:xfrm>
          <a:off x="0" y="0"/>
          <a:ext cx="0" cy="0"/>
          <a:chOff x="0" y="0"/>
          <a:chExt cx="0" cy="0"/>
        </a:xfrm>
      </p:grpSpPr>
      <p:sp>
        <p:nvSpPr>
          <p:cNvPr id="1817" name="Google Shape;1817;p81"/>
          <p:cNvSpPr txBox="1"/>
          <p:nvPr>
            <p:ph idx="12" type="sldNum"/>
          </p:nvPr>
        </p:nvSpPr>
        <p:spPr>
          <a:xfrm>
            <a:off x="8430748"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818" name="Google Shape;1818;p81"/>
          <p:cNvSpPr txBox="1"/>
          <p:nvPr>
            <p:ph type="title"/>
          </p:nvPr>
        </p:nvSpPr>
        <p:spPr>
          <a:xfrm>
            <a:off x="713250" y="0"/>
            <a:ext cx="77175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Contenu Dynamique</a:t>
            </a:r>
            <a:endParaRPr/>
          </a:p>
        </p:txBody>
      </p:sp>
      <p:pic>
        <p:nvPicPr>
          <p:cNvPr id="1819" name="Google Shape;1819;p81"/>
          <p:cNvPicPr preferRelativeResize="0"/>
          <p:nvPr/>
        </p:nvPicPr>
        <p:blipFill>
          <a:blip r:embed="rId3">
            <a:alphaModFix/>
          </a:blip>
          <a:stretch>
            <a:fillRect/>
          </a:stretch>
        </p:blipFill>
        <p:spPr>
          <a:xfrm>
            <a:off x="7979950" y="1650125"/>
            <a:ext cx="973701" cy="973701"/>
          </a:xfrm>
          <a:prstGeom prst="rect">
            <a:avLst/>
          </a:prstGeom>
          <a:noFill/>
          <a:ln>
            <a:noFill/>
          </a:ln>
        </p:spPr>
      </p:pic>
      <p:sp>
        <p:nvSpPr>
          <p:cNvPr id="1820" name="Google Shape;1820;p81"/>
          <p:cNvSpPr txBox="1"/>
          <p:nvPr/>
        </p:nvSpPr>
        <p:spPr>
          <a:xfrm>
            <a:off x="653800" y="867875"/>
            <a:ext cx="7147500" cy="93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Exemple d'utilisation de </a:t>
            </a:r>
            <a:r>
              <a:rPr b="1" lang="en" sz="1300">
                <a:solidFill>
                  <a:srgbClr val="188038"/>
                </a:solidFill>
                <a:latin typeface="Roboto Mono"/>
                <a:ea typeface="Roboto Mono"/>
                <a:cs typeface="Roboto Mono"/>
                <a:sym typeface="Roboto Mono"/>
              </a:rPr>
              <a:t>useEffect</a:t>
            </a:r>
            <a:endParaRPr b="1" sz="13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1200"/>
              </a:spcAft>
              <a:buNone/>
            </a:pPr>
            <a:r>
              <a:rPr lang="en" sz="1100">
                <a:solidFill>
                  <a:srgbClr val="188038"/>
                </a:solidFill>
                <a:latin typeface="Roboto Mono"/>
                <a:ea typeface="Roboto Mono"/>
                <a:cs typeface="Roboto Mono"/>
                <a:sym typeface="Roboto Mono"/>
              </a:rPr>
              <a:t>useEffect</a:t>
            </a:r>
            <a:r>
              <a:rPr lang="en" sz="1100"/>
              <a:t> est utilisé pour charger les commentaires liés à une citation spécifique dès que le composant est monté ou que l'ID de la citation change :</a:t>
            </a:r>
            <a:endParaRPr sz="1100"/>
          </a:p>
        </p:txBody>
      </p:sp>
      <p:pic>
        <p:nvPicPr>
          <p:cNvPr id="1821" name="Google Shape;1821;p81"/>
          <p:cNvPicPr preferRelativeResize="0"/>
          <p:nvPr/>
        </p:nvPicPr>
        <p:blipFill rotWithShape="1">
          <a:blip r:embed="rId4">
            <a:alphaModFix/>
          </a:blip>
          <a:srcRect b="16022" l="6930" r="7188" t="15968"/>
          <a:stretch/>
        </p:blipFill>
        <p:spPr>
          <a:xfrm>
            <a:off x="653800" y="1858175"/>
            <a:ext cx="7224974" cy="2513824"/>
          </a:xfrm>
          <a:prstGeom prst="rect">
            <a:avLst/>
          </a:prstGeom>
          <a:noFill/>
          <a:ln cap="flat" cmpd="sng" w="2857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
        <p:nvSpPr>
          <p:cNvPr id="1826" name="Google Shape;1826;p82"/>
          <p:cNvSpPr txBox="1"/>
          <p:nvPr>
            <p:ph idx="12" type="sldNum"/>
          </p:nvPr>
        </p:nvSpPr>
        <p:spPr>
          <a:xfrm>
            <a:off x="8430748" y="4749850"/>
            <a:ext cx="674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827" name="Google Shape;1827;p82"/>
          <p:cNvSpPr txBox="1"/>
          <p:nvPr>
            <p:ph type="title"/>
          </p:nvPr>
        </p:nvSpPr>
        <p:spPr>
          <a:xfrm>
            <a:off x="713250" y="0"/>
            <a:ext cx="77175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Contenu Dynamique</a:t>
            </a:r>
            <a:endParaRPr/>
          </a:p>
        </p:txBody>
      </p:sp>
      <p:sp>
        <p:nvSpPr>
          <p:cNvPr id="1828" name="Google Shape;1828;p82"/>
          <p:cNvSpPr txBox="1"/>
          <p:nvPr/>
        </p:nvSpPr>
        <p:spPr>
          <a:xfrm>
            <a:off x="964525" y="404800"/>
            <a:ext cx="8087100" cy="93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latin typeface="Poppins"/>
                <a:ea typeface="Poppins"/>
                <a:cs typeface="Poppins"/>
                <a:sym typeface="Poppins"/>
              </a:rPr>
              <a:t>Exemple d'affichage conditionnel</a:t>
            </a:r>
            <a:endParaRPr b="1" sz="1300">
              <a:latin typeface="Poppins"/>
              <a:ea typeface="Poppins"/>
              <a:cs typeface="Poppins"/>
              <a:sym typeface="Poppins"/>
            </a:endParaRPr>
          </a:p>
          <a:p>
            <a:pPr indent="0" lvl="0" marL="0" rtl="0" algn="l">
              <a:lnSpc>
                <a:spcPct val="115000"/>
              </a:lnSpc>
              <a:spcBef>
                <a:spcPts val="1200"/>
              </a:spcBef>
              <a:spcAft>
                <a:spcPts val="1200"/>
              </a:spcAft>
              <a:buNone/>
            </a:pPr>
            <a:r>
              <a:rPr lang="en" sz="1100">
                <a:latin typeface="Poppins"/>
                <a:ea typeface="Poppins"/>
                <a:cs typeface="Poppins"/>
                <a:sym typeface="Poppins"/>
              </a:rPr>
              <a:t>L'affichage conditionnel est utilisé pour montrer les options d'édition et de suppression uniquement aux utilisateurs qui ont créé le commentaire :</a:t>
            </a:r>
            <a:endParaRPr sz="1100">
              <a:latin typeface="Poppins"/>
              <a:ea typeface="Poppins"/>
              <a:cs typeface="Poppins"/>
              <a:sym typeface="Poppins"/>
            </a:endParaRPr>
          </a:p>
        </p:txBody>
      </p:sp>
      <p:pic>
        <p:nvPicPr>
          <p:cNvPr id="1829" name="Google Shape;1829;p82"/>
          <p:cNvPicPr preferRelativeResize="0"/>
          <p:nvPr/>
        </p:nvPicPr>
        <p:blipFill rotWithShape="1">
          <a:blip r:embed="rId3">
            <a:alphaModFix/>
          </a:blip>
          <a:srcRect b="26504" l="8343" r="8051" t="13893"/>
          <a:stretch/>
        </p:blipFill>
        <p:spPr>
          <a:xfrm>
            <a:off x="95100" y="1404750"/>
            <a:ext cx="5764974" cy="2471679"/>
          </a:xfrm>
          <a:prstGeom prst="rect">
            <a:avLst/>
          </a:prstGeom>
          <a:noFill/>
          <a:ln cap="flat" cmpd="sng" w="28575">
            <a:solidFill>
              <a:schemeClr val="dk1"/>
            </a:solidFill>
            <a:prstDash val="solid"/>
            <a:round/>
            <a:headEnd len="sm" w="sm" type="none"/>
            <a:tailEnd len="sm" w="sm" type="none"/>
          </a:ln>
        </p:spPr>
      </p:pic>
      <p:sp>
        <p:nvSpPr>
          <p:cNvPr id="1830" name="Google Shape;1830;p82"/>
          <p:cNvSpPr txBox="1"/>
          <p:nvPr/>
        </p:nvSpPr>
        <p:spPr>
          <a:xfrm>
            <a:off x="5860075" y="1568450"/>
            <a:ext cx="32454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Poppins"/>
                <a:ea typeface="Poppins"/>
                <a:cs typeface="Poppins"/>
                <a:sym typeface="Poppins"/>
              </a:rPr>
              <a:t>Ici, les icônes de modification (</a:t>
            </a:r>
            <a:r>
              <a:rPr lang="en" sz="1500">
                <a:solidFill>
                  <a:srgbClr val="188038"/>
                </a:solidFill>
                <a:latin typeface="Poppins"/>
                <a:ea typeface="Poppins"/>
                <a:cs typeface="Poppins"/>
                <a:sym typeface="Poppins"/>
              </a:rPr>
              <a:t>PencilIcon</a:t>
            </a:r>
            <a:r>
              <a:rPr lang="en" sz="1500">
                <a:latin typeface="Poppins"/>
                <a:ea typeface="Poppins"/>
                <a:cs typeface="Poppins"/>
                <a:sym typeface="Poppins"/>
              </a:rPr>
              <a:t>) et de suppression (</a:t>
            </a:r>
            <a:r>
              <a:rPr lang="en" sz="1500">
                <a:solidFill>
                  <a:srgbClr val="188038"/>
                </a:solidFill>
                <a:latin typeface="Poppins"/>
                <a:ea typeface="Poppins"/>
                <a:cs typeface="Poppins"/>
                <a:sym typeface="Poppins"/>
              </a:rPr>
              <a:t>TrashIcon</a:t>
            </a:r>
            <a:r>
              <a:rPr lang="en" sz="1500">
                <a:latin typeface="Poppins"/>
                <a:ea typeface="Poppins"/>
                <a:cs typeface="Poppins"/>
                <a:sym typeface="Poppins"/>
              </a:rPr>
              <a:t>) sont affichées uniquement si l'ID de l'utilisateur actuel correspond à l'ID de l'utilisateur qui a posté le commentaire.</a:t>
            </a:r>
            <a:endParaRPr sz="1500">
              <a:latin typeface="Poppins"/>
              <a:ea typeface="Poppins"/>
              <a:cs typeface="Poppins"/>
              <a:sym typeface="Poppins"/>
            </a:endParaRPr>
          </a:p>
        </p:txBody>
      </p:sp>
      <p:pic>
        <p:nvPicPr>
          <p:cNvPr id="1831" name="Google Shape;1831;p82"/>
          <p:cNvPicPr preferRelativeResize="0"/>
          <p:nvPr/>
        </p:nvPicPr>
        <p:blipFill>
          <a:blip r:embed="rId4">
            <a:alphaModFix/>
          </a:blip>
          <a:stretch>
            <a:fillRect/>
          </a:stretch>
        </p:blipFill>
        <p:spPr>
          <a:xfrm>
            <a:off x="6585025" y="3776150"/>
            <a:ext cx="973701" cy="9737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8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83"/>
          <p:cNvSpPr txBox="1"/>
          <p:nvPr>
            <p:ph idx="12" type="sldNum"/>
          </p:nvPr>
        </p:nvSpPr>
        <p:spPr>
          <a:xfrm>
            <a:off x="8414873" y="4838700"/>
            <a:ext cx="690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837" name="Google Shape;1837;p83"/>
          <p:cNvSpPr txBox="1"/>
          <p:nvPr>
            <p:ph idx="4294967295" type="subTitle"/>
          </p:nvPr>
        </p:nvSpPr>
        <p:spPr>
          <a:xfrm>
            <a:off x="1226875" y="0"/>
            <a:ext cx="7878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300">
                <a:latin typeface="Aref Ruqaa"/>
                <a:ea typeface="Aref Ruqaa"/>
                <a:cs typeface="Aref Ruqaa"/>
                <a:sym typeface="Aref Ruqaa"/>
              </a:rPr>
              <a:t>Accessibilité</a:t>
            </a:r>
            <a:endParaRPr b="1" sz="3300">
              <a:latin typeface="Aref Ruqaa"/>
              <a:ea typeface="Aref Ruqaa"/>
              <a:cs typeface="Aref Ruqaa"/>
              <a:sym typeface="Aref Ruqaa"/>
            </a:endParaRPr>
          </a:p>
        </p:txBody>
      </p:sp>
      <p:pic>
        <p:nvPicPr>
          <p:cNvPr id="1838" name="Google Shape;1838;p83"/>
          <p:cNvPicPr preferRelativeResize="0"/>
          <p:nvPr/>
        </p:nvPicPr>
        <p:blipFill>
          <a:blip r:embed="rId3">
            <a:alphaModFix/>
          </a:blip>
          <a:stretch>
            <a:fillRect/>
          </a:stretch>
        </p:blipFill>
        <p:spPr>
          <a:xfrm>
            <a:off x="5300850" y="690150"/>
            <a:ext cx="3406106" cy="3763200"/>
          </a:xfrm>
          <a:prstGeom prst="rect">
            <a:avLst/>
          </a:prstGeom>
          <a:noFill/>
          <a:ln cap="flat" cmpd="sng" w="28575">
            <a:solidFill>
              <a:schemeClr val="dk1"/>
            </a:solidFill>
            <a:prstDash val="solid"/>
            <a:round/>
            <a:headEnd len="sm" w="sm" type="none"/>
            <a:tailEnd len="sm" w="sm" type="none"/>
          </a:ln>
        </p:spPr>
      </p:pic>
      <p:sp>
        <p:nvSpPr>
          <p:cNvPr id="1839" name="Google Shape;1839;p83"/>
          <p:cNvSpPr txBox="1"/>
          <p:nvPr/>
        </p:nvSpPr>
        <p:spPr>
          <a:xfrm>
            <a:off x="243750" y="944975"/>
            <a:ext cx="50571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Pour améliorer l'accessibilité de notre application, nous avons utilisé le contrôle de contraste</a:t>
            </a:r>
            <a:r>
              <a:rPr lang="en" sz="1800">
                <a:uFill>
                  <a:noFill/>
                </a:uFill>
                <a:latin typeface="Poppins"/>
                <a:ea typeface="Poppins"/>
                <a:cs typeface="Poppins"/>
                <a:sym typeface="Poppins"/>
                <a:hlinkClick r:id="rId4"/>
              </a:rPr>
              <a:t> </a:t>
            </a:r>
            <a:r>
              <a:rPr lang="en" sz="1800" u="sng">
                <a:latin typeface="Poppins"/>
                <a:ea typeface="Poppins"/>
                <a:cs typeface="Poppins"/>
                <a:sym typeface="Poppins"/>
                <a:hlinkClick r:id="rId5"/>
              </a:rPr>
              <a:t>WebAIM</a:t>
            </a:r>
            <a:r>
              <a:rPr lang="en" sz="1800">
                <a:latin typeface="Poppins"/>
                <a:ea typeface="Poppins"/>
                <a:cs typeface="Poppins"/>
                <a:sym typeface="Poppins"/>
              </a:rPr>
              <a:t> pour optimiser les couleurs de notre charte graphique</a:t>
            </a:r>
            <a:endParaRPr sz="1800">
              <a:latin typeface="Poppins"/>
              <a:ea typeface="Poppins"/>
              <a:cs typeface="Poppins"/>
              <a:sym typeface="Poppins"/>
            </a:endParaRPr>
          </a:p>
        </p:txBody>
      </p:sp>
      <p:pic>
        <p:nvPicPr>
          <p:cNvPr id="1840" name="Google Shape;1840;p83"/>
          <p:cNvPicPr preferRelativeResize="0"/>
          <p:nvPr/>
        </p:nvPicPr>
        <p:blipFill>
          <a:blip r:embed="rId6">
            <a:alphaModFix/>
          </a:blip>
          <a:stretch>
            <a:fillRect/>
          </a:stretch>
        </p:blipFill>
        <p:spPr>
          <a:xfrm>
            <a:off x="1233188" y="2237975"/>
            <a:ext cx="3078218" cy="2471125"/>
          </a:xfrm>
          <a:prstGeom prst="rect">
            <a:avLst/>
          </a:prstGeom>
          <a:noFill/>
          <a:ln cap="flat" cmpd="sng" w="28575">
            <a:solidFill>
              <a:schemeClr val="dk1"/>
            </a:solidFill>
            <a:prstDash val="solid"/>
            <a:round/>
            <a:headEnd len="sm" w="sm" type="none"/>
            <a:tailEnd len="sm" w="sm" type="none"/>
          </a:ln>
        </p:spPr>
      </p:pic>
      <p:sp>
        <p:nvSpPr>
          <p:cNvPr id="1841" name="Google Shape;1841;p83"/>
          <p:cNvSpPr txBox="1"/>
          <p:nvPr/>
        </p:nvSpPr>
        <p:spPr>
          <a:xfrm>
            <a:off x="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41</a:t>
            </a:r>
            <a:endParaRPr b="1" sz="1000">
              <a:solidFill>
                <a:schemeClr val="dk1"/>
              </a:solidFill>
              <a:latin typeface="Poppins"/>
              <a:ea typeface="Poppins"/>
              <a:cs typeface="Poppins"/>
              <a:sym typeface="Poppins"/>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84"/>
          <p:cNvSpPr txBox="1"/>
          <p:nvPr>
            <p:ph idx="12" type="sldNum"/>
          </p:nvPr>
        </p:nvSpPr>
        <p:spPr>
          <a:xfrm>
            <a:off x="8423998" y="47892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847" name="Google Shape;1847;p84"/>
          <p:cNvPicPr preferRelativeResize="0"/>
          <p:nvPr/>
        </p:nvPicPr>
        <p:blipFill>
          <a:blip r:embed="rId3">
            <a:alphaModFix/>
          </a:blip>
          <a:stretch>
            <a:fillRect/>
          </a:stretch>
        </p:blipFill>
        <p:spPr>
          <a:xfrm>
            <a:off x="5478199" y="1093350"/>
            <a:ext cx="3333557" cy="3647651"/>
          </a:xfrm>
          <a:prstGeom prst="rect">
            <a:avLst/>
          </a:prstGeom>
          <a:noFill/>
          <a:ln cap="flat" cmpd="sng" w="28575">
            <a:solidFill>
              <a:schemeClr val="dk1"/>
            </a:solidFill>
            <a:prstDash val="solid"/>
            <a:round/>
            <a:headEnd len="sm" w="sm" type="none"/>
            <a:tailEnd len="sm" w="sm" type="none"/>
          </a:ln>
        </p:spPr>
      </p:pic>
      <p:sp>
        <p:nvSpPr>
          <p:cNvPr id="1848" name="Google Shape;1848;p84"/>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Accessibilité</a:t>
            </a:r>
            <a:endParaRPr/>
          </a:p>
          <a:p>
            <a:pPr indent="0" lvl="0" marL="0" rtl="0" algn="ctr">
              <a:spcBef>
                <a:spcPts val="0"/>
              </a:spcBef>
              <a:spcAft>
                <a:spcPts val="0"/>
              </a:spcAft>
              <a:buNone/>
            </a:pPr>
            <a:r>
              <a:t/>
            </a:r>
            <a:endParaRPr/>
          </a:p>
        </p:txBody>
      </p:sp>
      <p:sp>
        <p:nvSpPr>
          <p:cNvPr id="1849" name="Google Shape;1849;p84"/>
          <p:cNvSpPr txBox="1"/>
          <p:nvPr/>
        </p:nvSpPr>
        <p:spPr>
          <a:xfrm>
            <a:off x="0" y="660600"/>
            <a:ext cx="56721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Poppins"/>
                <a:ea typeface="Poppins"/>
                <a:cs typeface="Poppins"/>
                <a:sym typeface="Poppins"/>
              </a:rPr>
              <a:t>Pour les éléments moins critiques tels que les bordures des formulaires et les titres, nous avons utilisé une deuxième combinaison de couleurs avec un rapport de contraste de 3.21:1. </a:t>
            </a:r>
            <a:endParaRPr sz="1500">
              <a:latin typeface="Poppins"/>
              <a:ea typeface="Poppins"/>
              <a:cs typeface="Poppins"/>
              <a:sym typeface="Poppins"/>
            </a:endParaRPr>
          </a:p>
        </p:txBody>
      </p:sp>
      <p:pic>
        <p:nvPicPr>
          <p:cNvPr id="1850" name="Google Shape;1850;p84"/>
          <p:cNvPicPr preferRelativeResize="0"/>
          <p:nvPr/>
        </p:nvPicPr>
        <p:blipFill rotWithShape="1">
          <a:blip r:embed="rId4">
            <a:alphaModFix/>
          </a:blip>
          <a:srcRect b="17573" l="0" r="0" t="0"/>
          <a:stretch/>
        </p:blipFill>
        <p:spPr>
          <a:xfrm>
            <a:off x="719999" y="1768800"/>
            <a:ext cx="3894928" cy="2919551"/>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4" name="Shape 1854"/>
        <p:cNvGrpSpPr/>
        <p:nvPr/>
      </p:nvGrpSpPr>
      <p:grpSpPr>
        <a:xfrm>
          <a:off x="0" y="0"/>
          <a:ext cx="0" cy="0"/>
          <a:chOff x="0" y="0"/>
          <a:chExt cx="0" cy="0"/>
        </a:xfrm>
      </p:grpSpPr>
      <p:sp>
        <p:nvSpPr>
          <p:cNvPr id="1855" name="Google Shape;1855;p85"/>
          <p:cNvSpPr txBox="1"/>
          <p:nvPr>
            <p:ph idx="12" type="sldNum"/>
          </p:nvPr>
        </p:nvSpPr>
        <p:spPr>
          <a:xfrm>
            <a:off x="8423998" y="479810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856" name="Google Shape;1856;p85"/>
          <p:cNvSpPr txBox="1"/>
          <p:nvPr>
            <p:ph idx="4294967295" type="title"/>
          </p:nvPr>
        </p:nvSpPr>
        <p:spPr>
          <a:xfrm>
            <a:off x="720000" y="3784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Accessibilité</a:t>
            </a:r>
            <a:endParaRPr/>
          </a:p>
          <a:p>
            <a:pPr indent="0" lvl="0" marL="0" rtl="0" algn="ctr">
              <a:spcBef>
                <a:spcPts val="0"/>
              </a:spcBef>
              <a:spcAft>
                <a:spcPts val="0"/>
              </a:spcAft>
              <a:buNone/>
            </a:pPr>
            <a:r>
              <a:t/>
            </a:r>
            <a:endParaRPr/>
          </a:p>
        </p:txBody>
      </p:sp>
      <p:pic>
        <p:nvPicPr>
          <p:cNvPr id="1857" name="Google Shape;1857;p85"/>
          <p:cNvPicPr preferRelativeResize="0"/>
          <p:nvPr/>
        </p:nvPicPr>
        <p:blipFill rotWithShape="1">
          <a:blip r:embed="rId3">
            <a:alphaModFix/>
          </a:blip>
          <a:srcRect b="29837" l="9088" r="9251" t="15962"/>
          <a:stretch/>
        </p:blipFill>
        <p:spPr>
          <a:xfrm>
            <a:off x="1858475" y="2599325"/>
            <a:ext cx="5427050" cy="2055825"/>
          </a:xfrm>
          <a:prstGeom prst="rect">
            <a:avLst/>
          </a:prstGeom>
          <a:noFill/>
          <a:ln cap="flat" cmpd="sng" w="28575">
            <a:solidFill>
              <a:schemeClr val="dk1"/>
            </a:solidFill>
            <a:prstDash val="solid"/>
            <a:round/>
            <a:headEnd len="sm" w="sm" type="none"/>
            <a:tailEnd len="sm" w="sm" type="none"/>
          </a:ln>
        </p:spPr>
      </p:pic>
      <p:sp>
        <p:nvSpPr>
          <p:cNvPr id="1858" name="Google Shape;1858;p85"/>
          <p:cNvSpPr txBox="1"/>
          <p:nvPr/>
        </p:nvSpPr>
        <p:spPr>
          <a:xfrm>
            <a:off x="633450" y="951150"/>
            <a:ext cx="7877100" cy="15444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SzPts val="1600"/>
              <a:buFont typeface="Poppins"/>
              <a:buChar char="●"/>
            </a:pPr>
            <a:r>
              <a:rPr lang="en" sz="1600">
                <a:latin typeface="Poppins"/>
                <a:ea typeface="Poppins"/>
                <a:cs typeface="Poppins"/>
                <a:sym typeface="Poppins"/>
              </a:rPr>
              <a:t>Les balises </a:t>
            </a:r>
            <a:r>
              <a:rPr lang="en" sz="1600">
                <a:solidFill>
                  <a:srgbClr val="188038"/>
                </a:solidFill>
                <a:latin typeface="Poppins"/>
                <a:ea typeface="Poppins"/>
                <a:cs typeface="Poppins"/>
                <a:sym typeface="Poppins"/>
              </a:rPr>
              <a:t>aria-label</a:t>
            </a:r>
            <a:r>
              <a:rPr lang="en" sz="1600">
                <a:latin typeface="Poppins"/>
                <a:ea typeface="Poppins"/>
                <a:cs typeface="Poppins"/>
                <a:sym typeface="Poppins"/>
              </a:rPr>
              <a:t> sont utilisées pour fournir des descriptions textuelles accessibles aux technologies d'assistance.</a:t>
            </a:r>
            <a:endParaRPr sz="1600">
              <a:latin typeface="Poppins"/>
              <a:ea typeface="Poppins"/>
              <a:cs typeface="Poppins"/>
              <a:sym typeface="Poppins"/>
            </a:endParaRPr>
          </a:p>
          <a:p>
            <a:pPr indent="-330200" lvl="0" marL="457200" rtl="0" algn="l">
              <a:spcBef>
                <a:spcPts val="1000"/>
              </a:spcBef>
              <a:spcAft>
                <a:spcPts val="1000"/>
              </a:spcAft>
              <a:buSzPts val="1600"/>
              <a:buFont typeface="Poppins"/>
              <a:buChar char="●"/>
            </a:pPr>
            <a:r>
              <a:rPr lang="en" sz="1600">
                <a:latin typeface="Poppins"/>
                <a:ea typeface="Poppins"/>
                <a:cs typeface="Poppins"/>
                <a:sym typeface="Poppins"/>
              </a:rPr>
              <a:t>Elle améliore l'accessibilité du contenu web pour les utilisateurs ayant des déficiences visuelles en offrant un contexte clair et des instructions pour les éléments interactifs.</a:t>
            </a:r>
            <a:endParaRPr sz="1600">
              <a:latin typeface="Poppins"/>
              <a:ea typeface="Poppins"/>
              <a:cs typeface="Poppins"/>
              <a:sym typeface="Poppins"/>
            </a:endParaRPr>
          </a:p>
        </p:txBody>
      </p:sp>
      <p:sp>
        <p:nvSpPr>
          <p:cNvPr id="1859" name="Google Shape;1859;p85"/>
          <p:cNvSpPr/>
          <p:nvPr/>
        </p:nvSpPr>
        <p:spPr>
          <a:xfrm rot="776942">
            <a:off x="1510571" y="2897966"/>
            <a:ext cx="1299958" cy="212717"/>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p86"/>
          <p:cNvSpPr txBox="1"/>
          <p:nvPr>
            <p:ph idx="12" type="sldNum"/>
          </p:nvPr>
        </p:nvSpPr>
        <p:spPr>
          <a:xfrm>
            <a:off x="8371500" y="4749850"/>
            <a:ext cx="7338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865" name="Google Shape;1865;p86"/>
          <p:cNvSpPr txBox="1"/>
          <p:nvPr/>
        </p:nvSpPr>
        <p:spPr>
          <a:xfrm>
            <a:off x="2996125" y="0"/>
            <a:ext cx="3000000" cy="692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300">
                <a:solidFill>
                  <a:schemeClr val="dk1"/>
                </a:solidFill>
                <a:latin typeface="Aref Ruqaa"/>
                <a:ea typeface="Aref Ruqaa"/>
                <a:cs typeface="Aref Ruqaa"/>
                <a:sym typeface="Aref Ruqaa"/>
              </a:rPr>
              <a:t>Accessibilité</a:t>
            </a:r>
            <a:endParaRPr b="1" sz="3300">
              <a:solidFill>
                <a:schemeClr val="dk1"/>
              </a:solidFill>
              <a:latin typeface="Aref Ruqaa"/>
              <a:ea typeface="Aref Ruqaa"/>
              <a:cs typeface="Aref Ruqaa"/>
              <a:sym typeface="Aref Ruqaa"/>
            </a:endParaRPr>
          </a:p>
        </p:txBody>
      </p:sp>
      <p:pic>
        <p:nvPicPr>
          <p:cNvPr id="1866" name="Google Shape;1866;p86"/>
          <p:cNvPicPr preferRelativeResize="0"/>
          <p:nvPr/>
        </p:nvPicPr>
        <p:blipFill>
          <a:blip r:embed="rId3">
            <a:alphaModFix/>
          </a:blip>
          <a:stretch>
            <a:fillRect/>
          </a:stretch>
        </p:blipFill>
        <p:spPr>
          <a:xfrm>
            <a:off x="1815850" y="656950"/>
            <a:ext cx="5512296" cy="4146000"/>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0" name="Shape 1870"/>
        <p:cNvGrpSpPr/>
        <p:nvPr/>
      </p:nvGrpSpPr>
      <p:grpSpPr>
        <a:xfrm>
          <a:off x="0" y="0"/>
          <a:ext cx="0" cy="0"/>
          <a:chOff x="0" y="0"/>
          <a:chExt cx="0" cy="0"/>
        </a:xfrm>
      </p:grpSpPr>
      <p:sp>
        <p:nvSpPr>
          <p:cNvPr id="1871" name="Google Shape;1871;p87"/>
          <p:cNvSpPr txBox="1"/>
          <p:nvPr>
            <p:ph idx="12" type="sldNum"/>
          </p:nvPr>
        </p:nvSpPr>
        <p:spPr>
          <a:xfrm>
            <a:off x="8424000"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872" name="Google Shape;1872;p8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Mise en production</a:t>
            </a:r>
            <a:endParaRPr u="sng"/>
          </a:p>
        </p:txBody>
      </p:sp>
      <p:sp>
        <p:nvSpPr>
          <p:cNvPr id="1873" name="Google Shape;1873;p87"/>
          <p:cNvSpPr txBox="1"/>
          <p:nvPr>
            <p:ph idx="2" type="title"/>
          </p:nvPr>
        </p:nvSpPr>
        <p:spPr>
          <a:xfrm>
            <a:off x="1369350" y="154162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13</a:t>
            </a:r>
            <a:endParaRPr/>
          </a:p>
        </p:txBody>
      </p:sp>
      <p:sp>
        <p:nvSpPr>
          <p:cNvPr id="1874" name="Google Shape;1874;p87"/>
          <p:cNvSpPr txBox="1"/>
          <p:nvPr>
            <p:ph idx="4" type="title"/>
          </p:nvPr>
        </p:nvSpPr>
        <p:spPr>
          <a:xfrm>
            <a:off x="4181100" y="2675100"/>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14</a:t>
            </a:r>
            <a:endParaRPr/>
          </a:p>
        </p:txBody>
      </p:sp>
      <p:sp>
        <p:nvSpPr>
          <p:cNvPr id="1875" name="Google Shape;1875;p87"/>
          <p:cNvSpPr txBox="1"/>
          <p:nvPr>
            <p:ph idx="6" type="title"/>
          </p:nvPr>
        </p:nvSpPr>
        <p:spPr>
          <a:xfrm>
            <a:off x="6992850" y="1541625"/>
            <a:ext cx="937200" cy="634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1876" name="Google Shape;1876;p87"/>
          <p:cNvSpPr txBox="1"/>
          <p:nvPr>
            <p:ph idx="1" type="subTitle"/>
          </p:nvPr>
        </p:nvSpPr>
        <p:spPr>
          <a:xfrm>
            <a:off x="797700" y="2241350"/>
            <a:ext cx="2080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Tests</a:t>
            </a:r>
            <a:endParaRPr/>
          </a:p>
        </p:txBody>
      </p:sp>
      <p:sp>
        <p:nvSpPr>
          <p:cNvPr id="1877" name="Google Shape;1877;p87"/>
          <p:cNvSpPr txBox="1"/>
          <p:nvPr>
            <p:ph idx="8" type="subTitle"/>
          </p:nvPr>
        </p:nvSpPr>
        <p:spPr>
          <a:xfrm>
            <a:off x="3609450" y="3374825"/>
            <a:ext cx="2080500" cy="886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Déploiement</a:t>
            </a:r>
            <a:endParaRPr/>
          </a:p>
        </p:txBody>
      </p:sp>
      <p:sp>
        <p:nvSpPr>
          <p:cNvPr id="1878" name="Google Shape;1878;p87"/>
          <p:cNvSpPr txBox="1"/>
          <p:nvPr>
            <p:ph idx="9" type="subTitle"/>
          </p:nvPr>
        </p:nvSpPr>
        <p:spPr>
          <a:xfrm>
            <a:off x="5900950" y="2241350"/>
            <a:ext cx="3204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Recherche &amp;</a:t>
            </a:r>
            <a:endParaRPr/>
          </a:p>
          <a:p>
            <a:pPr indent="0" lvl="0" marL="0" rtl="0" algn="ctr">
              <a:spcBef>
                <a:spcPts val="0"/>
              </a:spcBef>
              <a:spcAft>
                <a:spcPts val="0"/>
              </a:spcAft>
              <a:buNone/>
            </a:pPr>
            <a:r>
              <a:rPr lang="en"/>
              <a:t> Axe d’améliorations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2" name="Shape 1882"/>
        <p:cNvGrpSpPr/>
        <p:nvPr/>
      </p:nvGrpSpPr>
      <p:grpSpPr>
        <a:xfrm>
          <a:off x="0" y="0"/>
          <a:ext cx="0" cy="0"/>
          <a:chOff x="0" y="0"/>
          <a:chExt cx="0" cy="0"/>
        </a:xfrm>
      </p:grpSpPr>
      <p:sp>
        <p:nvSpPr>
          <p:cNvPr id="1883" name="Google Shape;1883;p88"/>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Tests</a:t>
            </a:r>
            <a:endParaRPr u="sng"/>
          </a:p>
        </p:txBody>
      </p:sp>
      <p:sp>
        <p:nvSpPr>
          <p:cNvPr id="1884" name="Google Shape;1884;p88"/>
          <p:cNvSpPr txBox="1"/>
          <p:nvPr>
            <p:ph idx="1" type="body"/>
          </p:nvPr>
        </p:nvSpPr>
        <p:spPr>
          <a:xfrm>
            <a:off x="2314350" y="733225"/>
            <a:ext cx="4515300" cy="35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Test Unitaire avec Jest</a:t>
            </a:r>
            <a:endParaRPr b="1" sz="1800"/>
          </a:p>
        </p:txBody>
      </p:sp>
      <p:sp>
        <p:nvSpPr>
          <p:cNvPr id="1885" name="Google Shape;1885;p88"/>
          <p:cNvSpPr txBox="1"/>
          <p:nvPr>
            <p:ph idx="12" type="sldNum"/>
          </p:nvPr>
        </p:nvSpPr>
        <p:spPr>
          <a:xfrm>
            <a:off x="8423998"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886" name="Google Shape;1886;p88"/>
          <p:cNvPicPr preferRelativeResize="0"/>
          <p:nvPr/>
        </p:nvPicPr>
        <p:blipFill rotWithShape="1">
          <a:blip r:embed="rId3">
            <a:alphaModFix/>
          </a:blip>
          <a:srcRect b="13077" l="6218" r="6323" t="12826"/>
          <a:stretch/>
        </p:blipFill>
        <p:spPr>
          <a:xfrm>
            <a:off x="747413" y="1249250"/>
            <a:ext cx="7649173" cy="3177980"/>
          </a:xfrm>
          <a:prstGeom prst="rect">
            <a:avLst/>
          </a:prstGeom>
          <a:noFill/>
          <a:ln cap="flat" cmpd="sng" w="28575">
            <a:solidFill>
              <a:schemeClr val="dk1"/>
            </a:solidFill>
            <a:prstDash val="solid"/>
            <a:round/>
            <a:headEnd len="sm" w="sm" type="none"/>
            <a:tailEnd len="sm" w="sm" type="none"/>
          </a:ln>
        </p:spPr>
      </p:pic>
      <p:sp>
        <p:nvSpPr>
          <p:cNvPr id="1887" name="Google Shape;1887;p88"/>
          <p:cNvSpPr txBox="1"/>
          <p:nvPr/>
        </p:nvSpPr>
        <p:spPr>
          <a:xfrm>
            <a:off x="0" y="47773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54-55</a:t>
            </a:r>
            <a:endParaRPr b="1" sz="1000">
              <a:solidFill>
                <a:schemeClr val="dk1"/>
              </a:solidFill>
              <a:latin typeface="Poppins"/>
              <a:ea typeface="Poppins"/>
              <a:cs typeface="Poppins"/>
              <a:sym typeface="Poppins"/>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sp>
        <p:nvSpPr>
          <p:cNvPr id="1892" name="Google Shape;1892;p89"/>
          <p:cNvSpPr txBox="1"/>
          <p:nvPr>
            <p:ph type="title"/>
          </p:nvPr>
        </p:nvSpPr>
        <p:spPr>
          <a:xfrm>
            <a:off x="68305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Tests</a:t>
            </a:r>
            <a:endParaRPr u="sng"/>
          </a:p>
        </p:txBody>
      </p:sp>
      <p:sp>
        <p:nvSpPr>
          <p:cNvPr id="1893" name="Google Shape;1893;p89"/>
          <p:cNvSpPr txBox="1"/>
          <p:nvPr>
            <p:ph idx="1" type="body"/>
          </p:nvPr>
        </p:nvSpPr>
        <p:spPr>
          <a:xfrm>
            <a:off x="720000" y="572700"/>
            <a:ext cx="7704000" cy="35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800"/>
              <a:t>Test Manuel avec Postman</a:t>
            </a:r>
            <a:endParaRPr b="1" sz="1800"/>
          </a:p>
        </p:txBody>
      </p:sp>
      <p:sp>
        <p:nvSpPr>
          <p:cNvPr id="1894" name="Google Shape;1894;p89"/>
          <p:cNvSpPr txBox="1"/>
          <p:nvPr>
            <p:ph idx="12" type="sldNum"/>
          </p:nvPr>
        </p:nvSpPr>
        <p:spPr>
          <a:xfrm>
            <a:off x="8423998" y="479810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895" name="Google Shape;1895;p89"/>
          <p:cNvPicPr preferRelativeResize="0"/>
          <p:nvPr/>
        </p:nvPicPr>
        <p:blipFill>
          <a:blip r:embed="rId3">
            <a:alphaModFix/>
          </a:blip>
          <a:stretch>
            <a:fillRect/>
          </a:stretch>
        </p:blipFill>
        <p:spPr>
          <a:xfrm>
            <a:off x="365275" y="1087975"/>
            <a:ext cx="5214001" cy="3910500"/>
          </a:xfrm>
          <a:prstGeom prst="rect">
            <a:avLst/>
          </a:prstGeom>
          <a:noFill/>
          <a:ln cap="flat" cmpd="sng" w="38100">
            <a:solidFill>
              <a:schemeClr val="dk1"/>
            </a:solidFill>
            <a:prstDash val="solid"/>
            <a:round/>
            <a:headEnd len="sm" w="sm" type="none"/>
            <a:tailEnd len="sm" w="sm" type="none"/>
          </a:ln>
        </p:spPr>
      </p:pic>
      <p:sp>
        <p:nvSpPr>
          <p:cNvPr id="1896" name="Google Shape;1896;p89"/>
          <p:cNvSpPr txBox="1"/>
          <p:nvPr/>
        </p:nvSpPr>
        <p:spPr>
          <a:xfrm>
            <a:off x="5784775" y="1782650"/>
            <a:ext cx="3320700" cy="2432100"/>
          </a:xfrm>
          <a:prstGeom prst="rect">
            <a:avLst/>
          </a:prstGeom>
          <a:noFill/>
          <a:ln>
            <a:noFill/>
          </a:ln>
        </p:spPr>
        <p:txBody>
          <a:bodyPr anchorCtr="0" anchor="t" bIns="91425" lIns="91425" spcFirstLastPara="1" rIns="91425" wrap="square" tIns="91425">
            <a:spAutoFit/>
          </a:bodyPr>
          <a:lstStyle/>
          <a:p>
            <a:pPr indent="-317500" lvl="0" marL="457200" rtl="0" algn="l">
              <a:spcBef>
                <a:spcPts val="1200"/>
              </a:spcBef>
              <a:spcAft>
                <a:spcPts val="0"/>
              </a:spcAft>
              <a:buSzPts val="1400"/>
              <a:buFont typeface="Poppins"/>
              <a:buChar char="➔"/>
            </a:pPr>
            <a:r>
              <a:rPr lang="en">
                <a:latin typeface="Poppins"/>
                <a:ea typeface="Poppins"/>
                <a:cs typeface="Poppins"/>
                <a:sym typeface="Poppins"/>
              </a:rPr>
              <a:t>Identifier rapidement les défauts </a:t>
            </a:r>
            <a:endParaRPr>
              <a:latin typeface="Poppins"/>
              <a:ea typeface="Poppins"/>
              <a:cs typeface="Poppins"/>
              <a:sym typeface="Poppins"/>
            </a:endParaRPr>
          </a:p>
          <a:p>
            <a:pPr indent="-317500" lvl="0" marL="457200" rtl="0" algn="l">
              <a:spcBef>
                <a:spcPts val="1200"/>
              </a:spcBef>
              <a:spcAft>
                <a:spcPts val="0"/>
              </a:spcAft>
              <a:buSzPts val="1400"/>
              <a:buFont typeface="Poppins"/>
              <a:buChar char="➔"/>
            </a:pPr>
            <a:r>
              <a:rPr lang="en">
                <a:latin typeface="Poppins"/>
                <a:ea typeface="Poppins"/>
                <a:cs typeface="Poppins"/>
                <a:sym typeface="Poppins"/>
              </a:rPr>
              <a:t>d'effectuer des tests de régression</a:t>
            </a:r>
            <a:endParaRPr>
              <a:latin typeface="Poppins"/>
              <a:ea typeface="Poppins"/>
              <a:cs typeface="Poppins"/>
              <a:sym typeface="Poppins"/>
            </a:endParaRPr>
          </a:p>
          <a:p>
            <a:pPr indent="-317500" lvl="0" marL="457200" rtl="0" algn="l">
              <a:spcBef>
                <a:spcPts val="1200"/>
              </a:spcBef>
              <a:spcAft>
                <a:spcPts val="1000"/>
              </a:spcAft>
              <a:buSzPts val="1400"/>
              <a:buFont typeface="Poppins"/>
              <a:buChar char="➔"/>
            </a:pPr>
            <a:r>
              <a:rPr lang="en">
                <a:latin typeface="Poppins"/>
                <a:ea typeface="Poppins"/>
                <a:cs typeface="Poppins"/>
                <a:sym typeface="Poppins"/>
              </a:rPr>
              <a:t>d'améliorer la collaboration entre les membres de l’équipe grâce à des collections de requêtes partagées.</a:t>
            </a:r>
            <a:endParaRPr>
              <a:latin typeface="Poppins"/>
              <a:ea typeface="Poppins"/>
              <a:cs typeface="Poppins"/>
              <a:sym typeface="Poppi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0" name="Shape 1900"/>
        <p:cNvGrpSpPr/>
        <p:nvPr/>
      </p:nvGrpSpPr>
      <p:grpSpPr>
        <a:xfrm>
          <a:off x="0" y="0"/>
          <a:ext cx="0" cy="0"/>
          <a:chOff x="0" y="0"/>
          <a:chExt cx="0" cy="0"/>
        </a:xfrm>
      </p:grpSpPr>
      <p:sp>
        <p:nvSpPr>
          <p:cNvPr id="1901" name="Google Shape;1901;p90"/>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Déploiement</a:t>
            </a:r>
            <a:endParaRPr u="sng"/>
          </a:p>
        </p:txBody>
      </p:sp>
      <p:sp>
        <p:nvSpPr>
          <p:cNvPr id="1902" name="Google Shape;1902;p90"/>
          <p:cNvSpPr txBox="1"/>
          <p:nvPr>
            <p:ph idx="12" type="sldNum"/>
          </p:nvPr>
        </p:nvSpPr>
        <p:spPr>
          <a:xfrm>
            <a:off x="8465273" y="4749850"/>
            <a:ext cx="6402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903" name="Google Shape;1903;p90"/>
          <p:cNvSpPr txBox="1"/>
          <p:nvPr/>
        </p:nvSpPr>
        <p:spPr>
          <a:xfrm>
            <a:off x="4421650" y="2909575"/>
            <a:ext cx="47223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rPr b="1" lang="en" sz="1200">
                <a:latin typeface="Poppins"/>
                <a:ea typeface="Poppins"/>
                <a:cs typeface="Poppins"/>
                <a:sym typeface="Poppins"/>
              </a:rPr>
              <a:t>Backend</a:t>
            </a:r>
            <a:r>
              <a:rPr lang="en" sz="1200">
                <a:latin typeface="Poppins"/>
                <a:ea typeface="Poppins"/>
                <a:cs typeface="Poppins"/>
                <a:sym typeface="Poppins"/>
              </a:rPr>
              <a:t> : Service "deadlinedrive-api" configuré avec </a:t>
            </a:r>
            <a:r>
              <a:rPr lang="en" sz="1200">
                <a:solidFill>
                  <a:srgbClr val="188038"/>
                </a:solidFill>
                <a:latin typeface="Poppins"/>
                <a:ea typeface="Poppins"/>
                <a:cs typeface="Poppins"/>
                <a:sym typeface="Poppins"/>
              </a:rPr>
              <a:t>npm install</a:t>
            </a:r>
            <a:r>
              <a:rPr lang="en" sz="1200">
                <a:latin typeface="Poppins"/>
                <a:ea typeface="Poppins"/>
                <a:cs typeface="Poppins"/>
                <a:sym typeface="Poppins"/>
              </a:rPr>
              <a:t> et </a:t>
            </a:r>
            <a:r>
              <a:rPr lang="en" sz="1200">
                <a:solidFill>
                  <a:srgbClr val="188038"/>
                </a:solidFill>
                <a:latin typeface="Poppins"/>
                <a:ea typeface="Poppins"/>
                <a:cs typeface="Poppins"/>
                <a:sym typeface="Poppins"/>
              </a:rPr>
              <a:t>npm run start</a:t>
            </a:r>
            <a:r>
              <a:rPr lang="en" sz="1200">
                <a:latin typeface="Poppins"/>
                <a:ea typeface="Poppins"/>
                <a:cs typeface="Poppins"/>
                <a:sym typeface="Poppins"/>
              </a:rPr>
              <a:t>. Variables d'environnement du </a:t>
            </a:r>
            <a:r>
              <a:rPr lang="en" sz="1200">
                <a:solidFill>
                  <a:srgbClr val="188038"/>
                </a:solidFill>
                <a:latin typeface="Poppins"/>
                <a:ea typeface="Poppins"/>
                <a:cs typeface="Poppins"/>
                <a:sym typeface="Poppins"/>
              </a:rPr>
              <a:t>.backend/.env</a:t>
            </a:r>
            <a:r>
              <a:rPr lang="en" sz="1200">
                <a:latin typeface="Poppins"/>
                <a:ea typeface="Poppins"/>
                <a:cs typeface="Poppins"/>
                <a:sym typeface="Poppins"/>
              </a:rPr>
              <a:t> intégrées pour lier à la base de données.</a:t>
            </a:r>
            <a:endParaRPr sz="1200">
              <a:latin typeface="Poppins"/>
              <a:ea typeface="Poppins"/>
              <a:cs typeface="Poppins"/>
              <a:sym typeface="Poppins"/>
            </a:endParaRPr>
          </a:p>
        </p:txBody>
      </p:sp>
      <p:pic>
        <p:nvPicPr>
          <p:cNvPr id="1904" name="Google Shape;1904;p90"/>
          <p:cNvPicPr preferRelativeResize="0"/>
          <p:nvPr/>
        </p:nvPicPr>
        <p:blipFill>
          <a:blip r:embed="rId3">
            <a:alphaModFix/>
          </a:blip>
          <a:stretch>
            <a:fillRect/>
          </a:stretch>
        </p:blipFill>
        <p:spPr>
          <a:xfrm>
            <a:off x="615588" y="901875"/>
            <a:ext cx="7912824" cy="1802925"/>
          </a:xfrm>
          <a:prstGeom prst="rect">
            <a:avLst/>
          </a:prstGeom>
          <a:noFill/>
          <a:ln cap="flat" cmpd="sng" w="38100">
            <a:solidFill>
              <a:schemeClr val="dk1"/>
            </a:solidFill>
            <a:prstDash val="solid"/>
            <a:round/>
            <a:headEnd len="sm" w="sm" type="none"/>
            <a:tailEnd len="sm" w="sm" type="none"/>
          </a:ln>
        </p:spPr>
      </p:pic>
      <p:sp>
        <p:nvSpPr>
          <p:cNvPr id="1905" name="Google Shape;1905;p90"/>
          <p:cNvSpPr txBox="1"/>
          <p:nvPr/>
        </p:nvSpPr>
        <p:spPr>
          <a:xfrm>
            <a:off x="0" y="2909575"/>
            <a:ext cx="47223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000"/>
              </a:spcAft>
              <a:buNone/>
            </a:pPr>
            <a:r>
              <a:rPr b="1" lang="en" sz="1200">
                <a:latin typeface="Poppins"/>
                <a:ea typeface="Poppins"/>
                <a:cs typeface="Poppins"/>
                <a:sym typeface="Poppins"/>
              </a:rPr>
              <a:t>Frontend</a:t>
            </a:r>
            <a:r>
              <a:rPr lang="en" sz="1200">
                <a:latin typeface="Poppins"/>
                <a:ea typeface="Poppins"/>
                <a:cs typeface="Poppins"/>
                <a:sym typeface="Poppins"/>
              </a:rPr>
              <a:t> : Service "deadlinedrive" configuré avec </a:t>
            </a:r>
            <a:r>
              <a:rPr lang="en" sz="1200">
                <a:solidFill>
                  <a:srgbClr val="188038"/>
                </a:solidFill>
                <a:latin typeface="Poppins"/>
                <a:ea typeface="Poppins"/>
                <a:cs typeface="Poppins"/>
                <a:sym typeface="Poppins"/>
              </a:rPr>
              <a:t>npm install &amp;&amp; npm run build</a:t>
            </a:r>
            <a:r>
              <a:rPr lang="en" sz="1200">
                <a:latin typeface="Poppins"/>
                <a:ea typeface="Poppins"/>
                <a:cs typeface="Poppins"/>
                <a:sym typeface="Poppins"/>
              </a:rPr>
              <a:t>, publié dans le répertoire </a:t>
            </a:r>
            <a:r>
              <a:rPr lang="en" sz="1200">
                <a:solidFill>
                  <a:srgbClr val="188038"/>
                </a:solidFill>
                <a:latin typeface="Poppins"/>
                <a:ea typeface="Poppins"/>
                <a:cs typeface="Poppins"/>
                <a:sym typeface="Poppins"/>
              </a:rPr>
              <a:t>dist</a:t>
            </a:r>
            <a:r>
              <a:rPr lang="en" sz="1200">
                <a:latin typeface="Poppins"/>
                <a:ea typeface="Poppins"/>
                <a:cs typeface="Poppins"/>
                <a:sym typeface="Poppins"/>
              </a:rPr>
              <a:t>. Variables du </a:t>
            </a:r>
            <a:r>
              <a:rPr lang="en" sz="1200">
                <a:solidFill>
                  <a:srgbClr val="188038"/>
                </a:solidFill>
                <a:latin typeface="Poppins"/>
                <a:ea typeface="Poppins"/>
                <a:cs typeface="Poppins"/>
                <a:sym typeface="Poppins"/>
              </a:rPr>
              <a:t>.frontend/.env</a:t>
            </a:r>
            <a:r>
              <a:rPr lang="en" sz="1200">
                <a:latin typeface="Poppins"/>
                <a:ea typeface="Poppins"/>
                <a:cs typeface="Poppins"/>
                <a:sym typeface="Poppins"/>
              </a:rPr>
              <a:t> pour liaison backend.</a:t>
            </a:r>
            <a:endParaRPr sz="1200">
              <a:latin typeface="Poppins"/>
              <a:ea typeface="Poppins"/>
              <a:cs typeface="Poppins"/>
              <a:sym typeface="Poppins"/>
            </a:endParaRPr>
          </a:p>
        </p:txBody>
      </p:sp>
      <p:sp>
        <p:nvSpPr>
          <p:cNvPr id="1906" name="Google Shape;1906;p90"/>
          <p:cNvSpPr/>
          <p:nvPr/>
        </p:nvSpPr>
        <p:spPr>
          <a:xfrm rot="-2359226">
            <a:off x="2978097" y="2549653"/>
            <a:ext cx="857404" cy="191871"/>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907" name="Google Shape;1907;p90"/>
          <p:cNvSpPr/>
          <p:nvPr/>
        </p:nvSpPr>
        <p:spPr>
          <a:xfrm rot="-7449759">
            <a:off x="4313030" y="2405074"/>
            <a:ext cx="857457" cy="191794"/>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908" name="Google Shape;1908;p90"/>
          <p:cNvSpPr txBox="1"/>
          <p:nvPr/>
        </p:nvSpPr>
        <p:spPr>
          <a:xfrm>
            <a:off x="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56</a:t>
            </a:r>
            <a:endParaRPr b="1" sz="1000">
              <a:solidFill>
                <a:schemeClr val="dk1"/>
              </a:solidFill>
              <a:latin typeface="Poppins"/>
              <a:ea typeface="Poppins"/>
              <a:cs typeface="Poppins"/>
              <a:sym typeface="Poppins"/>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2" name="Shape 1912"/>
        <p:cNvGrpSpPr/>
        <p:nvPr/>
      </p:nvGrpSpPr>
      <p:grpSpPr>
        <a:xfrm>
          <a:off x="0" y="0"/>
          <a:ext cx="0" cy="0"/>
          <a:chOff x="0" y="0"/>
          <a:chExt cx="0" cy="0"/>
        </a:xfrm>
      </p:grpSpPr>
      <p:sp>
        <p:nvSpPr>
          <p:cNvPr id="1913" name="Google Shape;1913;p91"/>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Déploiement</a:t>
            </a:r>
            <a:endParaRPr u="sng"/>
          </a:p>
        </p:txBody>
      </p:sp>
      <p:sp>
        <p:nvSpPr>
          <p:cNvPr id="1914" name="Google Shape;1914;p91"/>
          <p:cNvSpPr txBox="1"/>
          <p:nvPr>
            <p:ph idx="12" type="sldNum"/>
          </p:nvPr>
        </p:nvSpPr>
        <p:spPr>
          <a:xfrm>
            <a:off x="8424000" y="4749850"/>
            <a:ext cx="681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915" name="Google Shape;1915;p91"/>
          <p:cNvSpPr txBox="1"/>
          <p:nvPr/>
        </p:nvSpPr>
        <p:spPr>
          <a:xfrm>
            <a:off x="316075" y="933900"/>
            <a:ext cx="8789400" cy="198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latin typeface="Poppins"/>
                <a:ea typeface="Poppins"/>
                <a:cs typeface="Poppins"/>
                <a:sym typeface="Poppins"/>
              </a:rPr>
              <a:t>Conteneurisation et Automatisation</a:t>
            </a:r>
            <a:endParaRPr b="1" sz="1100">
              <a:latin typeface="Poppins"/>
              <a:ea typeface="Poppins"/>
              <a:cs typeface="Poppins"/>
              <a:sym typeface="Poppins"/>
            </a:endParaRPr>
          </a:p>
          <a:p>
            <a:pPr indent="-298450" lvl="0" marL="457200" rtl="0" algn="l">
              <a:lnSpc>
                <a:spcPct val="115000"/>
              </a:lnSpc>
              <a:spcBef>
                <a:spcPts val="1200"/>
              </a:spcBef>
              <a:spcAft>
                <a:spcPts val="0"/>
              </a:spcAft>
              <a:buSzPts val="1100"/>
              <a:buFont typeface="Poppins"/>
              <a:buChar char="➔"/>
            </a:pPr>
            <a:r>
              <a:rPr lang="en" sz="1100">
                <a:latin typeface="Poppins"/>
                <a:ea typeface="Poppins"/>
                <a:cs typeface="Poppins"/>
                <a:sym typeface="Poppins"/>
              </a:rPr>
              <a:t>Utilisation de la conteneurisation sur Render pour une gestion efficace des ressources et isolation du projet.</a:t>
            </a:r>
            <a:endParaRPr sz="1100">
              <a:latin typeface="Poppins"/>
              <a:ea typeface="Poppins"/>
              <a:cs typeface="Poppins"/>
              <a:sym typeface="Poppins"/>
            </a:endParaRPr>
          </a:p>
          <a:p>
            <a:pPr indent="-298450" lvl="0" marL="457200" rtl="0" algn="l">
              <a:lnSpc>
                <a:spcPct val="115000"/>
              </a:lnSpc>
              <a:spcBef>
                <a:spcPts val="0"/>
              </a:spcBef>
              <a:spcAft>
                <a:spcPts val="0"/>
              </a:spcAft>
              <a:buSzPts val="1100"/>
              <a:buChar char="➔"/>
            </a:pPr>
            <a:r>
              <a:rPr lang="en" sz="1100">
                <a:latin typeface="Poppins"/>
                <a:ea typeface="Poppins"/>
                <a:cs typeface="Poppins"/>
                <a:sym typeface="Poppins"/>
              </a:rPr>
              <a:t>Déploiements automatiques à chaque push sur la branche </a:t>
            </a:r>
            <a:r>
              <a:rPr lang="en" sz="1100">
                <a:solidFill>
                  <a:srgbClr val="188038"/>
                </a:solidFill>
                <a:latin typeface="Poppins"/>
                <a:ea typeface="Poppins"/>
                <a:cs typeface="Poppins"/>
                <a:sym typeface="Poppins"/>
              </a:rPr>
              <a:t>main</a:t>
            </a:r>
            <a:r>
              <a:rPr lang="en" sz="1100">
                <a:latin typeface="Poppins"/>
                <a:ea typeface="Poppins"/>
                <a:cs typeface="Poppins"/>
                <a:sym typeface="Poppins"/>
              </a:rPr>
              <a:t>, garantissant des mises à jour immédiates et cohérentes.</a:t>
            </a:r>
            <a:endParaRPr sz="1100">
              <a:latin typeface="Poppins"/>
              <a:ea typeface="Poppins"/>
              <a:cs typeface="Poppins"/>
              <a:sym typeface="Poppins"/>
            </a:endParaRPr>
          </a:p>
          <a:p>
            <a:pPr indent="0" lvl="0" marL="0" rtl="0" algn="l">
              <a:lnSpc>
                <a:spcPct val="115000"/>
              </a:lnSpc>
              <a:spcBef>
                <a:spcPts val="1200"/>
              </a:spcBef>
              <a:spcAft>
                <a:spcPts val="0"/>
              </a:spcAft>
              <a:buNone/>
            </a:pPr>
            <a:r>
              <a:rPr b="1" lang="en" sz="1100">
                <a:latin typeface="Poppins"/>
                <a:ea typeface="Poppins"/>
                <a:cs typeface="Poppins"/>
                <a:sym typeface="Poppins"/>
              </a:rPr>
              <a:t>Configuration des Redirections</a:t>
            </a:r>
            <a:endParaRPr b="1" sz="1100">
              <a:latin typeface="Poppins"/>
              <a:ea typeface="Poppins"/>
              <a:cs typeface="Poppins"/>
              <a:sym typeface="Poppins"/>
            </a:endParaRPr>
          </a:p>
          <a:p>
            <a:pPr indent="-298450" lvl="0" marL="457200" rtl="0" algn="l">
              <a:lnSpc>
                <a:spcPct val="115000"/>
              </a:lnSpc>
              <a:spcBef>
                <a:spcPts val="1200"/>
              </a:spcBef>
              <a:spcAft>
                <a:spcPts val="0"/>
              </a:spcAft>
              <a:buSzPts val="1100"/>
              <a:buChar char="➔"/>
            </a:pPr>
            <a:r>
              <a:rPr lang="en" sz="1100">
                <a:latin typeface="Poppins"/>
                <a:ea typeface="Poppins"/>
                <a:cs typeface="Poppins"/>
                <a:sym typeface="Poppins"/>
              </a:rPr>
              <a:t>Règle de réécriture pour SPA React : </a:t>
            </a:r>
            <a:r>
              <a:rPr lang="en" sz="1100">
                <a:solidFill>
                  <a:srgbClr val="188038"/>
                </a:solidFill>
                <a:latin typeface="Poppins"/>
                <a:ea typeface="Poppins"/>
                <a:cs typeface="Poppins"/>
                <a:sym typeface="Poppins"/>
              </a:rPr>
              <a:t>Source: /*</a:t>
            </a:r>
            <a:r>
              <a:rPr lang="en" sz="1100">
                <a:latin typeface="Poppins"/>
                <a:ea typeface="Poppins"/>
                <a:cs typeface="Poppins"/>
                <a:sym typeface="Poppins"/>
              </a:rPr>
              <a:t> vers </a:t>
            </a:r>
            <a:r>
              <a:rPr lang="en" sz="1100">
                <a:solidFill>
                  <a:srgbClr val="188038"/>
                </a:solidFill>
                <a:latin typeface="Poppins"/>
                <a:ea typeface="Poppins"/>
                <a:cs typeface="Poppins"/>
                <a:sym typeface="Poppins"/>
              </a:rPr>
              <a:t>Destination: /index.html</a:t>
            </a:r>
            <a:r>
              <a:rPr lang="en" sz="1100">
                <a:latin typeface="Poppins"/>
                <a:ea typeface="Poppins"/>
                <a:cs typeface="Poppins"/>
                <a:sym typeface="Poppins"/>
              </a:rPr>
              <a:t>. Essentiel pour le routage interne de React Router.</a:t>
            </a:r>
            <a:endParaRPr sz="1100">
              <a:latin typeface="Poppins"/>
              <a:ea typeface="Poppins"/>
              <a:cs typeface="Poppins"/>
              <a:sym typeface="Poppins"/>
            </a:endParaRPr>
          </a:p>
        </p:txBody>
      </p:sp>
      <p:pic>
        <p:nvPicPr>
          <p:cNvPr id="1916" name="Google Shape;1916;p91"/>
          <p:cNvPicPr preferRelativeResize="0"/>
          <p:nvPr/>
        </p:nvPicPr>
        <p:blipFill>
          <a:blip r:embed="rId3">
            <a:alphaModFix/>
          </a:blip>
          <a:stretch>
            <a:fillRect/>
          </a:stretch>
        </p:blipFill>
        <p:spPr>
          <a:xfrm>
            <a:off x="1393175" y="2918100"/>
            <a:ext cx="6357650" cy="1787425"/>
          </a:xfrm>
          <a:prstGeom prst="rect">
            <a:avLst/>
          </a:prstGeom>
          <a:noFill/>
          <a:ln cap="flat" cmpd="sng" w="38100">
            <a:solidFill>
              <a:schemeClr val="dk1"/>
            </a:solidFill>
            <a:prstDash val="solid"/>
            <a:round/>
            <a:headEnd len="sm" w="sm" type="none"/>
            <a:tailEnd len="sm" w="sm" type="none"/>
          </a:ln>
        </p:spPr>
      </p:pic>
      <p:sp>
        <p:nvSpPr>
          <p:cNvPr id="1917" name="Google Shape;1917;p91"/>
          <p:cNvSpPr/>
          <p:nvPr/>
        </p:nvSpPr>
        <p:spPr>
          <a:xfrm rot="4428006">
            <a:off x="4407517" y="3092229"/>
            <a:ext cx="1094665" cy="191784"/>
          </a:xfrm>
          <a:prstGeom prst="striped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92"/>
          <p:cNvSpPr txBox="1"/>
          <p:nvPr>
            <p:ph type="title"/>
          </p:nvPr>
        </p:nvSpPr>
        <p:spPr>
          <a:xfrm>
            <a:off x="720000" y="-379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Recherches &amp; Axes d’amélioration</a:t>
            </a:r>
            <a:endParaRPr u="sng"/>
          </a:p>
        </p:txBody>
      </p:sp>
      <p:sp>
        <p:nvSpPr>
          <p:cNvPr id="1923" name="Google Shape;1923;p92"/>
          <p:cNvSpPr txBox="1"/>
          <p:nvPr>
            <p:ph idx="12" type="sldNum"/>
          </p:nvPr>
        </p:nvSpPr>
        <p:spPr>
          <a:xfrm>
            <a:off x="8423998" y="479810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pic>
        <p:nvPicPr>
          <p:cNvPr id="1924" name="Google Shape;1924;p92"/>
          <p:cNvPicPr preferRelativeResize="0"/>
          <p:nvPr/>
        </p:nvPicPr>
        <p:blipFill>
          <a:blip r:embed="rId3">
            <a:alphaModFix/>
          </a:blip>
          <a:stretch>
            <a:fillRect/>
          </a:stretch>
        </p:blipFill>
        <p:spPr>
          <a:xfrm>
            <a:off x="4141075" y="621625"/>
            <a:ext cx="4282925" cy="4024750"/>
          </a:xfrm>
          <a:prstGeom prst="rect">
            <a:avLst/>
          </a:prstGeom>
          <a:noFill/>
          <a:ln cap="flat" cmpd="sng" w="28575">
            <a:solidFill>
              <a:schemeClr val="dk1"/>
            </a:solidFill>
            <a:prstDash val="solid"/>
            <a:round/>
            <a:headEnd len="sm" w="sm" type="none"/>
            <a:tailEnd len="sm" w="sm" type="none"/>
          </a:ln>
        </p:spPr>
      </p:pic>
      <p:sp>
        <p:nvSpPr>
          <p:cNvPr id="1925" name="Google Shape;1925;p92"/>
          <p:cNvSpPr txBox="1"/>
          <p:nvPr/>
        </p:nvSpPr>
        <p:spPr>
          <a:xfrm>
            <a:off x="218925" y="1086350"/>
            <a:ext cx="38310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J'ai approfondi mes connaissances sur CronJob et Node-Cron, en m'appuyant principalement sur la documentation officielle en anglais.</a:t>
            </a:r>
            <a:endParaRPr sz="1800">
              <a:latin typeface="Poppins"/>
              <a:ea typeface="Poppins"/>
              <a:cs typeface="Poppins"/>
              <a:sym typeface="Poppins"/>
            </a:endParaRPr>
          </a:p>
        </p:txBody>
      </p:sp>
      <p:sp>
        <p:nvSpPr>
          <p:cNvPr id="1926" name="Google Shape;1926;p92"/>
          <p:cNvSpPr txBox="1"/>
          <p:nvPr/>
        </p:nvSpPr>
        <p:spPr>
          <a:xfrm>
            <a:off x="242475" y="3266450"/>
            <a:ext cx="378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https://www.npmjs.com/package/node-cron</a:t>
            </a:r>
            <a:endParaRPr/>
          </a:p>
        </p:txBody>
      </p:sp>
      <p:sp>
        <p:nvSpPr>
          <p:cNvPr id="1927" name="Google Shape;1927;p92"/>
          <p:cNvSpPr txBox="1"/>
          <p:nvPr/>
        </p:nvSpPr>
        <p:spPr>
          <a:xfrm>
            <a:off x="242475" y="36285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https://cron-job.org/</a:t>
            </a:r>
            <a:endParaRPr/>
          </a:p>
        </p:txBody>
      </p:sp>
      <p:sp>
        <p:nvSpPr>
          <p:cNvPr id="1928" name="Google Shape;1928;p92"/>
          <p:cNvSpPr txBox="1"/>
          <p:nvPr/>
        </p:nvSpPr>
        <p:spPr>
          <a:xfrm>
            <a:off x="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57</a:t>
            </a:r>
            <a:endParaRPr b="1" sz="1000">
              <a:solidFill>
                <a:schemeClr val="dk1"/>
              </a:solidFill>
              <a:latin typeface="Poppins"/>
              <a:ea typeface="Poppins"/>
              <a:cs typeface="Poppins"/>
              <a:sym typeface="Poppi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2" name="Shape 1932"/>
        <p:cNvGrpSpPr/>
        <p:nvPr/>
      </p:nvGrpSpPr>
      <p:grpSpPr>
        <a:xfrm>
          <a:off x="0" y="0"/>
          <a:ext cx="0" cy="0"/>
          <a:chOff x="0" y="0"/>
          <a:chExt cx="0" cy="0"/>
        </a:xfrm>
      </p:grpSpPr>
      <p:sp>
        <p:nvSpPr>
          <p:cNvPr id="1933" name="Google Shape;1933;p93"/>
          <p:cNvSpPr txBox="1"/>
          <p:nvPr>
            <p:ph type="title"/>
          </p:nvPr>
        </p:nvSpPr>
        <p:spPr>
          <a:xfrm>
            <a:off x="720000" y="1790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Axes d’amélioration</a:t>
            </a:r>
            <a:endParaRPr u="sng"/>
          </a:p>
        </p:txBody>
      </p:sp>
      <p:sp>
        <p:nvSpPr>
          <p:cNvPr id="1934" name="Google Shape;1934;p93"/>
          <p:cNvSpPr txBox="1"/>
          <p:nvPr>
            <p:ph idx="12" type="sldNum"/>
          </p:nvPr>
        </p:nvSpPr>
        <p:spPr>
          <a:xfrm>
            <a:off x="8373150" y="4749850"/>
            <a:ext cx="7323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935" name="Google Shape;1935;p93"/>
          <p:cNvSpPr txBox="1"/>
          <p:nvPr/>
        </p:nvSpPr>
        <p:spPr>
          <a:xfrm>
            <a:off x="387900" y="998475"/>
            <a:ext cx="8368200" cy="3542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 sz="1800">
                <a:latin typeface="Poppins"/>
                <a:ea typeface="Poppins"/>
                <a:cs typeface="Poppins"/>
                <a:sym typeface="Poppins"/>
              </a:rPr>
              <a:t>En raison des contraintes de temps et des conditions de développement, nous avons identifié plusieurs axes d'amélioration pour le projet :</a:t>
            </a:r>
            <a:endParaRPr sz="1800">
              <a:latin typeface="Poppins"/>
              <a:ea typeface="Poppins"/>
              <a:cs typeface="Poppins"/>
              <a:sym typeface="Poppins"/>
            </a:endParaRPr>
          </a:p>
          <a:p>
            <a:pPr indent="-311150" lvl="0" marL="457200" rtl="0" algn="l">
              <a:lnSpc>
                <a:spcPct val="115000"/>
              </a:lnSpc>
              <a:spcBef>
                <a:spcPts val="1200"/>
              </a:spcBef>
              <a:spcAft>
                <a:spcPts val="0"/>
              </a:spcAft>
              <a:buSzPts val="1300"/>
              <a:buFont typeface="Poppins"/>
              <a:buChar char="➔"/>
            </a:pPr>
            <a:r>
              <a:rPr lang="en" sz="1300">
                <a:latin typeface="Poppins"/>
                <a:ea typeface="Poppins"/>
                <a:cs typeface="Poppins"/>
                <a:sym typeface="Poppins"/>
              </a:rPr>
              <a:t>Rafraîchissement du design global pour une esthétique plus moderne.</a:t>
            </a:r>
            <a:endParaRPr sz="1300">
              <a:latin typeface="Poppins"/>
              <a:ea typeface="Poppins"/>
              <a:cs typeface="Poppins"/>
              <a:sym typeface="Poppins"/>
            </a:endParaRPr>
          </a:p>
          <a:p>
            <a:pPr indent="-311150" lvl="0" marL="457200" rtl="0" algn="l">
              <a:lnSpc>
                <a:spcPct val="115000"/>
              </a:lnSpc>
              <a:spcBef>
                <a:spcPts val="1000"/>
              </a:spcBef>
              <a:spcAft>
                <a:spcPts val="0"/>
              </a:spcAft>
              <a:buSzPts val="1300"/>
              <a:buFont typeface="Poppins"/>
              <a:buChar char="➔"/>
            </a:pPr>
            <a:r>
              <a:rPr lang="en" sz="1300">
                <a:latin typeface="Poppins"/>
                <a:ea typeface="Poppins"/>
                <a:cs typeface="Poppins"/>
                <a:sym typeface="Poppins"/>
              </a:rPr>
              <a:t>Enrichissement de l'expérience utilisateur, notamment par l'intégration de notifications par e-mail, utilisant Nodemailer, pour rappeler les échéances imminentes.</a:t>
            </a:r>
            <a:endParaRPr sz="1300">
              <a:latin typeface="Poppins"/>
              <a:ea typeface="Poppins"/>
              <a:cs typeface="Poppins"/>
              <a:sym typeface="Poppins"/>
            </a:endParaRPr>
          </a:p>
          <a:p>
            <a:pPr indent="-311150" lvl="0" marL="457200" rtl="0" algn="l">
              <a:lnSpc>
                <a:spcPct val="115000"/>
              </a:lnSpc>
              <a:spcBef>
                <a:spcPts val="1000"/>
              </a:spcBef>
              <a:spcAft>
                <a:spcPts val="0"/>
              </a:spcAft>
              <a:buSzPts val="1300"/>
              <a:buFont typeface="Poppins"/>
              <a:buChar char="➔"/>
            </a:pPr>
            <a:r>
              <a:rPr lang="en" sz="1300">
                <a:latin typeface="Poppins"/>
                <a:ea typeface="Poppins"/>
                <a:cs typeface="Poppins"/>
                <a:sym typeface="Poppins"/>
              </a:rPr>
              <a:t>Ajout d'une fonctionnalité de récupération de mot de passe.</a:t>
            </a:r>
            <a:endParaRPr sz="1300">
              <a:latin typeface="Poppins"/>
              <a:ea typeface="Poppins"/>
              <a:cs typeface="Poppins"/>
              <a:sym typeface="Poppins"/>
            </a:endParaRPr>
          </a:p>
          <a:p>
            <a:pPr indent="-311150" lvl="0" marL="457200" rtl="0" algn="l">
              <a:lnSpc>
                <a:spcPct val="115000"/>
              </a:lnSpc>
              <a:spcBef>
                <a:spcPts val="1000"/>
              </a:spcBef>
              <a:spcAft>
                <a:spcPts val="0"/>
              </a:spcAft>
              <a:buSzPts val="1300"/>
              <a:buFont typeface="Poppins"/>
              <a:buChar char="➔"/>
            </a:pPr>
            <a:r>
              <a:rPr lang="en" sz="1300">
                <a:latin typeface="Poppins"/>
                <a:ea typeface="Poppins"/>
                <a:cs typeface="Poppins"/>
                <a:sym typeface="Poppins"/>
              </a:rPr>
              <a:t>Amélioration de l'interface utilisateur avec la possibilité d'ajouter un avatar personnel.</a:t>
            </a:r>
            <a:endParaRPr sz="1300">
              <a:latin typeface="Poppins"/>
              <a:ea typeface="Poppins"/>
              <a:cs typeface="Poppins"/>
              <a:sym typeface="Poppins"/>
            </a:endParaRPr>
          </a:p>
          <a:p>
            <a:pPr indent="-311150" lvl="0" marL="457200" rtl="0" algn="l">
              <a:lnSpc>
                <a:spcPct val="115000"/>
              </a:lnSpc>
              <a:spcBef>
                <a:spcPts val="1000"/>
              </a:spcBef>
              <a:spcAft>
                <a:spcPts val="0"/>
              </a:spcAft>
              <a:buSzPts val="1300"/>
              <a:buFont typeface="Poppins"/>
              <a:buChar char="➔"/>
            </a:pPr>
            <a:r>
              <a:rPr lang="en" sz="1300">
                <a:latin typeface="Poppins"/>
                <a:ea typeface="Poppins"/>
                <a:cs typeface="Poppins"/>
                <a:sym typeface="Poppins"/>
              </a:rPr>
              <a:t>Introduction d'un système de modération pour les commentaires.</a:t>
            </a:r>
            <a:endParaRPr sz="1300">
              <a:latin typeface="Poppins"/>
              <a:ea typeface="Poppins"/>
              <a:cs typeface="Poppins"/>
              <a:sym typeface="Poppins"/>
            </a:endParaRPr>
          </a:p>
          <a:p>
            <a:pPr indent="-311150" lvl="0" marL="457200" rtl="0" algn="l">
              <a:lnSpc>
                <a:spcPct val="115000"/>
              </a:lnSpc>
              <a:spcBef>
                <a:spcPts val="1200"/>
              </a:spcBef>
              <a:spcAft>
                <a:spcPts val="1000"/>
              </a:spcAft>
              <a:buSzPts val="1300"/>
              <a:buFont typeface="Poppins"/>
              <a:buChar char="➔"/>
            </a:pPr>
            <a:r>
              <a:rPr lang="en" sz="1300">
                <a:latin typeface="Poppins"/>
                <a:ea typeface="Poppins"/>
                <a:cs typeface="Poppins"/>
                <a:sym typeface="Poppins"/>
              </a:rPr>
              <a:t>Facilitation du partage des citations sur les réseaux sociaux directement depuis l'application.</a:t>
            </a:r>
            <a:endParaRPr sz="1300">
              <a:latin typeface="Poppins"/>
              <a:ea typeface="Poppins"/>
              <a:cs typeface="Poppins"/>
              <a:sym typeface="Poppins"/>
            </a:endParaRPr>
          </a:p>
        </p:txBody>
      </p:sp>
      <p:sp>
        <p:nvSpPr>
          <p:cNvPr id="1936" name="Google Shape;1936;p93"/>
          <p:cNvSpPr txBox="1"/>
          <p:nvPr/>
        </p:nvSpPr>
        <p:spPr>
          <a:xfrm>
            <a:off x="0" y="48048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Poppins"/>
                <a:ea typeface="Poppins"/>
                <a:cs typeface="Poppins"/>
                <a:sym typeface="Poppins"/>
              </a:rPr>
              <a:t>CF Dossier de projet page 58</a:t>
            </a:r>
            <a:endParaRPr b="1" sz="1000">
              <a:solidFill>
                <a:schemeClr val="dk1"/>
              </a:solidFill>
              <a:latin typeface="Poppins"/>
              <a:ea typeface="Poppins"/>
              <a:cs typeface="Poppins"/>
              <a:sym typeface="Poppin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94"/>
          <p:cNvSpPr txBox="1"/>
          <p:nvPr>
            <p:ph type="title"/>
          </p:nvPr>
        </p:nvSpPr>
        <p:spPr>
          <a:xfrm>
            <a:off x="720000" y="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Conclusion</a:t>
            </a:r>
            <a:endParaRPr u="sng"/>
          </a:p>
        </p:txBody>
      </p:sp>
      <p:sp>
        <p:nvSpPr>
          <p:cNvPr id="1942" name="Google Shape;1942;p94"/>
          <p:cNvSpPr txBox="1"/>
          <p:nvPr>
            <p:ph idx="12" type="sldNum"/>
          </p:nvPr>
        </p:nvSpPr>
        <p:spPr>
          <a:xfrm>
            <a:off x="8424000" y="4749850"/>
            <a:ext cx="6816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943" name="Google Shape;1943;p94"/>
          <p:cNvSpPr txBox="1"/>
          <p:nvPr/>
        </p:nvSpPr>
        <p:spPr>
          <a:xfrm>
            <a:off x="109200" y="906575"/>
            <a:ext cx="89256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400">
                <a:solidFill>
                  <a:schemeClr val="dk1"/>
                </a:solidFill>
                <a:latin typeface="Poppins"/>
                <a:ea typeface="Poppins"/>
                <a:cs typeface="Poppins"/>
                <a:sym typeface="Poppins"/>
              </a:rPr>
              <a:t>En conclusion, le projet Deadline Drive a constitué une expérience précieuse, nous permettant de concevoir une application full stack dans un environnement similaire à celui d'une entreprise.</a:t>
            </a:r>
            <a:endParaRPr i="1" sz="2400">
              <a:solidFill>
                <a:schemeClr val="dk1"/>
              </a:solidFill>
              <a:latin typeface="Poppins"/>
              <a:ea typeface="Poppins"/>
              <a:cs typeface="Poppins"/>
              <a:sym typeface="Poppins"/>
            </a:endParaRPr>
          </a:p>
          <a:p>
            <a:pPr indent="0" lvl="0" marL="0" rtl="0" algn="l">
              <a:spcBef>
                <a:spcPts val="0"/>
              </a:spcBef>
              <a:spcAft>
                <a:spcPts val="0"/>
              </a:spcAft>
              <a:buNone/>
            </a:pPr>
            <a:r>
              <a:t/>
            </a:r>
            <a:endParaRPr i="1" sz="2400">
              <a:solidFill>
                <a:schemeClr val="dk1"/>
              </a:solidFill>
              <a:latin typeface="Poppins"/>
              <a:ea typeface="Poppins"/>
              <a:cs typeface="Poppins"/>
              <a:sym typeface="Poppins"/>
            </a:endParaRPr>
          </a:p>
          <a:p>
            <a:pPr indent="0" lvl="0" marL="0" rtl="0" algn="l">
              <a:spcBef>
                <a:spcPts val="0"/>
              </a:spcBef>
              <a:spcAft>
                <a:spcPts val="0"/>
              </a:spcAft>
              <a:buNone/>
            </a:pPr>
            <a:r>
              <a:rPr i="1" lang="en" sz="2400">
                <a:solidFill>
                  <a:schemeClr val="dk1"/>
                </a:solidFill>
                <a:latin typeface="Poppins"/>
                <a:ea typeface="Poppins"/>
                <a:cs typeface="Poppins"/>
                <a:sym typeface="Poppins"/>
              </a:rPr>
              <a:t>Cette première version, stable et fonctionnelle, répond aux exigences initialement définies et couvre l'intégralité du référentiel du titre professionnel de Développeur web et web mobile.</a:t>
            </a:r>
            <a:endParaRPr i="1" sz="2400">
              <a:solidFill>
                <a:schemeClr val="dk1"/>
              </a:solidFill>
              <a:latin typeface="Poppins"/>
              <a:ea typeface="Poppins"/>
              <a:cs typeface="Poppins"/>
              <a:sym typeface="Poppin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95"/>
          <p:cNvSpPr txBox="1"/>
          <p:nvPr>
            <p:ph idx="12" type="sldNum"/>
          </p:nvPr>
        </p:nvSpPr>
        <p:spPr>
          <a:xfrm>
            <a:off x="8385922" y="4749850"/>
            <a:ext cx="719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b="1" lang="en"/>
              <a:t>‹#›</a:t>
            </a:fld>
            <a:r>
              <a:rPr b="1" lang="en"/>
              <a:t>/72</a:t>
            </a:r>
            <a:endParaRPr b="1"/>
          </a:p>
        </p:txBody>
      </p:sp>
      <p:sp>
        <p:nvSpPr>
          <p:cNvPr id="1949" name="Google Shape;1949;p95"/>
          <p:cNvSpPr txBox="1"/>
          <p:nvPr/>
        </p:nvSpPr>
        <p:spPr>
          <a:xfrm>
            <a:off x="932850" y="4278850"/>
            <a:ext cx="727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2400" u="sng">
                <a:solidFill>
                  <a:schemeClr val="hlink"/>
                </a:solidFill>
                <a:latin typeface="Poppins"/>
                <a:ea typeface="Poppins"/>
                <a:cs typeface="Poppins"/>
                <a:sym typeface="Poppins"/>
                <a:hlinkClick r:id="rId3"/>
              </a:rPr>
              <a:t>https://deadlinedrive-p8op.onrender.com/</a:t>
            </a:r>
            <a:endParaRPr b="1" i="1" sz="2400">
              <a:latin typeface="Poppins"/>
              <a:ea typeface="Poppins"/>
              <a:cs typeface="Poppins"/>
              <a:sym typeface="Poppins"/>
            </a:endParaRPr>
          </a:p>
        </p:txBody>
      </p:sp>
      <p:sp>
        <p:nvSpPr>
          <p:cNvPr id="1950" name="Google Shape;1950;p95"/>
          <p:cNvSpPr txBox="1"/>
          <p:nvPr>
            <p:ph type="title"/>
          </p:nvPr>
        </p:nvSpPr>
        <p:spPr>
          <a:xfrm>
            <a:off x="2688450" y="539500"/>
            <a:ext cx="3767100" cy="694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400" u="sng"/>
              <a:t>Merci</a:t>
            </a:r>
            <a:endParaRPr sz="3400" u="sng"/>
          </a:p>
        </p:txBody>
      </p:sp>
      <p:pic>
        <p:nvPicPr>
          <p:cNvPr id="1951" name="Google Shape;1951;p95"/>
          <p:cNvPicPr preferRelativeResize="0"/>
          <p:nvPr/>
        </p:nvPicPr>
        <p:blipFill>
          <a:blip r:embed="rId4">
            <a:alphaModFix/>
          </a:blip>
          <a:stretch>
            <a:fillRect/>
          </a:stretch>
        </p:blipFill>
        <p:spPr>
          <a:xfrm>
            <a:off x="5891500" y="1294900"/>
            <a:ext cx="2446039" cy="2983949"/>
          </a:xfrm>
          <a:prstGeom prst="rect">
            <a:avLst/>
          </a:prstGeom>
          <a:noFill/>
          <a:ln>
            <a:noFill/>
          </a:ln>
        </p:spPr>
      </p:pic>
      <p:sp>
        <p:nvSpPr>
          <p:cNvPr id="1952" name="Google Shape;1952;p95"/>
          <p:cNvSpPr txBox="1"/>
          <p:nvPr/>
        </p:nvSpPr>
        <p:spPr>
          <a:xfrm>
            <a:off x="393000" y="1725150"/>
            <a:ext cx="5439000" cy="169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latin typeface="Poppins"/>
                <a:ea typeface="Poppins"/>
                <a:cs typeface="Poppins"/>
                <a:sym typeface="Poppins"/>
              </a:rPr>
              <a:t>Je tiens à vous remercier sincèrement pour votre attention et votre temps. Je souhaite également exprimer ma gratitude envers mes collaborateurs, mes collègues, mes amis, ainsi que ma conjointe et ma famille pour leur précieux soutien. Je tiens à </a:t>
            </a:r>
            <a:r>
              <a:rPr lang="en">
                <a:solidFill>
                  <a:schemeClr val="dk1"/>
                </a:solidFill>
                <a:latin typeface="Poppins"/>
                <a:ea typeface="Poppins"/>
                <a:cs typeface="Poppins"/>
                <a:sym typeface="Poppins"/>
              </a:rPr>
              <a:t>exprimer</a:t>
            </a:r>
            <a:r>
              <a:rPr lang="en">
                <a:solidFill>
                  <a:schemeClr val="dk1"/>
                </a:solidFill>
                <a:latin typeface="Poppins"/>
                <a:ea typeface="Poppins"/>
                <a:cs typeface="Poppins"/>
                <a:sym typeface="Poppins"/>
              </a:rPr>
              <a:t> ma profonde reconnaissance à mes formateurs pour leur engagement envers mon développement professionnel</a:t>
            </a:r>
            <a:endParaRPr>
              <a:solidFill>
                <a:schemeClr val="dk1"/>
              </a:solidFill>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5000" fill="hold"/>
                                        <p:tgtEl>
                                          <p:spTgt spid="1951"/>
                                        </p:tgtEl>
                                        <p:attrNameLst>
                                          <p:attrName>r</p:attrName>
                                        </p:attrNameLst>
                                      </p:cBhvr>
                                    </p:animRot>
                                  </p:childTnLst>
                                </p:cTn>
                              </p:par>
                              <p:par>
                                <p:cTn fill="hold" nodeType="withEffect" presetClass="entr" presetID="1" presetSubtype="0">
                                  <p:stCondLst>
                                    <p:cond delay="0"/>
                                  </p:stCondLst>
                                  <p:childTnLst>
                                    <p:set>
                                      <p:cBhvr>
                                        <p:cTn dur="1" fill="hold">
                                          <p:stCondLst>
                                            <p:cond delay="0"/>
                                          </p:stCondLst>
                                        </p:cTn>
                                        <p:tgtEl>
                                          <p:spTgt spid="19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ld Ripped Paper Project Proposal by Slidesgo">
  <a:themeElements>
    <a:clrScheme name="Simple Light">
      <a:dk1>
        <a:srgbClr val="4C4442"/>
      </a:dk1>
      <a:lt1>
        <a:srgbClr val="EEE3D1"/>
      </a:lt1>
      <a:dk2>
        <a:srgbClr val="F9F3EA"/>
      </a:dk2>
      <a:lt2>
        <a:srgbClr val="EBDCCA"/>
      </a:lt2>
      <a:accent1>
        <a:srgbClr val="AF9E96"/>
      </a:accent1>
      <a:accent2>
        <a:srgbClr val="D8BC88"/>
      </a:accent2>
      <a:accent3>
        <a:srgbClr val="FFFFFF"/>
      </a:accent3>
      <a:accent4>
        <a:srgbClr val="FFFFFF"/>
      </a:accent4>
      <a:accent5>
        <a:srgbClr val="FFFFFF"/>
      </a:accent5>
      <a:accent6>
        <a:srgbClr val="FFFFFF"/>
      </a:accent6>
      <a:hlink>
        <a:srgbClr val="4C444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87AA8D00E77744931776620D358F93" ma:contentTypeVersion="12" ma:contentTypeDescription="Crée un document." ma:contentTypeScope="" ma:versionID="94426be41ffcfb5ed214a043d9647326">
  <xsd:schema xmlns:xsd="http://www.w3.org/2001/XMLSchema" xmlns:xs="http://www.w3.org/2001/XMLSchema" xmlns:p="http://schemas.microsoft.com/office/2006/metadata/properties" xmlns:ns2="18afba67-dbea-44af-b190-d9fcc85e9e96" xmlns:ns3="4865f425-9d4c-490a-94c8-de1acc9e42f0" targetNamespace="http://schemas.microsoft.com/office/2006/metadata/properties" ma:root="true" ma:fieldsID="bf37170a70aa70ffb926bbf6d86ff0e8" ns2:_="" ns3:_="">
    <xsd:import namespace="18afba67-dbea-44af-b190-d9fcc85e9e96"/>
    <xsd:import namespace="4865f425-9d4c-490a-94c8-de1acc9e42f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afba67-dbea-44af-b190-d9fcc85e9e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3ff27869-bdc0-4c94-997a-7af7c7ce84a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865f425-9d4c-490a-94c8-de1acc9e42f0"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6d6ccb-13bb-409d-8456-a597ba11c4b3}" ma:internalName="TaxCatchAll" ma:showField="CatchAllData" ma:web="4865f425-9d4c-490a-94c8-de1acc9e42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865f425-9d4c-490a-94c8-de1acc9e42f0" xsi:nil="true"/>
    <lcf76f155ced4ddcb4097134ff3c332f xmlns="18afba67-dbea-44af-b190-d9fcc85e9e9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C5CECF2-DA8F-4908-ADCD-51FEC1E046A4}"/>
</file>

<file path=customXml/itemProps2.xml><?xml version="1.0" encoding="utf-8"?>
<ds:datastoreItem xmlns:ds="http://schemas.openxmlformats.org/officeDocument/2006/customXml" ds:itemID="{A0B12501-4A6F-4682-9425-B68F3A51ADA4}"/>
</file>

<file path=customXml/itemProps3.xml><?xml version="1.0" encoding="utf-8"?>
<ds:datastoreItem xmlns:ds="http://schemas.openxmlformats.org/officeDocument/2006/customXml" ds:itemID="{2721AE79-0BDE-44EF-A4C4-1126172AFF27}"/>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0x010100C087AA8D00E77744931776620D358F93</vt:lpwstr>
  </property>
</Properties>
</file>